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6" r:id="rId2"/>
    <p:sldId id="270" r:id="rId3"/>
    <p:sldId id="267" r:id="rId4"/>
    <p:sldId id="269" r:id="rId5"/>
    <p:sldId id="272" r:id="rId6"/>
    <p:sldId id="271" r:id="rId7"/>
    <p:sldId id="275" r:id="rId8"/>
    <p:sldId id="274" r:id="rId9"/>
    <p:sldId id="276" r:id="rId10"/>
    <p:sldId id="277" r:id="rId11"/>
    <p:sldId id="278" r:id="rId12"/>
    <p:sldId id="279" r:id="rId13"/>
    <p:sldId id="268" r:id="rId14"/>
    <p:sldId id="264" r:id="rId15"/>
    <p:sldId id="257" r:id="rId16"/>
    <p:sldId id="259" r:id="rId17"/>
    <p:sldId id="258" r:id="rId18"/>
    <p:sldId id="260" r:id="rId19"/>
    <p:sldId id="261" r:id="rId20"/>
    <p:sldId id="262" r:id="rId21"/>
  </p:sldIdLst>
  <p:sldSz cx="12192000" cy="6858000"/>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apa" id="{02D01EE2-B183-4BD3-A9B8-5CD9CA8D2CB1}">
          <p14:sldIdLst>
            <p14:sldId id="266"/>
          </p14:sldIdLst>
        </p14:section>
        <p14:section name="Agenda" id="{DFCB0F0B-2044-4348-9D00-958731F7C615}">
          <p14:sldIdLst>
            <p14:sldId id="270"/>
          </p14:sldIdLst>
        </p14:section>
        <p14:section name="Introduction" id="{5332BC59-62B1-44DA-AB05-74C3ECEAE192}">
          <p14:sldIdLst>
            <p14:sldId id="267"/>
            <p14:sldId id="269"/>
            <p14:sldId id="272"/>
            <p14:sldId id="271"/>
          </p14:sldIdLst>
        </p14:section>
        <p14:section name="Problem Statement" id="{FF25361F-8655-49CA-8C39-06FA853622D8}">
          <p14:sldIdLst>
            <p14:sldId id="275"/>
          </p14:sldIdLst>
        </p14:section>
        <p14:section name="Surface Admittance Operator" id="{7C935E5E-278D-4BA4-9819-147A2C0FCC14}">
          <p14:sldIdLst>
            <p14:sldId id="274"/>
            <p14:sldId id="276"/>
            <p14:sldId id="277"/>
            <p14:sldId id="278"/>
            <p14:sldId id="279"/>
          </p14:sldIdLst>
        </p14:section>
        <p14:section name="References" id="{E867DC5C-1285-46E0-A405-55014AA085AA}">
          <p14:sldIdLst>
            <p14:sldId id="268"/>
          </p14:sldIdLst>
        </p14:section>
        <p14:section name="Figures" id="{868732F7-113F-451C-9D0C-ACE614EEA0D3}">
          <p14:sldIdLst>
            <p14:sldId id="264"/>
            <p14:sldId id="257"/>
            <p14:sldId id="259"/>
            <p14:sldId id="258"/>
            <p14:sldId id="260"/>
            <p14:sldId id="261"/>
            <p14:sldId id="262"/>
          </p14:sldIdLst>
        </p14:section>
      </p14:sectionLst>
    </p:ext>
    <p:ext uri="{EFAFB233-063F-42B5-8137-9DF3F51BA10A}">
      <p15:sldGuideLst xmlns:p15="http://schemas.microsoft.com/office/powerpoint/2012/main">
        <p15:guide id="1" orient="horz" pos="4088" userDrawn="1">
          <p15:clr>
            <a:srgbClr val="A4A3A4"/>
          </p15:clr>
        </p15:guide>
        <p15:guide id="2" pos="7129" userDrawn="1">
          <p15:clr>
            <a:srgbClr val="A4A3A4"/>
          </p15:clr>
        </p15:guide>
        <p15:guide id="3" pos="302" userDrawn="1">
          <p15:clr>
            <a:srgbClr val="A4A3A4"/>
          </p15:clr>
        </p15:guide>
        <p15:guide id="4" orient="horz" pos="867" userDrawn="1">
          <p15:clr>
            <a:srgbClr val="A4A3A4"/>
          </p15:clr>
        </p15:guide>
        <p15:guide id="5" orient="horz" pos="2160" userDrawn="1">
          <p15:clr>
            <a:srgbClr val="A4A3A4"/>
          </p15:clr>
        </p15:guide>
        <p15:guide id="6"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46F4E48-C705-44C9-A099-EA6ACF000FB9}" v="2873" dt="2024-07-17T21:14:26.49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307" autoAdjust="0"/>
    <p:restoredTop sz="94660"/>
  </p:normalViewPr>
  <p:slideViewPr>
    <p:cSldViewPr>
      <p:cViewPr varScale="1">
        <p:scale>
          <a:sx n="107" d="100"/>
          <a:sy n="107" d="100"/>
        </p:scale>
        <p:origin x="1056" y="102"/>
      </p:cViewPr>
      <p:guideLst>
        <p:guide orient="horz" pos="4088"/>
        <p:guide pos="7129"/>
        <p:guide pos="302"/>
        <p:guide orient="horz" pos="867"/>
        <p:guide orient="horz" pos="2160"/>
        <p:guide pos="3840"/>
      </p:guideLst>
    </p:cSldViewPr>
  </p:slideViewPr>
  <p:notesTextViewPr>
    <p:cViewPr>
      <p:scale>
        <a:sx n="1" d="1"/>
        <a:sy n="1" d="1"/>
      </p:scale>
      <p:origin x="0" y="0"/>
    </p:cViewPr>
  </p:notesTextViewPr>
  <p:gridSpacing cx="36004" cy="36004"/>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dilton junio" userId="66b3fade76ecdf97" providerId="LiveId" clId="{8F999EC3-B0A5-4B42-B8F8-F3CA06713860}"/>
    <pc:docChg chg="undo redo custSel addSld delSld modSld">
      <pc:chgData name="adilton junio" userId="66b3fade76ecdf97" providerId="LiveId" clId="{8F999EC3-B0A5-4B42-B8F8-F3CA06713860}" dt="2024-07-10T22:32:10.405" v="1273" actId="552"/>
      <pc:docMkLst>
        <pc:docMk/>
      </pc:docMkLst>
      <pc:sldChg chg="modSp mod">
        <pc:chgData name="adilton junio" userId="66b3fade76ecdf97" providerId="LiveId" clId="{8F999EC3-B0A5-4B42-B8F8-F3CA06713860}" dt="2024-07-10T22:28:54.939" v="1264" actId="1038"/>
        <pc:sldMkLst>
          <pc:docMk/>
          <pc:sldMk cId="2576449578" sldId="257"/>
        </pc:sldMkLst>
        <pc:spChg chg="mod">
          <ac:chgData name="adilton junio" userId="66b3fade76ecdf97" providerId="LiveId" clId="{8F999EC3-B0A5-4B42-B8F8-F3CA06713860}" dt="2024-07-10T22:28:54.939" v="1264" actId="1038"/>
          <ac:spMkLst>
            <pc:docMk/>
            <pc:sldMk cId="2576449578" sldId="257"/>
            <ac:spMk id="137" creationId="{A3BDCC96-FBFE-9A16-93F2-D3E161626217}"/>
          </ac:spMkLst>
        </pc:spChg>
        <pc:spChg chg="mod">
          <ac:chgData name="adilton junio" userId="66b3fade76ecdf97" providerId="LiveId" clId="{8F999EC3-B0A5-4B42-B8F8-F3CA06713860}" dt="2024-07-10T22:28:54.939" v="1264" actId="1038"/>
          <ac:spMkLst>
            <pc:docMk/>
            <pc:sldMk cId="2576449578" sldId="257"/>
            <ac:spMk id="139" creationId="{B157CFD6-7B1E-1658-D202-9E29A2FF6E78}"/>
          </ac:spMkLst>
        </pc:spChg>
        <pc:spChg chg="mod">
          <ac:chgData name="adilton junio" userId="66b3fade76ecdf97" providerId="LiveId" clId="{8F999EC3-B0A5-4B42-B8F8-F3CA06713860}" dt="2024-07-10T22:28:54.939" v="1264" actId="1038"/>
          <ac:spMkLst>
            <pc:docMk/>
            <pc:sldMk cId="2576449578" sldId="257"/>
            <ac:spMk id="143" creationId="{D5CC91E1-7CB4-2B54-25A4-992F48B49800}"/>
          </ac:spMkLst>
        </pc:spChg>
        <pc:spChg chg="mod">
          <ac:chgData name="adilton junio" userId="66b3fade76ecdf97" providerId="LiveId" clId="{8F999EC3-B0A5-4B42-B8F8-F3CA06713860}" dt="2024-07-10T22:28:54.939" v="1264" actId="1038"/>
          <ac:spMkLst>
            <pc:docMk/>
            <pc:sldMk cId="2576449578" sldId="257"/>
            <ac:spMk id="144" creationId="{E76BA359-1AC3-4ADA-963F-D89DB1536C34}"/>
          </ac:spMkLst>
        </pc:spChg>
        <pc:spChg chg="mod">
          <ac:chgData name="adilton junio" userId="66b3fade76ecdf97" providerId="LiveId" clId="{8F999EC3-B0A5-4B42-B8F8-F3CA06713860}" dt="2024-07-10T22:28:54.939" v="1264" actId="1038"/>
          <ac:spMkLst>
            <pc:docMk/>
            <pc:sldMk cId="2576449578" sldId="257"/>
            <ac:spMk id="145" creationId="{72E0672A-FDDF-BED8-ED2D-25B545FDDE58}"/>
          </ac:spMkLst>
        </pc:spChg>
        <pc:spChg chg="mod">
          <ac:chgData name="adilton junio" userId="66b3fade76ecdf97" providerId="LiveId" clId="{8F999EC3-B0A5-4B42-B8F8-F3CA06713860}" dt="2024-07-10T22:28:54.939" v="1264" actId="1038"/>
          <ac:spMkLst>
            <pc:docMk/>
            <pc:sldMk cId="2576449578" sldId="257"/>
            <ac:spMk id="147" creationId="{AE6388B5-D179-1A28-2E51-87745D17CEAA}"/>
          </ac:spMkLst>
        </pc:spChg>
        <pc:spChg chg="mod">
          <ac:chgData name="adilton junio" userId="66b3fade76ecdf97" providerId="LiveId" clId="{8F999EC3-B0A5-4B42-B8F8-F3CA06713860}" dt="2024-07-10T22:28:54.939" v="1264" actId="1038"/>
          <ac:spMkLst>
            <pc:docMk/>
            <pc:sldMk cId="2576449578" sldId="257"/>
            <ac:spMk id="148" creationId="{35391369-9161-1CA2-3441-E46D838D474D}"/>
          </ac:spMkLst>
        </pc:spChg>
        <pc:spChg chg="mod">
          <ac:chgData name="adilton junio" userId="66b3fade76ecdf97" providerId="LiveId" clId="{8F999EC3-B0A5-4B42-B8F8-F3CA06713860}" dt="2024-07-10T22:28:54.939" v="1264" actId="1038"/>
          <ac:spMkLst>
            <pc:docMk/>
            <pc:sldMk cId="2576449578" sldId="257"/>
            <ac:spMk id="150" creationId="{0550D8E6-8AFF-BD87-F245-D6EA4298D775}"/>
          </ac:spMkLst>
        </pc:spChg>
        <pc:spChg chg="mod">
          <ac:chgData name="adilton junio" userId="66b3fade76ecdf97" providerId="LiveId" clId="{8F999EC3-B0A5-4B42-B8F8-F3CA06713860}" dt="2024-07-10T22:28:54.939" v="1264" actId="1038"/>
          <ac:spMkLst>
            <pc:docMk/>
            <pc:sldMk cId="2576449578" sldId="257"/>
            <ac:spMk id="151" creationId="{E9021F1D-CA31-7D6A-4406-CDDEDF224CD8}"/>
          </ac:spMkLst>
        </pc:spChg>
        <pc:spChg chg="mod">
          <ac:chgData name="adilton junio" userId="66b3fade76ecdf97" providerId="LiveId" clId="{8F999EC3-B0A5-4B42-B8F8-F3CA06713860}" dt="2024-07-10T22:28:54.939" v="1264" actId="1038"/>
          <ac:spMkLst>
            <pc:docMk/>
            <pc:sldMk cId="2576449578" sldId="257"/>
            <ac:spMk id="154" creationId="{228935A9-A1BD-9580-C131-2399C269E132}"/>
          </ac:spMkLst>
        </pc:spChg>
        <pc:grpChg chg="mod">
          <ac:chgData name="adilton junio" userId="66b3fade76ecdf97" providerId="LiveId" clId="{8F999EC3-B0A5-4B42-B8F8-F3CA06713860}" dt="2024-07-10T22:28:54.939" v="1264" actId="1038"/>
          <ac:grpSpMkLst>
            <pc:docMk/>
            <pc:sldMk cId="2576449578" sldId="257"/>
            <ac:grpSpMk id="167" creationId="{8A2CDBCD-4BAD-47E1-E4CC-C12C2F010740}"/>
          </ac:grpSpMkLst>
        </pc:grpChg>
        <pc:grpChg chg="mod">
          <ac:chgData name="adilton junio" userId="66b3fade76ecdf97" providerId="LiveId" clId="{8F999EC3-B0A5-4B42-B8F8-F3CA06713860}" dt="2024-07-10T22:28:54.939" v="1264" actId="1038"/>
          <ac:grpSpMkLst>
            <pc:docMk/>
            <pc:sldMk cId="2576449578" sldId="257"/>
            <ac:grpSpMk id="170" creationId="{BB73D790-27B5-1445-9E89-2BBF406FCB04}"/>
          </ac:grpSpMkLst>
        </pc:grpChg>
        <pc:grpChg chg="mod">
          <ac:chgData name="adilton junio" userId="66b3fade76ecdf97" providerId="LiveId" clId="{8F999EC3-B0A5-4B42-B8F8-F3CA06713860}" dt="2024-07-10T22:28:54.939" v="1264" actId="1038"/>
          <ac:grpSpMkLst>
            <pc:docMk/>
            <pc:sldMk cId="2576449578" sldId="257"/>
            <ac:grpSpMk id="172" creationId="{1982672A-104B-7FC0-4D03-231A458FB04C}"/>
          </ac:grpSpMkLst>
        </pc:grpChg>
        <pc:cxnChg chg="mod">
          <ac:chgData name="adilton junio" userId="66b3fade76ecdf97" providerId="LiveId" clId="{8F999EC3-B0A5-4B42-B8F8-F3CA06713860}" dt="2024-07-10T22:28:54.939" v="1264" actId="1038"/>
          <ac:cxnSpMkLst>
            <pc:docMk/>
            <pc:sldMk cId="2576449578" sldId="257"/>
            <ac:cxnSpMk id="138" creationId="{15F96408-C88C-9F1A-DE69-23F04D233CD3}"/>
          </ac:cxnSpMkLst>
        </pc:cxnChg>
        <pc:cxnChg chg="mod">
          <ac:chgData name="adilton junio" userId="66b3fade76ecdf97" providerId="LiveId" clId="{8F999EC3-B0A5-4B42-B8F8-F3CA06713860}" dt="2024-07-10T22:28:54.939" v="1264" actId="1038"/>
          <ac:cxnSpMkLst>
            <pc:docMk/>
            <pc:sldMk cId="2576449578" sldId="257"/>
            <ac:cxnSpMk id="142" creationId="{308A1BBC-82BB-C4CF-E29D-E1FB615D3E79}"/>
          </ac:cxnSpMkLst>
        </pc:cxnChg>
        <pc:cxnChg chg="mod">
          <ac:chgData name="adilton junio" userId="66b3fade76ecdf97" providerId="LiveId" clId="{8F999EC3-B0A5-4B42-B8F8-F3CA06713860}" dt="2024-07-10T22:28:54.939" v="1264" actId="1038"/>
          <ac:cxnSpMkLst>
            <pc:docMk/>
            <pc:sldMk cId="2576449578" sldId="257"/>
            <ac:cxnSpMk id="146" creationId="{B537A1AE-4494-DDDF-7E23-CA216CD8B7E6}"/>
          </ac:cxnSpMkLst>
        </pc:cxnChg>
        <pc:cxnChg chg="mod">
          <ac:chgData name="adilton junio" userId="66b3fade76ecdf97" providerId="LiveId" clId="{8F999EC3-B0A5-4B42-B8F8-F3CA06713860}" dt="2024-07-10T22:28:54.939" v="1264" actId="1038"/>
          <ac:cxnSpMkLst>
            <pc:docMk/>
            <pc:sldMk cId="2576449578" sldId="257"/>
            <ac:cxnSpMk id="149" creationId="{A62ED30F-0C13-1447-3565-2025591D3666}"/>
          </ac:cxnSpMkLst>
        </pc:cxnChg>
        <pc:cxnChg chg="mod">
          <ac:chgData name="adilton junio" userId="66b3fade76ecdf97" providerId="LiveId" clId="{8F999EC3-B0A5-4B42-B8F8-F3CA06713860}" dt="2024-07-10T22:28:54.939" v="1264" actId="1038"/>
          <ac:cxnSpMkLst>
            <pc:docMk/>
            <pc:sldMk cId="2576449578" sldId="257"/>
            <ac:cxnSpMk id="156" creationId="{04565E15-2E9E-B47D-BBFE-D082939028E0}"/>
          </ac:cxnSpMkLst>
        </pc:cxnChg>
      </pc:sldChg>
      <pc:sldChg chg="addSp delSp modSp mod">
        <pc:chgData name="adilton junio" userId="66b3fade76ecdf97" providerId="LiveId" clId="{8F999EC3-B0A5-4B42-B8F8-F3CA06713860}" dt="2024-07-08T15:02:24.506" v="315" actId="1076"/>
        <pc:sldMkLst>
          <pc:docMk/>
          <pc:sldMk cId="2285816010" sldId="258"/>
        </pc:sldMkLst>
        <pc:spChg chg="mod">
          <ac:chgData name="adilton junio" userId="66b3fade76ecdf97" providerId="LiveId" clId="{8F999EC3-B0A5-4B42-B8F8-F3CA06713860}" dt="2024-07-08T14:58:09.097" v="288"/>
          <ac:spMkLst>
            <pc:docMk/>
            <pc:sldMk cId="2285816010" sldId="258"/>
            <ac:spMk id="7" creationId="{EE43B5AA-5F1E-5326-454D-0EC618338B36}"/>
          </ac:spMkLst>
        </pc:spChg>
        <pc:spChg chg="mod">
          <ac:chgData name="adilton junio" userId="66b3fade76ecdf97" providerId="LiveId" clId="{8F999EC3-B0A5-4B42-B8F8-F3CA06713860}" dt="2024-07-08T14:58:09.097" v="288"/>
          <ac:spMkLst>
            <pc:docMk/>
            <pc:sldMk cId="2285816010" sldId="258"/>
            <ac:spMk id="21" creationId="{A989B1C2-D26C-C0EE-BB41-8E4C15BBF30B}"/>
          </ac:spMkLst>
        </pc:spChg>
        <pc:spChg chg="mod">
          <ac:chgData name="adilton junio" userId="66b3fade76ecdf97" providerId="LiveId" clId="{8F999EC3-B0A5-4B42-B8F8-F3CA06713860}" dt="2024-07-08T14:58:09.097" v="288"/>
          <ac:spMkLst>
            <pc:docMk/>
            <pc:sldMk cId="2285816010" sldId="258"/>
            <ac:spMk id="23" creationId="{C2ABFB55-5398-5802-4EDA-2FCAEB28F17C}"/>
          </ac:spMkLst>
        </pc:spChg>
        <pc:spChg chg="mod">
          <ac:chgData name="adilton junio" userId="66b3fade76ecdf97" providerId="LiveId" clId="{8F999EC3-B0A5-4B42-B8F8-F3CA06713860}" dt="2024-07-08T14:58:09.097" v="288"/>
          <ac:spMkLst>
            <pc:docMk/>
            <pc:sldMk cId="2285816010" sldId="258"/>
            <ac:spMk id="25" creationId="{070D4DDE-2F62-2A8E-D425-5E4CF50458B5}"/>
          </ac:spMkLst>
        </pc:spChg>
        <pc:spChg chg="mod">
          <ac:chgData name="adilton junio" userId="66b3fade76ecdf97" providerId="LiveId" clId="{8F999EC3-B0A5-4B42-B8F8-F3CA06713860}" dt="2024-07-08T14:58:09.097" v="288"/>
          <ac:spMkLst>
            <pc:docMk/>
            <pc:sldMk cId="2285816010" sldId="258"/>
            <ac:spMk id="29" creationId="{71FEB44E-6503-1E11-AB31-D3896CFA7C3A}"/>
          </ac:spMkLst>
        </pc:spChg>
        <pc:spChg chg="mod">
          <ac:chgData name="adilton junio" userId="66b3fade76ecdf97" providerId="LiveId" clId="{8F999EC3-B0A5-4B42-B8F8-F3CA06713860}" dt="2024-07-08T14:58:09.097" v="288"/>
          <ac:spMkLst>
            <pc:docMk/>
            <pc:sldMk cId="2285816010" sldId="258"/>
            <ac:spMk id="32" creationId="{C5EC7619-3445-6D1E-048C-AF5FCE1CB666}"/>
          </ac:spMkLst>
        </pc:spChg>
        <pc:spChg chg="mod">
          <ac:chgData name="adilton junio" userId="66b3fade76ecdf97" providerId="LiveId" clId="{8F999EC3-B0A5-4B42-B8F8-F3CA06713860}" dt="2024-07-08T14:58:09.097" v="288"/>
          <ac:spMkLst>
            <pc:docMk/>
            <pc:sldMk cId="2285816010" sldId="258"/>
            <ac:spMk id="34" creationId="{24289963-6A65-6E31-00A1-FC31A2E272DE}"/>
          </ac:spMkLst>
        </pc:spChg>
        <pc:spChg chg="mod">
          <ac:chgData name="adilton junio" userId="66b3fade76ecdf97" providerId="LiveId" clId="{8F999EC3-B0A5-4B42-B8F8-F3CA06713860}" dt="2024-07-08T14:58:09.097" v="288"/>
          <ac:spMkLst>
            <pc:docMk/>
            <pc:sldMk cId="2285816010" sldId="258"/>
            <ac:spMk id="37" creationId="{352B5409-C616-8D00-D8CA-3A55084079DA}"/>
          </ac:spMkLst>
        </pc:spChg>
        <pc:spChg chg="mod">
          <ac:chgData name="adilton junio" userId="66b3fade76ecdf97" providerId="LiveId" clId="{8F999EC3-B0A5-4B42-B8F8-F3CA06713860}" dt="2024-07-08T14:58:09.097" v="288"/>
          <ac:spMkLst>
            <pc:docMk/>
            <pc:sldMk cId="2285816010" sldId="258"/>
            <ac:spMk id="38" creationId="{6EB11787-7975-C539-02DF-460D05952084}"/>
          </ac:spMkLst>
        </pc:spChg>
        <pc:spChg chg="mod">
          <ac:chgData name="adilton junio" userId="66b3fade76ecdf97" providerId="LiveId" clId="{8F999EC3-B0A5-4B42-B8F8-F3CA06713860}" dt="2024-07-08T14:58:09.097" v="288"/>
          <ac:spMkLst>
            <pc:docMk/>
            <pc:sldMk cId="2285816010" sldId="258"/>
            <ac:spMk id="48" creationId="{9ED832E9-DFB1-AED0-0795-B56D8679C1C7}"/>
          </ac:spMkLst>
        </pc:spChg>
        <pc:spChg chg="mod">
          <ac:chgData name="adilton junio" userId="66b3fade76ecdf97" providerId="LiveId" clId="{8F999EC3-B0A5-4B42-B8F8-F3CA06713860}" dt="2024-07-08T14:58:09.097" v="288"/>
          <ac:spMkLst>
            <pc:docMk/>
            <pc:sldMk cId="2285816010" sldId="258"/>
            <ac:spMk id="52" creationId="{4A2C105D-E76C-098D-7120-277360777D0F}"/>
          </ac:spMkLst>
        </pc:spChg>
        <pc:spChg chg="mod">
          <ac:chgData name="adilton junio" userId="66b3fade76ecdf97" providerId="LiveId" clId="{8F999EC3-B0A5-4B42-B8F8-F3CA06713860}" dt="2024-07-08T14:58:09.097" v="288"/>
          <ac:spMkLst>
            <pc:docMk/>
            <pc:sldMk cId="2285816010" sldId="258"/>
            <ac:spMk id="53" creationId="{588734B2-8C08-4C45-49B9-429EFCB4DD68}"/>
          </ac:spMkLst>
        </pc:spChg>
        <pc:spChg chg="mod">
          <ac:chgData name="adilton junio" userId="66b3fade76ecdf97" providerId="LiveId" clId="{8F999EC3-B0A5-4B42-B8F8-F3CA06713860}" dt="2024-07-08T14:58:09.097" v="288"/>
          <ac:spMkLst>
            <pc:docMk/>
            <pc:sldMk cId="2285816010" sldId="258"/>
            <ac:spMk id="54" creationId="{9FF1E37C-60ED-401A-2DE7-A131CF5E69FA}"/>
          </ac:spMkLst>
        </pc:spChg>
        <pc:spChg chg="mod">
          <ac:chgData name="adilton junio" userId="66b3fade76ecdf97" providerId="LiveId" clId="{8F999EC3-B0A5-4B42-B8F8-F3CA06713860}" dt="2024-07-08T14:58:09.097" v="288"/>
          <ac:spMkLst>
            <pc:docMk/>
            <pc:sldMk cId="2285816010" sldId="258"/>
            <ac:spMk id="55" creationId="{0571C48B-A818-87EB-B606-A4EC5AE5F6C4}"/>
          </ac:spMkLst>
        </pc:spChg>
        <pc:spChg chg="mod">
          <ac:chgData name="adilton junio" userId="66b3fade76ecdf97" providerId="LiveId" clId="{8F999EC3-B0A5-4B42-B8F8-F3CA06713860}" dt="2024-07-08T14:58:09.097" v="288"/>
          <ac:spMkLst>
            <pc:docMk/>
            <pc:sldMk cId="2285816010" sldId="258"/>
            <ac:spMk id="57" creationId="{0A861E38-FB65-3DAE-9CE7-F569AC279AFD}"/>
          </ac:spMkLst>
        </pc:spChg>
        <pc:spChg chg="mod">
          <ac:chgData name="adilton junio" userId="66b3fade76ecdf97" providerId="LiveId" clId="{8F999EC3-B0A5-4B42-B8F8-F3CA06713860}" dt="2024-07-08T14:58:09.097" v="288"/>
          <ac:spMkLst>
            <pc:docMk/>
            <pc:sldMk cId="2285816010" sldId="258"/>
            <ac:spMk id="63" creationId="{802625A4-C331-3187-6121-7AA2165EA3BC}"/>
          </ac:spMkLst>
        </pc:spChg>
        <pc:grpChg chg="add del mod">
          <ac:chgData name="adilton junio" userId="66b3fade76ecdf97" providerId="LiveId" clId="{8F999EC3-B0A5-4B42-B8F8-F3CA06713860}" dt="2024-07-08T15:02:19.801" v="313" actId="478"/>
          <ac:grpSpMkLst>
            <pc:docMk/>
            <pc:sldMk cId="2285816010" sldId="258"/>
            <ac:grpSpMk id="2" creationId="{D2DFED1E-B3E0-0595-B181-A0859B9C0408}"/>
          </ac:grpSpMkLst>
        </pc:grpChg>
        <pc:grpChg chg="mod">
          <ac:chgData name="adilton junio" userId="66b3fade76ecdf97" providerId="LiveId" clId="{8F999EC3-B0A5-4B42-B8F8-F3CA06713860}" dt="2024-07-08T14:58:09.097" v="288"/>
          <ac:grpSpMkLst>
            <pc:docMk/>
            <pc:sldMk cId="2285816010" sldId="258"/>
            <ac:grpSpMk id="3" creationId="{228A2916-C27B-4D68-401F-0F0DD0785B44}"/>
          </ac:grpSpMkLst>
        </pc:grpChg>
        <pc:grpChg chg="mod">
          <ac:chgData name="adilton junio" userId="66b3fade76ecdf97" providerId="LiveId" clId="{8F999EC3-B0A5-4B42-B8F8-F3CA06713860}" dt="2024-07-08T14:58:09.097" v="288"/>
          <ac:grpSpMkLst>
            <pc:docMk/>
            <pc:sldMk cId="2285816010" sldId="258"/>
            <ac:grpSpMk id="14" creationId="{F87ADE0D-4790-8E1D-E2BC-3FA65F16630E}"/>
          </ac:grpSpMkLst>
        </pc:grpChg>
        <pc:grpChg chg="mod">
          <ac:chgData name="adilton junio" userId="66b3fade76ecdf97" providerId="LiveId" clId="{8F999EC3-B0A5-4B42-B8F8-F3CA06713860}" dt="2024-07-08T14:58:09.097" v="288"/>
          <ac:grpSpMkLst>
            <pc:docMk/>
            <pc:sldMk cId="2285816010" sldId="258"/>
            <ac:grpSpMk id="15" creationId="{E87E2C27-B4BB-6DE9-D0BA-BF8C1126C163}"/>
          </ac:grpSpMkLst>
        </pc:grpChg>
        <pc:grpChg chg="mod">
          <ac:chgData name="adilton junio" userId="66b3fade76ecdf97" providerId="LiveId" clId="{8F999EC3-B0A5-4B42-B8F8-F3CA06713860}" dt="2024-07-08T14:58:09.097" v="288"/>
          <ac:grpSpMkLst>
            <pc:docMk/>
            <pc:sldMk cId="2285816010" sldId="258"/>
            <ac:grpSpMk id="19" creationId="{A8C48AF2-3104-BFB9-50A3-A21CF4DED229}"/>
          </ac:grpSpMkLst>
        </pc:grpChg>
        <pc:grpChg chg="mod">
          <ac:chgData name="adilton junio" userId="66b3fade76ecdf97" providerId="LiveId" clId="{8F999EC3-B0A5-4B42-B8F8-F3CA06713860}" dt="2024-07-08T14:58:09.097" v="288"/>
          <ac:grpSpMkLst>
            <pc:docMk/>
            <pc:sldMk cId="2285816010" sldId="258"/>
            <ac:grpSpMk id="20" creationId="{5B8FD9E0-D992-4C68-9402-ECC6BD05D8E0}"/>
          </ac:grpSpMkLst>
        </pc:grpChg>
        <pc:grpChg chg="add del mod">
          <ac:chgData name="adilton junio" userId="66b3fade76ecdf97" providerId="LiveId" clId="{8F999EC3-B0A5-4B42-B8F8-F3CA06713860}" dt="2024-07-08T15:02:21.380" v="314" actId="478"/>
          <ac:grpSpMkLst>
            <pc:docMk/>
            <pc:sldMk cId="2285816010" sldId="258"/>
            <ac:grpSpMk id="39" creationId="{6C8FF37A-B050-5162-399B-3DBCFD1969EC}"/>
          </ac:grpSpMkLst>
        </pc:grpChg>
        <pc:grpChg chg="mod">
          <ac:chgData name="adilton junio" userId="66b3fade76ecdf97" providerId="LiveId" clId="{8F999EC3-B0A5-4B42-B8F8-F3CA06713860}" dt="2024-07-08T14:58:09.097" v="288"/>
          <ac:grpSpMkLst>
            <pc:docMk/>
            <pc:sldMk cId="2285816010" sldId="258"/>
            <ac:grpSpMk id="40" creationId="{B279EA94-4367-B7BE-CB5B-2240A906A61F}"/>
          </ac:grpSpMkLst>
        </pc:grpChg>
        <pc:grpChg chg="mod">
          <ac:chgData name="adilton junio" userId="66b3fade76ecdf97" providerId="LiveId" clId="{8F999EC3-B0A5-4B42-B8F8-F3CA06713860}" dt="2024-07-08T14:58:09.097" v="288"/>
          <ac:grpSpMkLst>
            <pc:docMk/>
            <pc:sldMk cId="2285816010" sldId="258"/>
            <ac:grpSpMk id="41" creationId="{467D2286-E75B-0316-84CF-ED06D8A614C4}"/>
          </ac:grpSpMkLst>
        </pc:grpChg>
        <pc:grpChg chg="mod">
          <ac:chgData name="adilton junio" userId="66b3fade76ecdf97" providerId="LiveId" clId="{8F999EC3-B0A5-4B42-B8F8-F3CA06713860}" dt="2024-07-08T14:58:09.097" v="288"/>
          <ac:grpSpMkLst>
            <pc:docMk/>
            <pc:sldMk cId="2285816010" sldId="258"/>
            <ac:grpSpMk id="43" creationId="{1F6ECC77-2B5C-8150-1747-B05F73D7F0A6}"/>
          </ac:grpSpMkLst>
        </pc:grpChg>
        <pc:grpChg chg="mod">
          <ac:chgData name="adilton junio" userId="66b3fade76ecdf97" providerId="LiveId" clId="{8F999EC3-B0A5-4B42-B8F8-F3CA06713860}" dt="2024-07-08T14:58:09.097" v="288"/>
          <ac:grpSpMkLst>
            <pc:docMk/>
            <pc:sldMk cId="2285816010" sldId="258"/>
            <ac:grpSpMk id="50" creationId="{C2ABD85C-B359-16B5-BB65-02F90226108A}"/>
          </ac:grpSpMkLst>
        </pc:grpChg>
        <pc:grpChg chg="mod">
          <ac:chgData name="adilton junio" userId="66b3fade76ecdf97" providerId="LiveId" clId="{8F999EC3-B0A5-4B42-B8F8-F3CA06713860}" dt="2024-07-08T14:58:09.097" v="288"/>
          <ac:grpSpMkLst>
            <pc:docMk/>
            <pc:sldMk cId="2285816010" sldId="258"/>
            <ac:grpSpMk id="51" creationId="{8D524539-077C-32AE-E195-5E887BB9AFB4}"/>
          </ac:grpSpMkLst>
        </pc:grpChg>
        <pc:grpChg chg="mod">
          <ac:chgData name="adilton junio" userId="66b3fade76ecdf97" providerId="LiveId" clId="{8F999EC3-B0A5-4B42-B8F8-F3CA06713860}" dt="2024-07-08T15:02:24.506" v="315" actId="1076"/>
          <ac:grpSpMkLst>
            <pc:docMk/>
            <pc:sldMk cId="2285816010" sldId="258"/>
            <ac:grpSpMk id="56" creationId="{69849317-4289-4816-37C0-C235B2D0A525}"/>
          </ac:grpSpMkLst>
        </pc:grpChg>
        <pc:cxnChg chg="mod">
          <ac:chgData name="adilton junio" userId="66b3fade76ecdf97" providerId="LiveId" clId="{8F999EC3-B0A5-4B42-B8F8-F3CA06713860}" dt="2024-07-08T14:58:09.097" v="288"/>
          <ac:cxnSpMkLst>
            <pc:docMk/>
            <pc:sldMk cId="2285816010" sldId="258"/>
            <ac:cxnSpMk id="22" creationId="{6001965C-854E-A778-24A3-9E3F82DE09DF}"/>
          </ac:cxnSpMkLst>
        </pc:cxnChg>
        <pc:cxnChg chg="mod">
          <ac:chgData name="adilton junio" userId="66b3fade76ecdf97" providerId="LiveId" clId="{8F999EC3-B0A5-4B42-B8F8-F3CA06713860}" dt="2024-07-08T14:58:09.097" v="288"/>
          <ac:cxnSpMkLst>
            <pc:docMk/>
            <pc:sldMk cId="2285816010" sldId="258"/>
            <ac:cxnSpMk id="30" creationId="{86A6B60F-3160-8234-F75B-8354EB3AB818}"/>
          </ac:cxnSpMkLst>
        </pc:cxnChg>
        <pc:cxnChg chg="mod">
          <ac:chgData name="adilton junio" userId="66b3fade76ecdf97" providerId="LiveId" clId="{8F999EC3-B0A5-4B42-B8F8-F3CA06713860}" dt="2024-07-08T14:58:09.097" v="288"/>
          <ac:cxnSpMkLst>
            <pc:docMk/>
            <pc:sldMk cId="2285816010" sldId="258"/>
            <ac:cxnSpMk id="33" creationId="{4ED62A86-EF87-A8C0-C0F4-C8B412A79880}"/>
          </ac:cxnSpMkLst>
        </pc:cxnChg>
        <pc:cxnChg chg="mod">
          <ac:chgData name="adilton junio" userId="66b3fade76ecdf97" providerId="LiveId" clId="{8F999EC3-B0A5-4B42-B8F8-F3CA06713860}" dt="2024-07-08T14:58:09.097" v="288"/>
          <ac:cxnSpMkLst>
            <pc:docMk/>
            <pc:sldMk cId="2285816010" sldId="258"/>
            <ac:cxnSpMk id="35" creationId="{919F3AA2-9280-8B59-95FC-D2F6D27B57EC}"/>
          </ac:cxnSpMkLst>
        </pc:cxnChg>
        <pc:cxnChg chg="mod">
          <ac:chgData name="adilton junio" userId="66b3fade76ecdf97" providerId="LiveId" clId="{8F999EC3-B0A5-4B42-B8F8-F3CA06713860}" dt="2024-07-08T14:58:09.097" v="288"/>
          <ac:cxnSpMkLst>
            <pc:docMk/>
            <pc:sldMk cId="2285816010" sldId="258"/>
            <ac:cxnSpMk id="42" creationId="{3C242972-2C8A-B933-45F2-9374CC795667}"/>
          </ac:cxnSpMkLst>
        </pc:cxnChg>
        <pc:cxnChg chg="mod">
          <ac:chgData name="adilton junio" userId="66b3fade76ecdf97" providerId="LiveId" clId="{8F999EC3-B0A5-4B42-B8F8-F3CA06713860}" dt="2024-07-08T14:58:09.097" v="288"/>
          <ac:cxnSpMkLst>
            <pc:docMk/>
            <pc:sldMk cId="2285816010" sldId="258"/>
            <ac:cxnSpMk id="44" creationId="{0989023D-A321-FF52-7F80-5DBDF57ABD9B}"/>
          </ac:cxnSpMkLst>
        </pc:cxnChg>
      </pc:sldChg>
      <pc:sldChg chg="addSp delSp modSp mod">
        <pc:chgData name="adilton junio" userId="66b3fade76ecdf97" providerId="LiveId" clId="{8F999EC3-B0A5-4B42-B8F8-F3CA06713860}" dt="2024-07-10T22:32:10.405" v="1273" actId="552"/>
        <pc:sldMkLst>
          <pc:docMk/>
          <pc:sldMk cId="2979574403" sldId="259"/>
        </pc:sldMkLst>
        <pc:spChg chg="mod">
          <ac:chgData name="adilton junio" userId="66b3fade76ecdf97" providerId="LiveId" clId="{8F999EC3-B0A5-4B42-B8F8-F3CA06713860}" dt="2024-07-10T20:38:59.381" v="1219" actId="1035"/>
          <ac:spMkLst>
            <pc:docMk/>
            <pc:sldMk cId="2979574403" sldId="259"/>
            <ac:spMk id="2" creationId="{5190BEF2-9F43-A48F-4ECB-F20D4FF0E227}"/>
          </ac:spMkLst>
        </pc:spChg>
        <pc:spChg chg="add mod">
          <ac:chgData name="adilton junio" userId="66b3fade76ecdf97" providerId="LiveId" clId="{8F999EC3-B0A5-4B42-B8F8-F3CA06713860}" dt="2024-07-10T17:30:29.863" v="343" actId="164"/>
          <ac:spMkLst>
            <pc:docMk/>
            <pc:sldMk cId="2979574403" sldId="259"/>
            <ac:spMk id="4" creationId="{A1E5A8DF-8F0A-52E4-A0D6-644C390773C9}"/>
          </ac:spMkLst>
        </pc:spChg>
        <pc:spChg chg="mod">
          <ac:chgData name="adilton junio" userId="66b3fade76ecdf97" providerId="LiveId" clId="{8F999EC3-B0A5-4B42-B8F8-F3CA06713860}" dt="2024-07-10T22:32:10.405" v="1273" actId="552"/>
          <ac:spMkLst>
            <pc:docMk/>
            <pc:sldMk cId="2979574403" sldId="259"/>
            <ac:spMk id="7" creationId="{14CC4BDD-6C75-2284-8648-D592C4CDAEEC}"/>
          </ac:spMkLst>
        </pc:spChg>
        <pc:spChg chg="mod">
          <ac:chgData name="adilton junio" userId="66b3fade76ecdf97" providerId="LiveId" clId="{8F999EC3-B0A5-4B42-B8F8-F3CA06713860}" dt="2024-07-10T17:31:04.749" v="346"/>
          <ac:spMkLst>
            <pc:docMk/>
            <pc:sldMk cId="2979574403" sldId="259"/>
            <ac:spMk id="9" creationId="{A679875D-5D27-2A59-5793-6914629D6391}"/>
          </ac:spMkLst>
        </pc:spChg>
        <pc:spChg chg="add mod">
          <ac:chgData name="adilton junio" userId="66b3fade76ecdf97" providerId="LiveId" clId="{8F999EC3-B0A5-4B42-B8F8-F3CA06713860}" dt="2024-07-10T22:32:10.405" v="1273" actId="552"/>
          <ac:spMkLst>
            <pc:docMk/>
            <pc:sldMk cId="2979574403" sldId="259"/>
            <ac:spMk id="10" creationId="{3D3B8585-D048-75B3-144F-236CE4DCDCA8}"/>
          </ac:spMkLst>
        </pc:spChg>
        <pc:spChg chg="add mod">
          <ac:chgData name="adilton junio" userId="66b3fade76ecdf97" providerId="LiveId" clId="{8F999EC3-B0A5-4B42-B8F8-F3CA06713860}" dt="2024-07-10T22:28:50.372" v="1261" actId="1038"/>
          <ac:spMkLst>
            <pc:docMk/>
            <pc:sldMk cId="2979574403" sldId="259"/>
            <ac:spMk id="11" creationId="{988529C0-01AB-5F85-E81B-03EB4793417C}"/>
          </ac:spMkLst>
        </pc:spChg>
        <pc:spChg chg="mod">
          <ac:chgData name="adilton junio" userId="66b3fade76ecdf97" providerId="LiveId" clId="{8F999EC3-B0A5-4B42-B8F8-F3CA06713860}" dt="2024-07-10T20:38:59.381" v="1219" actId="1035"/>
          <ac:spMkLst>
            <pc:docMk/>
            <pc:sldMk cId="2979574403" sldId="259"/>
            <ac:spMk id="12" creationId="{1594B770-A144-D6AC-7C25-7D2EE4157880}"/>
          </ac:spMkLst>
        </pc:spChg>
        <pc:spChg chg="add mod">
          <ac:chgData name="adilton junio" userId="66b3fade76ecdf97" providerId="LiveId" clId="{8F999EC3-B0A5-4B42-B8F8-F3CA06713860}" dt="2024-07-10T22:28:50.372" v="1261" actId="1038"/>
          <ac:spMkLst>
            <pc:docMk/>
            <pc:sldMk cId="2979574403" sldId="259"/>
            <ac:spMk id="13" creationId="{BB979BA9-FEB0-5989-29EE-7570B8E9C8A2}"/>
          </ac:spMkLst>
        </pc:spChg>
        <pc:spChg chg="mod">
          <ac:chgData name="adilton junio" userId="66b3fade76ecdf97" providerId="LiveId" clId="{8F999EC3-B0A5-4B42-B8F8-F3CA06713860}" dt="2024-07-10T20:38:59.381" v="1219" actId="1035"/>
          <ac:spMkLst>
            <pc:docMk/>
            <pc:sldMk cId="2979574403" sldId="259"/>
            <ac:spMk id="15" creationId="{7BB162BB-71C3-D658-8F8F-32EEFFFA0E13}"/>
          </ac:spMkLst>
        </pc:spChg>
        <pc:spChg chg="mod">
          <ac:chgData name="adilton junio" userId="66b3fade76ecdf97" providerId="LiveId" clId="{8F999EC3-B0A5-4B42-B8F8-F3CA06713860}" dt="2024-07-10T20:38:34.612" v="1065"/>
          <ac:spMkLst>
            <pc:docMk/>
            <pc:sldMk cId="2979574403" sldId="259"/>
            <ac:spMk id="17" creationId="{9A01F1AC-3377-7F99-9348-BB3208660176}"/>
          </ac:spMkLst>
        </pc:spChg>
        <pc:spChg chg="mod">
          <ac:chgData name="adilton junio" userId="66b3fade76ecdf97" providerId="LiveId" clId="{8F999EC3-B0A5-4B42-B8F8-F3CA06713860}" dt="2024-07-10T20:38:34.612" v="1065"/>
          <ac:spMkLst>
            <pc:docMk/>
            <pc:sldMk cId="2979574403" sldId="259"/>
            <ac:spMk id="18" creationId="{B56A10AC-8B84-40E7-382E-0B35B11BA5DD}"/>
          </ac:spMkLst>
        </pc:spChg>
        <pc:spChg chg="mod">
          <ac:chgData name="adilton junio" userId="66b3fade76ecdf97" providerId="LiveId" clId="{8F999EC3-B0A5-4B42-B8F8-F3CA06713860}" dt="2024-07-10T20:38:34.612" v="1065"/>
          <ac:spMkLst>
            <pc:docMk/>
            <pc:sldMk cId="2979574403" sldId="259"/>
            <ac:spMk id="21" creationId="{B99588F9-5C23-1759-1F94-51129235B131}"/>
          </ac:spMkLst>
        </pc:spChg>
        <pc:spChg chg="mod">
          <ac:chgData name="adilton junio" userId="66b3fade76ecdf97" providerId="LiveId" clId="{8F999EC3-B0A5-4B42-B8F8-F3CA06713860}" dt="2024-07-10T22:31:38.761" v="1270" actId="207"/>
          <ac:spMkLst>
            <pc:docMk/>
            <pc:sldMk cId="2979574403" sldId="259"/>
            <ac:spMk id="22" creationId="{7879C28B-5AB4-B7B8-7951-0E47457D3031}"/>
          </ac:spMkLst>
        </pc:spChg>
        <pc:spChg chg="mod">
          <ac:chgData name="adilton junio" userId="66b3fade76ecdf97" providerId="LiveId" clId="{8F999EC3-B0A5-4B42-B8F8-F3CA06713860}" dt="2024-07-10T17:45:38.722" v="495" actId="403"/>
          <ac:spMkLst>
            <pc:docMk/>
            <pc:sldMk cId="2979574403" sldId="259"/>
            <ac:spMk id="26" creationId="{BFD6B590-B523-9A0C-7A82-8B1469D11C18}"/>
          </ac:spMkLst>
        </pc:spChg>
        <pc:spChg chg="mod">
          <ac:chgData name="adilton junio" userId="66b3fade76ecdf97" providerId="LiveId" clId="{8F999EC3-B0A5-4B42-B8F8-F3CA06713860}" dt="2024-07-10T17:45:38.722" v="495" actId="403"/>
          <ac:spMkLst>
            <pc:docMk/>
            <pc:sldMk cId="2979574403" sldId="259"/>
            <ac:spMk id="27" creationId="{15F53F5C-0D1C-2A33-6416-D1C7857487A1}"/>
          </ac:spMkLst>
        </pc:spChg>
        <pc:spChg chg="add mod">
          <ac:chgData name="adilton junio" userId="66b3fade76ecdf97" providerId="LiveId" clId="{8F999EC3-B0A5-4B42-B8F8-F3CA06713860}" dt="2024-07-10T22:28:50.372" v="1261" actId="1038"/>
          <ac:spMkLst>
            <pc:docMk/>
            <pc:sldMk cId="2979574403" sldId="259"/>
            <ac:spMk id="28" creationId="{C209304D-7F86-B587-81D8-5A40729CA646}"/>
          </ac:spMkLst>
        </pc:spChg>
        <pc:spChg chg="add mod">
          <ac:chgData name="adilton junio" userId="66b3fade76ecdf97" providerId="LiveId" clId="{8F999EC3-B0A5-4B42-B8F8-F3CA06713860}" dt="2024-07-10T22:32:10.405" v="1273" actId="552"/>
          <ac:spMkLst>
            <pc:docMk/>
            <pc:sldMk cId="2979574403" sldId="259"/>
            <ac:spMk id="29" creationId="{097B41D4-08B0-3E6A-BE28-F52E3771FAFC}"/>
          </ac:spMkLst>
        </pc:spChg>
        <pc:spChg chg="mod">
          <ac:chgData name="adilton junio" userId="66b3fade76ecdf97" providerId="LiveId" clId="{8F999EC3-B0A5-4B42-B8F8-F3CA06713860}" dt="2024-07-10T22:28:50.372" v="1261" actId="1038"/>
          <ac:spMkLst>
            <pc:docMk/>
            <pc:sldMk cId="2979574403" sldId="259"/>
            <ac:spMk id="30" creationId="{CDD99590-823C-B810-F958-3630CE025979}"/>
          </ac:spMkLst>
        </pc:spChg>
        <pc:spChg chg="mod">
          <ac:chgData name="adilton junio" userId="66b3fade76ecdf97" providerId="LiveId" clId="{8F999EC3-B0A5-4B42-B8F8-F3CA06713860}" dt="2024-07-10T22:28:50.372" v="1261" actId="1038"/>
          <ac:spMkLst>
            <pc:docMk/>
            <pc:sldMk cId="2979574403" sldId="259"/>
            <ac:spMk id="31" creationId="{E3935C5C-0366-B342-D6C2-E26ED0954C31}"/>
          </ac:spMkLst>
        </pc:spChg>
        <pc:spChg chg="mod">
          <ac:chgData name="adilton junio" userId="66b3fade76ecdf97" providerId="LiveId" clId="{8F999EC3-B0A5-4B42-B8F8-F3CA06713860}" dt="2024-07-10T22:28:50.372" v="1261" actId="1038"/>
          <ac:spMkLst>
            <pc:docMk/>
            <pc:sldMk cId="2979574403" sldId="259"/>
            <ac:spMk id="33" creationId="{9A55EBFD-4AF1-A1EC-9D2D-BA4434BACEF7}"/>
          </ac:spMkLst>
        </pc:spChg>
        <pc:spChg chg="add mod">
          <ac:chgData name="adilton junio" userId="66b3fade76ecdf97" providerId="LiveId" clId="{8F999EC3-B0A5-4B42-B8F8-F3CA06713860}" dt="2024-07-10T22:28:50.372" v="1261" actId="1038"/>
          <ac:spMkLst>
            <pc:docMk/>
            <pc:sldMk cId="2979574403" sldId="259"/>
            <ac:spMk id="35" creationId="{A7385D67-99F8-E410-B92A-D1AD08815314}"/>
          </ac:spMkLst>
        </pc:spChg>
        <pc:spChg chg="mod ord">
          <ac:chgData name="adilton junio" userId="66b3fade76ecdf97" providerId="LiveId" clId="{8F999EC3-B0A5-4B42-B8F8-F3CA06713860}" dt="2024-07-10T22:28:50.372" v="1261" actId="1038"/>
          <ac:spMkLst>
            <pc:docMk/>
            <pc:sldMk cId="2979574403" sldId="259"/>
            <ac:spMk id="37" creationId="{3ADE8B1B-30F8-0E8B-5B01-E0861254B642}"/>
          </ac:spMkLst>
        </pc:spChg>
        <pc:spChg chg="mod">
          <ac:chgData name="adilton junio" userId="66b3fade76ecdf97" providerId="LiveId" clId="{8F999EC3-B0A5-4B42-B8F8-F3CA06713860}" dt="2024-07-10T22:28:50.372" v="1261" actId="1038"/>
          <ac:spMkLst>
            <pc:docMk/>
            <pc:sldMk cId="2979574403" sldId="259"/>
            <ac:spMk id="38" creationId="{BE2E1706-344C-279C-9A1A-98F50C95C3FE}"/>
          </ac:spMkLst>
        </pc:spChg>
        <pc:spChg chg="mod">
          <ac:chgData name="adilton junio" userId="66b3fade76ecdf97" providerId="LiveId" clId="{8F999EC3-B0A5-4B42-B8F8-F3CA06713860}" dt="2024-07-10T20:38:59.381" v="1219" actId="1035"/>
          <ac:spMkLst>
            <pc:docMk/>
            <pc:sldMk cId="2979574403" sldId="259"/>
            <ac:spMk id="39" creationId="{DDC0B1C0-326B-5A6A-6367-C5197EAFD90A}"/>
          </ac:spMkLst>
        </pc:spChg>
        <pc:spChg chg="mod">
          <ac:chgData name="adilton junio" userId="66b3fade76ecdf97" providerId="LiveId" clId="{8F999EC3-B0A5-4B42-B8F8-F3CA06713860}" dt="2024-07-10T20:38:34.612" v="1065"/>
          <ac:spMkLst>
            <pc:docMk/>
            <pc:sldMk cId="2979574403" sldId="259"/>
            <ac:spMk id="40" creationId="{485A8FD1-5935-B4D2-326C-558EFBF2AD51}"/>
          </ac:spMkLst>
        </pc:spChg>
        <pc:spChg chg="mod">
          <ac:chgData name="adilton junio" userId="66b3fade76ecdf97" providerId="LiveId" clId="{8F999EC3-B0A5-4B42-B8F8-F3CA06713860}" dt="2024-07-10T20:38:34.612" v="1065"/>
          <ac:spMkLst>
            <pc:docMk/>
            <pc:sldMk cId="2979574403" sldId="259"/>
            <ac:spMk id="41" creationId="{AC4F3398-6866-33E3-7E11-629033EBC8C4}"/>
          </ac:spMkLst>
        </pc:spChg>
        <pc:spChg chg="add mod">
          <ac:chgData name="adilton junio" userId="66b3fade76ecdf97" providerId="LiveId" clId="{8F999EC3-B0A5-4B42-B8F8-F3CA06713860}" dt="2024-07-10T22:32:10.405" v="1273" actId="552"/>
          <ac:spMkLst>
            <pc:docMk/>
            <pc:sldMk cId="2979574403" sldId="259"/>
            <ac:spMk id="43" creationId="{9C9D5CB5-F4D4-DFCC-F214-161405EEFD7E}"/>
          </ac:spMkLst>
        </pc:spChg>
        <pc:spChg chg="mod">
          <ac:chgData name="adilton junio" userId="66b3fade76ecdf97" providerId="LiveId" clId="{8F999EC3-B0A5-4B42-B8F8-F3CA06713860}" dt="2024-07-10T22:28:50.372" v="1261" actId="1038"/>
          <ac:spMkLst>
            <pc:docMk/>
            <pc:sldMk cId="2979574403" sldId="259"/>
            <ac:spMk id="49" creationId="{25273311-F996-ABEC-B724-ACD4416B9BD8}"/>
          </ac:spMkLst>
        </pc:spChg>
        <pc:spChg chg="mod">
          <ac:chgData name="adilton junio" userId="66b3fade76ecdf97" providerId="LiveId" clId="{8F999EC3-B0A5-4B42-B8F8-F3CA06713860}" dt="2024-07-10T22:28:50.372" v="1261" actId="1038"/>
          <ac:spMkLst>
            <pc:docMk/>
            <pc:sldMk cId="2979574403" sldId="259"/>
            <ac:spMk id="51" creationId="{5F3DA4D8-0493-C4D1-54AC-18B0331399D6}"/>
          </ac:spMkLst>
        </pc:spChg>
        <pc:spChg chg="mod">
          <ac:chgData name="adilton junio" userId="66b3fade76ecdf97" providerId="LiveId" clId="{8F999EC3-B0A5-4B42-B8F8-F3CA06713860}" dt="2024-07-10T20:38:59.381" v="1219" actId="1035"/>
          <ac:spMkLst>
            <pc:docMk/>
            <pc:sldMk cId="2979574403" sldId="259"/>
            <ac:spMk id="52" creationId="{CB6A626C-42BE-26BE-2F44-A7F8680C24BF}"/>
          </ac:spMkLst>
        </pc:spChg>
        <pc:spChg chg="mod">
          <ac:chgData name="adilton junio" userId="66b3fade76ecdf97" providerId="LiveId" clId="{8F999EC3-B0A5-4B42-B8F8-F3CA06713860}" dt="2024-07-10T22:28:50.372" v="1261" actId="1038"/>
          <ac:spMkLst>
            <pc:docMk/>
            <pc:sldMk cId="2979574403" sldId="259"/>
            <ac:spMk id="53" creationId="{6FF6E52F-6DBB-57EB-C602-8C10273426FF}"/>
          </ac:spMkLst>
        </pc:spChg>
        <pc:spChg chg="mod">
          <ac:chgData name="adilton junio" userId="66b3fade76ecdf97" providerId="LiveId" clId="{8F999EC3-B0A5-4B42-B8F8-F3CA06713860}" dt="2024-07-10T20:38:59.381" v="1219" actId="1035"/>
          <ac:spMkLst>
            <pc:docMk/>
            <pc:sldMk cId="2979574403" sldId="259"/>
            <ac:spMk id="54" creationId="{A4F3CD97-3E4C-E20C-001F-392E19689A2D}"/>
          </ac:spMkLst>
        </pc:spChg>
        <pc:spChg chg="mod">
          <ac:chgData name="adilton junio" userId="66b3fade76ecdf97" providerId="LiveId" clId="{8F999EC3-B0A5-4B42-B8F8-F3CA06713860}" dt="2024-07-10T20:38:59.381" v="1219" actId="1035"/>
          <ac:spMkLst>
            <pc:docMk/>
            <pc:sldMk cId="2979574403" sldId="259"/>
            <ac:spMk id="64" creationId="{D56D16F1-26E3-62A7-45A8-3236147FBBC2}"/>
          </ac:spMkLst>
        </pc:spChg>
        <pc:spChg chg="mod ord">
          <ac:chgData name="adilton junio" userId="66b3fade76ecdf97" providerId="LiveId" clId="{8F999EC3-B0A5-4B42-B8F8-F3CA06713860}" dt="2024-07-10T20:38:59.381" v="1219" actId="1035"/>
          <ac:spMkLst>
            <pc:docMk/>
            <pc:sldMk cId="2979574403" sldId="259"/>
            <ac:spMk id="65" creationId="{0B1B13EB-D6C0-D3E4-9EEB-9763F150DFB0}"/>
          </ac:spMkLst>
        </pc:spChg>
        <pc:spChg chg="mod">
          <ac:chgData name="adilton junio" userId="66b3fade76ecdf97" providerId="LiveId" clId="{8F999EC3-B0A5-4B42-B8F8-F3CA06713860}" dt="2024-07-10T20:38:59.381" v="1219" actId="1035"/>
          <ac:spMkLst>
            <pc:docMk/>
            <pc:sldMk cId="2979574403" sldId="259"/>
            <ac:spMk id="67" creationId="{01F4955E-C308-40AA-0F13-F830DDAF8B8E}"/>
          </ac:spMkLst>
        </pc:spChg>
        <pc:spChg chg="mod">
          <ac:chgData name="adilton junio" userId="66b3fade76ecdf97" providerId="LiveId" clId="{8F999EC3-B0A5-4B42-B8F8-F3CA06713860}" dt="2024-07-10T22:31:34.041" v="1268" actId="207"/>
          <ac:spMkLst>
            <pc:docMk/>
            <pc:sldMk cId="2979574403" sldId="259"/>
            <ac:spMk id="81" creationId="{F61CB60A-CA70-A05D-4527-CDAF8DD857B1}"/>
          </ac:spMkLst>
        </pc:spChg>
        <pc:spChg chg="mod">
          <ac:chgData name="adilton junio" userId="66b3fade76ecdf97" providerId="LiveId" clId="{8F999EC3-B0A5-4B42-B8F8-F3CA06713860}" dt="2024-07-10T22:32:10.405" v="1273" actId="552"/>
          <ac:spMkLst>
            <pc:docMk/>
            <pc:sldMk cId="2979574403" sldId="259"/>
            <ac:spMk id="83" creationId="{31DD61BD-1C0D-CCF6-BF57-75F632416BE1}"/>
          </ac:spMkLst>
        </pc:spChg>
        <pc:spChg chg="mod">
          <ac:chgData name="adilton junio" userId="66b3fade76ecdf97" providerId="LiveId" clId="{8F999EC3-B0A5-4B42-B8F8-F3CA06713860}" dt="2024-07-10T22:32:10.405" v="1273" actId="552"/>
          <ac:spMkLst>
            <pc:docMk/>
            <pc:sldMk cId="2979574403" sldId="259"/>
            <ac:spMk id="84" creationId="{A07E6704-4334-705D-9954-39A0755B4789}"/>
          </ac:spMkLst>
        </pc:spChg>
        <pc:spChg chg="mod">
          <ac:chgData name="adilton junio" userId="66b3fade76ecdf97" providerId="LiveId" clId="{8F999EC3-B0A5-4B42-B8F8-F3CA06713860}" dt="2024-07-10T22:32:10.405" v="1273" actId="552"/>
          <ac:spMkLst>
            <pc:docMk/>
            <pc:sldMk cId="2979574403" sldId="259"/>
            <ac:spMk id="85" creationId="{30E39637-F7B9-4C5F-A4C3-8F739FD145C4}"/>
          </ac:spMkLst>
        </pc:spChg>
        <pc:spChg chg="mod">
          <ac:chgData name="adilton junio" userId="66b3fade76ecdf97" providerId="LiveId" clId="{8F999EC3-B0A5-4B42-B8F8-F3CA06713860}" dt="2024-07-10T22:31:36.508" v="1269" actId="207"/>
          <ac:spMkLst>
            <pc:docMk/>
            <pc:sldMk cId="2979574403" sldId="259"/>
            <ac:spMk id="105" creationId="{64EE7E2C-B564-2F22-26FE-1B775CA9BE8F}"/>
          </ac:spMkLst>
        </pc:spChg>
        <pc:spChg chg="del">
          <ac:chgData name="adilton junio" userId="66b3fade76ecdf97" providerId="LiveId" clId="{8F999EC3-B0A5-4B42-B8F8-F3CA06713860}" dt="2024-07-10T16:59:00.595" v="317" actId="478"/>
          <ac:spMkLst>
            <pc:docMk/>
            <pc:sldMk cId="2979574403" sldId="259"/>
            <ac:spMk id="106" creationId="{CA356078-1C43-A1EA-2F84-F8415EB8CBB4}"/>
          </ac:spMkLst>
        </pc:spChg>
        <pc:spChg chg="mod">
          <ac:chgData name="adilton junio" userId="66b3fade76ecdf97" providerId="LiveId" clId="{8F999EC3-B0A5-4B42-B8F8-F3CA06713860}" dt="2024-07-10T22:32:10.405" v="1273" actId="552"/>
          <ac:spMkLst>
            <pc:docMk/>
            <pc:sldMk cId="2979574403" sldId="259"/>
            <ac:spMk id="113" creationId="{4E8AD4E2-5829-1B8F-6CC1-CC7216CD4A95}"/>
          </ac:spMkLst>
        </pc:spChg>
        <pc:grpChg chg="add mod">
          <ac:chgData name="adilton junio" userId="66b3fade76ecdf97" providerId="LiveId" clId="{8F999EC3-B0A5-4B42-B8F8-F3CA06713860}" dt="2024-07-10T22:28:50.372" v="1261" actId="1038"/>
          <ac:grpSpMkLst>
            <pc:docMk/>
            <pc:sldMk cId="2979574403" sldId="259"/>
            <ac:grpSpMk id="5" creationId="{AF8EEC95-46BB-D9CF-61A5-E785CD6616DB}"/>
          </ac:grpSpMkLst>
        </pc:grpChg>
        <pc:grpChg chg="add mod">
          <ac:chgData name="adilton junio" userId="66b3fade76ecdf97" providerId="LiveId" clId="{8F999EC3-B0A5-4B42-B8F8-F3CA06713860}" dt="2024-07-10T20:38:59.381" v="1219" actId="1035"/>
          <ac:grpSpMkLst>
            <pc:docMk/>
            <pc:sldMk cId="2979574403" sldId="259"/>
            <ac:grpSpMk id="6" creationId="{E2649B41-B2C6-F8E1-9E38-5BC8EEFEC3C4}"/>
          </ac:grpSpMkLst>
        </pc:grpChg>
        <pc:grpChg chg="add mod">
          <ac:chgData name="adilton junio" userId="66b3fade76ecdf97" providerId="LiveId" clId="{8F999EC3-B0A5-4B42-B8F8-F3CA06713860}" dt="2024-07-10T22:28:50.372" v="1261" actId="1038"/>
          <ac:grpSpMkLst>
            <pc:docMk/>
            <pc:sldMk cId="2979574403" sldId="259"/>
            <ac:grpSpMk id="16" creationId="{E5E6C03E-2124-E0CD-AA53-D50EA2DDD7C9}"/>
          </ac:grpSpMkLst>
        </pc:grpChg>
        <pc:grpChg chg="add mod">
          <ac:chgData name="adilton junio" userId="66b3fade76ecdf97" providerId="LiveId" clId="{8F999EC3-B0A5-4B42-B8F8-F3CA06713860}" dt="2024-07-10T22:28:50.372" v="1261" actId="1038"/>
          <ac:grpSpMkLst>
            <pc:docMk/>
            <pc:sldMk cId="2979574403" sldId="259"/>
            <ac:grpSpMk id="20" creationId="{0AC21F4A-34EF-03E3-DE07-DC1720EAEEE8}"/>
          </ac:grpSpMkLst>
        </pc:grpChg>
        <pc:grpChg chg="mod">
          <ac:chgData name="adilton junio" userId="66b3fade76ecdf97" providerId="LiveId" clId="{8F999EC3-B0A5-4B42-B8F8-F3CA06713860}" dt="2024-07-10T20:38:59.381" v="1219" actId="1035"/>
          <ac:grpSpMkLst>
            <pc:docMk/>
            <pc:sldMk cId="2979574403" sldId="259"/>
            <ac:grpSpMk id="25" creationId="{395C7895-CD4E-B32B-4200-D5C2AEF760DC}"/>
          </ac:grpSpMkLst>
        </pc:grpChg>
        <pc:grpChg chg="add mod">
          <ac:chgData name="adilton junio" userId="66b3fade76ecdf97" providerId="LiveId" clId="{8F999EC3-B0A5-4B42-B8F8-F3CA06713860}" dt="2024-07-10T22:28:50.372" v="1261" actId="1038"/>
          <ac:grpSpMkLst>
            <pc:docMk/>
            <pc:sldMk cId="2979574403" sldId="259"/>
            <ac:grpSpMk id="36" creationId="{C4DCC35E-07CE-CC3C-C08B-5E7A0CC03A97}"/>
          </ac:grpSpMkLst>
        </pc:grpChg>
        <pc:grpChg chg="mod">
          <ac:chgData name="adilton junio" userId="66b3fade76ecdf97" providerId="LiveId" clId="{8F999EC3-B0A5-4B42-B8F8-F3CA06713860}" dt="2024-07-10T22:28:50.372" v="1261" actId="1038"/>
          <ac:grpSpMkLst>
            <pc:docMk/>
            <pc:sldMk cId="2979574403" sldId="259"/>
            <ac:grpSpMk id="56" creationId="{AD938466-4A1A-0E06-007F-D7BAC5505652}"/>
          </ac:grpSpMkLst>
        </pc:grpChg>
        <pc:grpChg chg="mod">
          <ac:chgData name="adilton junio" userId="66b3fade76ecdf97" providerId="LiveId" clId="{8F999EC3-B0A5-4B42-B8F8-F3CA06713860}" dt="2024-07-10T20:38:59.381" v="1219" actId="1035"/>
          <ac:grpSpMkLst>
            <pc:docMk/>
            <pc:sldMk cId="2979574403" sldId="259"/>
            <ac:grpSpMk id="78" creationId="{531F0A3C-3070-EFF3-D1E2-12B9C75B2749}"/>
          </ac:grpSpMkLst>
        </pc:grpChg>
        <pc:grpChg chg="mod">
          <ac:chgData name="adilton junio" userId="66b3fade76ecdf97" providerId="LiveId" clId="{8F999EC3-B0A5-4B42-B8F8-F3CA06713860}" dt="2024-07-10T22:28:50.372" v="1261" actId="1038"/>
          <ac:grpSpMkLst>
            <pc:docMk/>
            <pc:sldMk cId="2979574403" sldId="259"/>
            <ac:grpSpMk id="91" creationId="{6A25F992-7E39-CDF2-66E0-734F3CA11411}"/>
          </ac:grpSpMkLst>
        </pc:grpChg>
        <pc:grpChg chg="mod">
          <ac:chgData name="adilton junio" userId="66b3fade76ecdf97" providerId="LiveId" clId="{8F999EC3-B0A5-4B42-B8F8-F3CA06713860}" dt="2024-07-10T22:28:50.372" v="1261" actId="1038"/>
          <ac:grpSpMkLst>
            <pc:docMk/>
            <pc:sldMk cId="2979574403" sldId="259"/>
            <ac:grpSpMk id="98" creationId="{62A2726E-E952-5328-51BB-0319DE66EC1F}"/>
          </ac:grpSpMkLst>
        </pc:grpChg>
        <pc:grpChg chg="mod">
          <ac:chgData name="adilton junio" userId="66b3fade76ecdf97" providerId="LiveId" clId="{8F999EC3-B0A5-4B42-B8F8-F3CA06713860}" dt="2024-07-10T22:28:50.372" v="1261" actId="1038"/>
          <ac:grpSpMkLst>
            <pc:docMk/>
            <pc:sldMk cId="2979574403" sldId="259"/>
            <ac:grpSpMk id="103" creationId="{8A293701-90E2-B12E-07D1-048244821135}"/>
          </ac:grpSpMkLst>
        </pc:grpChg>
        <pc:grpChg chg="mod">
          <ac:chgData name="adilton junio" userId="66b3fade76ecdf97" providerId="LiveId" clId="{8F999EC3-B0A5-4B42-B8F8-F3CA06713860}" dt="2024-07-10T22:32:10.405" v="1273" actId="552"/>
          <ac:grpSpMkLst>
            <pc:docMk/>
            <pc:sldMk cId="2979574403" sldId="259"/>
            <ac:grpSpMk id="110" creationId="{8497BA6C-89E3-8DC0-A90B-A4EF4DDAEBC8}"/>
          </ac:grpSpMkLst>
        </pc:grpChg>
        <pc:cxnChg chg="add mod">
          <ac:chgData name="adilton junio" userId="66b3fade76ecdf97" providerId="LiveId" clId="{8F999EC3-B0A5-4B42-B8F8-F3CA06713860}" dt="2024-07-10T17:30:29.863" v="343" actId="164"/>
          <ac:cxnSpMkLst>
            <pc:docMk/>
            <pc:sldMk cId="2979574403" sldId="259"/>
            <ac:cxnSpMk id="3" creationId="{3425C7B8-265C-A032-8D35-66888D65A992}"/>
          </ac:cxnSpMkLst>
        </pc:cxnChg>
        <pc:cxnChg chg="mod">
          <ac:chgData name="adilton junio" userId="66b3fade76ecdf97" providerId="LiveId" clId="{8F999EC3-B0A5-4B42-B8F8-F3CA06713860}" dt="2024-07-10T17:31:04.749" v="346"/>
          <ac:cxnSpMkLst>
            <pc:docMk/>
            <pc:sldMk cId="2979574403" sldId="259"/>
            <ac:cxnSpMk id="8" creationId="{51FAA3D2-58AE-AEC5-83D2-6E0BB684F83A}"/>
          </ac:cxnSpMkLst>
        </pc:cxnChg>
        <pc:cxnChg chg="add mod">
          <ac:chgData name="adilton junio" userId="66b3fade76ecdf97" providerId="LiveId" clId="{8F999EC3-B0A5-4B42-B8F8-F3CA06713860}" dt="2024-07-10T22:28:50.372" v="1261" actId="1038"/>
          <ac:cxnSpMkLst>
            <pc:docMk/>
            <pc:sldMk cId="2979574403" sldId="259"/>
            <ac:cxnSpMk id="14" creationId="{E33ED6A1-20C7-12DF-0C9E-5748FABF3291}"/>
          </ac:cxnSpMkLst>
        </pc:cxnChg>
        <pc:cxnChg chg="add mod">
          <ac:chgData name="adilton junio" userId="66b3fade76ecdf97" providerId="LiveId" clId="{8F999EC3-B0A5-4B42-B8F8-F3CA06713860}" dt="2024-07-10T22:31:29.522" v="1267" actId="208"/>
          <ac:cxnSpMkLst>
            <pc:docMk/>
            <pc:sldMk cId="2979574403" sldId="259"/>
            <ac:cxnSpMk id="19" creationId="{36FE562B-A8F5-8BD4-81D2-3C735ECCD6BD}"/>
          </ac:cxnSpMkLst>
        </pc:cxnChg>
        <pc:cxnChg chg="add mod">
          <ac:chgData name="adilton junio" userId="66b3fade76ecdf97" providerId="LiveId" clId="{8F999EC3-B0A5-4B42-B8F8-F3CA06713860}" dt="2024-07-10T22:28:50.372" v="1261" actId="1038"/>
          <ac:cxnSpMkLst>
            <pc:docMk/>
            <pc:sldMk cId="2979574403" sldId="259"/>
            <ac:cxnSpMk id="23" creationId="{6AE70589-9FC9-9BB3-86D0-3DB3D9FDDA42}"/>
          </ac:cxnSpMkLst>
        </pc:cxnChg>
        <pc:cxnChg chg="mod">
          <ac:chgData name="adilton junio" userId="66b3fade76ecdf97" providerId="LiveId" clId="{8F999EC3-B0A5-4B42-B8F8-F3CA06713860}" dt="2024-07-10T20:38:59.381" v="1219" actId="1035"/>
          <ac:cxnSpMkLst>
            <pc:docMk/>
            <pc:sldMk cId="2979574403" sldId="259"/>
            <ac:cxnSpMk id="24" creationId="{0A2D5CEB-A6DF-E01E-7E10-D1E970DB836A}"/>
          </ac:cxnSpMkLst>
        </pc:cxnChg>
        <pc:cxnChg chg="mod">
          <ac:chgData name="adilton junio" userId="66b3fade76ecdf97" providerId="LiveId" clId="{8F999EC3-B0A5-4B42-B8F8-F3CA06713860}" dt="2024-07-10T22:28:50.372" v="1261" actId="1038"/>
          <ac:cxnSpMkLst>
            <pc:docMk/>
            <pc:sldMk cId="2979574403" sldId="259"/>
            <ac:cxnSpMk id="32" creationId="{BC6D0DF9-C6F6-4170-F668-0D43CDAD7FCF}"/>
          </ac:cxnSpMkLst>
        </pc:cxnChg>
        <pc:cxnChg chg="mod">
          <ac:chgData name="adilton junio" userId="66b3fade76ecdf97" providerId="LiveId" clId="{8F999EC3-B0A5-4B42-B8F8-F3CA06713860}" dt="2024-07-10T20:38:59.381" v="1219" actId="1035"/>
          <ac:cxnSpMkLst>
            <pc:docMk/>
            <pc:sldMk cId="2979574403" sldId="259"/>
            <ac:cxnSpMk id="42" creationId="{B1570981-55A4-BF07-0DCD-94E7E3AB486B}"/>
          </ac:cxnSpMkLst>
        </pc:cxnChg>
        <pc:cxnChg chg="mod">
          <ac:chgData name="adilton junio" userId="66b3fade76ecdf97" providerId="LiveId" clId="{8F999EC3-B0A5-4B42-B8F8-F3CA06713860}" dt="2024-07-10T22:28:50.372" v="1261" actId="1038"/>
          <ac:cxnSpMkLst>
            <pc:docMk/>
            <pc:sldMk cId="2979574403" sldId="259"/>
            <ac:cxnSpMk id="55" creationId="{32B37373-5C38-0192-8EDB-E919DFE93C7B}"/>
          </ac:cxnSpMkLst>
        </pc:cxnChg>
        <pc:cxnChg chg="mod">
          <ac:chgData name="adilton junio" userId="66b3fade76ecdf97" providerId="LiveId" clId="{8F999EC3-B0A5-4B42-B8F8-F3CA06713860}" dt="2024-07-10T20:38:59.381" v="1219" actId="1035"/>
          <ac:cxnSpMkLst>
            <pc:docMk/>
            <pc:sldMk cId="2979574403" sldId="259"/>
            <ac:cxnSpMk id="68" creationId="{D7DB7881-BFAA-BDE2-7FE2-001F016DD54F}"/>
          </ac:cxnSpMkLst>
        </pc:cxnChg>
        <pc:cxnChg chg="mod">
          <ac:chgData name="adilton junio" userId="66b3fade76ecdf97" providerId="LiveId" clId="{8F999EC3-B0A5-4B42-B8F8-F3CA06713860}" dt="2024-07-10T22:31:23.896" v="1265" actId="208"/>
          <ac:cxnSpMkLst>
            <pc:docMk/>
            <pc:sldMk cId="2979574403" sldId="259"/>
            <ac:cxnSpMk id="74" creationId="{B533DF2E-C9E9-BD06-6730-1B11D307FC30}"/>
          </ac:cxnSpMkLst>
        </pc:cxnChg>
        <pc:cxnChg chg="mod">
          <ac:chgData name="adilton junio" userId="66b3fade76ecdf97" providerId="LiveId" clId="{8F999EC3-B0A5-4B42-B8F8-F3CA06713860}" dt="2024-07-10T22:28:50.372" v="1261" actId="1038"/>
          <ac:cxnSpMkLst>
            <pc:docMk/>
            <pc:sldMk cId="2979574403" sldId="259"/>
            <ac:cxnSpMk id="92" creationId="{158D0206-BF75-10B0-9923-05A3A6FC64EA}"/>
          </ac:cxnSpMkLst>
        </pc:cxnChg>
        <pc:cxnChg chg="mod">
          <ac:chgData name="adilton junio" userId="66b3fade76ecdf97" providerId="LiveId" clId="{8F999EC3-B0A5-4B42-B8F8-F3CA06713860}" dt="2024-07-10T22:31:27.382" v="1266" actId="208"/>
          <ac:cxnSpMkLst>
            <pc:docMk/>
            <pc:sldMk cId="2979574403" sldId="259"/>
            <ac:cxnSpMk id="101" creationId="{BBB86B4E-2639-B8B9-3857-CE0FD69AF765}"/>
          </ac:cxnSpMkLst>
        </pc:cxnChg>
        <pc:cxnChg chg="del mod">
          <ac:chgData name="adilton junio" userId="66b3fade76ecdf97" providerId="LiveId" clId="{8F999EC3-B0A5-4B42-B8F8-F3CA06713860}" dt="2024-07-10T16:58:59.123" v="316" actId="478"/>
          <ac:cxnSpMkLst>
            <pc:docMk/>
            <pc:sldMk cId="2979574403" sldId="259"/>
            <ac:cxnSpMk id="102" creationId="{444CEE81-53DB-8BDB-330D-58E7B0AC6633}"/>
          </ac:cxnSpMkLst>
        </pc:cxnChg>
      </pc:sldChg>
      <pc:sldChg chg="addSp delSp modSp add mod">
        <pc:chgData name="adilton junio" userId="66b3fade76ecdf97" providerId="LiveId" clId="{8F999EC3-B0A5-4B42-B8F8-F3CA06713860}" dt="2024-07-10T22:26:19.302" v="1260" actId="478"/>
        <pc:sldMkLst>
          <pc:docMk/>
          <pc:sldMk cId="1157765011" sldId="260"/>
        </pc:sldMkLst>
        <pc:spChg chg="add mod ord">
          <ac:chgData name="adilton junio" userId="66b3fade76ecdf97" providerId="LiveId" clId="{8F999EC3-B0A5-4B42-B8F8-F3CA06713860}" dt="2024-07-10T18:46:49.753" v="943"/>
          <ac:spMkLst>
            <pc:docMk/>
            <pc:sldMk cId="1157765011" sldId="260"/>
            <ac:spMk id="2" creationId="{1BC54203-E03E-9308-A2D2-0DE0F523E969}"/>
          </ac:spMkLst>
        </pc:spChg>
        <pc:spChg chg="add del mod">
          <ac:chgData name="adilton junio" userId="66b3fade76ecdf97" providerId="LiveId" clId="{8F999EC3-B0A5-4B42-B8F8-F3CA06713860}" dt="2024-07-08T12:36:45.649" v="152" actId="478"/>
          <ac:spMkLst>
            <pc:docMk/>
            <pc:sldMk cId="1157765011" sldId="260"/>
            <ac:spMk id="2" creationId="{C36EC52B-896F-A310-22D1-396FB986C46A}"/>
          </ac:spMkLst>
        </pc:spChg>
        <pc:spChg chg="add del mod">
          <ac:chgData name="adilton junio" userId="66b3fade76ecdf97" providerId="LiveId" clId="{8F999EC3-B0A5-4B42-B8F8-F3CA06713860}" dt="2024-07-08T12:28:45.992" v="21" actId="478"/>
          <ac:spMkLst>
            <pc:docMk/>
            <pc:sldMk cId="1157765011" sldId="260"/>
            <ac:spMk id="3" creationId="{44B50E93-1055-1C2E-1C08-8E8E51FC4706}"/>
          </ac:spMkLst>
        </pc:spChg>
        <pc:spChg chg="ord">
          <ac:chgData name="adilton junio" userId="66b3fade76ecdf97" providerId="LiveId" clId="{8F999EC3-B0A5-4B42-B8F8-F3CA06713860}" dt="2024-07-08T12:46:36.457" v="183" actId="166"/>
          <ac:spMkLst>
            <pc:docMk/>
            <pc:sldMk cId="1157765011" sldId="260"/>
            <ac:spMk id="5" creationId="{A790BCCD-0592-6FA6-98D3-8B64D7FAE891}"/>
          </ac:spMkLst>
        </pc:spChg>
        <pc:spChg chg="mod">
          <ac:chgData name="adilton junio" userId="66b3fade76ecdf97" providerId="LiveId" clId="{8F999EC3-B0A5-4B42-B8F8-F3CA06713860}" dt="2024-07-10T18:46:49.753" v="943"/>
          <ac:spMkLst>
            <pc:docMk/>
            <pc:sldMk cId="1157765011" sldId="260"/>
            <ac:spMk id="6" creationId="{25B72799-784B-4BDD-CD2F-E91B2C30512F}"/>
          </ac:spMkLst>
        </pc:spChg>
        <pc:spChg chg="add mod">
          <ac:chgData name="adilton junio" userId="66b3fade76ecdf97" providerId="LiveId" clId="{8F999EC3-B0A5-4B42-B8F8-F3CA06713860}" dt="2024-07-08T13:02:00.650" v="210" actId="165"/>
          <ac:spMkLst>
            <pc:docMk/>
            <pc:sldMk cId="1157765011" sldId="260"/>
            <ac:spMk id="7" creationId="{AE9C66C3-FAA0-86DD-7D1B-B9568E47CBDD}"/>
          </ac:spMkLst>
        </pc:spChg>
        <pc:spChg chg="add mod">
          <ac:chgData name="adilton junio" userId="66b3fade76ecdf97" providerId="LiveId" clId="{8F999EC3-B0A5-4B42-B8F8-F3CA06713860}" dt="2024-07-10T21:34:34.908" v="1246" actId="20577"/>
          <ac:spMkLst>
            <pc:docMk/>
            <pc:sldMk cId="1157765011" sldId="260"/>
            <ac:spMk id="10" creationId="{2E02A9AD-579A-E323-E9BC-8004C367E95D}"/>
          </ac:spMkLst>
        </pc:spChg>
        <pc:spChg chg="add mod">
          <ac:chgData name="adilton junio" userId="66b3fade76ecdf97" providerId="LiveId" clId="{8F999EC3-B0A5-4B42-B8F8-F3CA06713860}" dt="2024-07-10T21:34:26.574" v="1244" actId="20577"/>
          <ac:spMkLst>
            <pc:docMk/>
            <pc:sldMk cId="1157765011" sldId="260"/>
            <ac:spMk id="11" creationId="{6553E2D4-010D-248E-95BD-E3FE9B0794B7}"/>
          </ac:spMkLst>
        </pc:spChg>
        <pc:spChg chg="del">
          <ac:chgData name="adilton junio" userId="66b3fade76ecdf97" providerId="LiveId" clId="{8F999EC3-B0A5-4B42-B8F8-F3CA06713860}" dt="2024-07-10T18:27:46.486" v="651" actId="478"/>
          <ac:spMkLst>
            <pc:docMk/>
            <pc:sldMk cId="1157765011" sldId="260"/>
            <ac:spMk id="11" creationId="{854DF1A6-29CF-ADFD-1652-7A7E86438E60}"/>
          </ac:spMkLst>
        </pc:spChg>
        <pc:spChg chg="add del mod">
          <ac:chgData name="adilton junio" userId="66b3fade76ecdf97" providerId="LiveId" clId="{8F999EC3-B0A5-4B42-B8F8-F3CA06713860}" dt="2024-07-10T22:26:19.302" v="1260" actId="478"/>
          <ac:spMkLst>
            <pc:docMk/>
            <pc:sldMk cId="1157765011" sldId="260"/>
            <ac:spMk id="12" creationId="{9A2BDAA1-32B7-F03F-41F3-E0CE06D87A0D}"/>
          </ac:spMkLst>
        </pc:spChg>
        <pc:spChg chg="mod">
          <ac:chgData name="adilton junio" userId="66b3fade76ecdf97" providerId="LiveId" clId="{8F999EC3-B0A5-4B42-B8F8-F3CA06713860}" dt="2024-07-08T12:29:04.848" v="26" actId="1076"/>
          <ac:spMkLst>
            <pc:docMk/>
            <pc:sldMk cId="1157765011" sldId="260"/>
            <ac:spMk id="13" creationId="{3D182A42-E5E7-B186-2FC6-5A479E3E5707}"/>
          </ac:spMkLst>
        </pc:spChg>
        <pc:spChg chg="del">
          <ac:chgData name="adilton junio" userId="66b3fade76ecdf97" providerId="LiveId" clId="{8F999EC3-B0A5-4B42-B8F8-F3CA06713860}" dt="2024-07-10T18:27:43.780" v="649" actId="478"/>
          <ac:spMkLst>
            <pc:docMk/>
            <pc:sldMk cId="1157765011" sldId="260"/>
            <ac:spMk id="13" creationId="{85EEEDD1-389D-1FDD-563F-DF600D0216F2}"/>
          </ac:spMkLst>
        </pc:spChg>
        <pc:spChg chg="add mod">
          <ac:chgData name="adilton junio" userId="66b3fade76ecdf97" providerId="LiveId" clId="{8F999EC3-B0A5-4B42-B8F8-F3CA06713860}" dt="2024-07-08T13:02:00.650" v="210" actId="165"/>
          <ac:spMkLst>
            <pc:docMk/>
            <pc:sldMk cId="1157765011" sldId="260"/>
            <ac:spMk id="14" creationId="{8F1075ED-0370-2791-44C8-42196D1A82DB}"/>
          </ac:spMkLst>
        </pc:spChg>
        <pc:spChg chg="del">
          <ac:chgData name="adilton junio" userId="66b3fade76ecdf97" providerId="LiveId" clId="{8F999EC3-B0A5-4B42-B8F8-F3CA06713860}" dt="2024-07-10T18:27:42.557" v="648" actId="478"/>
          <ac:spMkLst>
            <pc:docMk/>
            <pc:sldMk cId="1157765011" sldId="260"/>
            <ac:spMk id="14" creationId="{C5FDCF11-F370-2A5E-22AE-98AC8888AF60}"/>
          </ac:spMkLst>
        </pc:spChg>
        <pc:spChg chg="add del mod">
          <ac:chgData name="adilton junio" userId="66b3fade76ecdf97" providerId="LiveId" clId="{8F999EC3-B0A5-4B42-B8F8-F3CA06713860}" dt="2024-07-08T12:29:44.123" v="52" actId="478"/>
          <ac:spMkLst>
            <pc:docMk/>
            <pc:sldMk cId="1157765011" sldId="260"/>
            <ac:spMk id="15" creationId="{5AAAB92C-D264-47E0-C3AE-C4F1C435BF7F}"/>
          </ac:spMkLst>
        </pc:spChg>
        <pc:spChg chg="del mod">
          <ac:chgData name="adilton junio" userId="66b3fade76ecdf97" providerId="LiveId" clId="{8F999EC3-B0A5-4B42-B8F8-F3CA06713860}" dt="2024-07-10T21:34:58.294" v="1247" actId="478"/>
          <ac:spMkLst>
            <pc:docMk/>
            <pc:sldMk cId="1157765011" sldId="260"/>
            <ac:spMk id="15" creationId="{68E2780F-4533-1598-767C-86CC54BE18F5}"/>
          </ac:spMkLst>
        </pc:spChg>
        <pc:spChg chg="mod">
          <ac:chgData name="adilton junio" userId="66b3fade76ecdf97" providerId="LiveId" clId="{8F999EC3-B0A5-4B42-B8F8-F3CA06713860}" dt="2024-07-10T18:46:49.753" v="943"/>
          <ac:spMkLst>
            <pc:docMk/>
            <pc:sldMk cId="1157765011" sldId="260"/>
            <ac:spMk id="17" creationId="{7D73C70C-EFE5-EA63-7279-A04490FEDF4B}"/>
          </ac:spMkLst>
        </pc:spChg>
        <pc:spChg chg="mod">
          <ac:chgData name="adilton junio" userId="66b3fade76ecdf97" providerId="LiveId" clId="{8F999EC3-B0A5-4B42-B8F8-F3CA06713860}" dt="2024-07-10T21:35:09.626" v="1249" actId="1076"/>
          <ac:spMkLst>
            <pc:docMk/>
            <pc:sldMk cId="1157765011" sldId="260"/>
            <ac:spMk id="19" creationId="{4096B257-F400-9BDB-7753-0768761BFA61}"/>
          </ac:spMkLst>
        </pc:spChg>
        <pc:spChg chg="mod">
          <ac:chgData name="adilton junio" userId="66b3fade76ecdf97" providerId="LiveId" clId="{8F999EC3-B0A5-4B42-B8F8-F3CA06713860}" dt="2024-07-10T18:46:49.753" v="943"/>
          <ac:spMkLst>
            <pc:docMk/>
            <pc:sldMk cId="1157765011" sldId="260"/>
            <ac:spMk id="21" creationId="{32D38350-B56C-A005-A5EA-4DB579FA011F}"/>
          </ac:spMkLst>
        </pc:spChg>
        <pc:spChg chg="mod">
          <ac:chgData name="adilton junio" userId="66b3fade76ecdf97" providerId="LiveId" clId="{8F999EC3-B0A5-4B42-B8F8-F3CA06713860}" dt="2024-07-08T12:30:40.309" v="54"/>
          <ac:spMkLst>
            <pc:docMk/>
            <pc:sldMk cId="1157765011" sldId="260"/>
            <ac:spMk id="21" creationId="{99F736E0-58BD-D2CE-E034-704EB3A21F77}"/>
          </ac:spMkLst>
        </pc:spChg>
        <pc:spChg chg="mod">
          <ac:chgData name="adilton junio" userId="66b3fade76ecdf97" providerId="LiveId" clId="{8F999EC3-B0A5-4B42-B8F8-F3CA06713860}" dt="2024-07-10T18:46:52.521" v="946" actId="1076"/>
          <ac:spMkLst>
            <pc:docMk/>
            <pc:sldMk cId="1157765011" sldId="260"/>
            <ac:spMk id="22" creationId="{2C67F8E4-1719-7E0A-B929-E420FC5A419C}"/>
          </ac:spMkLst>
        </pc:spChg>
        <pc:spChg chg="mod">
          <ac:chgData name="adilton junio" userId="66b3fade76ecdf97" providerId="LiveId" clId="{8F999EC3-B0A5-4B42-B8F8-F3CA06713860}" dt="2024-07-08T12:30:52.503" v="65" actId="1037"/>
          <ac:spMkLst>
            <pc:docMk/>
            <pc:sldMk cId="1157765011" sldId="260"/>
            <ac:spMk id="22" creationId="{35FB4F26-B47C-7F72-E289-F8E3E418F670}"/>
          </ac:spMkLst>
        </pc:spChg>
        <pc:spChg chg="mod">
          <ac:chgData name="adilton junio" userId="66b3fade76ecdf97" providerId="LiveId" clId="{8F999EC3-B0A5-4B42-B8F8-F3CA06713860}" dt="2024-07-08T12:30:40.309" v="54"/>
          <ac:spMkLst>
            <pc:docMk/>
            <pc:sldMk cId="1157765011" sldId="260"/>
            <ac:spMk id="23" creationId="{C5C9A5E9-C868-2B83-8D18-BA134CBBBDC9}"/>
          </ac:spMkLst>
        </pc:spChg>
        <pc:spChg chg="add mod">
          <ac:chgData name="adilton junio" userId="66b3fade76ecdf97" providerId="LiveId" clId="{8F999EC3-B0A5-4B42-B8F8-F3CA06713860}" dt="2024-07-10T18:46:49.753" v="943"/>
          <ac:spMkLst>
            <pc:docMk/>
            <pc:sldMk cId="1157765011" sldId="260"/>
            <ac:spMk id="26" creationId="{FC42B46F-907E-AC08-685F-E331AA7CFEE1}"/>
          </ac:spMkLst>
        </pc:spChg>
        <pc:spChg chg="add mod ord">
          <ac:chgData name="adilton junio" userId="66b3fade76ecdf97" providerId="LiveId" clId="{8F999EC3-B0A5-4B42-B8F8-F3CA06713860}" dt="2024-07-10T18:46:49.753" v="943"/>
          <ac:spMkLst>
            <pc:docMk/>
            <pc:sldMk cId="1157765011" sldId="260"/>
            <ac:spMk id="27" creationId="{ACEAE7C5-12B0-97DD-90C8-0886F08AC5CE}"/>
          </ac:spMkLst>
        </pc:spChg>
        <pc:spChg chg="mod">
          <ac:chgData name="adilton junio" userId="66b3fade76ecdf97" providerId="LiveId" clId="{8F999EC3-B0A5-4B42-B8F8-F3CA06713860}" dt="2024-07-08T13:02:00.650" v="210" actId="165"/>
          <ac:spMkLst>
            <pc:docMk/>
            <pc:sldMk cId="1157765011" sldId="260"/>
            <ac:spMk id="29" creationId="{D1CD7608-6857-5CB2-0945-50908E1ABCFC}"/>
          </ac:spMkLst>
        </pc:spChg>
        <pc:spChg chg="mod">
          <ac:chgData name="adilton junio" userId="66b3fade76ecdf97" providerId="LiveId" clId="{8F999EC3-B0A5-4B42-B8F8-F3CA06713860}" dt="2024-07-08T13:02:00.650" v="210" actId="165"/>
          <ac:spMkLst>
            <pc:docMk/>
            <pc:sldMk cId="1157765011" sldId="260"/>
            <ac:spMk id="30" creationId="{9276FF7B-5981-9436-4836-317B2EA9D2D1}"/>
          </ac:spMkLst>
        </pc:spChg>
        <pc:spChg chg="mod">
          <ac:chgData name="adilton junio" userId="66b3fade76ecdf97" providerId="LiveId" clId="{8F999EC3-B0A5-4B42-B8F8-F3CA06713860}" dt="2024-07-10T18:46:49.753" v="943"/>
          <ac:spMkLst>
            <pc:docMk/>
            <pc:sldMk cId="1157765011" sldId="260"/>
            <ac:spMk id="32" creationId="{56258F3E-B884-A72D-9330-3FB344429180}"/>
          </ac:spMkLst>
        </pc:spChg>
        <pc:spChg chg="mod">
          <ac:chgData name="adilton junio" userId="66b3fade76ecdf97" providerId="LiveId" clId="{8F999EC3-B0A5-4B42-B8F8-F3CA06713860}" dt="2024-07-08T13:02:00.650" v="210" actId="165"/>
          <ac:spMkLst>
            <pc:docMk/>
            <pc:sldMk cId="1157765011" sldId="260"/>
            <ac:spMk id="32" creationId="{D1541382-BF30-A472-84A6-37B9FDFBA0EB}"/>
          </ac:spMkLst>
        </pc:spChg>
        <pc:spChg chg="mod">
          <ac:chgData name="adilton junio" userId="66b3fade76ecdf97" providerId="LiveId" clId="{8F999EC3-B0A5-4B42-B8F8-F3CA06713860}" dt="2024-07-10T18:47:01.951" v="949" actId="1076"/>
          <ac:spMkLst>
            <pc:docMk/>
            <pc:sldMk cId="1157765011" sldId="260"/>
            <ac:spMk id="33" creationId="{7661BF03-F0F7-F240-ABF6-5CB8A1C6A158}"/>
          </ac:spMkLst>
        </pc:spChg>
        <pc:spChg chg="mod">
          <ac:chgData name="adilton junio" userId="66b3fade76ecdf97" providerId="LiveId" clId="{8F999EC3-B0A5-4B42-B8F8-F3CA06713860}" dt="2024-07-08T13:02:00.650" v="210" actId="165"/>
          <ac:spMkLst>
            <pc:docMk/>
            <pc:sldMk cId="1157765011" sldId="260"/>
            <ac:spMk id="38" creationId="{E8DC77A9-9B69-D331-D3D6-14A446CA6CCD}"/>
          </ac:spMkLst>
        </pc:spChg>
        <pc:spChg chg="del mod">
          <ac:chgData name="adilton junio" userId="66b3fade76ecdf97" providerId="LiveId" clId="{8F999EC3-B0A5-4B42-B8F8-F3CA06713860}" dt="2024-07-08T12:34:08.638" v="121" actId="478"/>
          <ac:spMkLst>
            <pc:docMk/>
            <pc:sldMk cId="1157765011" sldId="260"/>
            <ac:spMk id="39" creationId="{000F7E2B-A71E-14D0-055F-7684233D504A}"/>
          </ac:spMkLst>
        </pc:spChg>
        <pc:spChg chg="del mod">
          <ac:chgData name="adilton junio" userId="66b3fade76ecdf97" providerId="LiveId" clId="{8F999EC3-B0A5-4B42-B8F8-F3CA06713860}" dt="2024-07-08T12:34:07.498" v="120" actId="478"/>
          <ac:spMkLst>
            <pc:docMk/>
            <pc:sldMk cId="1157765011" sldId="260"/>
            <ac:spMk id="40" creationId="{F7DCF7DC-AFAD-D24D-C58C-0E180B643CCC}"/>
          </ac:spMkLst>
        </pc:spChg>
        <pc:spChg chg="mod topLvl">
          <ac:chgData name="adilton junio" userId="66b3fade76ecdf97" providerId="LiveId" clId="{8F999EC3-B0A5-4B42-B8F8-F3CA06713860}" dt="2024-07-10T18:47:05.553" v="952"/>
          <ac:spMkLst>
            <pc:docMk/>
            <pc:sldMk cId="1157765011" sldId="260"/>
            <ac:spMk id="41" creationId="{3089A031-77F3-AEA9-5327-049256F4D71B}"/>
          </ac:spMkLst>
        </pc:spChg>
        <pc:spChg chg="mod">
          <ac:chgData name="adilton junio" userId="66b3fade76ecdf97" providerId="LiveId" clId="{8F999EC3-B0A5-4B42-B8F8-F3CA06713860}" dt="2024-07-08T13:02:00.650" v="210" actId="165"/>
          <ac:spMkLst>
            <pc:docMk/>
            <pc:sldMk cId="1157765011" sldId="260"/>
            <ac:spMk id="41" creationId="{A54C3A2E-DB85-C6A4-9B91-28A44CB7A3C2}"/>
          </ac:spMkLst>
        </pc:spChg>
        <pc:spChg chg="mod">
          <ac:chgData name="adilton junio" userId="66b3fade76ecdf97" providerId="LiveId" clId="{8F999EC3-B0A5-4B42-B8F8-F3CA06713860}" dt="2024-07-08T13:02:00.650" v="210" actId="165"/>
          <ac:spMkLst>
            <pc:docMk/>
            <pc:sldMk cId="1157765011" sldId="260"/>
            <ac:spMk id="42" creationId="{2A25DAF7-22A7-8E90-2E06-E8E8FF13F9C9}"/>
          </ac:spMkLst>
        </pc:spChg>
        <pc:spChg chg="mod topLvl">
          <ac:chgData name="adilton junio" userId="66b3fade76ecdf97" providerId="LiveId" clId="{8F999EC3-B0A5-4B42-B8F8-F3CA06713860}" dt="2024-07-10T18:47:05.553" v="952"/>
          <ac:spMkLst>
            <pc:docMk/>
            <pc:sldMk cId="1157765011" sldId="260"/>
            <ac:spMk id="42" creationId="{786792AE-80E4-EFE0-7186-FF75A2A9D8E5}"/>
          </ac:spMkLst>
        </pc:spChg>
        <pc:spChg chg="mod">
          <ac:chgData name="adilton junio" userId="66b3fade76ecdf97" providerId="LiveId" clId="{8F999EC3-B0A5-4B42-B8F8-F3CA06713860}" dt="2024-07-08T13:02:00.650" v="210" actId="165"/>
          <ac:spMkLst>
            <pc:docMk/>
            <pc:sldMk cId="1157765011" sldId="260"/>
            <ac:spMk id="43" creationId="{661CF628-ACBD-2CA1-7F63-138288A68B39}"/>
          </ac:spMkLst>
        </pc:spChg>
        <pc:spChg chg="mod topLvl">
          <ac:chgData name="adilton junio" userId="66b3fade76ecdf97" providerId="LiveId" clId="{8F999EC3-B0A5-4B42-B8F8-F3CA06713860}" dt="2024-07-10T18:47:05.553" v="952"/>
          <ac:spMkLst>
            <pc:docMk/>
            <pc:sldMk cId="1157765011" sldId="260"/>
            <ac:spMk id="44" creationId="{CBD68CFC-3217-5EB5-5619-8741E84A2E45}"/>
          </ac:spMkLst>
        </pc:spChg>
        <pc:spChg chg="del mod topLvl">
          <ac:chgData name="adilton junio" userId="66b3fade76ecdf97" providerId="LiveId" clId="{8F999EC3-B0A5-4B42-B8F8-F3CA06713860}" dt="2024-07-10T18:41:59.414" v="849" actId="478"/>
          <ac:spMkLst>
            <pc:docMk/>
            <pc:sldMk cId="1157765011" sldId="260"/>
            <ac:spMk id="46" creationId="{DE01D0C8-8E36-7DD2-2F35-B23D71C39952}"/>
          </ac:spMkLst>
        </pc:spChg>
        <pc:spChg chg="mod">
          <ac:chgData name="adilton junio" userId="66b3fade76ecdf97" providerId="LiveId" clId="{8F999EC3-B0A5-4B42-B8F8-F3CA06713860}" dt="2024-07-10T18:41:48.600" v="845" actId="165"/>
          <ac:spMkLst>
            <pc:docMk/>
            <pc:sldMk cId="1157765011" sldId="260"/>
            <ac:spMk id="50" creationId="{E0081F89-97FA-5D04-1EA6-83690B26EFE3}"/>
          </ac:spMkLst>
        </pc:spChg>
        <pc:spChg chg="add mod">
          <ac:chgData name="adilton junio" userId="66b3fade76ecdf97" providerId="LiveId" clId="{8F999EC3-B0A5-4B42-B8F8-F3CA06713860}" dt="2024-07-08T13:02:51.091" v="231" actId="1076"/>
          <ac:spMkLst>
            <pc:docMk/>
            <pc:sldMk cId="1157765011" sldId="260"/>
            <ac:spMk id="51" creationId="{3FACF833-3974-B29E-28FC-8FECED82AE66}"/>
          </ac:spMkLst>
        </pc:spChg>
        <pc:spChg chg="mod">
          <ac:chgData name="adilton junio" userId="66b3fade76ecdf97" providerId="LiveId" clId="{8F999EC3-B0A5-4B42-B8F8-F3CA06713860}" dt="2024-07-10T18:47:05.553" v="952"/>
          <ac:spMkLst>
            <pc:docMk/>
            <pc:sldMk cId="1157765011" sldId="260"/>
            <ac:spMk id="52" creationId="{24743657-F445-4DCD-0535-BE990F22B791}"/>
          </ac:spMkLst>
        </pc:spChg>
        <pc:spChg chg="mod">
          <ac:chgData name="adilton junio" userId="66b3fade76ecdf97" providerId="LiveId" clId="{8F999EC3-B0A5-4B42-B8F8-F3CA06713860}" dt="2024-07-10T18:47:05.553" v="952"/>
          <ac:spMkLst>
            <pc:docMk/>
            <pc:sldMk cId="1157765011" sldId="260"/>
            <ac:spMk id="54" creationId="{11E63E6F-25E8-2C25-AB64-51CE72E276D5}"/>
          </ac:spMkLst>
        </pc:spChg>
        <pc:spChg chg="del mod topLvl">
          <ac:chgData name="adilton junio" userId="66b3fade76ecdf97" providerId="LiveId" clId="{8F999EC3-B0A5-4B42-B8F8-F3CA06713860}" dt="2024-07-10T18:41:56.113" v="847" actId="478"/>
          <ac:spMkLst>
            <pc:docMk/>
            <pc:sldMk cId="1157765011" sldId="260"/>
            <ac:spMk id="56" creationId="{B8084C7D-E2E1-0FE6-110A-B058586257DD}"/>
          </ac:spMkLst>
        </pc:spChg>
        <pc:spChg chg="del mod topLvl">
          <ac:chgData name="adilton junio" userId="66b3fade76ecdf97" providerId="LiveId" clId="{8F999EC3-B0A5-4B42-B8F8-F3CA06713860}" dt="2024-07-10T18:41:57.287" v="848" actId="478"/>
          <ac:spMkLst>
            <pc:docMk/>
            <pc:sldMk cId="1157765011" sldId="260"/>
            <ac:spMk id="57" creationId="{42EAA209-4445-1957-A458-A267B03641A1}"/>
          </ac:spMkLst>
        </pc:spChg>
        <pc:spChg chg="add mod">
          <ac:chgData name="adilton junio" userId="66b3fade76ecdf97" providerId="LiveId" clId="{8F999EC3-B0A5-4B42-B8F8-F3CA06713860}" dt="2024-07-10T18:46:49.753" v="943"/>
          <ac:spMkLst>
            <pc:docMk/>
            <pc:sldMk cId="1157765011" sldId="260"/>
            <ac:spMk id="58" creationId="{E646922A-7770-46CC-0674-6F0475EDB0BC}"/>
          </ac:spMkLst>
        </pc:spChg>
        <pc:spChg chg="add mod">
          <ac:chgData name="adilton junio" userId="66b3fade76ecdf97" providerId="LiveId" clId="{8F999EC3-B0A5-4B42-B8F8-F3CA06713860}" dt="2024-07-10T18:47:05.553" v="952"/>
          <ac:spMkLst>
            <pc:docMk/>
            <pc:sldMk cId="1157765011" sldId="260"/>
            <ac:spMk id="59" creationId="{5809B2E8-C766-79EB-77D5-47035756D59F}"/>
          </ac:spMkLst>
        </pc:spChg>
        <pc:spChg chg="add mod">
          <ac:chgData name="adilton junio" userId="66b3fade76ecdf97" providerId="LiveId" clId="{8F999EC3-B0A5-4B42-B8F8-F3CA06713860}" dt="2024-07-10T18:49:44.427" v="1028" actId="20577"/>
          <ac:spMkLst>
            <pc:docMk/>
            <pc:sldMk cId="1157765011" sldId="260"/>
            <ac:spMk id="62" creationId="{0E6851ED-F623-B242-432C-FEFF6156689D}"/>
          </ac:spMkLst>
        </pc:spChg>
        <pc:spChg chg="add mod">
          <ac:chgData name="adilton junio" userId="66b3fade76ecdf97" providerId="LiveId" clId="{8F999EC3-B0A5-4B42-B8F8-F3CA06713860}" dt="2024-07-10T18:51:22.141" v="1045" actId="20577"/>
          <ac:spMkLst>
            <pc:docMk/>
            <pc:sldMk cId="1157765011" sldId="260"/>
            <ac:spMk id="63" creationId="{8828E7B0-85CE-BDDA-07F3-7044E1CFE515}"/>
          </ac:spMkLst>
        </pc:spChg>
        <pc:spChg chg="add mod">
          <ac:chgData name="adilton junio" userId="66b3fade76ecdf97" providerId="LiveId" clId="{8F999EC3-B0A5-4B42-B8F8-F3CA06713860}" dt="2024-07-10T18:47:10.972" v="954" actId="1076"/>
          <ac:spMkLst>
            <pc:docMk/>
            <pc:sldMk cId="1157765011" sldId="260"/>
            <ac:spMk id="64" creationId="{E4D485C9-79DB-2033-4914-6A0CCE7914E0}"/>
          </ac:spMkLst>
        </pc:spChg>
        <pc:spChg chg="mod">
          <ac:chgData name="adilton junio" userId="66b3fade76ecdf97" providerId="LiveId" clId="{8F999EC3-B0A5-4B42-B8F8-F3CA06713860}" dt="2024-07-08T12:33:33.880" v="113"/>
          <ac:spMkLst>
            <pc:docMk/>
            <pc:sldMk cId="1157765011" sldId="260"/>
            <ac:spMk id="68" creationId="{DFBE0EE5-1330-8887-D5A2-FB99A4321AAA}"/>
          </ac:spMkLst>
        </pc:spChg>
        <pc:spChg chg="mod">
          <ac:chgData name="adilton junio" userId="66b3fade76ecdf97" providerId="LiveId" clId="{8F999EC3-B0A5-4B42-B8F8-F3CA06713860}" dt="2024-07-08T12:33:33.880" v="113"/>
          <ac:spMkLst>
            <pc:docMk/>
            <pc:sldMk cId="1157765011" sldId="260"/>
            <ac:spMk id="69" creationId="{F179A8E9-CF41-CD57-C2F3-714E2E60E1E9}"/>
          </ac:spMkLst>
        </pc:spChg>
        <pc:spChg chg="mod">
          <ac:chgData name="adilton junio" userId="66b3fade76ecdf97" providerId="LiveId" clId="{8F999EC3-B0A5-4B42-B8F8-F3CA06713860}" dt="2024-07-08T12:33:33.880" v="113"/>
          <ac:spMkLst>
            <pc:docMk/>
            <pc:sldMk cId="1157765011" sldId="260"/>
            <ac:spMk id="70" creationId="{0416157D-A94F-8A20-D113-6F9D1EB70FC3}"/>
          </ac:spMkLst>
        </pc:spChg>
        <pc:spChg chg="mod">
          <ac:chgData name="adilton junio" userId="66b3fade76ecdf97" providerId="LiveId" clId="{8F999EC3-B0A5-4B42-B8F8-F3CA06713860}" dt="2024-07-08T12:33:33.880" v="113"/>
          <ac:spMkLst>
            <pc:docMk/>
            <pc:sldMk cId="1157765011" sldId="260"/>
            <ac:spMk id="71" creationId="{FE1CB58B-1C58-C3AD-9719-65FBFBFC73DA}"/>
          </ac:spMkLst>
        </pc:spChg>
        <pc:spChg chg="mod">
          <ac:chgData name="adilton junio" userId="66b3fade76ecdf97" providerId="LiveId" clId="{8F999EC3-B0A5-4B42-B8F8-F3CA06713860}" dt="2024-07-08T12:33:33.880" v="113"/>
          <ac:spMkLst>
            <pc:docMk/>
            <pc:sldMk cId="1157765011" sldId="260"/>
            <ac:spMk id="72" creationId="{E232E7D4-00BC-16CA-07CA-20DD54543509}"/>
          </ac:spMkLst>
        </pc:spChg>
        <pc:spChg chg="mod">
          <ac:chgData name="adilton junio" userId="66b3fade76ecdf97" providerId="LiveId" clId="{8F999EC3-B0A5-4B42-B8F8-F3CA06713860}" dt="2024-07-10T18:45:06.924" v="899" actId="1076"/>
          <ac:spMkLst>
            <pc:docMk/>
            <pc:sldMk cId="1157765011" sldId="260"/>
            <ac:spMk id="72" creationId="{F7706EAD-AF07-BE06-BA21-9AF549A41B20}"/>
          </ac:spMkLst>
        </pc:spChg>
        <pc:spChg chg="mod">
          <ac:chgData name="adilton junio" userId="66b3fade76ecdf97" providerId="LiveId" clId="{8F999EC3-B0A5-4B42-B8F8-F3CA06713860}" dt="2024-07-10T18:45:04.798" v="898" actId="1076"/>
          <ac:spMkLst>
            <pc:docMk/>
            <pc:sldMk cId="1157765011" sldId="260"/>
            <ac:spMk id="73" creationId="{2197B16D-CDEC-1387-3778-AE1D4F7A678E}"/>
          </ac:spMkLst>
        </pc:spChg>
        <pc:spChg chg="mod">
          <ac:chgData name="adilton junio" userId="66b3fade76ecdf97" providerId="LiveId" clId="{8F999EC3-B0A5-4B42-B8F8-F3CA06713860}" dt="2024-07-08T12:33:33.880" v="113"/>
          <ac:spMkLst>
            <pc:docMk/>
            <pc:sldMk cId="1157765011" sldId="260"/>
            <ac:spMk id="73" creationId="{3F73DBA9-E546-A879-CBA9-C14467ED90EB}"/>
          </ac:spMkLst>
        </pc:spChg>
        <pc:spChg chg="mod">
          <ac:chgData name="adilton junio" userId="66b3fade76ecdf97" providerId="LiveId" clId="{8F999EC3-B0A5-4B42-B8F8-F3CA06713860}" dt="2024-07-08T12:33:33.880" v="113"/>
          <ac:spMkLst>
            <pc:docMk/>
            <pc:sldMk cId="1157765011" sldId="260"/>
            <ac:spMk id="76" creationId="{3A1E740E-C99D-A0B6-4A66-18CBE3F72EAB}"/>
          </ac:spMkLst>
        </pc:spChg>
        <pc:spChg chg="mod">
          <ac:chgData name="adilton junio" userId="66b3fade76ecdf97" providerId="LiveId" clId="{8F999EC3-B0A5-4B42-B8F8-F3CA06713860}" dt="2024-07-08T12:33:33.880" v="113"/>
          <ac:spMkLst>
            <pc:docMk/>
            <pc:sldMk cId="1157765011" sldId="260"/>
            <ac:spMk id="77" creationId="{3CF2FD9D-0023-9582-772A-B2F3FD0DFD5F}"/>
          </ac:spMkLst>
        </pc:spChg>
        <pc:spChg chg="mod">
          <ac:chgData name="adilton junio" userId="66b3fade76ecdf97" providerId="LiveId" clId="{8F999EC3-B0A5-4B42-B8F8-F3CA06713860}" dt="2024-07-08T12:33:33.880" v="113"/>
          <ac:spMkLst>
            <pc:docMk/>
            <pc:sldMk cId="1157765011" sldId="260"/>
            <ac:spMk id="78" creationId="{4406D4B3-41B0-F1C7-270E-E7EB1F6319E8}"/>
          </ac:spMkLst>
        </pc:spChg>
        <pc:spChg chg="mod">
          <ac:chgData name="adilton junio" userId="66b3fade76ecdf97" providerId="LiveId" clId="{8F999EC3-B0A5-4B42-B8F8-F3CA06713860}" dt="2024-07-08T12:33:33.880" v="113"/>
          <ac:spMkLst>
            <pc:docMk/>
            <pc:sldMk cId="1157765011" sldId="260"/>
            <ac:spMk id="79" creationId="{8122430C-3C0D-0C38-EC7D-733333FDCA5D}"/>
          </ac:spMkLst>
        </pc:spChg>
        <pc:spChg chg="mod">
          <ac:chgData name="adilton junio" userId="66b3fade76ecdf97" providerId="LiveId" clId="{8F999EC3-B0A5-4B42-B8F8-F3CA06713860}" dt="2024-07-08T12:33:33.880" v="113"/>
          <ac:spMkLst>
            <pc:docMk/>
            <pc:sldMk cId="1157765011" sldId="260"/>
            <ac:spMk id="80" creationId="{18B4FDB5-D417-CAAC-3985-F216ECEAFD19}"/>
          </ac:spMkLst>
        </pc:spChg>
        <pc:spChg chg="mod">
          <ac:chgData name="adilton junio" userId="66b3fade76ecdf97" providerId="LiveId" clId="{8F999EC3-B0A5-4B42-B8F8-F3CA06713860}" dt="2024-07-08T12:33:33.880" v="113"/>
          <ac:spMkLst>
            <pc:docMk/>
            <pc:sldMk cId="1157765011" sldId="260"/>
            <ac:spMk id="81" creationId="{E98A241C-563D-7362-20A1-21898987DB7F}"/>
          </ac:spMkLst>
        </pc:spChg>
        <pc:spChg chg="mod">
          <ac:chgData name="adilton junio" userId="66b3fade76ecdf97" providerId="LiveId" clId="{8F999EC3-B0A5-4B42-B8F8-F3CA06713860}" dt="2024-07-08T13:02:00.650" v="210" actId="165"/>
          <ac:spMkLst>
            <pc:docMk/>
            <pc:sldMk cId="1157765011" sldId="260"/>
            <ac:spMk id="87" creationId="{E242237A-9274-48CC-F2D5-CDBBD8BA0306}"/>
          </ac:spMkLst>
        </pc:spChg>
        <pc:spChg chg="del mod">
          <ac:chgData name="adilton junio" userId="66b3fade76ecdf97" providerId="LiveId" clId="{8F999EC3-B0A5-4B42-B8F8-F3CA06713860}" dt="2024-07-08T12:34:13.343" v="124" actId="478"/>
          <ac:spMkLst>
            <pc:docMk/>
            <pc:sldMk cId="1157765011" sldId="260"/>
            <ac:spMk id="88" creationId="{4206D84C-B47F-9AA1-DD06-F76051EFCF44}"/>
          </ac:spMkLst>
        </pc:spChg>
        <pc:spChg chg="del mod">
          <ac:chgData name="adilton junio" userId="66b3fade76ecdf97" providerId="LiveId" clId="{8F999EC3-B0A5-4B42-B8F8-F3CA06713860}" dt="2024-07-08T12:34:10.982" v="123" actId="478"/>
          <ac:spMkLst>
            <pc:docMk/>
            <pc:sldMk cId="1157765011" sldId="260"/>
            <ac:spMk id="89" creationId="{ADB43C0B-59D4-371C-7498-D85932D92F5C}"/>
          </ac:spMkLst>
        </pc:spChg>
        <pc:spChg chg="mod">
          <ac:chgData name="adilton junio" userId="66b3fade76ecdf97" providerId="LiveId" clId="{8F999EC3-B0A5-4B42-B8F8-F3CA06713860}" dt="2024-07-08T13:02:00.650" v="210" actId="165"/>
          <ac:spMkLst>
            <pc:docMk/>
            <pc:sldMk cId="1157765011" sldId="260"/>
            <ac:spMk id="90" creationId="{6B4EA8C1-F6E2-3BB5-DD18-26BC2CB19C82}"/>
          </ac:spMkLst>
        </pc:spChg>
        <pc:spChg chg="mod">
          <ac:chgData name="adilton junio" userId="66b3fade76ecdf97" providerId="LiveId" clId="{8F999EC3-B0A5-4B42-B8F8-F3CA06713860}" dt="2024-07-08T13:02:00.650" v="210" actId="165"/>
          <ac:spMkLst>
            <pc:docMk/>
            <pc:sldMk cId="1157765011" sldId="260"/>
            <ac:spMk id="91" creationId="{B2D04A04-99AC-9CC1-F44F-5E69AE3DF54E}"/>
          </ac:spMkLst>
        </pc:spChg>
        <pc:spChg chg="mod">
          <ac:chgData name="adilton junio" userId="66b3fade76ecdf97" providerId="LiveId" clId="{8F999EC3-B0A5-4B42-B8F8-F3CA06713860}" dt="2024-07-08T13:02:00.650" v="210" actId="165"/>
          <ac:spMkLst>
            <pc:docMk/>
            <pc:sldMk cId="1157765011" sldId="260"/>
            <ac:spMk id="92" creationId="{976F9535-19AE-0972-CEEA-DE381998851A}"/>
          </ac:spMkLst>
        </pc:spChg>
        <pc:spChg chg="mod">
          <ac:chgData name="adilton junio" userId="66b3fade76ecdf97" providerId="LiveId" clId="{8F999EC3-B0A5-4B42-B8F8-F3CA06713860}" dt="2024-07-08T13:03:53.183" v="247" actId="1076"/>
          <ac:spMkLst>
            <pc:docMk/>
            <pc:sldMk cId="1157765011" sldId="260"/>
            <ac:spMk id="95" creationId="{5A40F6D6-16E9-4BA3-ECE9-F3F12E1BCB53}"/>
          </ac:spMkLst>
        </pc:spChg>
        <pc:spChg chg="mod">
          <ac:chgData name="adilton junio" userId="66b3fade76ecdf97" providerId="LiveId" clId="{8F999EC3-B0A5-4B42-B8F8-F3CA06713860}" dt="2024-07-08T13:04:40.830" v="256" actId="1076"/>
          <ac:spMkLst>
            <pc:docMk/>
            <pc:sldMk cId="1157765011" sldId="260"/>
            <ac:spMk id="96" creationId="{00BA66B4-81CA-EDE3-C57A-A3EBCD0C2E0D}"/>
          </ac:spMkLst>
        </pc:spChg>
        <pc:spChg chg="mod">
          <ac:chgData name="adilton junio" userId="66b3fade76ecdf97" providerId="LiveId" clId="{8F999EC3-B0A5-4B42-B8F8-F3CA06713860}" dt="2024-07-08T13:04:43.002" v="257" actId="1076"/>
          <ac:spMkLst>
            <pc:docMk/>
            <pc:sldMk cId="1157765011" sldId="260"/>
            <ac:spMk id="97" creationId="{D4C9D69D-47A7-2894-9F7B-FA3BA4BCA798}"/>
          </ac:spMkLst>
        </pc:spChg>
        <pc:spChg chg="mod">
          <ac:chgData name="adilton junio" userId="66b3fade76ecdf97" providerId="LiveId" clId="{8F999EC3-B0A5-4B42-B8F8-F3CA06713860}" dt="2024-07-08T13:02:00.650" v="210" actId="165"/>
          <ac:spMkLst>
            <pc:docMk/>
            <pc:sldMk cId="1157765011" sldId="260"/>
            <ac:spMk id="98" creationId="{F53A8181-2E0E-8187-9BF8-EB55E173FD31}"/>
          </ac:spMkLst>
        </pc:spChg>
        <pc:spChg chg="mod">
          <ac:chgData name="adilton junio" userId="66b3fade76ecdf97" providerId="LiveId" clId="{8F999EC3-B0A5-4B42-B8F8-F3CA06713860}" dt="2024-07-08T13:04:29.840" v="255" actId="1076"/>
          <ac:spMkLst>
            <pc:docMk/>
            <pc:sldMk cId="1157765011" sldId="260"/>
            <ac:spMk id="99" creationId="{F28C5627-9282-8530-143E-DD5B32C442FD}"/>
          </ac:spMkLst>
        </pc:spChg>
        <pc:spChg chg="mod">
          <ac:chgData name="adilton junio" userId="66b3fade76ecdf97" providerId="LiveId" clId="{8F999EC3-B0A5-4B42-B8F8-F3CA06713860}" dt="2024-07-08T13:03:50.900" v="246" actId="1076"/>
          <ac:spMkLst>
            <pc:docMk/>
            <pc:sldMk cId="1157765011" sldId="260"/>
            <ac:spMk id="100" creationId="{89771D79-2D9C-3546-E121-8F3A9B4C9B3D}"/>
          </ac:spMkLst>
        </pc:spChg>
        <pc:spChg chg="add del mod">
          <ac:chgData name="adilton junio" userId="66b3fade76ecdf97" providerId="LiveId" clId="{8F999EC3-B0A5-4B42-B8F8-F3CA06713860}" dt="2024-07-08T13:01:22.585" v="209" actId="478"/>
          <ac:spMkLst>
            <pc:docMk/>
            <pc:sldMk cId="1157765011" sldId="260"/>
            <ac:spMk id="106" creationId="{E8335893-92C3-2542-7158-E61F59F2643A}"/>
          </ac:spMkLst>
        </pc:spChg>
        <pc:grpChg chg="mod">
          <ac:chgData name="adilton junio" userId="66b3fade76ecdf97" providerId="LiveId" clId="{8F999EC3-B0A5-4B42-B8F8-F3CA06713860}" dt="2024-07-10T18:46:49.753" v="943"/>
          <ac:grpSpMkLst>
            <pc:docMk/>
            <pc:sldMk cId="1157765011" sldId="260"/>
            <ac:grpSpMk id="4" creationId="{5C62A87D-F27D-776E-0685-377AA07C25E6}"/>
          </ac:grpSpMkLst>
        </pc:grpChg>
        <pc:grpChg chg="mod">
          <ac:chgData name="adilton junio" userId="66b3fade76ecdf97" providerId="LiveId" clId="{8F999EC3-B0A5-4B42-B8F8-F3CA06713860}" dt="2024-07-10T18:46:49.753" v="943"/>
          <ac:grpSpMkLst>
            <pc:docMk/>
            <pc:sldMk cId="1157765011" sldId="260"/>
            <ac:grpSpMk id="5" creationId="{B418F9AF-B675-71FC-6EA9-151C486004EE}"/>
          </ac:grpSpMkLst>
        </pc:grpChg>
        <pc:grpChg chg="mod">
          <ac:chgData name="adilton junio" userId="66b3fade76ecdf97" providerId="LiveId" clId="{8F999EC3-B0A5-4B42-B8F8-F3CA06713860}" dt="2024-07-10T18:46:49.753" v="943"/>
          <ac:grpSpMkLst>
            <pc:docMk/>
            <pc:sldMk cId="1157765011" sldId="260"/>
            <ac:grpSpMk id="7" creationId="{044F132B-D637-F216-CECE-D08756F00200}"/>
          </ac:grpSpMkLst>
        </pc:grpChg>
        <pc:grpChg chg="mod">
          <ac:chgData name="adilton junio" userId="66b3fade76ecdf97" providerId="LiveId" clId="{8F999EC3-B0A5-4B42-B8F8-F3CA06713860}" dt="2024-07-10T18:46:49.753" v="943"/>
          <ac:grpSpMkLst>
            <pc:docMk/>
            <pc:sldMk cId="1157765011" sldId="260"/>
            <ac:grpSpMk id="8" creationId="{B6C16B9E-7660-3EE6-0DE5-D12494D316D6}"/>
          </ac:grpSpMkLst>
        </pc:grpChg>
        <pc:grpChg chg="del mod">
          <ac:chgData name="adilton junio" userId="66b3fade76ecdf97" providerId="LiveId" clId="{8F999EC3-B0A5-4B42-B8F8-F3CA06713860}" dt="2024-07-10T21:34:58.294" v="1247" actId="478"/>
          <ac:grpSpMkLst>
            <pc:docMk/>
            <pc:sldMk cId="1157765011" sldId="260"/>
            <ac:grpSpMk id="9" creationId="{3E1FD49F-D08F-36CE-2DE3-163CB7D32295}"/>
          </ac:grpSpMkLst>
        </pc:grpChg>
        <pc:grpChg chg="del">
          <ac:chgData name="adilton junio" userId="66b3fade76ecdf97" providerId="LiveId" clId="{8F999EC3-B0A5-4B42-B8F8-F3CA06713860}" dt="2024-07-10T18:27:43.780" v="649" actId="478"/>
          <ac:grpSpMkLst>
            <pc:docMk/>
            <pc:sldMk cId="1157765011" sldId="260"/>
            <ac:grpSpMk id="10" creationId="{2399B849-1589-412C-4962-57317E17402B}"/>
          </ac:grpSpMkLst>
        </pc:grpChg>
        <pc:grpChg chg="add mod">
          <ac:chgData name="adilton junio" userId="66b3fade76ecdf97" providerId="LiveId" clId="{8F999EC3-B0A5-4B42-B8F8-F3CA06713860}" dt="2024-07-08T13:02:00.650" v="210" actId="165"/>
          <ac:grpSpMkLst>
            <pc:docMk/>
            <pc:sldMk cId="1157765011" sldId="260"/>
            <ac:grpSpMk id="19" creationId="{DD5D191C-C269-8A1A-2F65-6DABB20FBBA6}"/>
          </ac:grpSpMkLst>
        </pc:grpChg>
        <pc:grpChg chg="add del mod">
          <ac:chgData name="adilton junio" userId="66b3fade76ecdf97" providerId="LiveId" clId="{8F999EC3-B0A5-4B42-B8F8-F3CA06713860}" dt="2024-07-08T12:30:53.823" v="66" actId="478"/>
          <ac:grpSpMkLst>
            <pc:docMk/>
            <pc:sldMk cId="1157765011" sldId="260"/>
            <ac:grpSpMk id="20" creationId="{6810D48F-72EB-8C77-FCAE-0B7447C6FC0E}"/>
          </ac:grpSpMkLst>
        </pc:grpChg>
        <pc:grpChg chg="add mod">
          <ac:chgData name="adilton junio" userId="66b3fade76ecdf97" providerId="LiveId" clId="{8F999EC3-B0A5-4B42-B8F8-F3CA06713860}" dt="2024-07-08T13:02:00.650" v="210" actId="165"/>
          <ac:grpSpMkLst>
            <pc:docMk/>
            <pc:sldMk cId="1157765011" sldId="260"/>
            <ac:grpSpMk id="25" creationId="{D1167E88-E210-AEDE-C5E7-D962418AD697}"/>
          </ac:grpSpMkLst>
        </pc:grpChg>
        <pc:grpChg chg="add mod">
          <ac:chgData name="adilton junio" userId="66b3fade76ecdf97" providerId="LiveId" clId="{8F999EC3-B0A5-4B42-B8F8-F3CA06713860}" dt="2024-07-10T18:46:49.753" v="943"/>
          <ac:grpSpMkLst>
            <pc:docMk/>
            <pc:sldMk cId="1157765011" sldId="260"/>
            <ac:grpSpMk id="30" creationId="{6C4B7435-0FE7-28BC-5535-D4AE1F148FF0}"/>
          </ac:grpSpMkLst>
        </pc:grpChg>
        <pc:grpChg chg="add mod">
          <ac:chgData name="adilton junio" userId="66b3fade76ecdf97" providerId="LiveId" clId="{8F999EC3-B0A5-4B42-B8F8-F3CA06713860}" dt="2024-07-10T18:46:49.753" v="943"/>
          <ac:grpSpMkLst>
            <pc:docMk/>
            <pc:sldMk cId="1157765011" sldId="260"/>
            <ac:grpSpMk id="31" creationId="{9AC1ADB9-1565-6BE8-3236-B09C888AB229}"/>
          </ac:grpSpMkLst>
        </pc:grpChg>
        <pc:grpChg chg="add mod">
          <ac:chgData name="adilton junio" userId="66b3fade76ecdf97" providerId="LiveId" clId="{8F999EC3-B0A5-4B42-B8F8-F3CA06713860}" dt="2024-07-08T13:02:00.650" v="210" actId="165"/>
          <ac:grpSpMkLst>
            <pc:docMk/>
            <pc:sldMk cId="1157765011" sldId="260"/>
            <ac:grpSpMk id="33" creationId="{9B374B9D-AA17-522D-F2D6-C23F6214D76C}"/>
          </ac:grpSpMkLst>
        </pc:grpChg>
        <pc:grpChg chg="add mod">
          <ac:chgData name="adilton junio" userId="66b3fade76ecdf97" providerId="LiveId" clId="{8F999EC3-B0A5-4B42-B8F8-F3CA06713860}" dt="2024-07-08T13:02:00.650" v="210" actId="165"/>
          <ac:grpSpMkLst>
            <pc:docMk/>
            <pc:sldMk cId="1157765011" sldId="260"/>
            <ac:grpSpMk id="34" creationId="{4D2EE164-0CCE-B893-D087-5A53E15F3279}"/>
          </ac:grpSpMkLst>
        </pc:grpChg>
        <pc:grpChg chg="mod">
          <ac:chgData name="adilton junio" userId="66b3fade76ecdf97" providerId="LiveId" clId="{8F999EC3-B0A5-4B42-B8F8-F3CA06713860}" dt="2024-07-08T13:02:00.650" v="210" actId="165"/>
          <ac:grpSpMkLst>
            <pc:docMk/>
            <pc:sldMk cId="1157765011" sldId="260"/>
            <ac:grpSpMk id="35" creationId="{52BBC6B2-030C-D773-A60C-B7F782102E5A}"/>
          </ac:grpSpMkLst>
        </pc:grpChg>
        <pc:grpChg chg="del mod">
          <ac:chgData name="adilton junio" userId="66b3fade76ecdf97" providerId="LiveId" clId="{8F999EC3-B0A5-4B42-B8F8-F3CA06713860}" dt="2024-07-08T12:34:08.638" v="121" actId="478"/>
          <ac:grpSpMkLst>
            <pc:docMk/>
            <pc:sldMk cId="1157765011" sldId="260"/>
            <ac:grpSpMk id="37" creationId="{13E58E6B-3567-21FD-EFB3-ED9FA1064BBD}"/>
          </ac:grpSpMkLst>
        </pc:grpChg>
        <pc:grpChg chg="add del mod">
          <ac:chgData name="adilton junio" userId="66b3fade76ecdf97" providerId="LiveId" clId="{8F999EC3-B0A5-4B42-B8F8-F3CA06713860}" dt="2024-07-10T18:41:44.523" v="844" actId="165"/>
          <ac:grpSpMkLst>
            <pc:docMk/>
            <pc:sldMk cId="1157765011" sldId="260"/>
            <ac:grpSpMk id="39" creationId="{94B59AEF-FA08-7915-A111-55C13D45E92A}"/>
          </ac:grpSpMkLst>
        </pc:grpChg>
        <pc:grpChg chg="del mod topLvl">
          <ac:chgData name="adilton junio" userId="66b3fade76ecdf97" providerId="LiveId" clId="{8F999EC3-B0A5-4B42-B8F8-F3CA06713860}" dt="2024-07-10T18:41:48.600" v="845" actId="165"/>
          <ac:grpSpMkLst>
            <pc:docMk/>
            <pc:sldMk cId="1157765011" sldId="260"/>
            <ac:grpSpMk id="40" creationId="{25149946-A1B5-508B-BBDF-572D6E374EE7}"/>
          </ac:grpSpMkLst>
        </pc:grpChg>
        <pc:grpChg chg="del mod topLvl">
          <ac:chgData name="adilton junio" userId="66b3fade76ecdf97" providerId="LiveId" clId="{8F999EC3-B0A5-4B42-B8F8-F3CA06713860}" dt="2024-07-10T18:41:53.787" v="846" actId="165"/>
          <ac:grpSpMkLst>
            <pc:docMk/>
            <pc:sldMk cId="1157765011" sldId="260"/>
            <ac:grpSpMk id="45" creationId="{34397F48-0B53-FA9F-C12E-1F2C89345EDC}"/>
          </ac:grpSpMkLst>
        </pc:grpChg>
        <pc:grpChg chg="mod topLvl">
          <ac:chgData name="adilton junio" userId="66b3fade76ecdf97" providerId="LiveId" clId="{8F999EC3-B0A5-4B42-B8F8-F3CA06713860}" dt="2024-07-10T18:47:05.553" v="952"/>
          <ac:grpSpMkLst>
            <pc:docMk/>
            <pc:sldMk cId="1157765011" sldId="260"/>
            <ac:grpSpMk id="47" creationId="{E9DD7969-318F-02E6-71A3-FC244D64BA48}"/>
          </ac:grpSpMkLst>
        </pc:grpChg>
        <pc:grpChg chg="mod topLvl">
          <ac:chgData name="adilton junio" userId="66b3fade76ecdf97" providerId="LiveId" clId="{8F999EC3-B0A5-4B42-B8F8-F3CA06713860}" dt="2024-07-10T18:47:05.553" v="952"/>
          <ac:grpSpMkLst>
            <pc:docMk/>
            <pc:sldMk cId="1157765011" sldId="260"/>
            <ac:grpSpMk id="48" creationId="{49B0B582-45E7-721D-B26F-EED883463355}"/>
          </ac:grpSpMkLst>
        </pc:grpChg>
        <pc:grpChg chg="del mod topLvl">
          <ac:chgData name="adilton junio" userId="66b3fade76ecdf97" providerId="LiveId" clId="{8F999EC3-B0A5-4B42-B8F8-F3CA06713860}" dt="2024-07-10T18:42:00.180" v="850" actId="478"/>
          <ac:grpSpMkLst>
            <pc:docMk/>
            <pc:sldMk cId="1157765011" sldId="260"/>
            <ac:grpSpMk id="49" creationId="{8C3C091D-4F18-7242-7FB1-B318FC6EDD3E}"/>
          </ac:grpSpMkLst>
        </pc:grpChg>
        <pc:grpChg chg="add mod ord">
          <ac:chgData name="adilton junio" userId="66b3fade76ecdf97" providerId="LiveId" clId="{8F999EC3-B0A5-4B42-B8F8-F3CA06713860}" dt="2024-07-08T13:03:09.810" v="239" actId="164"/>
          <ac:grpSpMkLst>
            <pc:docMk/>
            <pc:sldMk cId="1157765011" sldId="260"/>
            <ac:grpSpMk id="55" creationId="{AEB2E31F-DB1F-1FC4-3245-CB8A6272E356}"/>
          </ac:grpSpMkLst>
        </pc:grpChg>
        <pc:grpChg chg="add del mod">
          <ac:chgData name="adilton junio" userId="66b3fade76ecdf97" providerId="LiveId" clId="{8F999EC3-B0A5-4B42-B8F8-F3CA06713860}" dt="2024-07-08T14:58:22.104" v="297" actId="478"/>
          <ac:grpSpMkLst>
            <pc:docMk/>
            <pc:sldMk cId="1157765011" sldId="260"/>
            <ac:grpSpMk id="56" creationId="{69849317-4289-4816-37C0-C235B2D0A525}"/>
          </ac:grpSpMkLst>
        </pc:grpChg>
        <pc:grpChg chg="add del mod topLvl">
          <ac:chgData name="adilton junio" userId="66b3fade76ecdf97" providerId="LiveId" clId="{8F999EC3-B0A5-4B42-B8F8-F3CA06713860}" dt="2024-07-08T13:02:02.310" v="211" actId="478"/>
          <ac:grpSpMkLst>
            <pc:docMk/>
            <pc:sldMk cId="1157765011" sldId="260"/>
            <ac:grpSpMk id="57" creationId="{BB9A50D8-783E-DBE9-48C6-6FFBEB3EA2CC}"/>
          </ac:grpSpMkLst>
        </pc:grpChg>
        <pc:grpChg chg="add mod">
          <ac:chgData name="adilton junio" userId="66b3fade76ecdf97" providerId="LiveId" clId="{8F999EC3-B0A5-4B42-B8F8-F3CA06713860}" dt="2024-07-10T18:47:05.553" v="952"/>
          <ac:grpSpMkLst>
            <pc:docMk/>
            <pc:sldMk cId="1157765011" sldId="260"/>
            <ac:grpSpMk id="60" creationId="{6361A8AF-17BA-16DD-4DFF-B783799C8764}"/>
          </ac:grpSpMkLst>
        </pc:grpChg>
        <pc:grpChg chg="add mod">
          <ac:chgData name="adilton junio" userId="66b3fade76ecdf97" providerId="LiveId" clId="{8F999EC3-B0A5-4B42-B8F8-F3CA06713860}" dt="2024-07-10T18:46:49.753" v="943"/>
          <ac:grpSpMkLst>
            <pc:docMk/>
            <pc:sldMk cId="1157765011" sldId="260"/>
            <ac:grpSpMk id="61" creationId="{26CA0D58-E63A-2E4E-9FCD-D6B39F2F38DA}"/>
          </ac:grpSpMkLst>
        </pc:grpChg>
        <pc:grpChg chg="add del mod">
          <ac:chgData name="adilton junio" userId="66b3fade76ecdf97" providerId="LiveId" clId="{8F999EC3-B0A5-4B42-B8F8-F3CA06713860}" dt="2024-07-08T12:33:38.972" v="114" actId="478"/>
          <ac:grpSpMkLst>
            <pc:docMk/>
            <pc:sldMk cId="1157765011" sldId="260"/>
            <ac:grpSpMk id="63" creationId="{58384423-3DE1-0EF6-6CFC-E5550400CEF4}"/>
          </ac:grpSpMkLst>
        </pc:grpChg>
        <pc:grpChg chg="mod">
          <ac:chgData name="adilton junio" userId="66b3fade76ecdf97" providerId="LiveId" clId="{8F999EC3-B0A5-4B42-B8F8-F3CA06713860}" dt="2024-07-08T12:33:33.880" v="113"/>
          <ac:grpSpMkLst>
            <pc:docMk/>
            <pc:sldMk cId="1157765011" sldId="260"/>
            <ac:grpSpMk id="64" creationId="{3D5EDD53-9C89-48E5-9FE5-7F612905DA88}"/>
          </ac:grpSpMkLst>
        </pc:grpChg>
        <pc:grpChg chg="add mod">
          <ac:chgData name="adilton junio" userId="66b3fade76ecdf97" providerId="LiveId" clId="{8F999EC3-B0A5-4B42-B8F8-F3CA06713860}" dt="2024-07-10T18:47:05.553" v="952"/>
          <ac:grpSpMkLst>
            <pc:docMk/>
            <pc:sldMk cId="1157765011" sldId="260"/>
            <ac:grpSpMk id="65" creationId="{279673C1-722B-EC4B-80C2-0A09F8222520}"/>
          </ac:grpSpMkLst>
        </pc:grpChg>
        <pc:grpChg chg="mod">
          <ac:chgData name="adilton junio" userId="66b3fade76ecdf97" providerId="LiveId" clId="{8F999EC3-B0A5-4B42-B8F8-F3CA06713860}" dt="2024-07-08T12:33:33.880" v="113"/>
          <ac:grpSpMkLst>
            <pc:docMk/>
            <pc:sldMk cId="1157765011" sldId="260"/>
            <ac:grpSpMk id="65" creationId="{3BC1F7CD-AF4B-39B6-CCB6-58BC5901C9F7}"/>
          </ac:grpSpMkLst>
        </pc:grpChg>
        <pc:grpChg chg="mod">
          <ac:chgData name="adilton junio" userId="66b3fade76ecdf97" providerId="LiveId" clId="{8F999EC3-B0A5-4B42-B8F8-F3CA06713860}" dt="2024-07-08T12:33:33.880" v="113"/>
          <ac:grpSpMkLst>
            <pc:docMk/>
            <pc:sldMk cId="1157765011" sldId="260"/>
            <ac:grpSpMk id="66" creationId="{BAEBDF0D-9DD2-41CB-07E9-19724CE2FD21}"/>
          </ac:grpSpMkLst>
        </pc:grpChg>
        <pc:grpChg chg="mod">
          <ac:chgData name="adilton junio" userId="66b3fade76ecdf97" providerId="LiveId" clId="{8F999EC3-B0A5-4B42-B8F8-F3CA06713860}" dt="2024-07-08T12:33:33.880" v="113"/>
          <ac:grpSpMkLst>
            <pc:docMk/>
            <pc:sldMk cId="1157765011" sldId="260"/>
            <ac:grpSpMk id="67" creationId="{F3074510-B12E-7905-0E0F-8B0C1CC84EF5}"/>
          </ac:grpSpMkLst>
        </pc:grpChg>
        <pc:grpChg chg="add mod">
          <ac:chgData name="adilton junio" userId="66b3fade76ecdf97" providerId="LiveId" clId="{8F999EC3-B0A5-4B42-B8F8-F3CA06713860}" dt="2024-07-10T18:44:54.940" v="894" actId="1076"/>
          <ac:grpSpMkLst>
            <pc:docMk/>
            <pc:sldMk cId="1157765011" sldId="260"/>
            <ac:grpSpMk id="71" creationId="{09C146E2-CE1B-CF19-12CA-E31EE945F65C}"/>
          </ac:grpSpMkLst>
        </pc:grpChg>
        <pc:grpChg chg="mod">
          <ac:chgData name="adilton junio" userId="66b3fade76ecdf97" providerId="LiveId" clId="{8F999EC3-B0A5-4B42-B8F8-F3CA06713860}" dt="2024-07-08T12:33:33.880" v="113"/>
          <ac:grpSpMkLst>
            <pc:docMk/>
            <pc:sldMk cId="1157765011" sldId="260"/>
            <ac:grpSpMk id="74" creationId="{584612F3-35FF-00AF-86D0-A445B57FF70B}"/>
          </ac:grpSpMkLst>
        </pc:grpChg>
        <pc:grpChg chg="mod">
          <ac:chgData name="adilton junio" userId="66b3fade76ecdf97" providerId="LiveId" clId="{8F999EC3-B0A5-4B42-B8F8-F3CA06713860}" dt="2024-07-08T12:33:33.880" v="113"/>
          <ac:grpSpMkLst>
            <pc:docMk/>
            <pc:sldMk cId="1157765011" sldId="260"/>
            <ac:grpSpMk id="75" creationId="{9BCBE37B-DAF4-1D2C-52DF-0853D05154C3}"/>
          </ac:grpSpMkLst>
        </pc:grpChg>
        <pc:grpChg chg="add del mod">
          <ac:chgData name="adilton junio" userId="66b3fade76ecdf97" providerId="LiveId" clId="{8F999EC3-B0A5-4B42-B8F8-F3CA06713860}" dt="2024-07-08T12:35:01.605" v="127" actId="165"/>
          <ac:grpSpMkLst>
            <pc:docMk/>
            <pc:sldMk cId="1157765011" sldId="260"/>
            <ac:grpSpMk id="82" creationId="{3C64A06F-B3CB-E8AF-C3DE-0C3E343F289F}"/>
          </ac:grpSpMkLst>
        </pc:grpChg>
        <pc:grpChg chg="add del mod topLvl">
          <ac:chgData name="adilton junio" userId="66b3fade76ecdf97" providerId="LiveId" clId="{8F999EC3-B0A5-4B42-B8F8-F3CA06713860}" dt="2024-07-08T14:57:49.694" v="287" actId="164"/>
          <ac:grpSpMkLst>
            <pc:docMk/>
            <pc:sldMk cId="1157765011" sldId="260"/>
            <ac:grpSpMk id="83" creationId="{CB13F7FC-8194-6268-C612-2FC2D00D672F}"/>
          </ac:grpSpMkLst>
        </pc:grpChg>
        <pc:grpChg chg="del mod topLvl">
          <ac:chgData name="adilton junio" userId="66b3fade76ecdf97" providerId="LiveId" clId="{8F999EC3-B0A5-4B42-B8F8-F3CA06713860}" dt="2024-07-08T13:02:03.096" v="212" actId="478"/>
          <ac:grpSpMkLst>
            <pc:docMk/>
            <pc:sldMk cId="1157765011" sldId="260"/>
            <ac:grpSpMk id="84" creationId="{FEA6E910-01EF-ACC8-9D2A-2D2A578209A5}"/>
          </ac:grpSpMkLst>
        </pc:grpChg>
        <pc:grpChg chg="mod">
          <ac:chgData name="adilton junio" userId="66b3fade76ecdf97" providerId="LiveId" clId="{8F999EC3-B0A5-4B42-B8F8-F3CA06713860}" dt="2024-07-08T13:02:00.650" v="210" actId="165"/>
          <ac:grpSpMkLst>
            <pc:docMk/>
            <pc:sldMk cId="1157765011" sldId="260"/>
            <ac:grpSpMk id="85" creationId="{40035B1C-B094-05AE-B7F6-327DBD58DA62}"/>
          </ac:grpSpMkLst>
        </pc:grpChg>
        <pc:grpChg chg="del mod">
          <ac:chgData name="adilton junio" userId="66b3fade76ecdf97" providerId="LiveId" clId="{8F999EC3-B0A5-4B42-B8F8-F3CA06713860}" dt="2024-07-08T12:34:13.343" v="124" actId="478"/>
          <ac:grpSpMkLst>
            <pc:docMk/>
            <pc:sldMk cId="1157765011" sldId="260"/>
            <ac:grpSpMk id="86" creationId="{789ADCEE-EE4E-974B-2AA2-D464DE89BAB0}"/>
          </ac:grpSpMkLst>
        </pc:grpChg>
        <pc:grpChg chg="mod">
          <ac:chgData name="adilton junio" userId="66b3fade76ecdf97" providerId="LiveId" clId="{8F999EC3-B0A5-4B42-B8F8-F3CA06713860}" dt="2024-07-08T13:02:00.650" v="210" actId="165"/>
          <ac:grpSpMkLst>
            <pc:docMk/>
            <pc:sldMk cId="1157765011" sldId="260"/>
            <ac:grpSpMk id="93" creationId="{21CD37F9-4E30-7486-1ECE-36A4854B38DB}"/>
          </ac:grpSpMkLst>
        </pc:grpChg>
        <pc:grpChg chg="mod">
          <ac:chgData name="adilton junio" userId="66b3fade76ecdf97" providerId="LiveId" clId="{8F999EC3-B0A5-4B42-B8F8-F3CA06713860}" dt="2024-07-08T13:02:00.650" v="210" actId="165"/>
          <ac:grpSpMkLst>
            <pc:docMk/>
            <pc:sldMk cId="1157765011" sldId="260"/>
            <ac:grpSpMk id="94" creationId="{EB166053-7A4F-8A95-E85B-D19E7E5BE88C}"/>
          </ac:grpSpMkLst>
        </pc:grpChg>
        <pc:grpChg chg="add del mod">
          <ac:chgData name="adilton junio" userId="66b3fade76ecdf97" providerId="LiveId" clId="{8F999EC3-B0A5-4B42-B8F8-F3CA06713860}" dt="2024-07-08T13:02:00.650" v="210" actId="165"/>
          <ac:grpSpMkLst>
            <pc:docMk/>
            <pc:sldMk cId="1157765011" sldId="260"/>
            <ac:grpSpMk id="101" creationId="{0865B71C-96BB-AE53-7607-6BB08F3328FD}"/>
          </ac:grpSpMkLst>
        </pc:grpChg>
        <pc:grpChg chg="add del mod">
          <ac:chgData name="adilton junio" userId="66b3fade76ecdf97" providerId="LiveId" clId="{8F999EC3-B0A5-4B42-B8F8-F3CA06713860}" dt="2024-07-08T14:57:49.694" v="287" actId="164"/>
          <ac:grpSpMkLst>
            <pc:docMk/>
            <pc:sldMk cId="1157765011" sldId="260"/>
            <ac:grpSpMk id="107" creationId="{15CFD296-24B7-0E2F-BF1D-16FA373388F8}"/>
          </ac:grpSpMkLst>
        </pc:grpChg>
        <pc:grpChg chg="add del mod">
          <ac:chgData name="adilton junio" userId="66b3fade76ecdf97" providerId="LiveId" clId="{8F999EC3-B0A5-4B42-B8F8-F3CA06713860}" dt="2024-07-08T14:58:23.686" v="298" actId="478"/>
          <ac:grpSpMkLst>
            <pc:docMk/>
            <pc:sldMk cId="1157765011" sldId="260"/>
            <ac:grpSpMk id="108" creationId="{FFBEE33A-C9CA-7890-C13C-D741CD32B5BB}"/>
          </ac:grpSpMkLst>
        </pc:grpChg>
        <pc:picChg chg="del">
          <ac:chgData name="adilton junio" userId="66b3fade76ecdf97" providerId="LiveId" clId="{8F999EC3-B0A5-4B42-B8F8-F3CA06713860}" dt="2024-07-10T18:27:03.107" v="647" actId="478"/>
          <ac:picMkLst>
            <pc:docMk/>
            <pc:sldMk cId="1157765011" sldId="260"/>
            <ac:picMk id="25" creationId="{AF015A9F-E8B6-3883-6C4F-8B5CCF3E1743}"/>
          </ac:picMkLst>
        </pc:picChg>
        <pc:picChg chg="add mod modCrop">
          <ac:chgData name="adilton junio" userId="66b3fade76ecdf97" providerId="LiveId" clId="{8F999EC3-B0A5-4B42-B8F8-F3CA06713860}" dt="2024-07-08T14:59:02.109" v="312" actId="1037"/>
          <ac:picMkLst>
            <pc:docMk/>
            <pc:sldMk cId="1157765011" sldId="260"/>
            <ac:picMk id="110" creationId="{28E6BA5D-18FD-7AD0-9B5C-C194F7251D9A}"/>
          </ac:picMkLst>
        </pc:picChg>
        <pc:cxnChg chg="add mod ord">
          <ac:chgData name="adilton junio" userId="66b3fade76ecdf97" providerId="LiveId" clId="{8F999EC3-B0A5-4B42-B8F8-F3CA06713860}" dt="2024-07-10T18:46:49.753" v="943"/>
          <ac:cxnSpMkLst>
            <pc:docMk/>
            <pc:sldMk cId="1157765011" sldId="260"/>
            <ac:cxnSpMk id="3" creationId="{B5DA88E5-DFAC-4413-9EA3-5B5EAE05FC5C}"/>
          </ac:cxnSpMkLst>
        </pc:cxnChg>
        <pc:cxnChg chg="del">
          <ac:chgData name="adilton junio" userId="66b3fade76ecdf97" providerId="LiveId" clId="{8F999EC3-B0A5-4B42-B8F8-F3CA06713860}" dt="2024-07-10T18:27:45.422" v="650" actId="478"/>
          <ac:cxnSpMkLst>
            <pc:docMk/>
            <pc:sldMk cId="1157765011" sldId="260"/>
            <ac:cxnSpMk id="12" creationId="{B8A5B252-CF86-24D4-C8F9-87361D387AB8}"/>
          </ac:cxnSpMkLst>
        </pc:cxnChg>
        <pc:cxnChg chg="del mod">
          <ac:chgData name="adilton junio" userId="66b3fade76ecdf97" providerId="LiveId" clId="{8F999EC3-B0A5-4B42-B8F8-F3CA06713860}" dt="2024-07-10T21:34:59.593" v="1248" actId="478"/>
          <ac:cxnSpMkLst>
            <pc:docMk/>
            <pc:sldMk cId="1157765011" sldId="260"/>
            <ac:cxnSpMk id="16" creationId="{F66AC23B-F9E1-A736-876B-8C830B352A1B}"/>
          </ac:cxnSpMkLst>
        </pc:cxnChg>
        <pc:cxnChg chg="mod ord">
          <ac:chgData name="adilton junio" userId="66b3fade76ecdf97" providerId="LiveId" clId="{8F999EC3-B0A5-4B42-B8F8-F3CA06713860}" dt="2024-07-10T18:46:49.753" v="943"/>
          <ac:cxnSpMkLst>
            <pc:docMk/>
            <pc:sldMk cId="1157765011" sldId="260"/>
            <ac:cxnSpMk id="18" creationId="{F253055D-73BC-BC5E-DE5E-81E06284BA7B}"/>
          </ac:cxnSpMkLst>
        </pc:cxnChg>
        <pc:cxnChg chg="mod ord">
          <ac:chgData name="adilton junio" userId="66b3fade76ecdf97" providerId="LiveId" clId="{8F999EC3-B0A5-4B42-B8F8-F3CA06713860}" dt="2024-07-10T18:46:49.753" v="943"/>
          <ac:cxnSpMkLst>
            <pc:docMk/>
            <pc:sldMk cId="1157765011" sldId="260"/>
            <ac:cxnSpMk id="20" creationId="{4B8DC4AF-3295-8623-710A-368D5F5294D8}"/>
          </ac:cxnSpMkLst>
        </pc:cxnChg>
        <pc:cxnChg chg="mod topLvl">
          <ac:chgData name="adilton junio" userId="66b3fade76ecdf97" providerId="LiveId" clId="{8F999EC3-B0A5-4B42-B8F8-F3CA06713860}" dt="2024-07-10T18:47:05.553" v="952"/>
          <ac:cxnSpMkLst>
            <pc:docMk/>
            <pc:sldMk cId="1157765011" sldId="260"/>
            <ac:cxnSpMk id="43" creationId="{70FF4037-3FC2-5010-F8AD-77CBA46D0041}"/>
          </ac:cxnSpMkLst>
        </pc:cxnChg>
        <pc:cxnChg chg="add mod">
          <ac:chgData name="adilton junio" userId="66b3fade76ecdf97" providerId="LiveId" clId="{8F999EC3-B0A5-4B42-B8F8-F3CA06713860}" dt="2024-07-08T13:04:11.924" v="251" actId="1076"/>
          <ac:cxnSpMkLst>
            <pc:docMk/>
            <pc:sldMk cId="1157765011" sldId="260"/>
            <ac:cxnSpMk id="48" creationId="{E007C193-E1E4-B23F-0737-A0A33B63127E}"/>
          </ac:cxnSpMkLst>
        </pc:cxnChg>
        <pc:cxnChg chg="mod">
          <ac:chgData name="adilton junio" userId="66b3fade76ecdf97" providerId="LiveId" clId="{8F999EC3-B0A5-4B42-B8F8-F3CA06713860}" dt="2024-07-10T18:41:48.600" v="845" actId="165"/>
          <ac:cxnSpMkLst>
            <pc:docMk/>
            <pc:sldMk cId="1157765011" sldId="260"/>
            <ac:cxnSpMk id="51" creationId="{E91D9FB8-7192-28CB-45DC-A6862E1CB41F}"/>
          </ac:cxnSpMkLst>
        </pc:cxnChg>
        <pc:cxnChg chg="mod">
          <ac:chgData name="adilton junio" userId="66b3fade76ecdf97" providerId="LiveId" clId="{8F999EC3-B0A5-4B42-B8F8-F3CA06713860}" dt="2024-07-10T18:47:05.553" v="952"/>
          <ac:cxnSpMkLst>
            <pc:docMk/>
            <pc:sldMk cId="1157765011" sldId="260"/>
            <ac:cxnSpMk id="53" creationId="{1BED5C77-E7A0-06C2-836A-9D7B819B805D}"/>
          </ac:cxnSpMkLst>
        </pc:cxnChg>
        <pc:cxnChg chg="add mod">
          <ac:chgData name="adilton junio" userId="66b3fade76ecdf97" providerId="LiveId" clId="{8F999EC3-B0A5-4B42-B8F8-F3CA06713860}" dt="2024-07-08T13:03:09.810" v="239" actId="164"/>
          <ac:cxnSpMkLst>
            <pc:docMk/>
            <pc:sldMk cId="1157765011" sldId="260"/>
            <ac:cxnSpMk id="53" creationId="{C7B65055-04E8-6DA9-E309-9BFDC4681B9D}"/>
          </ac:cxnSpMkLst>
        </pc:cxnChg>
        <pc:cxnChg chg="mod">
          <ac:chgData name="adilton junio" userId="66b3fade76ecdf97" providerId="LiveId" clId="{8F999EC3-B0A5-4B42-B8F8-F3CA06713860}" dt="2024-07-10T18:47:05.553" v="952"/>
          <ac:cxnSpMkLst>
            <pc:docMk/>
            <pc:sldMk cId="1157765011" sldId="260"/>
            <ac:cxnSpMk id="55" creationId="{04185AC0-818D-AE1B-A94A-422B918EC5CB}"/>
          </ac:cxnSpMkLst>
        </pc:cxnChg>
      </pc:sldChg>
      <pc:sldChg chg="addSp delSp modSp add del mod">
        <pc:chgData name="adilton junio" userId="66b3fade76ecdf97" providerId="LiveId" clId="{8F999EC3-B0A5-4B42-B8F8-F3CA06713860}" dt="2024-07-10T20:39:27.321" v="1231" actId="47"/>
        <pc:sldMkLst>
          <pc:docMk/>
          <pc:sldMk cId="3406095883" sldId="261"/>
        </pc:sldMkLst>
        <pc:spChg chg="del">
          <ac:chgData name="adilton junio" userId="66b3fade76ecdf97" providerId="LiveId" clId="{8F999EC3-B0A5-4B42-B8F8-F3CA06713860}" dt="2024-07-10T17:02:31.321" v="339" actId="478"/>
          <ac:spMkLst>
            <pc:docMk/>
            <pc:sldMk cId="3406095883" sldId="261"/>
            <ac:spMk id="2" creationId="{5190BEF2-9F43-A48F-4ECB-F20D4FF0E227}"/>
          </ac:spMkLst>
        </pc:spChg>
        <pc:spChg chg="mod">
          <ac:chgData name="adilton junio" userId="66b3fade76ecdf97" providerId="LiveId" clId="{8F999EC3-B0A5-4B42-B8F8-F3CA06713860}" dt="2024-07-10T18:45:47.163" v="922" actId="20577"/>
          <ac:spMkLst>
            <pc:docMk/>
            <pc:sldMk cId="3406095883" sldId="261"/>
            <ac:spMk id="7" creationId="{14CC4BDD-6C75-2284-8648-D592C4CDAEEC}"/>
          </ac:spMkLst>
        </pc:spChg>
        <pc:spChg chg="mod topLvl">
          <ac:chgData name="adilton junio" userId="66b3fade76ecdf97" providerId="LiveId" clId="{8F999EC3-B0A5-4B42-B8F8-F3CA06713860}" dt="2024-07-10T17:48:04.048" v="533"/>
          <ac:spMkLst>
            <pc:docMk/>
            <pc:sldMk cId="3406095883" sldId="261"/>
            <ac:spMk id="10" creationId="{0ED07B2E-EEA9-9217-B2AE-353BC46BEA9D}"/>
          </ac:spMkLst>
        </pc:spChg>
        <pc:spChg chg="add mod">
          <ac:chgData name="adilton junio" userId="66b3fade76ecdf97" providerId="LiveId" clId="{8F999EC3-B0A5-4B42-B8F8-F3CA06713860}" dt="2024-07-10T17:50:59.491" v="567" actId="20577"/>
          <ac:spMkLst>
            <pc:docMk/>
            <pc:sldMk cId="3406095883" sldId="261"/>
            <ac:spMk id="11" creationId="{383CF717-F3EC-77F7-D516-357AE5E36132}"/>
          </ac:spMkLst>
        </pc:spChg>
        <pc:spChg chg="add mod">
          <ac:chgData name="adilton junio" userId="66b3fade76ecdf97" providerId="LiveId" clId="{8F999EC3-B0A5-4B42-B8F8-F3CA06713860}" dt="2024-07-10T17:48:43.610" v="552" actId="164"/>
          <ac:spMkLst>
            <pc:docMk/>
            <pc:sldMk cId="3406095883" sldId="261"/>
            <ac:spMk id="13" creationId="{9F05FD62-006B-61BB-EBB7-F75B9D57AED4}"/>
          </ac:spMkLst>
        </pc:spChg>
        <pc:spChg chg="add mod">
          <ac:chgData name="adilton junio" userId="66b3fade76ecdf97" providerId="LiveId" clId="{8F999EC3-B0A5-4B42-B8F8-F3CA06713860}" dt="2024-07-10T17:48:43.610" v="552" actId="164"/>
          <ac:spMkLst>
            <pc:docMk/>
            <pc:sldMk cId="3406095883" sldId="261"/>
            <ac:spMk id="14" creationId="{CCF53F2B-1FEC-4564-DD24-162C99A1DDA1}"/>
          </ac:spMkLst>
        </pc:spChg>
        <pc:spChg chg="add mod">
          <ac:chgData name="adilton junio" userId="66b3fade76ecdf97" providerId="LiveId" clId="{8F999EC3-B0A5-4B42-B8F8-F3CA06713860}" dt="2024-07-10T18:05:39.093" v="646" actId="20577"/>
          <ac:spMkLst>
            <pc:docMk/>
            <pc:sldMk cId="3406095883" sldId="261"/>
            <ac:spMk id="17" creationId="{AB1DA2AC-C0FE-5AC8-EC0E-0FEF9508B37E}"/>
          </ac:spMkLst>
        </pc:spChg>
        <pc:spChg chg="mod">
          <ac:chgData name="adilton junio" userId="66b3fade76ecdf97" providerId="LiveId" clId="{8F999EC3-B0A5-4B42-B8F8-F3CA06713860}" dt="2024-07-10T17:45:51.373" v="499" actId="403"/>
          <ac:spMkLst>
            <pc:docMk/>
            <pc:sldMk cId="3406095883" sldId="261"/>
            <ac:spMk id="26" creationId="{BFD6B590-B523-9A0C-7A82-8B1469D11C18}"/>
          </ac:spMkLst>
        </pc:spChg>
        <pc:spChg chg="mod">
          <ac:chgData name="adilton junio" userId="66b3fade76ecdf97" providerId="LiveId" clId="{8F999EC3-B0A5-4B42-B8F8-F3CA06713860}" dt="2024-07-10T17:45:53.349" v="500" actId="14100"/>
          <ac:spMkLst>
            <pc:docMk/>
            <pc:sldMk cId="3406095883" sldId="261"/>
            <ac:spMk id="27" creationId="{15F53F5C-0D1C-2A33-6416-D1C7857487A1}"/>
          </ac:spMkLst>
        </pc:spChg>
        <pc:spChg chg="del">
          <ac:chgData name="adilton junio" userId="66b3fade76ecdf97" providerId="LiveId" clId="{8F999EC3-B0A5-4B42-B8F8-F3CA06713860}" dt="2024-07-10T17:00:21.131" v="319" actId="478"/>
          <ac:spMkLst>
            <pc:docMk/>
            <pc:sldMk cId="3406095883" sldId="261"/>
            <ac:spMk id="30" creationId="{CDD99590-823C-B810-F958-3630CE025979}"/>
          </ac:spMkLst>
        </pc:spChg>
        <pc:spChg chg="del">
          <ac:chgData name="adilton junio" userId="66b3fade76ecdf97" providerId="LiveId" clId="{8F999EC3-B0A5-4B42-B8F8-F3CA06713860}" dt="2024-07-10T17:00:21.131" v="319" actId="478"/>
          <ac:spMkLst>
            <pc:docMk/>
            <pc:sldMk cId="3406095883" sldId="261"/>
            <ac:spMk id="31" creationId="{E3935C5C-0366-B342-D6C2-E26ED0954C31}"/>
          </ac:spMkLst>
        </pc:spChg>
        <pc:spChg chg="del">
          <ac:chgData name="adilton junio" userId="66b3fade76ecdf97" providerId="LiveId" clId="{8F999EC3-B0A5-4B42-B8F8-F3CA06713860}" dt="2024-07-10T17:00:21.131" v="319" actId="478"/>
          <ac:spMkLst>
            <pc:docMk/>
            <pc:sldMk cId="3406095883" sldId="261"/>
            <ac:spMk id="33" creationId="{9A55EBFD-4AF1-A1EC-9D2D-BA4434BACEF7}"/>
          </ac:spMkLst>
        </pc:spChg>
        <pc:spChg chg="del">
          <ac:chgData name="adilton junio" userId="66b3fade76ecdf97" providerId="LiveId" clId="{8F999EC3-B0A5-4B42-B8F8-F3CA06713860}" dt="2024-07-10T17:02:29.020" v="337" actId="478"/>
          <ac:spMkLst>
            <pc:docMk/>
            <pc:sldMk cId="3406095883" sldId="261"/>
            <ac:spMk id="34" creationId="{898C49C5-814C-1386-43E2-54B3C507507B}"/>
          </ac:spMkLst>
        </pc:spChg>
        <pc:spChg chg="del">
          <ac:chgData name="adilton junio" userId="66b3fade76ecdf97" providerId="LiveId" clId="{8F999EC3-B0A5-4B42-B8F8-F3CA06713860}" dt="2024-07-10T17:00:21.131" v="319" actId="478"/>
          <ac:spMkLst>
            <pc:docMk/>
            <pc:sldMk cId="3406095883" sldId="261"/>
            <ac:spMk id="37" creationId="{3ADE8B1B-30F8-0E8B-5B01-E0861254B642}"/>
          </ac:spMkLst>
        </pc:spChg>
        <pc:spChg chg="del">
          <ac:chgData name="adilton junio" userId="66b3fade76ecdf97" providerId="LiveId" clId="{8F999EC3-B0A5-4B42-B8F8-F3CA06713860}" dt="2024-07-10T17:00:21.131" v="319" actId="478"/>
          <ac:spMkLst>
            <pc:docMk/>
            <pc:sldMk cId="3406095883" sldId="261"/>
            <ac:spMk id="38" creationId="{BE2E1706-344C-279C-9A1A-98F50C95C3FE}"/>
          </ac:spMkLst>
        </pc:spChg>
        <pc:spChg chg="del">
          <ac:chgData name="adilton junio" userId="66b3fade76ecdf97" providerId="LiveId" clId="{8F999EC3-B0A5-4B42-B8F8-F3CA06713860}" dt="2024-07-10T17:02:32.458" v="340" actId="478"/>
          <ac:spMkLst>
            <pc:docMk/>
            <pc:sldMk cId="3406095883" sldId="261"/>
            <ac:spMk id="39" creationId="{DDC0B1C0-326B-5A6A-6367-C5197EAFD90A}"/>
          </ac:spMkLst>
        </pc:spChg>
        <pc:spChg chg="del">
          <ac:chgData name="adilton junio" userId="66b3fade76ecdf97" providerId="LiveId" clId="{8F999EC3-B0A5-4B42-B8F8-F3CA06713860}" dt="2024-07-10T17:00:21.131" v="319" actId="478"/>
          <ac:spMkLst>
            <pc:docMk/>
            <pc:sldMk cId="3406095883" sldId="261"/>
            <ac:spMk id="49" creationId="{25273311-F996-ABEC-B724-ACD4416B9BD8}"/>
          </ac:spMkLst>
        </pc:spChg>
        <pc:spChg chg="del">
          <ac:chgData name="adilton junio" userId="66b3fade76ecdf97" providerId="LiveId" clId="{8F999EC3-B0A5-4B42-B8F8-F3CA06713860}" dt="2024-07-10T17:00:21.131" v="319" actId="478"/>
          <ac:spMkLst>
            <pc:docMk/>
            <pc:sldMk cId="3406095883" sldId="261"/>
            <ac:spMk id="51" creationId="{5F3DA4D8-0493-C4D1-54AC-18B0331399D6}"/>
          </ac:spMkLst>
        </pc:spChg>
        <pc:spChg chg="del">
          <ac:chgData name="adilton junio" userId="66b3fade76ecdf97" providerId="LiveId" clId="{8F999EC3-B0A5-4B42-B8F8-F3CA06713860}" dt="2024-07-10T17:02:30.078" v="338" actId="478"/>
          <ac:spMkLst>
            <pc:docMk/>
            <pc:sldMk cId="3406095883" sldId="261"/>
            <ac:spMk id="52" creationId="{CB6A626C-42BE-26BE-2F44-A7F8680C24BF}"/>
          </ac:spMkLst>
        </pc:spChg>
        <pc:spChg chg="del">
          <ac:chgData name="adilton junio" userId="66b3fade76ecdf97" providerId="LiveId" clId="{8F999EC3-B0A5-4B42-B8F8-F3CA06713860}" dt="2024-07-10T17:00:21.131" v="319" actId="478"/>
          <ac:spMkLst>
            <pc:docMk/>
            <pc:sldMk cId="3406095883" sldId="261"/>
            <ac:spMk id="53" creationId="{6FF6E52F-6DBB-57EB-C602-8C10273426FF}"/>
          </ac:spMkLst>
        </pc:spChg>
        <pc:spChg chg="del">
          <ac:chgData name="adilton junio" userId="66b3fade76ecdf97" providerId="LiveId" clId="{8F999EC3-B0A5-4B42-B8F8-F3CA06713860}" dt="2024-07-10T17:00:25.820" v="322" actId="478"/>
          <ac:spMkLst>
            <pc:docMk/>
            <pc:sldMk cId="3406095883" sldId="261"/>
            <ac:spMk id="54" creationId="{A4F3CD97-3E4C-E20C-001F-392E19689A2D}"/>
          </ac:spMkLst>
        </pc:spChg>
        <pc:spChg chg="del">
          <ac:chgData name="adilton junio" userId="66b3fade76ecdf97" providerId="LiveId" clId="{8F999EC3-B0A5-4B42-B8F8-F3CA06713860}" dt="2024-07-10T17:02:33.728" v="341" actId="478"/>
          <ac:spMkLst>
            <pc:docMk/>
            <pc:sldMk cId="3406095883" sldId="261"/>
            <ac:spMk id="64" creationId="{D56D16F1-26E3-62A7-45A8-3236147FBBC2}"/>
          </ac:spMkLst>
        </pc:spChg>
        <pc:spChg chg="ord">
          <ac:chgData name="adilton junio" userId="66b3fade76ecdf97" providerId="LiveId" clId="{8F999EC3-B0A5-4B42-B8F8-F3CA06713860}" dt="2024-07-10T17:47:57.318" v="531" actId="166"/>
          <ac:spMkLst>
            <pc:docMk/>
            <pc:sldMk cId="3406095883" sldId="261"/>
            <ac:spMk id="65" creationId="{0B1B13EB-D6C0-D3E4-9EEB-9763F150DFB0}"/>
          </ac:spMkLst>
        </pc:spChg>
        <pc:spChg chg="del mod">
          <ac:chgData name="adilton junio" userId="66b3fade76ecdf97" providerId="LiveId" clId="{8F999EC3-B0A5-4B42-B8F8-F3CA06713860}" dt="2024-07-10T17:00:27.212" v="324" actId="478"/>
          <ac:spMkLst>
            <pc:docMk/>
            <pc:sldMk cId="3406095883" sldId="261"/>
            <ac:spMk id="67" creationId="{01F4955E-C308-40AA-0F13-F830DDAF8B8E}"/>
          </ac:spMkLst>
        </pc:spChg>
        <pc:spChg chg="del mod topLvl">
          <ac:chgData name="adilton junio" userId="66b3fade76ecdf97" providerId="LiveId" clId="{8F999EC3-B0A5-4B42-B8F8-F3CA06713860}" dt="2024-07-10T17:46:42.739" v="510"/>
          <ac:spMkLst>
            <pc:docMk/>
            <pc:sldMk cId="3406095883" sldId="261"/>
            <ac:spMk id="70" creationId="{A7DECBBD-8841-8249-3E88-FD2983F91567}"/>
          </ac:spMkLst>
        </pc:spChg>
        <pc:spChg chg="mod">
          <ac:chgData name="adilton junio" userId="66b3fade76ecdf97" providerId="LiveId" clId="{8F999EC3-B0A5-4B42-B8F8-F3CA06713860}" dt="2024-07-10T17:46:02.583" v="502" actId="403"/>
          <ac:spMkLst>
            <pc:docMk/>
            <pc:sldMk cId="3406095883" sldId="261"/>
            <ac:spMk id="79" creationId="{78C0FF04-AA56-1C88-17A3-779370DEFD1F}"/>
          </ac:spMkLst>
        </pc:spChg>
        <pc:spChg chg="mod">
          <ac:chgData name="adilton junio" userId="66b3fade76ecdf97" providerId="LiveId" clId="{8F999EC3-B0A5-4B42-B8F8-F3CA06713860}" dt="2024-07-10T17:46:02.583" v="502" actId="403"/>
          <ac:spMkLst>
            <pc:docMk/>
            <pc:sldMk cId="3406095883" sldId="261"/>
            <ac:spMk id="81" creationId="{F61CB60A-CA70-A05D-4527-CDAF8DD857B1}"/>
          </ac:spMkLst>
        </pc:spChg>
        <pc:spChg chg="del">
          <ac:chgData name="adilton junio" userId="66b3fade76ecdf97" providerId="LiveId" clId="{8F999EC3-B0A5-4B42-B8F8-F3CA06713860}" dt="2024-07-10T17:34:00.952" v="356" actId="478"/>
          <ac:spMkLst>
            <pc:docMk/>
            <pc:sldMk cId="3406095883" sldId="261"/>
            <ac:spMk id="83" creationId="{31DD61BD-1C0D-CCF6-BF57-75F632416BE1}"/>
          </ac:spMkLst>
        </pc:spChg>
        <pc:spChg chg="del">
          <ac:chgData name="adilton junio" userId="66b3fade76ecdf97" providerId="LiveId" clId="{8F999EC3-B0A5-4B42-B8F8-F3CA06713860}" dt="2024-07-10T17:34:00.952" v="356" actId="478"/>
          <ac:spMkLst>
            <pc:docMk/>
            <pc:sldMk cId="3406095883" sldId="261"/>
            <ac:spMk id="84" creationId="{A07E6704-4334-705D-9954-39A0755B4789}"/>
          </ac:spMkLst>
        </pc:spChg>
        <pc:spChg chg="del">
          <ac:chgData name="adilton junio" userId="66b3fade76ecdf97" providerId="LiveId" clId="{8F999EC3-B0A5-4B42-B8F8-F3CA06713860}" dt="2024-07-10T17:34:00.952" v="356" actId="478"/>
          <ac:spMkLst>
            <pc:docMk/>
            <pc:sldMk cId="3406095883" sldId="261"/>
            <ac:spMk id="85" creationId="{30E39637-F7B9-4C5F-A4C3-8F739FD145C4}"/>
          </ac:spMkLst>
        </pc:spChg>
        <pc:spChg chg="del topLvl">
          <ac:chgData name="adilton junio" userId="66b3fade76ecdf97" providerId="LiveId" clId="{8F999EC3-B0A5-4B42-B8F8-F3CA06713860}" dt="2024-07-10T17:35:24.294" v="389" actId="478"/>
          <ac:spMkLst>
            <pc:docMk/>
            <pc:sldMk cId="3406095883" sldId="261"/>
            <ac:spMk id="107" creationId="{DE0EA366-401A-0B15-ECD8-6C476D682E13}"/>
          </ac:spMkLst>
        </pc:spChg>
        <pc:spChg chg="del topLvl">
          <ac:chgData name="adilton junio" userId="66b3fade76ecdf97" providerId="LiveId" clId="{8F999EC3-B0A5-4B42-B8F8-F3CA06713860}" dt="2024-07-10T17:35:23.239" v="388" actId="478"/>
          <ac:spMkLst>
            <pc:docMk/>
            <pc:sldMk cId="3406095883" sldId="261"/>
            <ac:spMk id="109" creationId="{56A910FF-B773-18D5-9E1D-FB2687CE109A}"/>
          </ac:spMkLst>
        </pc:spChg>
        <pc:spChg chg="del">
          <ac:chgData name="adilton junio" userId="66b3fade76ecdf97" providerId="LiveId" clId="{8F999EC3-B0A5-4B42-B8F8-F3CA06713860}" dt="2024-07-10T17:34:00.952" v="356" actId="478"/>
          <ac:spMkLst>
            <pc:docMk/>
            <pc:sldMk cId="3406095883" sldId="261"/>
            <ac:spMk id="113" creationId="{4E8AD4E2-5829-1B8F-6CC1-CC7216CD4A95}"/>
          </ac:spMkLst>
        </pc:spChg>
        <pc:grpChg chg="add del mod">
          <ac:chgData name="adilton junio" userId="66b3fade76ecdf97" providerId="LiveId" clId="{8F999EC3-B0A5-4B42-B8F8-F3CA06713860}" dt="2024-07-10T17:31:43.748" v="354" actId="478"/>
          <ac:grpSpMkLst>
            <pc:docMk/>
            <pc:sldMk cId="3406095883" sldId="261"/>
            <ac:grpSpMk id="8" creationId="{6A9CCAA0-FC9E-A0BB-96AC-6B0EBF1DF30E}"/>
          </ac:grpSpMkLst>
        </pc:grpChg>
        <pc:grpChg chg="add mod">
          <ac:chgData name="adilton junio" userId="66b3fade76ecdf97" providerId="LiveId" clId="{8F999EC3-B0A5-4B42-B8F8-F3CA06713860}" dt="2024-07-10T17:48:43.610" v="552" actId="164"/>
          <ac:grpSpMkLst>
            <pc:docMk/>
            <pc:sldMk cId="3406095883" sldId="261"/>
            <ac:grpSpMk id="16" creationId="{9A53B79F-4E38-920B-F708-9328BBE0B2FE}"/>
          </ac:grpSpMkLst>
        </pc:grpChg>
        <pc:grpChg chg="mod">
          <ac:chgData name="adilton junio" userId="66b3fade76ecdf97" providerId="LiveId" clId="{8F999EC3-B0A5-4B42-B8F8-F3CA06713860}" dt="2024-07-10T17:45:54.537" v="501" actId="1076"/>
          <ac:grpSpMkLst>
            <pc:docMk/>
            <pc:sldMk cId="3406095883" sldId="261"/>
            <ac:grpSpMk id="25" creationId="{395C7895-CD4E-B32B-4200-D5C2AEF760DC}"/>
          </ac:grpSpMkLst>
        </pc:grpChg>
        <pc:grpChg chg="del">
          <ac:chgData name="adilton junio" userId="66b3fade76ecdf97" providerId="LiveId" clId="{8F999EC3-B0A5-4B42-B8F8-F3CA06713860}" dt="2024-07-10T17:00:21.131" v="319" actId="478"/>
          <ac:grpSpMkLst>
            <pc:docMk/>
            <pc:sldMk cId="3406095883" sldId="261"/>
            <ac:grpSpMk id="56" creationId="{AD938466-4A1A-0E06-007F-D7BAC5505652}"/>
          </ac:grpSpMkLst>
        </pc:grpChg>
        <pc:grpChg chg="mod">
          <ac:chgData name="adilton junio" userId="66b3fade76ecdf97" providerId="LiveId" clId="{8F999EC3-B0A5-4B42-B8F8-F3CA06713860}" dt="2024-07-10T17:46:02.583" v="502" actId="403"/>
          <ac:grpSpMkLst>
            <pc:docMk/>
            <pc:sldMk cId="3406095883" sldId="261"/>
            <ac:grpSpMk id="78" creationId="{531F0A3C-3070-EFF3-D1E2-12B9C75B2749}"/>
          </ac:grpSpMkLst>
        </pc:grpChg>
        <pc:grpChg chg="del">
          <ac:chgData name="adilton junio" userId="66b3fade76ecdf97" providerId="LiveId" clId="{8F999EC3-B0A5-4B42-B8F8-F3CA06713860}" dt="2024-07-10T17:00:21.131" v="319" actId="478"/>
          <ac:grpSpMkLst>
            <pc:docMk/>
            <pc:sldMk cId="3406095883" sldId="261"/>
            <ac:grpSpMk id="91" creationId="{6A25F992-7E39-CDF2-66E0-734F3CA11411}"/>
          </ac:grpSpMkLst>
        </pc:grpChg>
        <pc:grpChg chg="del">
          <ac:chgData name="adilton junio" userId="66b3fade76ecdf97" providerId="LiveId" clId="{8F999EC3-B0A5-4B42-B8F8-F3CA06713860}" dt="2024-07-10T17:00:21.131" v="319" actId="478"/>
          <ac:grpSpMkLst>
            <pc:docMk/>
            <pc:sldMk cId="3406095883" sldId="261"/>
            <ac:grpSpMk id="98" creationId="{62A2726E-E952-5328-51BB-0319DE66EC1F}"/>
          </ac:grpSpMkLst>
        </pc:grpChg>
        <pc:grpChg chg="del">
          <ac:chgData name="adilton junio" userId="66b3fade76ecdf97" providerId="LiveId" clId="{8F999EC3-B0A5-4B42-B8F8-F3CA06713860}" dt="2024-07-10T17:00:21.131" v="319" actId="478"/>
          <ac:grpSpMkLst>
            <pc:docMk/>
            <pc:sldMk cId="3406095883" sldId="261"/>
            <ac:grpSpMk id="103" creationId="{8A293701-90E2-B12E-07D1-048244821135}"/>
          </ac:grpSpMkLst>
        </pc:grpChg>
        <pc:grpChg chg="del topLvl">
          <ac:chgData name="adilton junio" userId="66b3fade76ecdf97" providerId="LiveId" clId="{8F999EC3-B0A5-4B42-B8F8-F3CA06713860}" dt="2024-07-10T17:35:24.294" v="389" actId="478"/>
          <ac:grpSpMkLst>
            <pc:docMk/>
            <pc:sldMk cId="3406095883" sldId="261"/>
            <ac:grpSpMk id="108" creationId="{C7366F91-043F-FD71-E6CB-A8A347854022}"/>
          </ac:grpSpMkLst>
        </pc:grpChg>
        <pc:grpChg chg="del">
          <ac:chgData name="adilton junio" userId="66b3fade76ecdf97" providerId="LiveId" clId="{8F999EC3-B0A5-4B42-B8F8-F3CA06713860}" dt="2024-07-10T17:35:23.239" v="388" actId="478"/>
          <ac:grpSpMkLst>
            <pc:docMk/>
            <pc:sldMk cId="3406095883" sldId="261"/>
            <ac:grpSpMk id="110" creationId="{8497BA6C-89E3-8DC0-A90B-A4EF4DDAEBC8}"/>
          </ac:grpSpMkLst>
        </pc:grpChg>
        <pc:cxnChg chg="add del mod">
          <ac:chgData name="adilton junio" userId="66b3fade76ecdf97" providerId="LiveId" clId="{8F999EC3-B0A5-4B42-B8F8-F3CA06713860}" dt="2024-07-10T17:02:01.749" v="334" actId="478"/>
          <ac:cxnSpMkLst>
            <pc:docMk/>
            <pc:sldMk cId="3406095883" sldId="261"/>
            <ac:cxnSpMk id="4" creationId="{EDC6B257-BF3B-8554-5813-4BDB09791CA3}"/>
          </ac:cxnSpMkLst>
        </pc:cxnChg>
        <pc:cxnChg chg="add mod">
          <ac:chgData name="adilton junio" userId="66b3fade76ecdf97" providerId="LiveId" clId="{8F999EC3-B0A5-4B42-B8F8-F3CA06713860}" dt="2024-07-10T17:02:10.520" v="336" actId="13822"/>
          <ac:cxnSpMkLst>
            <pc:docMk/>
            <pc:sldMk cId="3406095883" sldId="261"/>
            <ac:cxnSpMk id="6" creationId="{50136302-B58B-0C26-B926-0C04C7CE27DC}"/>
          </ac:cxnSpMkLst>
        </pc:cxnChg>
        <pc:cxnChg chg="del mod topLvl">
          <ac:chgData name="adilton junio" userId="66b3fade76ecdf97" providerId="LiveId" clId="{8F999EC3-B0A5-4B42-B8F8-F3CA06713860}" dt="2024-07-10T17:31:43.748" v="354" actId="478"/>
          <ac:cxnSpMkLst>
            <pc:docMk/>
            <pc:sldMk cId="3406095883" sldId="261"/>
            <ac:cxnSpMk id="9" creationId="{2406E03E-3BB3-F99D-0D53-68398F32537B}"/>
          </ac:cxnSpMkLst>
        </pc:cxnChg>
        <pc:cxnChg chg="mod">
          <ac:chgData name="adilton junio" userId="66b3fade76ecdf97" providerId="LiveId" clId="{8F999EC3-B0A5-4B42-B8F8-F3CA06713860}" dt="2024-07-10T17:00:56.469" v="326"/>
          <ac:cxnSpMkLst>
            <pc:docMk/>
            <pc:sldMk cId="3406095883" sldId="261"/>
            <ac:cxnSpMk id="24" creationId="{0A2D5CEB-A6DF-E01E-7E10-D1E970DB836A}"/>
          </ac:cxnSpMkLst>
        </pc:cxnChg>
        <pc:cxnChg chg="del mod">
          <ac:chgData name="adilton junio" userId="66b3fade76ecdf97" providerId="LiveId" clId="{8F999EC3-B0A5-4B42-B8F8-F3CA06713860}" dt="2024-07-10T17:00:21.131" v="319" actId="478"/>
          <ac:cxnSpMkLst>
            <pc:docMk/>
            <pc:sldMk cId="3406095883" sldId="261"/>
            <ac:cxnSpMk id="32" creationId="{BC6D0DF9-C6F6-4170-F668-0D43CDAD7FCF}"/>
          </ac:cxnSpMkLst>
        </pc:cxnChg>
        <pc:cxnChg chg="del mod">
          <ac:chgData name="adilton junio" userId="66b3fade76ecdf97" providerId="LiveId" clId="{8F999EC3-B0A5-4B42-B8F8-F3CA06713860}" dt="2024-07-10T17:00:24.833" v="321" actId="478"/>
          <ac:cxnSpMkLst>
            <pc:docMk/>
            <pc:sldMk cId="3406095883" sldId="261"/>
            <ac:cxnSpMk id="42" creationId="{B1570981-55A4-BF07-0DCD-94E7E3AB486B}"/>
          </ac:cxnSpMkLst>
        </pc:cxnChg>
        <pc:cxnChg chg="del mod">
          <ac:chgData name="adilton junio" userId="66b3fade76ecdf97" providerId="LiveId" clId="{8F999EC3-B0A5-4B42-B8F8-F3CA06713860}" dt="2024-07-10T17:00:21.131" v="319" actId="478"/>
          <ac:cxnSpMkLst>
            <pc:docMk/>
            <pc:sldMk cId="3406095883" sldId="261"/>
            <ac:cxnSpMk id="55" creationId="{32B37373-5C38-0192-8EDB-E919DFE93C7B}"/>
          </ac:cxnSpMkLst>
        </pc:cxnChg>
        <pc:cxnChg chg="del mod">
          <ac:chgData name="adilton junio" userId="66b3fade76ecdf97" providerId="LiveId" clId="{8F999EC3-B0A5-4B42-B8F8-F3CA06713860}" dt="2024-07-10T17:00:24.373" v="320" actId="478"/>
          <ac:cxnSpMkLst>
            <pc:docMk/>
            <pc:sldMk cId="3406095883" sldId="261"/>
            <ac:cxnSpMk id="68" creationId="{D7DB7881-BFAA-BDE2-7FE2-001F016DD54F}"/>
          </ac:cxnSpMkLst>
        </pc:cxnChg>
        <pc:cxnChg chg="mod">
          <ac:chgData name="adilton junio" userId="66b3fade76ecdf97" providerId="LiveId" clId="{8F999EC3-B0A5-4B42-B8F8-F3CA06713860}" dt="2024-07-10T17:00:51.151" v="325"/>
          <ac:cxnSpMkLst>
            <pc:docMk/>
            <pc:sldMk cId="3406095883" sldId="261"/>
            <ac:cxnSpMk id="74" creationId="{B533DF2E-C9E9-BD06-6730-1B11D307FC30}"/>
          </ac:cxnSpMkLst>
        </pc:cxnChg>
        <pc:cxnChg chg="mod">
          <ac:chgData name="adilton junio" userId="66b3fade76ecdf97" providerId="LiveId" clId="{8F999EC3-B0A5-4B42-B8F8-F3CA06713860}" dt="2024-07-10T17:00:21.131" v="319" actId="478"/>
          <ac:cxnSpMkLst>
            <pc:docMk/>
            <pc:sldMk cId="3406095883" sldId="261"/>
            <ac:cxnSpMk id="92" creationId="{158D0206-BF75-10B0-9923-05A3A6FC64EA}"/>
          </ac:cxnSpMkLst>
        </pc:cxnChg>
        <pc:cxnChg chg="del mod">
          <ac:chgData name="adilton junio" userId="66b3fade76ecdf97" providerId="LiveId" clId="{8F999EC3-B0A5-4B42-B8F8-F3CA06713860}" dt="2024-07-10T17:00:21.131" v="319" actId="478"/>
          <ac:cxnSpMkLst>
            <pc:docMk/>
            <pc:sldMk cId="3406095883" sldId="261"/>
            <ac:cxnSpMk id="101" creationId="{BBB86B4E-2639-B8B9-3857-CE0FD69AF765}"/>
          </ac:cxnSpMkLst>
        </pc:cxnChg>
      </pc:sldChg>
    </pc:docChg>
  </pc:docChgLst>
  <pc:docChgLst>
    <pc:chgData name="adilton junio" userId="66b3fade76ecdf97" providerId="LiveId" clId="{5CEBC803-D196-49B6-9109-148C66D01FF7}"/>
    <pc:docChg chg="undo custSel addSld delSld modSld">
      <pc:chgData name="adilton junio" userId="66b3fade76ecdf97" providerId="LiveId" clId="{5CEBC803-D196-49B6-9109-148C66D01FF7}" dt="2024-07-15T22:46:53.917" v="138" actId="1076"/>
      <pc:docMkLst>
        <pc:docMk/>
      </pc:docMkLst>
      <pc:sldChg chg="addSp delSp modSp add del mod">
        <pc:chgData name="adilton junio" userId="66b3fade76ecdf97" providerId="LiveId" clId="{5CEBC803-D196-49B6-9109-148C66D01FF7}" dt="2024-07-15T16:53:17.784" v="27" actId="47"/>
        <pc:sldMkLst>
          <pc:docMk/>
          <pc:sldMk cId="2471680151" sldId="263"/>
        </pc:sldMkLst>
        <pc:spChg chg="add del mod">
          <ac:chgData name="adilton junio" userId="66b3fade76ecdf97" providerId="LiveId" clId="{5CEBC803-D196-49B6-9109-148C66D01FF7}" dt="2024-07-15T15:38:05.360" v="26" actId="478"/>
          <ac:spMkLst>
            <pc:docMk/>
            <pc:sldMk cId="2471680151" sldId="263"/>
            <ac:spMk id="2" creationId="{A8D501E7-B049-80FF-6A9C-89E1C7C432A3}"/>
          </ac:spMkLst>
        </pc:spChg>
        <pc:spChg chg="del">
          <ac:chgData name="adilton junio" userId="66b3fade76ecdf97" providerId="LiveId" clId="{5CEBC803-D196-49B6-9109-148C66D01FF7}" dt="2024-07-15T15:36:40.360" v="1" actId="478"/>
          <ac:spMkLst>
            <pc:docMk/>
            <pc:sldMk cId="2471680151" sldId="263"/>
            <ac:spMk id="4" creationId="{B08056F9-9F5C-9162-5B53-4F576FDA3A39}"/>
          </ac:spMkLst>
        </pc:spChg>
      </pc:sldChg>
      <pc:sldChg chg="addSp delSp modSp add mod">
        <pc:chgData name="adilton junio" userId="66b3fade76ecdf97" providerId="LiveId" clId="{5CEBC803-D196-49B6-9109-148C66D01FF7}" dt="2024-07-15T22:46:53.917" v="138" actId="1076"/>
        <pc:sldMkLst>
          <pc:docMk/>
          <pc:sldMk cId="2584336074" sldId="263"/>
        </pc:sldMkLst>
        <pc:spChg chg="del">
          <ac:chgData name="adilton junio" userId="66b3fade76ecdf97" providerId="LiveId" clId="{5CEBC803-D196-49B6-9109-148C66D01FF7}" dt="2024-07-15T22:18:20.067" v="32" actId="478"/>
          <ac:spMkLst>
            <pc:docMk/>
            <pc:sldMk cId="2584336074" sldId="263"/>
            <ac:spMk id="4" creationId="{C76A7462-D439-59A9-E49B-36E11E1CBD8A}"/>
          </ac:spMkLst>
        </pc:spChg>
        <pc:spChg chg="mod topLvl">
          <ac:chgData name="adilton junio" userId="66b3fade76ecdf97" providerId="LiveId" clId="{5CEBC803-D196-49B6-9109-148C66D01FF7}" dt="2024-07-15T22:30:36.694" v="136" actId="164"/>
          <ac:spMkLst>
            <pc:docMk/>
            <pc:sldMk cId="2584336074" sldId="263"/>
            <ac:spMk id="5" creationId="{A790BCCD-0592-6FA6-98D3-8B64D7FAE891}"/>
          </ac:spMkLst>
        </pc:spChg>
        <pc:spChg chg="del mod topLvl">
          <ac:chgData name="adilton junio" userId="66b3fade76ecdf97" providerId="LiveId" clId="{5CEBC803-D196-49B6-9109-148C66D01FF7}" dt="2024-07-15T22:18:49.073" v="48" actId="478"/>
          <ac:spMkLst>
            <pc:docMk/>
            <pc:sldMk cId="2584336074" sldId="263"/>
            <ac:spMk id="6" creationId="{69114C4F-64AB-6A78-B6EE-AEA07FB686E0}"/>
          </ac:spMkLst>
        </pc:spChg>
        <pc:spChg chg="del mod">
          <ac:chgData name="adilton junio" userId="66b3fade76ecdf97" providerId="LiveId" clId="{5CEBC803-D196-49B6-9109-148C66D01FF7}" dt="2024-07-15T22:20:12.153" v="54" actId="478"/>
          <ac:spMkLst>
            <pc:docMk/>
            <pc:sldMk cId="2584336074" sldId="263"/>
            <ac:spMk id="7" creationId="{7AF9B262-1087-EC40-B5E0-927F1A5CE5C9}"/>
          </ac:spMkLst>
        </pc:spChg>
        <pc:spChg chg="mod">
          <ac:chgData name="adilton junio" userId="66b3fade76ecdf97" providerId="LiveId" clId="{5CEBC803-D196-49B6-9109-148C66D01FF7}" dt="2024-07-15T22:18:24.148" v="34" actId="165"/>
          <ac:spMkLst>
            <pc:docMk/>
            <pc:sldMk cId="2584336074" sldId="263"/>
            <ac:spMk id="9" creationId="{D6D1BC4F-CC6E-E8FD-737E-171CB0FCC9ED}"/>
          </ac:spMkLst>
        </pc:spChg>
        <pc:spChg chg="mod">
          <ac:chgData name="adilton junio" userId="66b3fade76ecdf97" providerId="LiveId" clId="{5CEBC803-D196-49B6-9109-148C66D01FF7}" dt="2024-07-15T22:18:24.148" v="34" actId="165"/>
          <ac:spMkLst>
            <pc:docMk/>
            <pc:sldMk cId="2584336074" sldId="263"/>
            <ac:spMk id="13" creationId="{3D182A42-E5E7-B186-2FC6-5A479E3E5707}"/>
          </ac:spMkLst>
        </pc:spChg>
        <pc:spChg chg="mod">
          <ac:chgData name="adilton junio" userId="66b3fade76ecdf97" providerId="LiveId" clId="{5CEBC803-D196-49B6-9109-148C66D01FF7}" dt="2024-07-15T22:30:30.708" v="135" actId="1076"/>
          <ac:spMkLst>
            <pc:docMk/>
            <pc:sldMk cId="2584336074" sldId="263"/>
            <ac:spMk id="18" creationId="{94868671-F1EC-D102-EEF5-BFD590B2A848}"/>
          </ac:spMkLst>
        </pc:spChg>
        <pc:spChg chg="del mod">
          <ac:chgData name="adilton junio" userId="66b3fade76ecdf97" providerId="LiveId" clId="{5CEBC803-D196-49B6-9109-148C66D01FF7}" dt="2024-07-15T22:20:16.576" v="57" actId="478"/>
          <ac:spMkLst>
            <pc:docMk/>
            <pc:sldMk cId="2584336074" sldId="263"/>
            <ac:spMk id="21" creationId="{D0DE7D3D-F4AA-6C62-CBD3-B24274249314}"/>
          </ac:spMkLst>
        </pc:spChg>
        <pc:spChg chg="del mod">
          <ac:chgData name="adilton junio" userId="66b3fade76ecdf97" providerId="LiveId" clId="{5CEBC803-D196-49B6-9109-148C66D01FF7}" dt="2024-07-15T22:20:20.748" v="60" actId="478"/>
          <ac:spMkLst>
            <pc:docMk/>
            <pc:sldMk cId="2584336074" sldId="263"/>
            <ac:spMk id="23" creationId="{289602AC-8C94-621A-ACD7-A7AD407B3120}"/>
          </ac:spMkLst>
        </pc:spChg>
        <pc:spChg chg="del">
          <ac:chgData name="adilton junio" userId="66b3fade76ecdf97" providerId="LiveId" clId="{5CEBC803-D196-49B6-9109-148C66D01FF7}" dt="2024-07-15T22:18:01.778" v="29" actId="478"/>
          <ac:spMkLst>
            <pc:docMk/>
            <pc:sldMk cId="2584336074" sldId="263"/>
            <ac:spMk id="24" creationId="{519010FE-A28D-ED13-24AD-648D44AE4C64}"/>
          </ac:spMkLst>
        </pc:spChg>
        <pc:spChg chg="del mod">
          <ac:chgData name="adilton junio" userId="66b3fade76ecdf97" providerId="LiveId" clId="{5CEBC803-D196-49B6-9109-148C66D01FF7}" dt="2024-07-15T22:20:18.060" v="58" actId="478"/>
          <ac:spMkLst>
            <pc:docMk/>
            <pc:sldMk cId="2584336074" sldId="263"/>
            <ac:spMk id="25" creationId="{FBC216D7-C121-4892-66C0-92689623F446}"/>
          </ac:spMkLst>
        </pc:spChg>
        <pc:spChg chg="del">
          <ac:chgData name="adilton junio" userId="66b3fade76ecdf97" providerId="LiveId" clId="{5CEBC803-D196-49B6-9109-148C66D01FF7}" dt="2024-07-15T22:18:01.778" v="29" actId="478"/>
          <ac:spMkLst>
            <pc:docMk/>
            <pc:sldMk cId="2584336074" sldId="263"/>
            <ac:spMk id="26" creationId="{EE4B653B-E909-6FDF-6EFE-AEF0DADEF3E3}"/>
          </ac:spMkLst>
        </pc:spChg>
        <pc:spChg chg="del">
          <ac:chgData name="adilton junio" userId="66b3fade76ecdf97" providerId="LiveId" clId="{5CEBC803-D196-49B6-9109-148C66D01FF7}" dt="2024-07-15T22:18:01.778" v="29" actId="478"/>
          <ac:spMkLst>
            <pc:docMk/>
            <pc:sldMk cId="2584336074" sldId="263"/>
            <ac:spMk id="27" creationId="{BFE1C83B-9FA0-F85D-AADF-72DFC9173092}"/>
          </ac:spMkLst>
        </pc:spChg>
        <pc:spChg chg="del">
          <ac:chgData name="adilton junio" userId="66b3fade76ecdf97" providerId="LiveId" clId="{5CEBC803-D196-49B6-9109-148C66D01FF7}" dt="2024-07-15T22:18:01.778" v="29" actId="478"/>
          <ac:spMkLst>
            <pc:docMk/>
            <pc:sldMk cId="2584336074" sldId="263"/>
            <ac:spMk id="28" creationId="{981A3500-9298-24EF-3DB2-3620D9F67319}"/>
          </ac:spMkLst>
        </pc:spChg>
        <pc:spChg chg="mod">
          <ac:chgData name="adilton junio" userId="66b3fade76ecdf97" providerId="LiveId" clId="{5CEBC803-D196-49B6-9109-148C66D01FF7}" dt="2024-07-15T22:29:00.333" v="134" actId="20577"/>
          <ac:spMkLst>
            <pc:docMk/>
            <pc:sldMk cId="2584336074" sldId="263"/>
            <ac:spMk id="29" creationId="{90A85E77-0C4C-4645-3C72-161F78D3B950}"/>
          </ac:spMkLst>
        </pc:spChg>
        <pc:spChg chg="del mod">
          <ac:chgData name="adilton junio" userId="66b3fade76ecdf97" providerId="LiveId" clId="{5CEBC803-D196-49B6-9109-148C66D01FF7}" dt="2024-07-15T22:20:23.004" v="62" actId="478"/>
          <ac:spMkLst>
            <pc:docMk/>
            <pc:sldMk cId="2584336074" sldId="263"/>
            <ac:spMk id="32" creationId="{3A1B7076-F5C7-7FC0-5638-668D589D8A45}"/>
          </ac:spMkLst>
        </pc:spChg>
        <pc:spChg chg="mod">
          <ac:chgData name="adilton junio" userId="66b3fade76ecdf97" providerId="LiveId" clId="{5CEBC803-D196-49B6-9109-148C66D01FF7}" dt="2024-07-15T22:29:00.333" v="134" actId="20577"/>
          <ac:spMkLst>
            <pc:docMk/>
            <pc:sldMk cId="2584336074" sldId="263"/>
            <ac:spMk id="34" creationId="{8A6C10A4-456A-0AB5-77F6-116E9665AD71}"/>
          </ac:spMkLst>
        </pc:spChg>
        <pc:spChg chg="mod">
          <ac:chgData name="adilton junio" userId="66b3fade76ecdf97" providerId="LiveId" clId="{5CEBC803-D196-49B6-9109-148C66D01FF7}" dt="2024-07-15T22:18:24.148" v="34" actId="165"/>
          <ac:spMkLst>
            <pc:docMk/>
            <pc:sldMk cId="2584336074" sldId="263"/>
            <ac:spMk id="36" creationId="{83766EF1-5858-97F9-F4CF-A46D5F5D86B9}"/>
          </ac:spMkLst>
        </pc:spChg>
        <pc:spChg chg="mod">
          <ac:chgData name="adilton junio" userId="66b3fade76ecdf97" providerId="LiveId" clId="{5CEBC803-D196-49B6-9109-148C66D01FF7}" dt="2024-07-15T22:29:00.333" v="134" actId="20577"/>
          <ac:spMkLst>
            <pc:docMk/>
            <pc:sldMk cId="2584336074" sldId="263"/>
            <ac:spMk id="37" creationId="{9338B9FB-BFBA-CDA4-A48A-58317BAFAD35}"/>
          </ac:spMkLst>
        </pc:spChg>
        <pc:spChg chg="add del mod">
          <ac:chgData name="adilton junio" userId="66b3fade76ecdf97" providerId="LiveId" clId="{5CEBC803-D196-49B6-9109-148C66D01FF7}" dt="2024-07-15T22:29:00.333" v="134" actId="20577"/>
          <ac:spMkLst>
            <pc:docMk/>
            <pc:sldMk cId="2584336074" sldId="263"/>
            <ac:spMk id="38" creationId="{12D5EB28-E0CB-C5CA-0A91-23F222DC625C}"/>
          </ac:spMkLst>
        </pc:spChg>
        <pc:spChg chg="add mod">
          <ac:chgData name="adilton junio" userId="66b3fade76ecdf97" providerId="LiveId" clId="{5CEBC803-D196-49B6-9109-148C66D01FF7}" dt="2024-07-15T22:30:36.694" v="136" actId="164"/>
          <ac:spMkLst>
            <pc:docMk/>
            <pc:sldMk cId="2584336074" sldId="263"/>
            <ac:spMk id="39" creationId="{8E64BA57-29BF-70DE-9495-A8C62EB3D6A7}"/>
          </ac:spMkLst>
        </pc:spChg>
        <pc:spChg chg="add mod">
          <ac:chgData name="adilton junio" userId="66b3fade76ecdf97" providerId="LiveId" clId="{5CEBC803-D196-49B6-9109-148C66D01FF7}" dt="2024-07-15T22:30:36.694" v="136" actId="164"/>
          <ac:spMkLst>
            <pc:docMk/>
            <pc:sldMk cId="2584336074" sldId="263"/>
            <ac:spMk id="40" creationId="{758CB222-ED5A-3FEA-69FB-61051C83702E}"/>
          </ac:spMkLst>
        </pc:spChg>
        <pc:spChg chg="add mod">
          <ac:chgData name="adilton junio" userId="66b3fade76ecdf97" providerId="LiveId" clId="{5CEBC803-D196-49B6-9109-148C66D01FF7}" dt="2024-07-15T22:30:36.694" v="136" actId="164"/>
          <ac:spMkLst>
            <pc:docMk/>
            <pc:sldMk cId="2584336074" sldId="263"/>
            <ac:spMk id="41" creationId="{3A6C338F-2491-63D4-9A4D-08A901F4BC9D}"/>
          </ac:spMkLst>
        </pc:spChg>
        <pc:spChg chg="mod">
          <ac:chgData name="adilton junio" userId="66b3fade76ecdf97" providerId="LiveId" clId="{5CEBC803-D196-49B6-9109-148C66D01FF7}" dt="2024-07-15T22:18:24.148" v="34" actId="165"/>
          <ac:spMkLst>
            <pc:docMk/>
            <pc:sldMk cId="2584336074" sldId="263"/>
            <ac:spMk id="45" creationId="{B98586CE-3161-F8D5-0268-FDA3A4869381}"/>
          </ac:spMkLst>
        </pc:spChg>
        <pc:spChg chg="del">
          <ac:chgData name="adilton junio" userId="66b3fade76ecdf97" providerId="LiveId" clId="{5CEBC803-D196-49B6-9109-148C66D01FF7}" dt="2024-07-15T22:18:21.522" v="33" actId="478"/>
          <ac:spMkLst>
            <pc:docMk/>
            <pc:sldMk cId="2584336074" sldId="263"/>
            <ac:spMk id="49" creationId="{F76CB65A-3816-875D-BD0D-2582429129A7}"/>
          </ac:spMkLst>
        </pc:spChg>
        <pc:spChg chg="del">
          <ac:chgData name="adilton junio" userId="66b3fade76ecdf97" providerId="LiveId" clId="{5CEBC803-D196-49B6-9109-148C66D01FF7}" dt="2024-07-15T22:18:01.778" v="29" actId="478"/>
          <ac:spMkLst>
            <pc:docMk/>
            <pc:sldMk cId="2584336074" sldId="263"/>
            <ac:spMk id="58" creationId="{85BB0B71-AFDA-32E2-DA28-2E9CE38FA807}"/>
          </ac:spMkLst>
        </pc:spChg>
        <pc:spChg chg="del">
          <ac:chgData name="adilton junio" userId="66b3fade76ecdf97" providerId="LiveId" clId="{5CEBC803-D196-49B6-9109-148C66D01FF7}" dt="2024-07-15T22:18:01.778" v="29" actId="478"/>
          <ac:spMkLst>
            <pc:docMk/>
            <pc:sldMk cId="2584336074" sldId="263"/>
            <ac:spMk id="59" creationId="{2535DFEC-93F5-B833-596D-76FA1DCDBD93}"/>
          </ac:spMkLst>
        </pc:spChg>
        <pc:spChg chg="del">
          <ac:chgData name="adilton junio" userId="66b3fade76ecdf97" providerId="LiveId" clId="{5CEBC803-D196-49B6-9109-148C66D01FF7}" dt="2024-07-15T22:18:01.778" v="29" actId="478"/>
          <ac:spMkLst>
            <pc:docMk/>
            <pc:sldMk cId="2584336074" sldId="263"/>
            <ac:spMk id="60" creationId="{FEE6F5D0-4A78-C203-9D5C-B02650C1FFCB}"/>
          </ac:spMkLst>
        </pc:spChg>
        <pc:spChg chg="del">
          <ac:chgData name="adilton junio" userId="66b3fade76ecdf97" providerId="LiveId" clId="{5CEBC803-D196-49B6-9109-148C66D01FF7}" dt="2024-07-15T22:18:01.778" v="29" actId="478"/>
          <ac:spMkLst>
            <pc:docMk/>
            <pc:sldMk cId="2584336074" sldId="263"/>
            <ac:spMk id="61" creationId="{2503BB47-C833-3BA3-6672-45EA462454E9}"/>
          </ac:spMkLst>
        </pc:spChg>
        <pc:spChg chg="del">
          <ac:chgData name="adilton junio" userId="66b3fade76ecdf97" providerId="LiveId" clId="{5CEBC803-D196-49B6-9109-148C66D01FF7}" dt="2024-07-15T22:18:01.778" v="29" actId="478"/>
          <ac:spMkLst>
            <pc:docMk/>
            <pc:sldMk cId="2584336074" sldId="263"/>
            <ac:spMk id="62" creationId="{9D3C219B-D1E2-2F5C-3CE6-097F0E7848ED}"/>
          </ac:spMkLst>
        </pc:spChg>
        <pc:grpChg chg="add mod">
          <ac:chgData name="adilton junio" userId="66b3fade76ecdf97" providerId="LiveId" clId="{5CEBC803-D196-49B6-9109-148C66D01FF7}" dt="2024-07-15T22:30:36.694" v="136" actId="164"/>
          <ac:grpSpMkLst>
            <pc:docMk/>
            <pc:sldMk cId="2584336074" sldId="263"/>
            <ac:grpSpMk id="2" creationId="{587DE305-919A-ACE1-A3D3-CDF39965511E}"/>
          </ac:grpSpMkLst>
        </pc:grpChg>
        <pc:grpChg chg="add del mod">
          <ac:chgData name="adilton junio" userId="66b3fade76ecdf97" providerId="LiveId" clId="{5CEBC803-D196-49B6-9109-148C66D01FF7}" dt="2024-07-15T22:29:00.333" v="134" actId="20577"/>
          <ac:grpSpMkLst>
            <pc:docMk/>
            <pc:sldMk cId="2584336074" sldId="263"/>
            <ac:grpSpMk id="3" creationId="{A3D52ACA-5894-285F-2693-F15C57F445EE}"/>
          </ac:grpSpMkLst>
        </pc:grpChg>
        <pc:grpChg chg="add del mod topLvl">
          <ac:chgData name="adilton junio" userId="66b3fade76ecdf97" providerId="LiveId" clId="{5CEBC803-D196-49B6-9109-148C66D01FF7}" dt="2024-07-15T22:18:47.570" v="47" actId="478"/>
          <ac:grpSpMkLst>
            <pc:docMk/>
            <pc:sldMk cId="2584336074" sldId="263"/>
            <ac:grpSpMk id="10" creationId="{D8190230-0465-8203-2D13-F8132AE1300E}"/>
          </ac:grpSpMkLst>
        </pc:grpChg>
        <pc:grpChg chg="del mod topLvl">
          <ac:chgData name="adilton junio" userId="66b3fade76ecdf97" providerId="LiveId" clId="{5CEBC803-D196-49B6-9109-148C66D01FF7}" dt="2024-07-15T22:18:45.662" v="45" actId="478"/>
          <ac:grpSpMkLst>
            <pc:docMk/>
            <pc:sldMk cId="2584336074" sldId="263"/>
            <ac:grpSpMk id="11" creationId="{B725C6F1-FEB8-527C-FD07-DF78751834DF}"/>
          </ac:grpSpMkLst>
        </pc:grpChg>
        <pc:grpChg chg="mod">
          <ac:chgData name="adilton junio" userId="66b3fade76ecdf97" providerId="LiveId" clId="{5CEBC803-D196-49B6-9109-148C66D01FF7}" dt="2024-07-15T22:29:00.333" v="134" actId="20577"/>
          <ac:grpSpMkLst>
            <pc:docMk/>
            <pc:sldMk cId="2584336074" sldId="263"/>
            <ac:grpSpMk id="14" creationId="{86B056B2-2401-3645-A904-ACFC907286ED}"/>
          </ac:grpSpMkLst>
        </pc:grpChg>
        <pc:grpChg chg="del mod">
          <ac:chgData name="adilton junio" userId="66b3fade76ecdf97" providerId="LiveId" clId="{5CEBC803-D196-49B6-9109-148C66D01FF7}" dt="2024-07-15T22:20:22.015" v="61" actId="478"/>
          <ac:grpSpMkLst>
            <pc:docMk/>
            <pc:sldMk cId="2584336074" sldId="263"/>
            <ac:grpSpMk id="15" creationId="{AC18BEAC-8BB4-E2A4-93DF-D3FF95CC461D}"/>
          </ac:grpSpMkLst>
        </pc:grpChg>
        <pc:grpChg chg="add del mod topLvl">
          <ac:chgData name="adilton junio" userId="66b3fade76ecdf97" providerId="LiveId" clId="{5CEBC803-D196-49B6-9109-148C66D01FF7}" dt="2024-07-15T22:30:36.694" v="136" actId="164"/>
          <ac:grpSpMkLst>
            <pc:docMk/>
            <pc:sldMk cId="2584336074" sldId="263"/>
            <ac:grpSpMk id="16" creationId="{042E598C-E030-220C-1061-CC1FE3CDD6AB}"/>
          </ac:grpSpMkLst>
        </pc:grpChg>
        <pc:grpChg chg="mod">
          <ac:chgData name="adilton junio" userId="66b3fade76ecdf97" providerId="LiveId" clId="{5CEBC803-D196-49B6-9109-148C66D01FF7}" dt="2024-07-15T22:29:00.333" v="134" actId="20577"/>
          <ac:grpSpMkLst>
            <pc:docMk/>
            <pc:sldMk cId="2584336074" sldId="263"/>
            <ac:grpSpMk id="19" creationId="{60028412-EB8A-A3A3-41B8-B64C4A99BF63}"/>
          </ac:grpSpMkLst>
        </pc:grpChg>
        <pc:grpChg chg="del mod">
          <ac:chgData name="adilton junio" userId="66b3fade76ecdf97" providerId="LiveId" clId="{5CEBC803-D196-49B6-9109-148C66D01FF7}" dt="2024-07-15T22:20:19.467" v="59" actId="478"/>
          <ac:grpSpMkLst>
            <pc:docMk/>
            <pc:sldMk cId="2584336074" sldId="263"/>
            <ac:grpSpMk id="20" creationId="{D5FF8EC8-5F1F-09B0-5B88-F0742BCFEEE6}"/>
          </ac:grpSpMkLst>
        </pc:grpChg>
        <pc:grpChg chg="add mod">
          <ac:chgData name="adilton junio" userId="66b3fade76ecdf97" providerId="LiveId" clId="{5CEBC803-D196-49B6-9109-148C66D01FF7}" dt="2024-07-15T22:46:53.917" v="138" actId="1076"/>
          <ac:grpSpMkLst>
            <pc:docMk/>
            <pc:sldMk cId="2584336074" sldId="263"/>
            <ac:grpSpMk id="43" creationId="{D1586919-6BA6-4364-9CEC-90559317DE4A}"/>
          </ac:grpSpMkLst>
        </pc:grpChg>
        <pc:grpChg chg="add del mod topLvl">
          <ac:chgData name="adilton junio" userId="66b3fade76ecdf97" providerId="LiveId" clId="{5CEBC803-D196-49B6-9109-148C66D01FF7}" dt="2024-07-15T22:18:46.757" v="46" actId="478"/>
          <ac:grpSpMkLst>
            <pc:docMk/>
            <pc:sldMk cId="2584336074" sldId="263"/>
            <ac:grpSpMk id="46" creationId="{00E83108-1D67-12BC-415F-C7F7852C4067}"/>
          </ac:grpSpMkLst>
        </pc:grpChg>
        <pc:grpChg chg="add del mod topLvl">
          <ac:chgData name="adilton junio" userId="66b3fade76ecdf97" providerId="LiveId" clId="{5CEBC803-D196-49B6-9109-148C66D01FF7}" dt="2024-07-15T22:18:49.073" v="48" actId="478"/>
          <ac:grpSpMkLst>
            <pc:docMk/>
            <pc:sldMk cId="2584336074" sldId="263"/>
            <ac:grpSpMk id="47" creationId="{02A6AEFF-8F1E-2710-8B54-090A6CCD236B}"/>
          </ac:grpSpMkLst>
        </pc:grpChg>
        <pc:grpChg chg="del">
          <ac:chgData name="adilton junio" userId="66b3fade76ecdf97" providerId="LiveId" clId="{5CEBC803-D196-49B6-9109-148C66D01FF7}" dt="2024-07-15T22:18:24.148" v="34" actId="165"/>
          <ac:grpSpMkLst>
            <pc:docMk/>
            <pc:sldMk cId="2584336074" sldId="263"/>
            <ac:grpSpMk id="56" creationId="{69849317-4289-4816-37C0-C235B2D0A525}"/>
          </ac:grpSpMkLst>
        </pc:grpChg>
        <pc:cxnChg chg="mod">
          <ac:chgData name="adilton junio" userId="66b3fade76ecdf97" providerId="LiveId" clId="{5CEBC803-D196-49B6-9109-148C66D01FF7}" dt="2024-07-15T22:18:24.148" v="34" actId="165"/>
          <ac:cxnSpMkLst>
            <pc:docMk/>
            <pc:sldMk cId="2584336074" sldId="263"/>
            <ac:cxnSpMk id="8" creationId="{16333C01-A1EF-680C-5ACB-C3A2A8B51C86}"/>
          </ac:cxnSpMkLst>
        </pc:cxnChg>
        <pc:cxnChg chg="mod">
          <ac:chgData name="adilton junio" userId="66b3fade76ecdf97" providerId="LiveId" clId="{5CEBC803-D196-49B6-9109-148C66D01FF7}" dt="2024-07-15T22:18:24.148" v="34" actId="165"/>
          <ac:cxnSpMkLst>
            <pc:docMk/>
            <pc:sldMk cId="2584336074" sldId="263"/>
            <ac:cxnSpMk id="12" creationId="{2317D872-F0FF-10E8-5C7F-43824B60DF7F}"/>
          </ac:cxnSpMkLst>
        </pc:cxnChg>
        <pc:cxnChg chg="mod">
          <ac:chgData name="adilton junio" userId="66b3fade76ecdf97" providerId="LiveId" clId="{5CEBC803-D196-49B6-9109-148C66D01FF7}" dt="2024-07-15T22:20:31.932" v="64" actId="403"/>
          <ac:cxnSpMkLst>
            <pc:docMk/>
            <pc:sldMk cId="2584336074" sldId="263"/>
            <ac:cxnSpMk id="17" creationId="{866AF87F-505B-F351-950E-30F67CF80CFB}"/>
          </ac:cxnSpMkLst>
        </pc:cxnChg>
        <pc:cxnChg chg="del mod">
          <ac:chgData name="adilton junio" userId="66b3fade76ecdf97" providerId="LiveId" clId="{5CEBC803-D196-49B6-9109-148C66D01FF7}" dt="2024-07-15T22:20:19.467" v="59" actId="478"/>
          <ac:cxnSpMkLst>
            <pc:docMk/>
            <pc:sldMk cId="2584336074" sldId="263"/>
            <ac:cxnSpMk id="22" creationId="{46C9B78B-E672-524A-2B29-E630223B7933}"/>
          </ac:cxnSpMkLst>
        </pc:cxnChg>
        <pc:cxnChg chg="mod">
          <ac:chgData name="adilton junio" userId="66b3fade76ecdf97" providerId="LiveId" clId="{5CEBC803-D196-49B6-9109-148C66D01FF7}" dt="2024-07-15T22:29:00.333" v="134" actId="20577"/>
          <ac:cxnSpMkLst>
            <pc:docMk/>
            <pc:sldMk cId="2584336074" sldId="263"/>
            <ac:cxnSpMk id="30" creationId="{269774F2-AE13-FEA6-A94B-C4E22D0F27BC}"/>
          </ac:cxnSpMkLst>
        </pc:cxnChg>
        <pc:cxnChg chg="mod">
          <ac:chgData name="adilton junio" userId="66b3fade76ecdf97" providerId="LiveId" clId="{5CEBC803-D196-49B6-9109-148C66D01FF7}" dt="2024-07-15T22:18:24.148" v="34" actId="165"/>
          <ac:cxnSpMkLst>
            <pc:docMk/>
            <pc:sldMk cId="2584336074" sldId="263"/>
            <ac:cxnSpMk id="31" creationId="{40E34457-C7BD-F071-B7A8-05CE571C8FD5}"/>
          </ac:cxnSpMkLst>
        </pc:cxnChg>
        <pc:cxnChg chg="del mod">
          <ac:chgData name="adilton junio" userId="66b3fade76ecdf97" providerId="LiveId" clId="{5CEBC803-D196-49B6-9109-148C66D01FF7}" dt="2024-07-15T22:20:22.015" v="61" actId="478"/>
          <ac:cxnSpMkLst>
            <pc:docMk/>
            <pc:sldMk cId="2584336074" sldId="263"/>
            <ac:cxnSpMk id="33" creationId="{0528C2DE-D69B-36D2-A3EA-5B59293E8E4C}"/>
          </ac:cxnSpMkLst>
        </pc:cxnChg>
        <pc:cxnChg chg="mod">
          <ac:chgData name="adilton junio" userId="66b3fade76ecdf97" providerId="LiveId" clId="{5CEBC803-D196-49B6-9109-148C66D01FF7}" dt="2024-07-15T22:29:00.333" v="134" actId="20577"/>
          <ac:cxnSpMkLst>
            <pc:docMk/>
            <pc:sldMk cId="2584336074" sldId="263"/>
            <ac:cxnSpMk id="35" creationId="{E54E23FE-9CF3-B357-589A-ACAFD6A75581}"/>
          </ac:cxnSpMkLst>
        </pc:cxnChg>
      </pc:sldChg>
    </pc:docChg>
  </pc:docChgLst>
  <pc:docChgLst>
    <pc:chgData name="adilton junio" userId="66b3fade76ecdf97" providerId="LiveId" clId="{3A2DA7F4-19D8-4203-BFEA-26254F7BE44A}"/>
    <pc:docChg chg="undo custSel addSld modSld sldOrd">
      <pc:chgData name="adilton junio" userId="66b3fade76ecdf97" providerId="LiveId" clId="{3A2DA7F4-19D8-4203-BFEA-26254F7BE44A}" dt="2024-07-16T12:31:20.393" v="429" actId="693"/>
      <pc:docMkLst>
        <pc:docMk/>
      </pc:docMkLst>
      <pc:sldChg chg="ord">
        <pc:chgData name="adilton junio" userId="66b3fade76ecdf97" providerId="LiveId" clId="{3A2DA7F4-19D8-4203-BFEA-26254F7BE44A}" dt="2024-07-16T11:20:39.764" v="2"/>
        <pc:sldMkLst>
          <pc:docMk/>
          <pc:sldMk cId="2584336074" sldId="263"/>
        </pc:sldMkLst>
      </pc:sldChg>
      <pc:sldChg chg="addSp delSp modSp add mod ord">
        <pc:chgData name="adilton junio" userId="66b3fade76ecdf97" providerId="LiveId" clId="{3A2DA7F4-19D8-4203-BFEA-26254F7BE44A}" dt="2024-07-16T12:11:22.432" v="281" actId="164"/>
        <pc:sldMkLst>
          <pc:docMk/>
          <pc:sldMk cId="636562131" sldId="264"/>
        </pc:sldMkLst>
        <pc:spChg chg="mod ord topLvl">
          <ac:chgData name="adilton junio" userId="66b3fade76ecdf97" providerId="LiveId" clId="{3A2DA7F4-19D8-4203-BFEA-26254F7BE44A}" dt="2024-07-16T12:09:30.213" v="275" actId="20577"/>
          <ac:spMkLst>
            <pc:docMk/>
            <pc:sldMk cId="636562131" sldId="264"/>
            <ac:spMk id="5" creationId="{A790BCCD-0592-6FA6-98D3-8B64D7FAE891}"/>
          </ac:spMkLst>
        </pc:spChg>
        <pc:spChg chg="add del mod">
          <ac:chgData name="adilton junio" userId="66b3fade76ecdf97" providerId="LiveId" clId="{3A2DA7F4-19D8-4203-BFEA-26254F7BE44A}" dt="2024-07-16T11:25:11.180" v="40" actId="478"/>
          <ac:spMkLst>
            <pc:docMk/>
            <pc:sldMk cId="636562131" sldId="264"/>
            <ac:spMk id="15" creationId="{215468FB-5DD1-76D2-4CF1-362FE3F8916F}"/>
          </ac:spMkLst>
        </pc:spChg>
        <pc:spChg chg="mod">
          <ac:chgData name="adilton junio" userId="66b3fade76ecdf97" providerId="LiveId" clId="{3A2DA7F4-19D8-4203-BFEA-26254F7BE44A}" dt="2024-07-16T11:20:53.595" v="5" actId="165"/>
          <ac:spMkLst>
            <pc:docMk/>
            <pc:sldMk cId="636562131" sldId="264"/>
            <ac:spMk id="18" creationId="{94868671-F1EC-D102-EEF5-BFD590B2A848}"/>
          </ac:spMkLst>
        </pc:spChg>
        <pc:spChg chg="add del mod">
          <ac:chgData name="adilton junio" userId="66b3fade76ecdf97" providerId="LiveId" clId="{3A2DA7F4-19D8-4203-BFEA-26254F7BE44A}" dt="2024-07-16T11:26:35.253" v="61" actId="478"/>
          <ac:spMkLst>
            <pc:docMk/>
            <pc:sldMk cId="636562131" sldId="264"/>
            <ac:spMk id="22" creationId="{70F732F9-7098-F7C0-18F3-EE4242182CAC}"/>
          </ac:spMkLst>
        </pc:spChg>
        <pc:spChg chg="mod">
          <ac:chgData name="adilton junio" userId="66b3fade76ecdf97" providerId="LiveId" clId="{3A2DA7F4-19D8-4203-BFEA-26254F7BE44A}" dt="2024-07-16T11:20:53.595" v="5" actId="165"/>
          <ac:spMkLst>
            <pc:docMk/>
            <pc:sldMk cId="636562131" sldId="264"/>
            <ac:spMk id="29" creationId="{90A85E77-0C4C-4645-3C72-161F78D3B950}"/>
          </ac:spMkLst>
        </pc:spChg>
        <pc:spChg chg="add mod">
          <ac:chgData name="adilton junio" userId="66b3fade76ecdf97" providerId="LiveId" clId="{3A2DA7F4-19D8-4203-BFEA-26254F7BE44A}" dt="2024-07-16T12:09:30.213" v="275" actId="20577"/>
          <ac:spMkLst>
            <pc:docMk/>
            <pc:sldMk cId="636562131" sldId="264"/>
            <ac:spMk id="33" creationId="{37ED2B51-CDDB-16AB-A818-52C1152C86AE}"/>
          </ac:spMkLst>
        </pc:spChg>
        <pc:spChg chg="mod">
          <ac:chgData name="adilton junio" userId="66b3fade76ecdf97" providerId="LiveId" clId="{3A2DA7F4-19D8-4203-BFEA-26254F7BE44A}" dt="2024-07-16T11:20:53.595" v="5" actId="165"/>
          <ac:spMkLst>
            <pc:docMk/>
            <pc:sldMk cId="636562131" sldId="264"/>
            <ac:spMk id="34" creationId="{8A6C10A4-456A-0AB5-77F6-116E9665AD71}"/>
          </ac:spMkLst>
        </pc:spChg>
        <pc:spChg chg="mod">
          <ac:chgData name="adilton junio" userId="66b3fade76ecdf97" providerId="LiveId" clId="{3A2DA7F4-19D8-4203-BFEA-26254F7BE44A}" dt="2024-07-16T11:20:53.595" v="5" actId="165"/>
          <ac:spMkLst>
            <pc:docMk/>
            <pc:sldMk cId="636562131" sldId="264"/>
            <ac:spMk id="37" creationId="{9338B9FB-BFBA-CDA4-A48A-58317BAFAD35}"/>
          </ac:spMkLst>
        </pc:spChg>
        <pc:spChg chg="mod">
          <ac:chgData name="adilton junio" userId="66b3fade76ecdf97" providerId="LiveId" clId="{3A2DA7F4-19D8-4203-BFEA-26254F7BE44A}" dt="2024-07-16T11:20:53.595" v="5" actId="165"/>
          <ac:spMkLst>
            <pc:docMk/>
            <pc:sldMk cId="636562131" sldId="264"/>
            <ac:spMk id="38" creationId="{12D5EB28-E0CB-C5CA-0A91-23F222DC625C}"/>
          </ac:spMkLst>
        </pc:spChg>
        <pc:spChg chg="del mod topLvl">
          <ac:chgData name="adilton junio" userId="66b3fade76ecdf97" providerId="LiveId" clId="{3A2DA7F4-19D8-4203-BFEA-26254F7BE44A}" dt="2024-07-16T11:20:55.766" v="6" actId="478"/>
          <ac:spMkLst>
            <pc:docMk/>
            <pc:sldMk cId="636562131" sldId="264"/>
            <ac:spMk id="39" creationId="{8E64BA57-29BF-70DE-9495-A8C62EB3D6A7}"/>
          </ac:spMkLst>
        </pc:spChg>
        <pc:spChg chg="mod ord topLvl">
          <ac:chgData name="adilton junio" userId="66b3fade76ecdf97" providerId="LiveId" clId="{3A2DA7F4-19D8-4203-BFEA-26254F7BE44A}" dt="2024-07-16T12:09:30.213" v="275" actId="20577"/>
          <ac:spMkLst>
            <pc:docMk/>
            <pc:sldMk cId="636562131" sldId="264"/>
            <ac:spMk id="40" creationId="{758CB222-ED5A-3FEA-69FB-61051C83702E}"/>
          </ac:spMkLst>
        </pc:spChg>
        <pc:spChg chg="del mod topLvl">
          <ac:chgData name="adilton junio" userId="66b3fade76ecdf97" providerId="LiveId" clId="{3A2DA7F4-19D8-4203-BFEA-26254F7BE44A}" dt="2024-07-16T11:20:57.246" v="7" actId="478"/>
          <ac:spMkLst>
            <pc:docMk/>
            <pc:sldMk cId="636562131" sldId="264"/>
            <ac:spMk id="41" creationId="{3A6C338F-2491-63D4-9A4D-08A901F4BC9D}"/>
          </ac:spMkLst>
        </pc:spChg>
        <pc:spChg chg="add mod ord">
          <ac:chgData name="adilton junio" userId="66b3fade76ecdf97" providerId="LiveId" clId="{3A2DA7F4-19D8-4203-BFEA-26254F7BE44A}" dt="2024-07-16T12:09:30.213" v="275" actId="20577"/>
          <ac:spMkLst>
            <pc:docMk/>
            <pc:sldMk cId="636562131" sldId="264"/>
            <ac:spMk id="50" creationId="{B1D9E2B8-90BA-D0E2-EC54-7CA2C170D9F4}"/>
          </ac:spMkLst>
        </pc:spChg>
        <pc:spChg chg="add mod">
          <ac:chgData name="adilton junio" userId="66b3fade76ecdf97" providerId="LiveId" clId="{3A2DA7F4-19D8-4203-BFEA-26254F7BE44A}" dt="2024-07-16T12:09:30.213" v="275" actId="20577"/>
          <ac:spMkLst>
            <pc:docMk/>
            <pc:sldMk cId="636562131" sldId="264"/>
            <ac:spMk id="51" creationId="{F69A3152-00B5-2F7C-B322-DD009CCAF487}"/>
          </ac:spMkLst>
        </pc:spChg>
        <pc:spChg chg="add mod">
          <ac:chgData name="adilton junio" userId="66b3fade76ecdf97" providerId="LiveId" clId="{3A2DA7F4-19D8-4203-BFEA-26254F7BE44A}" dt="2024-07-16T11:33:46.370" v="152" actId="1076"/>
          <ac:spMkLst>
            <pc:docMk/>
            <pc:sldMk cId="636562131" sldId="264"/>
            <ac:spMk id="52" creationId="{CA079BB5-DA40-6C4A-6902-7B72984656C2}"/>
          </ac:spMkLst>
        </pc:spChg>
        <pc:spChg chg="add mod">
          <ac:chgData name="adilton junio" userId="66b3fade76ecdf97" providerId="LiveId" clId="{3A2DA7F4-19D8-4203-BFEA-26254F7BE44A}" dt="2024-07-16T11:33:46.370" v="152" actId="1076"/>
          <ac:spMkLst>
            <pc:docMk/>
            <pc:sldMk cId="636562131" sldId="264"/>
            <ac:spMk id="53" creationId="{7C60AE91-BCF9-7D85-02AB-8755CBC3DB95}"/>
          </ac:spMkLst>
        </pc:spChg>
        <pc:spChg chg="mod">
          <ac:chgData name="adilton junio" userId="66b3fade76ecdf97" providerId="LiveId" clId="{3A2DA7F4-19D8-4203-BFEA-26254F7BE44A}" dt="2024-07-16T11:33:40.183" v="150"/>
          <ac:spMkLst>
            <pc:docMk/>
            <pc:sldMk cId="636562131" sldId="264"/>
            <ac:spMk id="57" creationId="{A33254F0-9B0E-CFB8-A8C5-3833C37E6F8D}"/>
          </ac:spMkLst>
        </pc:spChg>
        <pc:spChg chg="add mod">
          <ac:chgData name="adilton junio" userId="66b3fade76ecdf97" providerId="LiveId" clId="{3A2DA7F4-19D8-4203-BFEA-26254F7BE44A}" dt="2024-07-16T11:33:46.370" v="152" actId="1076"/>
          <ac:spMkLst>
            <pc:docMk/>
            <pc:sldMk cId="636562131" sldId="264"/>
            <ac:spMk id="58" creationId="{8F391185-CA32-543A-01BC-6740B763BECF}"/>
          </ac:spMkLst>
        </pc:spChg>
        <pc:spChg chg="del mod">
          <ac:chgData name="adilton junio" userId="66b3fade76ecdf97" providerId="LiveId" clId="{3A2DA7F4-19D8-4203-BFEA-26254F7BE44A}" dt="2024-07-16T11:49:37.239" v="250" actId="478"/>
          <ac:spMkLst>
            <pc:docMk/>
            <pc:sldMk cId="636562131" sldId="264"/>
            <ac:spMk id="62" creationId="{D3B0D3F3-B5AE-BF22-16BB-DA9ADB376C59}"/>
          </ac:spMkLst>
        </pc:spChg>
        <pc:spChg chg="add del mod">
          <ac:chgData name="adilton junio" userId="66b3fade76ecdf97" providerId="LiveId" clId="{3A2DA7F4-19D8-4203-BFEA-26254F7BE44A}" dt="2024-07-16T11:34:28.300" v="163" actId="693"/>
          <ac:spMkLst>
            <pc:docMk/>
            <pc:sldMk cId="636562131" sldId="264"/>
            <ac:spMk id="65" creationId="{9F9E1C86-2FCF-4931-04E1-C31DA62B0B66}"/>
          </ac:spMkLst>
        </pc:spChg>
        <pc:spChg chg="add mod">
          <ac:chgData name="adilton junio" userId="66b3fade76ecdf97" providerId="LiveId" clId="{3A2DA7F4-19D8-4203-BFEA-26254F7BE44A}" dt="2024-07-16T11:40:21.860" v="243" actId="164"/>
          <ac:spMkLst>
            <pc:docMk/>
            <pc:sldMk cId="636562131" sldId="264"/>
            <ac:spMk id="109" creationId="{A0B8D4DE-F9F8-F6D5-C61C-8C1B816CBBFD}"/>
          </ac:spMkLst>
        </pc:spChg>
        <pc:spChg chg="add mod">
          <ac:chgData name="adilton junio" userId="66b3fade76ecdf97" providerId="LiveId" clId="{3A2DA7F4-19D8-4203-BFEA-26254F7BE44A}" dt="2024-07-16T12:11:22.432" v="281" actId="164"/>
          <ac:spMkLst>
            <pc:docMk/>
            <pc:sldMk cId="636562131" sldId="264"/>
            <ac:spMk id="111" creationId="{7C216A02-B435-36DA-252F-00C5C38A1964}"/>
          </ac:spMkLst>
        </pc:spChg>
        <pc:spChg chg="add mod">
          <ac:chgData name="adilton junio" userId="66b3fade76ecdf97" providerId="LiveId" clId="{3A2DA7F4-19D8-4203-BFEA-26254F7BE44A}" dt="2024-07-16T12:11:22.432" v="281" actId="164"/>
          <ac:spMkLst>
            <pc:docMk/>
            <pc:sldMk cId="636562131" sldId="264"/>
            <ac:spMk id="112" creationId="{3F352A01-A99C-14D5-D842-992304D7CA8B}"/>
          </ac:spMkLst>
        </pc:spChg>
        <pc:spChg chg="add mod">
          <ac:chgData name="adilton junio" userId="66b3fade76ecdf97" providerId="LiveId" clId="{3A2DA7F4-19D8-4203-BFEA-26254F7BE44A}" dt="2024-07-16T11:50:02.622" v="257" actId="571"/>
          <ac:spMkLst>
            <pc:docMk/>
            <pc:sldMk cId="636562131" sldId="264"/>
            <ac:spMk id="113" creationId="{99301731-8175-DC00-83D2-9192C0FCFDF9}"/>
          </ac:spMkLst>
        </pc:spChg>
        <pc:spChg chg="add del mod">
          <ac:chgData name="adilton junio" userId="66b3fade76ecdf97" providerId="LiveId" clId="{3A2DA7F4-19D8-4203-BFEA-26254F7BE44A}" dt="2024-07-16T12:09:38.579" v="277" actId="478"/>
          <ac:spMkLst>
            <pc:docMk/>
            <pc:sldMk cId="636562131" sldId="264"/>
            <ac:spMk id="115" creationId="{3B7B3D3D-B294-3526-9D78-779743FA9673}"/>
          </ac:spMkLst>
        </pc:spChg>
        <pc:grpChg chg="del mod topLvl">
          <ac:chgData name="adilton junio" userId="66b3fade76ecdf97" providerId="LiveId" clId="{3A2DA7F4-19D8-4203-BFEA-26254F7BE44A}" dt="2024-07-16T11:20:57.246" v="7" actId="478"/>
          <ac:grpSpMkLst>
            <pc:docMk/>
            <pc:sldMk cId="636562131" sldId="264"/>
            <ac:grpSpMk id="2" creationId="{587DE305-919A-ACE1-A3D3-CDF39965511E}"/>
          </ac:grpSpMkLst>
        </pc:grpChg>
        <pc:grpChg chg="mod">
          <ac:chgData name="adilton junio" userId="66b3fade76ecdf97" providerId="LiveId" clId="{3A2DA7F4-19D8-4203-BFEA-26254F7BE44A}" dt="2024-07-16T11:20:53.595" v="5" actId="165"/>
          <ac:grpSpMkLst>
            <pc:docMk/>
            <pc:sldMk cId="636562131" sldId="264"/>
            <ac:grpSpMk id="3" creationId="{A3D52ACA-5894-285F-2693-F15C57F445EE}"/>
          </ac:grpSpMkLst>
        </pc:grpChg>
        <pc:grpChg chg="add mod">
          <ac:chgData name="adilton junio" userId="66b3fade76ecdf97" providerId="LiveId" clId="{3A2DA7F4-19D8-4203-BFEA-26254F7BE44A}" dt="2024-07-16T12:09:30.213" v="275" actId="20577"/>
          <ac:grpSpMkLst>
            <pc:docMk/>
            <pc:sldMk cId="636562131" sldId="264"/>
            <ac:grpSpMk id="10" creationId="{23459346-433C-A05E-ED13-3A4F2A59C594}"/>
          </ac:grpSpMkLst>
        </pc:grpChg>
        <pc:grpChg chg="mod">
          <ac:chgData name="adilton junio" userId="66b3fade76ecdf97" providerId="LiveId" clId="{3A2DA7F4-19D8-4203-BFEA-26254F7BE44A}" dt="2024-07-16T11:20:53.595" v="5" actId="165"/>
          <ac:grpSpMkLst>
            <pc:docMk/>
            <pc:sldMk cId="636562131" sldId="264"/>
            <ac:grpSpMk id="14" creationId="{86B056B2-2401-3645-A904-ACFC907286ED}"/>
          </ac:grpSpMkLst>
        </pc:grpChg>
        <pc:grpChg chg="del mod topLvl">
          <ac:chgData name="adilton junio" userId="66b3fade76ecdf97" providerId="LiveId" clId="{3A2DA7F4-19D8-4203-BFEA-26254F7BE44A}" dt="2024-07-16T11:24:16.827" v="17" actId="478"/>
          <ac:grpSpMkLst>
            <pc:docMk/>
            <pc:sldMk cId="636562131" sldId="264"/>
            <ac:grpSpMk id="16" creationId="{042E598C-E030-220C-1061-CC1FE3CDD6AB}"/>
          </ac:grpSpMkLst>
        </pc:grpChg>
        <pc:grpChg chg="mod">
          <ac:chgData name="adilton junio" userId="66b3fade76ecdf97" providerId="LiveId" clId="{3A2DA7F4-19D8-4203-BFEA-26254F7BE44A}" dt="2024-07-16T11:20:53.595" v="5" actId="165"/>
          <ac:grpSpMkLst>
            <pc:docMk/>
            <pc:sldMk cId="636562131" sldId="264"/>
            <ac:grpSpMk id="19" creationId="{60028412-EB8A-A3A3-41B8-B64C4A99BF63}"/>
          </ac:grpSpMkLst>
        </pc:grpChg>
        <pc:grpChg chg="del">
          <ac:chgData name="adilton junio" userId="66b3fade76ecdf97" providerId="LiveId" clId="{3A2DA7F4-19D8-4203-BFEA-26254F7BE44A}" dt="2024-07-16T11:20:53.595" v="5" actId="165"/>
          <ac:grpSpMkLst>
            <pc:docMk/>
            <pc:sldMk cId="636562131" sldId="264"/>
            <ac:grpSpMk id="43" creationId="{D1586919-6BA6-4364-9CEC-90559317DE4A}"/>
          </ac:grpSpMkLst>
        </pc:grpChg>
        <pc:grpChg chg="add mod">
          <ac:chgData name="adilton junio" userId="66b3fade76ecdf97" providerId="LiveId" clId="{3A2DA7F4-19D8-4203-BFEA-26254F7BE44A}" dt="2024-07-16T11:33:52.170" v="154" actId="1076"/>
          <ac:grpSpMkLst>
            <pc:docMk/>
            <pc:sldMk cId="636562131" sldId="264"/>
            <ac:grpSpMk id="54" creationId="{26DBD259-277D-7BC2-0F43-B64CB0433ABD}"/>
          </ac:grpSpMkLst>
        </pc:grpChg>
        <pc:grpChg chg="add mod">
          <ac:chgData name="adilton junio" userId="66b3fade76ecdf97" providerId="LiveId" clId="{3A2DA7F4-19D8-4203-BFEA-26254F7BE44A}" dt="2024-07-16T12:09:30.213" v="275" actId="20577"/>
          <ac:grpSpMkLst>
            <pc:docMk/>
            <pc:sldMk cId="636562131" sldId="264"/>
            <ac:grpSpMk id="59" creationId="{BFA6CD71-173A-7669-BD26-11E21ABD8274}"/>
          </ac:grpSpMkLst>
        </pc:grpChg>
        <pc:grpChg chg="add del mod ord">
          <ac:chgData name="adilton junio" userId="66b3fade76ecdf97" providerId="LiveId" clId="{3A2DA7F4-19D8-4203-BFEA-26254F7BE44A}" dt="2024-07-16T11:49:37.239" v="250" actId="478"/>
          <ac:grpSpMkLst>
            <pc:docMk/>
            <pc:sldMk cId="636562131" sldId="264"/>
            <ac:grpSpMk id="60" creationId="{D3540D4B-A162-AD7D-D9EE-34BB64A0483D}"/>
          </ac:grpSpMkLst>
        </pc:grpChg>
        <pc:grpChg chg="mod">
          <ac:chgData name="adilton junio" userId="66b3fade76ecdf97" providerId="LiveId" clId="{3A2DA7F4-19D8-4203-BFEA-26254F7BE44A}" dt="2024-07-16T11:34:03.076" v="157"/>
          <ac:grpSpMkLst>
            <pc:docMk/>
            <pc:sldMk cId="636562131" sldId="264"/>
            <ac:grpSpMk id="61" creationId="{7BC3E3E7-45E5-8EE3-0C8F-215648B50428}"/>
          </ac:grpSpMkLst>
        </pc:grpChg>
        <pc:grpChg chg="add mod">
          <ac:chgData name="adilton junio" userId="66b3fade76ecdf97" providerId="LiveId" clId="{3A2DA7F4-19D8-4203-BFEA-26254F7BE44A}" dt="2024-07-16T12:09:30.213" v="275" actId="20577"/>
          <ac:grpSpMkLst>
            <pc:docMk/>
            <pc:sldMk cId="636562131" sldId="264"/>
            <ac:grpSpMk id="66" creationId="{720F35AE-E66D-426D-EEF9-0E510B044415}"/>
          </ac:grpSpMkLst>
        </pc:grpChg>
        <pc:grpChg chg="add mod">
          <ac:chgData name="adilton junio" userId="66b3fade76ecdf97" providerId="LiveId" clId="{3A2DA7F4-19D8-4203-BFEA-26254F7BE44A}" dt="2024-07-16T11:39:43.021" v="231" actId="164"/>
          <ac:grpSpMkLst>
            <pc:docMk/>
            <pc:sldMk cId="636562131" sldId="264"/>
            <ac:grpSpMk id="97" creationId="{BA5AF2AB-7D82-B4DE-26DF-29CED8F9A650}"/>
          </ac:grpSpMkLst>
        </pc:grpChg>
        <pc:grpChg chg="add mod">
          <ac:chgData name="adilton junio" userId="66b3fade76ecdf97" providerId="LiveId" clId="{3A2DA7F4-19D8-4203-BFEA-26254F7BE44A}" dt="2024-07-16T11:39:43.021" v="231" actId="164"/>
          <ac:grpSpMkLst>
            <pc:docMk/>
            <pc:sldMk cId="636562131" sldId="264"/>
            <ac:grpSpMk id="98" creationId="{E92B19B3-C0D7-9A51-455F-BCC62DE3642C}"/>
          </ac:grpSpMkLst>
        </pc:grpChg>
        <pc:grpChg chg="add mod">
          <ac:chgData name="adilton junio" userId="66b3fade76ecdf97" providerId="LiveId" clId="{3A2DA7F4-19D8-4203-BFEA-26254F7BE44A}" dt="2024-07-16T11:40:21.860" v="243" actId="164"/>
          <ac:grpSpMkLst>
            <pc:docMk/>
            <pc:sldMk cId="636562131" sldId="264"/>
            <ac:grpSpMk id="108" creationId="{E865F3D3-E3B5-89EB-2E8F-749C1BF37132}"/>
          </ac:grpSpMkLst>
        </pc:grpChg>
        <pc:grpChg chg="add mod">
          <ac:chgData name="adilton junio" userId="66b3fade76ecdf97" providerId="LiveId" clId="{3A2DA7F4-19D8-4203-BFEA-26254F7BE44A}" dt="2024-07-16T12:11:22.432" v="281" actId="164"/>
          <ac:grpSpMkLst>
            <pc:docMk/>
            <pc:sldMk cId="636562131" sldId="264"/>
            <ac:grpSpMk id="110" creationId="{9D2A346C-8C9A-A1D8-B40A-BE4B91DF9A45}"/>
          </ac:grpSpMkLst>
        </pc:grpChg>
        <pc:grpChg chg="add mod">
          <ac:chgData name="adilton junio" userId="66b3fade76ecdf97" providerId="LiveId" clId="{3A2DA7F4-19D8-4203-BFEA-26254F7BE44A}" dt="2024-07-16T12:09:30.213" v="275" actId="20577"/>
          <ac:grpSpMkLst>
            <pc:docMk/>
            <pc:sldMk cId="636562131" sldId="264"/>
            <ac:grpSpMk id="114" creationId="{08044F5F-3210-63D8-02CE-D5A3CBBD3E15}"/>
          </ac:grpSpMkLst>
        </pc:grpChg>
        <pc:grpChg chg="add mod">
          <ac:chgData name="adilton junio" userId="66b3fade76ecdf97" providerId="LiveId" clId="{3A2DA7F4-19D8-4203-BFEA-26254F7BE44A}" dt="2024-07-16T12:11:22.432" v="281" actId="164"/>
          <ac:grpSpMkLst>
            <pc:docMk/>
            <pc:sldMk cId="636562131" sldId="264"/>
            <ac:grpSpMk id="116" creationId="{FE1BA46B-8BEE-F59C-724F-3354F27A9BAB}"/>
          </ac:grpSpMkLst>
        </pc:grpChg>
        <pc:picChg chg="add del mod ord">
          <ac:chgData name="adilton junio" userId="66b3fade76ecdf97" providerId="LiveId" clId="{3A2DA7F4-19D8-4203-BFEA-26254F7BE44A}" dt="2024-07-16T11:29:32.562" v="106" actId="478"/>
          <ac:picMkLst>
            <pc:docMk/>
            <pc:sldMk cId="636562131" sldId="264"/>
            <ac:picMk id="24" creationId="{1B57FE1A-8A68-5697-4886-81F0A713B718}"/>
          </ac:picMkLst>
        </pc:picChg>
        <pc:cxnChg chg="add mod">
          <ac:chgData name="adilton junio" userId="66b3fade76ecdf97" providerId="LiveId" clId="{3A2DA7F4-19D8-4203-BFEA-26254F7BE44A}" dt="2024-07-16T12:09:30.213" v="275" actId="20577"/>
          <ac:cxnSpMkLst>
            <pc:docMk/>
            <pc:sldMk cId="636562131" sldId="264"/>
            <ac:cxnSpMk id="6" creationId="{AB9FBC11-651D-11D1-CEB5-601DD47E5EC0}"/>
          </ac:cxnSpMkLst>
        </pc:cxnChg>
        <pc:cxnChg chg="add mod">
          <ac:chgData name="adilton junio" userId="66b3fade76ecdf97" providerId="LiveId" clId="{3A2DA7F4-19D8-4203-BFEA-26254F7BE44A}" dt="2024-07-16T12:09:30.213" v="275" actId="20577"/>
          <ac:cxnSpMkLst>
            <pc:docMk/>
            <pc:sldMk cId="636562131" sldId="264"/>
            <ac:cxnSpMk id="8" creationId="{7723BBC5-5E13-0524-3C9E-2E4B7783633A}"/>
          </ac:cxnSpMkLst>
        </pc:cxnChg>
        <pc:cxnChg chg="mod">
          <ac:chgData name="adilton junio" userId="66b3fade76ecdf97" providerId="LiveId" clId="{3A2DA7F4-19D8-4203-BFEA-26254F7BE44A}" dt="2024-07-16T11:20:53.595" v="5" actId="165"/>
          <ac:cxnSpMkLst>
            <pc:docMk/>
            <pc:sldMk cId="636562131" sldId="264"/>
            <ac:cxnSpMk id="17" creationId="{866AF87F-505B-F351-950E-30F67CF80CFB}"/>
          </ac:cxnSpMkLst>
        </pc:cxnChg>
        <pc:cxnChg chg="add del">
          <ac:chgData name="adilton junio" userId="66b3fade76ecdf97" providerId="LiveId" clId="{3A2DA7F4-19D8-4203-BFEA-26254F7BE44A}" dt="2024-07-16T11:25:21.595" v="42" actId="478"/>
          <ac:cxnSpMkLst>
            <pc:docMk/>
            <pc:sldMk cId="636562131" sldId="264"/>
            <ac:cxnSpMk id="21" creationId="{98FF7DB4-FE45-142A-76A5-BEF2E556205D}"/>
          </ac:cxnSpMkLst>
        </pc:cxnChg>
        <pc:cxnChg chg="mod">
          <ac:chgData name="adilton junio" userId="66b3fade76ecdf97" providerId="LiveId" clId="{3A2DA7F4-19D8-4203-BFEA-26254F7BE44A}" dt="2024-07-16T11:20:53.595" v="5" actId="165"/>
          <ac:cxnSpMkLst>
            <pc:docMk/>
            <pc:sldMk cId="636562131" sldId="264"/>
            <ac:cxnSpMk id="30" creationId="{269774F2-AE13-FEA6-A94B-C4E22D0F27BC}"/>
          </ac:cxnSpMkLst>
        </pc:cxnChg>
        <pc:cxnChg chg="mod">
          <ac:chgData name="adilton junio" userId="66b3fade76ecdf97" providerId="LiveId" clId="{3A2DA7F4-19D8-4203-BFEA-26254F7BE44A}" dt="2024-07-16T11:20:57.246" v="7" actId="478"/>
          <ac:cxnSpMkLst>
            <pc:docMk/>
            <pc:sldMk cId="636562131" sldId="264"/>
            <ac:cxnSpMk id="35" creationId="{E54E23FE-9CF3-B357-589A-ACAFD6A75581}"/>
          </ac:cxnSpMkLst>
        </pc:cxnChg>
        <pc:cxnChg chg="mod">
          <ac:chgData name="adilton junio" userId="66b3fade76ecdf97" providerId="LiveId" clId="{3A2DA7F4-19D8-4203-BFEA-26254F7BE44A}" dt="2024-07-16T11:33:46.370" v="152" actId="1076"/>
          <ac:cxnSpMkLst>
            <pc:docMk/>
            <pc:sldMk cId="636562131" sldId="264"/>
            <ac:cxnSpMk id="55" creationId="{DD83A9D4-5E39-615D-ADD4-BBD243ADCC3A}"/>
          </ac:cxnSpMkLst>
        </pc:cxnChg>
        <pc:cxnChg chg="mod">
          <ac:chgData name="adilton junio" userId="66b3fade76ecdf97" providerId="LiveId" clId="{3A2DA7F4-19D8-4203-BFEA-26254F7BE44A}" dt="2024-07-16T11:33:46.370" v="152" actId="1076"/>
          <ac:cxnSpMkLst>
            <pc:docMk/>
            <pc:sldMk cId="636562131" sldId="264"/>
            <ac:cxnSpMk id="56" creationId="{92F54FE4-548D-002F-7560-97D59D4CFB8D}"/>
          </ac:cxnSpMkLst>
        </pc:cxnChg>
        <pc:cxnChg chg="mod">
          <ac:chgData name="adilton junio" userId="66b3fade76ecdf97" providerId="LiveId" clId="{3A2DA7F4-19D8-4203-BFEA-26254F7BE44A}" dt="2024-07-16T11:49:37.239" v="250" actId="478"/>
          <ac:cxnSpMkLst>
            <pc:docMk/>
            <pc:sldMk cId="636562131" sldId="264"/>
            <ac:cxnSpMk id="63" creationId="{F113F0C8-55B7-34D5-A59A-73D8AC4715A3}"/>
          </ac:cxnSpMkLst>
        </pc:cxnChg>
        <pc:cxnChg chg="mod">
          <ac:chgData name="adilton junio" userId="66b3fade76ecdf97" providerId="LiveId" clId="{3A2DA7F4-19D8-4203-BFEA-26254F7BE44A}" dt="2024-07-16T11:49:37.239" v="250" actId="478"/>
          <ac:cxnSpMkLst>
            <pc:docMk/>
            <pc:sldMk cId="636562131" sldId="264"/>
            <ac:cxnSpMk id="64" creationId="{5D6FFFCA-A2C8-2DAC-86D3-0EDDBAE4B08D}"/>
          </ac:cxnSpMkLst>
        </pc:cxnChg>
        <pc:cxnChg chg="add mod">
          <ac:chgData name="adilton junio" userId="66b3fade76ecdf97" providerId="LiveId" clId="{3A2DA7F4-19D8-4203-BFEA-26254F7BE44A}" dt="2024-07-16T11:38:11.875" v="204" actId="164"/>
          <ac:cxnSpMkLst>
            <pc:docMk/>
            <pc:sldMk cId="636562131" sldId="264"/>
            <ac:cxnSpMk id="68" creationId="{03D06C2C-832D-65DA-EB6C-4622318D9C2B}"/>
          </ac:cxnSpMkLst>
        </pc:cxnChg>
        <pc:cxnChg chg="add mod">
          <ac:chgData name="adilton junio" userId="66b3fade76ecdf97" providerId="LiveId" clId="{3A2DA7F4-19D8-4203-BFEA-26254F7BE44A}" dt="2024-07-16T11:38:11.875" v="204" actId="164"/>
          <ac:cxnSpMkLst>
            <pc:docMk/>
            <pc:sldMk cId="636562131" sldId="264"/>
            <ac:cxnSpMk id="70" creationId="{A81B50AD-C383-421F-80E0-C15AA19AF737}"/>
          </ac:cxnSpMkLst>
        </pc:cxnChg>
        <pc:cxnChg chg="add mod">
          <ac:chgData name="adilton junio" userId="66b3fade76ecdf97" providerId="LiveId" clId="{3A2DA7F4-19D8-4203-BFEA-26254F7BE44A}" dt="2024-07-16T11:38:11.875" v="204" actId="164"/>
          <ac:cxnSpMkLst>
            <pc:docMk/>
            <pc:sldMk cId="636562131" sldId="264"/>
            <ac:cxnSpMk id="71" creationId="{BA400855-0B44-94C8-40A6-718A9DA7318A}"/>
          </ac:cxnSpMkLst>
        </pc:cxnChg>
        <pc:cxnChg chg="add del mod">
          <ac:chgData name="adilton junio" userId="66b3fade76ecdf97" providerId="LiveId" clId="{3A2DA7F4-19D8-4203-BFEA-26254F7BE44A}" dt="2024-07-16T11:36:44.590" v="179" actId="478"/>
          <ac:cxnSpMkLst>
            <pc:docMk/>
            <pc:sldMk cId="636562131" sldId="264"/>
            <ac:cxnSpMk id="72" creationId="{74F224C6-4CF4-C9A3-6775-8C65E5A04895}"/>
          </ac:cxnSpMkLst>
        </pc:cxnChg>
        <pc:cxnChg chg="add del mod">
          <ac:chgData name="adilton junio" userId="66b3fade76ecdf97" providerId="LiveId" clId="{3A2DA7F4-19D8-4203-BFEA-26254F7BE44A}" dt="2024-07-16T11:36:44.590" v="179" actId="478"/>
          <ac:cxnSpMkLst>
            <pc:docMk/>
            <pc:sldMk cId="636562131" sldId="264"/>
            <ac:cxnSpMk id="73" creationId="{B64305AF-5532-2965-E0CA-8F025EBCAF5F}"/>
          </ac:cxnSpMkLst>
        </pc:cxnChg>
        <pc:cxnChg chg="add del mod">
          <ac:chgData name="adilton junio" userId="66b3fade76ecdf97" providerId="LiveId" clId="{3A2DA7F4-19D8-4203-BFEA-26254F7BE44A}" dt="2024-07-16T11:36:44.590" v="179" actId="478"/>
          <ac:cxnSpMkLst>
            <pc:docMk/>
            <pc:sldMk cId="636562131" sldId="264"/>
            <ac:cxnSpMk id="74" creationId="{7F682D78-825A-6267-1B59-A636F6CB943C}"/>
          </ac:cxnSpMkLst>
        </pc:cxnChg>
        <pc:cxnChg chg="add mod">
          <ac:chgData name="adilton junio" userId="66b3fade76ecdf97" providerId="LiveId" clId="{3A2DA7F4-19D8-4203-BFEA-26254F7BE44A}" dt="2024-07-16T11:38:11.875" v="204" actId="164"/>
          <ac:cxnSpMkLst>
            <pc:docMk/>
            <pc:sldMk cId="636562131" sldId="264"/>
            <ac:cxnSpMk id="75" creationId="{28232F5A-4EF6-AA1A-90DC-E918915A4487}"/>
          </ac:cxnSpMkLst>
        </pc:cxnChg>
        <pc:cxnChg chg="add mod">
          <ac:chgData name="adilton junio" userId="66b3fade76ecdf97" providerId="LiveId" clId="{3A2DA7F4-19D8-4203-BFEA-26254F7BE44A}" dt="2024-07-16T11:38:11.875" v="204" actId="164"/>
          <ac:cxnSpMkLst>
            <pc:docMk/>
            <pc:sldMk cId="636562131" sldId="264"/>
            <ac:cxnSpMk id="76" creationId="{DBEC5BCB-B5D7-8E80-B683-924E62E35BD1}"/>
          </ac:cxnSpMkLst>
        </pc:cxnChg>
        <pc:cxnChg chg="add mod">
          <ac:chgData name="adilton junio" userId="66b3fade76ecdf97" providerId="LiveId" clId="{3A2DA7F4-19D8-4203-BFEA-26254F7BE44A}" dt="2024-07-16T11:38:11.875" v="204" actId="164"/>
          <ac:cxnSpMkLst>
            <pc:docMk/>
            <pc:sldMk cId="636562131" sldId="264"/>
            <ac:cxnSpMk id="77" creationId="{67A3523C-D1B9-BD48-FA17-0825B5212312}"/>
          </ac:cxnSpMkLst>
        </pc:cxnChg>
        <pc:cxnChg chg="add mod">
          <ac:chgData name="adilton junio" userId="66b3fade76ecdf97" providerId="LiveId" clId="{3A2DA7F4-19D8-4203-BFEA-26254F7BE44A}" dt="2024-07-16T11:38:11.875" v="204" actId="164"/>
          <ac:cxnSpMkLst>
            <pc:docMk/>
            <pc:sldMk cId="636562131" sldId="264"/>
            <ac:cxnSpMk id="78" creationId="{691D5DC8-0734-60F2-CC69-C2F6F868DFF8}"/>
          </ac:cxnSpMkLst>
        </pc:cxnChg>
        <pc:cxnChg chg="add mod">
          <ac:chgData name="adilton junio" userId="66b3fade76ecdf97" providerId="LiveId" clId="{3A2DA7F4-19D8-4203-BFEA-26254F7BE44A}" dt="2024-07-16T11:38:11.875" v="204" actId="164"/>
          <ac:cxnSpMkLst>
            <pc:docMk/>
            <pc:sldMk cId="636562131" sldId="264"/>
            <ac:cxnSpMk id="79" creationId="{99B4AB50-A2D1-FCE1-6BA9-B900AEA34F22}"/>
          </ac:cxnSpMkLst>
        </pc:cxnChg>
        <pc:cxnChg chg="add mod">
          <ac:chgData name="adilton junio" userId="66b3fade76ecdf97" providerId="LiveId" clId="{3A2DA7F4-19D8-4203-BFEA-26254F7BE44A}" dt="2024-07-16T11:38:06.124" v="203" actId="571"/>
          <ac:cxnSpMkLst>
            <pc:docMk/>
            <pc:sldMk cId="636562131" sldId="264"/>
            <ac:cxnSpMk id="86" creationId="{78172E47-C0F6-839D-8E33-B4D820C0C4AF}"/>
          </ac:cxnSpMkLst>
        </pc:cxnChg>
        <pc:cxnChg chg="add mod">
          <ac:chgData name="adilton junio" userId="66b3fade76ecdf97" providerId="LiveId" clId="{3A2DA7F4-19D8-4203-BFEA-26254F7BE44A}" dt="2024-07-16T11:38:06.124" v="203" actId="571"/>
          <ac:cxnSpMkLst>
            <pc:docMk/>
            <pc:sldMk cId="636562131" sldId="264"/>
            <ac:cxnSpMk id="87" creationId="{AA1597DC-9739-C58C-6927-BB7B36872F12}"/>
          </ac:cxnSpMkLst>
        </pc:cxnChg>
        <pc:cxnChg chg="add mod">
          <ac:chgData name="adilton junio" userId="66b3fade76ecdf97" providerId="LiveId" clId="{3A2DA7F4-19D8-4203-BFEA-26254F7BE44A}" dt="2024-07-16T11:38:06.124" v="203" actId="571"/>
          <ac:cxnSpMkLst>
            <pc:docMk/>
            <pc:sldMk cId="636562131" sldId="264"/>
            <ac:cxnSpMk id="88" creationId="{4A3117E4-1A74-8EAD-3B1B-702FEB12FBA0}"/>
          </ac:cxnSpMkLst>
        </pc:cxnChg>
        <pc:cxnChg chg="add mod">
          <ac:chgData name="adilton junio" userId="66b3fade76ecdf97" providerId="LiveId" clId="{3A2DA7F4-19D8-4203-BFEA-26254F7BE44A}" dt="2024-07-16T11:38:06.124" v="203" actId="571"/>
          <ac:cxnSpMkLst>
            <pc:docMk/>
            <pc:sldMk cId="636562131" sldId="264"/>
            <ac:cxnSpMk id="89" creationId="{07B6010C-85DC-EA71-712D-8A1B1537526E}"/>
          </ac:cxnSpMkLst>
        </pc:cxnChg>
        <pc:cxnChg chg="add mod">
          <ac:chgData name="adilton junio" userId="66b3fade76ecdf97" providerId="LiveId" clId="{3A2DA7F4-19D8-4203-BFEA-26254F7BE44A}" dt="2024-07-16T11:38:03.952" v="202" actId="571"/>
          <ac:cxnSpMkLst>
            <pc:docMk/>
            <pc:sldMk cId="636562131" sldId="264"/>
            <ac:cxnSpMk id="90" creationId="{23321312-8293-9AC5-7797-30239F4F9CCD}"/>
          </ac:cxnSpMkLst>
        </pc:cxnChg>
        <pc:cxnChg chg="add mod">
          <ac:chgData name="adilton junio" userId="66b3fade76ecdf97" providerId="LiveId" clId="{3A2DA7F4-19D8-4203-BFEA-26254F7BE44A}" dt="2024-07-16T11:38:03.952" v="202" actId="571"/>
          <ac:cxnSpMkLst>
            <pc:docMk/>
            <pc:sldMk cId="636562131" sldId="264"/>
            <ac:cxnSpMk id="91" creationId="{47363963-6225-9A44-BC2F-02081D073EC2}"/>
          </ac:cxnSpMkLst>
        </pc:cxnChg>
        <pc:cxnChg chg="add mod">
          <ac:chgData name="adilton junio" userId="66b3fade76ecdf97" providerId="LiveId" clId="{3A2DA7F4-19D8-4203-BFEA-26254F7BE44A}" dt="2024-07-16T11:38:03.952" v="202" actId="571"/>
          <ac:cxnSpMkLst>
            <pc:docMk/>
            <pc:sldMk cId="636562131" sldId="264"/>
            <ac:cxnSpMk id="92" creationId="{EF2471BA-DD8E-E80B-8A58-8EF8D586F5E0}"/>
          </ac:cxnSpMkLst>
        </pc:cxnChg>
        <pc:cxnChg chg="add mod">
          <ac:chgData name="adilton junio" userId="66b3fade76ecdf97" providerId="LiveId" clId="{3A2DA7F4-19D8-4203-BFEA-26254F7BE44A}" dt="2024-07-16T11:38:03.952" v="202" actId="571"/>
          <ac:cxnSpMkLst>
            <pc:docMk/>
            <pc:sldMk cId="636562131" sldId="264"/>
            <ac:cxnSpMk id="93" creationId="{3C1A2FE6-3BB4-AE3B-DBB8-6C229DFF569E}"/>
          </ac:cxnSpMkLst>
        </pc:cxnChg>
        <pc:cxnChg chg="add mod">
          <ac:chgData name="adilton junio" userId="66b3fade76ecdf97" providerId="LiveId" clId="{3A2DA7F4-19D8-4203-BFEA-26254F7BE44A}" dt="2024-07-16T11:38:03.952" v="202" actId="571"/>
          <ac:cxnSpMkLst>
            <pc:docMk/>
            <pc:sldMk cId="636562131" sldId="264"/>
            <ac:cxnSpMk id="94" creationId="{DA3A1F17-7DC1-7D63-1563-7F0B3142C337}"/>
          </ac:cxnSpMkLst>
        </pc:cxnChg>
        <pc:cxnChg chg="add mod">
          <ac:chgData name="adilton junio" userId="66b3fade76ecdf97" providerId="LiveId" clId="{3A2DA7F4-19D8-4203-BFEA-26254F7BE44A}" dt="2024-07-16T11:38:03.952" v="202" actId="571"/>
          <ac:cxnSpMkLst>
            <pc:docMk/>
            <pc:sldMk cId="636562131" sldId="264"/>
            <ac:cxnSpMk id="95" creationId="{783981B8-BB95-63B4-2D5F-FA835252CC22}"/>
          </ac:cxnSpMkLst>
        </pc:cxnChg>
        <pc:cxnChg chg="add mod">
          <ac:chgData name="adilton junio" userId="66b3fade76ecdf97" providerId="LiveId" clId="{3A2DA7F4-19D8-4203-BFEA-26254F7BE44A}" dt="2024-07-16T11:38:03.952" v="202" actId="571"/>
          <ac:cxnSpMkLst>
            <pc:docMk/>
            <pc:sldMk cId="636562131" sldId="264"/>
            <ac:cxnSpMk id="96" creationId="{4B77D4C9-31D2-23F3-31A2-495A9EF39C37}"/>
          </ac:cxnSpMkLst>
        </pc:cxnChg>
        <pc:cxnChg chg="mod">
          <ac:chgData name="adilton junio" userId="66b3fade76ecdf97" providerId="LiveId" clId="{3A2DA7F4-19D8-4203-BFEA-26254F7BE44A}" dt="2024-07-16T11:39:12.167" v="221" actId="1076"/>
          <ac:cxnSpMkLst>
            <pc:docMk/>
            <pc:sldMk cId="636562131" sldId="264"/>
            <ac:cxnSpMk id="99" creationId="{6E433578-D06C-4ED9-81CC-61646E03A69A}"/>
          </ac:cxnSpMkLst>
        </pc:cxnChg>
        <pc:cxnChg chg="mod">
          <ac:chgData name="adilton junio" userId="66b3fade76ecdf97" providerId="LiveId" clId="{3A2DA7F4-19D8-4203-BFEA-26254F7BE44A}" dt="2024-07-16T11:39:14.664" v="222" actId="1076"/>
          <ac:cxnSpMkLst>
            <pc:docMk/>
            <pc:sldMk cId="636562131" sldId="264"/>
            <ac:cxnSpMk id="100" creationId="{C3BF1B63-8A67-2952-ADB9-640C5023194D}"/>
          </ac:cxnSpMkLst>
        </pc:cxnChg>
        <pc:cxnChg chg="mod">
          <ac:chgData name="adilton junio" userId="66b3fade76ecdf97" providerId="LiveId" clId="{3A2DA7F4-19D8-4203-BFEA-26254F7BE44A}" dt="2024-07-16T11:39:16.754" v="223" actId="1076"/>
          <ac:cxnSpMkLst>
            <pc:docMk/>
            <pc:sldMk cId="636562131" sldId="264"/>
            <ac:cxnSpMk id="101" creationId="{021B00EC-64A6-391C-6ACC-79F6CCE95000}"/>
          </ac:cxnSpMkLst>
        </pc:cxnChg>
        <pc:cxnChg chg="mod">
          <ac:chgData name="adilton junio" userId="66b3fade76ecdf97" providerId="LiveId" clId="{3A2DA7F4-19D8-4203-BFEA-26254F7BE44A}" dt="2024-07-16T11:39:19.644" v="224" actId="1076"/>
          <ac:cxnSpMkLst>
            <pc:docMk/>
            <pc:sldMk cId="636562131" sldId="264"/>
            <ac:cxnSpMk id="102" creationId="{E28AF4FD-C305-0C68-8F47-DFAB12D5B0DE}"/>
          </ac:cxnSpMkLst>
        </pc:cxnChg>
        <pc:cxnChg chg="mod">
          <ac:chgData name="adilton junio" userId="66b3fade76ecdf97" providerId="LiveId" clId="{3A2DA7F4-19D8-4203-BFEA-26254F7BE44A}" dt="2024-07-16T11:39:22.309" v="225" actId="1076"/>
          <ac:cxnSpMkLst>
            <pc:docMk/>
            <pc:sldMk cId="636562131" sldId="264"/>
            <ac:cxnSpMk id="103" creationId="{47299D12-A30A-36B2-36E2-39A7AF67B5B3}"/>
          </ac:cxnSpMkLst>
        </pc:cxnChg>
        <pc:cxnChg chg="mod">
          <ac:chgData name="adilton junio" userId="66b3fade76ecdf97" providerId="LiveId" clId="{3A2DA7F4-19D8-4203-BFEA-26254F7BE44A}" dt="2024-07-16T11:39:26.499" v="226" actId="1076"/>
          <ac:cxnSpMkLst>
            <pc:docMk/>
            <pc:sldMk cId="636562131" sldId="264"/>
            <ac:cxnSpMk id="104" creationId="{504DC4A4-EA7D-5391-9893-5AACC484FE09}"/>
          </ac:cxnSpMkLst>
        </pc:cxnChg>
        <pc:cxnChg chg="mod">
          <ac:chgData name="adilton junio" userId="66b3fade76ecdf97" providerId="LiveId" clId="{3A2DA7F4-19D8-4203-BFEA-26254F7BE44A}" dt="2024-07-16T11:39:28.681" v="227" actId="1076"/>
          <ac:cxnSpMkLst>
            <pc:docMk/>
            <pc:sldMk cId="636562131" sldId="264"/>
            <ac:cxnSpMk id="105" creationId="{8F624F9F-A39F-8A22-2622-F5B02DACC052}"/>
          </ac:cxnSpMkLst>
        </pc:cxnChg>
        <pc:cxnChg chg="mod">
          <ac:chgData name="adilton junio" userId="66b3fade76ecdf97" providerId="LiveId" clId="{3A2DA7F4-19D8-4203-BFEA-26254F7BE44A}" dt="2024-07-16T11:39:31.431" v="228" actId="1076"/>
          <ac:cxnSpMkLst>
            <pc:docMk/>
            <pc:sldMk cId="636562131" sldId="264"/>
            <ac:cxnSpMk id="106" creationId="{2FC21A2A-BA5A-8069-743B-5FE245B8C9BB}"/>
          </ac:cxnSpMkLst>
        </pc:cxnChg>
        <pc:cxnChg chg="add mod">
          <ac:chgData name="adilton junio" userId="66b3fade76ecdf97" providerId="LiveId" clId="{3A2DA7F4-19D8-4203-BFEA-26254F7BE44A}" dt="2024-07-16T11:39:43.021" v="231" actId="164"/>
          <ac:cxnSpMkLst>
            <pc:docMk/>
            <pc:sldMk cId="636562131" sldId="264"/>
            <ac:cxnSpMk id="107" creationId="{AE7B0239-49ED-191A-3255-FCFC6659C93A}"/>
          </ac:cxnSpMkLst>
        </pc:cxnChg>
      </pc:sldChg>
      <pc:sldChg chg="addSp delSp modSp add mod">
        <pc:chgData name="adilton junio" userId="66b3fade76ecdf97" providerId="LiveId" clId="{3A2DA7F4-19D8-4203-BFEA-26254F7BE44A}" dt="2024-07-16T12:31:20.393" v="429" actId="693"/>
        <pc:sldMkLst>
          <pc:docMk/>
          <pc:sldMk cId="519801105" sldId="265"/>
        </pc:sldMkLst>
        <pc:spChg chg="mod">
          <ac:chgData name="adilton junio" userId="66b3fade76ecdf97" providerId="LiveId" clId="{3A2DA7F4-19D8-4203-BFEA-26254F7BE44A}" dt="2024-07-16T12:13:09.605" v="295" actId="165"/>
          <ac:spMkLst>
            <pc:docMk/>
            <pc:sldMk cId="519801105" sldId="265"/>
            <ac:spMk id="5" creationId="{A790BCCD-0592-6FA6-98D3-8B64D7FAE891}"/>
          </ac:spMkLst>
        </pc:spChg>
        <pc:spChg chg="add mod ord">
          <ac:chgData name="adilton junio" userId="66b3fade76ecdf97" providerId="LiveId" clId="{3A2DA7F4-19D8-4203-BFEA-26254F7BE44A}" dt="2024-07-16T12:14:49.540" v="330" actId="164"/>
          <ac:spMkLst>
            <pc:docMk/>
            <pc:sldMk cId="519801105" sldId="265"/>
            <ac:spMk id="7" creationId="{D5AB4974-7F33-2D29-24EC-EF0F440B000C}"/>
          </ac:spMkLst>
        </pc:spChg>
        <pc:spChg chg="add mod">
          <ac:chgData name="adilton junio" userId="66b3fade76ecdf97" providerId="LiveId" clId="{3A2DA7F4-19D8-4203-BFEA-26254F7BE44A}" dt="2024-07-16T12:14:49.540" v="330" actId="164"/>
          <ac:spMkLst>
            <pc:docMk/>
            <pc:sldMk cId="519801105" sldId="265"/>
            <ac:spMk id="9" creationId="{C4C62FA0-2554-C740-B43F-6979E70E9F6C}"/>
          </ac:spMkLst>
        </pc:spChg>
        <pc:spChg chg="add mod">
          <ac:chgData name="adilton junio" userId="66b3fade76ecdf97" providerId="LiveId" clId="{3A2DA7F4-19D8-4203-BFEA-26254F7BE44A}" dt="2024-07-16T12:14:49.540" v="330" actId="164"/>
          <ac:spMkLst>
            <pc:docMk/>
            <pc:sldMk cId="519801105" sldId="265"/>
            <ac:spMk id="11" creationId="{E41E8B59-2FDB-5188-1767-1E09A35552F3}"/>
          </ac:spMkLst>
        </pc:spChg>
        <pc:spChg chg="add mod">
          <ac:chgData name="adilton junio" userId="66b3fade76ecdf97" providerId="LiveId" clId="{3A2DA7F4-19D8-4203-BFEA-26254F7BE44A}" dt="2024-07-16T12:14:49.540" v="330" actId="164"/>
          <ac:spMkLst>
            <pc:docMk/>
            <pc:sldMk cId="519801105" sldId="265"/>
            <ac:spMk id="12" creationId="{5440CEF9-E9C8-DE55-99A2-893903DCC911}"/>
          </ac:spMkLst>
        </pc:spChg>
        <pc:spChg chg="mod">
          <ac:chgData name="adilton junio" userId="66b3fade76ecdf97" providerId="LiveId" clId="{3A2DA7F4-19D8-4203-BFEA-26254F7BE44A}" dt="2024-07-16T12:25:24.368" v="331"/>
          <ac:spMkLst>
            <pc:docMk/>
            <pc:sldMk cId="519801105" sldId="265"/>
            <ac:spMk id="15" creationId="{E79F62F5-3CE0-5B5F-F1CB-EB9FB9615AC5}"/>
          </ac:spMkLst>
        </pc:spChg>
        <pc:spChg chg="mod">
          <ac:chgData name="adilton junio" userId="66b3fade76ecdf97" providerId="LiveId" clId="{3A2DA7F4-19D8-4203-BFEA-26254F7BE44A}" dt="2024-07-16T12:25:24.368" v="331"/>
          <ac:spMkLst>
            <pc:docMk/>
            <pc:sldMk cId="519801105" sldId="265"/>
            <ac:spMk id="16" creationId="{1681E2DD-38B4-5C4A-9B12-CE155CEDB679}"/>
          </ac:spMkLst>
        </pc:spChg>
        <pc:spChg chg="mod">
          <ac:chgData name="adilton junio" userId="66b3fade76ecdf97" providerId="LiveId" clId="{3A2DA7F4-19D8-4203-BFEA-26254F7BE44A}" dt="2024-07-16T12:31:20.393" v="429" actId="693"/>
          <ac:spMkLst>
            <pc:docMk/>
            <pc:sldMk cId="519801105" sldId="265"/>
            <ac:spMk id="19" creationId="{3035D707-A415-0994-252D-C57E84366E60}"/>
          </ac:spMkLst>
        </pc:spChg>
        <pc:spChg chg="del mod">
          <ac:chgData name="adilton junio" userId="66b3fade76ecdf97" providerId="LiveId" clId="{3A2DA7F4-19D8-4203-BFEA-26254F7BE44A}" dt="2024-07-16T12:25:58.911" v="335" actId="478"/>
          <ac:spMkLst>
            <pc:docMk/>
            <pc:sldMk cId="519801105" sldId="265"/>
            <ac:spMk id="20" creationId="{EBEEA40A-074A-9F1E-4DB3-73938E39C9B7}"/>
          </ac:spMkLst>
        </pc:spChg>
        <pc:spChg chg="mod">
          <ac:chgData name="adilton junio" userId="66b3fade76ecdf97" providerId="LiveId" clId="{3A2DA7F4-19D8-4203-BFEA-26254F7BE44A}" dt="2024-07-16T12:25:24.368" v="331"/>
          <ac:spMkLst>
            <pc:docMk/>
            <pc:sldMk cId="519801105" sldId="265"/>
            <ac:spMk id="21" creationId="{47DF1D7F-A5BF-99D7-87D5-2DE96AED1F64}"/>
          </ac:spMkLst>
        </pc:spChg>
        <pc:spChg chg="mod">
          <ac:chgData name="adilton junio" userId="66b3fade76ecdf97" providerId="LiveId" clId="{3A2DA7F4-19D8-4203-BFEA-26254F7BE44A}" dt="2024-07-16T12:25:24.368" v="331"/>
          <ac:spMkLst>
            <pc:docMk/>
            <pc:sldMk cId="519801105" sldId="265"/>
            <ac:spMk id="22" creationId="{4C8BA81F-86CE-F71B-BBD1-2BCDDF954EF1}"/>
          </ac:spMkLst>
        </pc:spChg>
        <pc:spChg chg="add del mod">
          <ac:chgData name="adilton junio" userId="66b3fade76ecdf97" providerId="LiveId" clId="{3A2DA7F4-19D8-4203-BFEA-26254F7BE44A}" dt="2024-07-16T12:27:24.572" v="356" actId="478"/>
          <ac:spMkLst>
            <pc:docMk/>
            <pc:sldMk cId="519801105" sldId="265"/>
            <ac:spMk id="23" creationId="{0F047B10-6911-3082-4DEC-C29EDC6FC7D0}"/>
          </ac:spMkLst>
        </pc:spChg>
        <pc:spChg chg="add mod">
          <ac:chgData name="adilton junio" userId="66b3fade76ecdf97" providerId="LiveId" clId="{3A2DA7F4-19D8-4203-BFEA-26254F7BE44A}" dt="2024-07-16T12:28:26.863" v="392" actId="164"/>
          <ac:spMkLst>
            <pc:docMk/>
            <pc:sldMk cId="519801105" sldId="265"/>
            <ac:spMk id="24" creationId="{80D4E3BA-09B2-7F9E-DDEE-CE4A8A847FF3}"/>
          </ac:spMkLst>
        </pc:spChg>
        <pc:spChg chg="add mod">
          <ac:chgData name="adilton junio" userId="66b3fade76ecdf97" providerId="LiveId" clId="{3A2DA7F4-19D8-4203-BFEA-26254F7BE44A}" dt="2024-07-16T12:28:26.863" v="392" actId="164"/>
          <ac:spMkLst>
            <pc:docMk/>
            <pc:sldMk cId="519801105" sldId="265"/>
            <ac:spMk id="25" creationId="{41FBBE29-3D19-85D0-09A0-322A2E87B2F1}"/>
          </ac:spMkLst>
        </pc:spChg>
        <pc:spChg chg="mod">
          <ac:chgData name="adilton junio" userId="66b3fade76ecdf97" providerId="LiveId" clId="{3A2DA7F4-19D8-4203-BFEA-26254F7BE44A}" dt="2024-07-16T12:28:31.875" v="394" actId="571"/>
          <ac:spMkLst>
            <pc:docMk/>
            <pc:sldMk cId="519801105" sldId="265"/>
            <ac:spMk id="28" creationId="{A1C4609D-18C6-FD69-A818-86E150D85483}"/>
          </ac:spMkLst>
        </pc:spChg>
        <pc:spChg chg="mod">
          <ac:chgData name="adilton junio" userId="66b3fade76ecdf97" providerId="LiveId" clId="{3A2DA7F4-19D8-4203-BFEA-26254F7BE44A}" dt="2024-07-16T12:28:31.875" v="394" actId="571"/>
          <ac:spMkLst>
            <pc:docMk/>
            <pc:sldMk cId="519801105" sldId="265"/>
            <ac:spMk id="29" creationId="{26FFEAF2-27A4-516E-67E8-8F8E0DD9A386}"/>
          </ac:spMkLst>
        </pc:spChg>
        <pc:spChg chg="mod">
          <ac:chgData name="adilton junio" userId="66b3fade76ecdf97" providerId="LiveId" clId="{3A2DA7F4-19D8-4203-BFEA-26254F7BE44A}" dt="2024-07-16T12:28:33.598" v="395" actId="571"/>
          <ac:spMkLst>
            <pc:docMk/>
            <pc:sldMk cId="519801105" sldId="265"/>
            <ac:spMk id="31" creationId="{45E55E61-D1DC-2DC6-5C7A-5C3106FDABD4}"/>
          </ac:spMkLst>
        </pc:spChg>
        <pc:spChg chg="mod">
          <ac:chgData name="adilton junio" userId="66b3fade76ecdf97" providerId="LiveId" clId="{3A2DA7F4-19D8-4203-BFEA-26254F7BE44A}" dt="2024-07-16T12:28:33.598" v="395" actId="571"/>
          <ac:spMkLst>
            <pc:docMk/>
            <pc:sldMk cId="519801105" sldId="265"/>
            <ac:spMk id="32" creationId="{9F6B7406-A998-3E1C-9519-2E3640031595}"/>
          </ac:spMkLst>
        </pc:spChg>
        <pc:spChg chg="mod">
          <ac:chgData name="adilton junio" userId="66b3fade76ecdf97" providerId="LiveId" clId="{3A2DA7F4-19D8-4203-BFEA-26254F7BE44A}" dt="2024-07-16T12:13:09.605" v="295" actId="165"/>
          <ac:spMkLst>
            <pc:docMk/>
            <pc:sldMk cId="519801105" sldId="265"/>
            <ac:spMk id="33" creationId="{37ED2B51-CDDB-16AB-A818-52C1152C86AE}"/>
          </ac:spMkLst>
        </pc:spChg>
        <pc:spChg chg="mod">
          <ac:chgData name="adilton junio" userId="66b3fade76ecdf97" providerId="LiveId" clId="{3A2DA7F4-19D8-4203-BFEA-26254F7BE44A}" dt="2024-07-16T12:28:51.810" v="399" actId="571"/>
          <ac:spMkLst>
            <pc:docMk/>
            <pc:sldMk cId="519801105" sldId="265"/>
            <ac:spMk id="35" creationId="{EC013291-AF5D-B71D-BD75-D9324B02D3A7}"/>
          </ac:spMkLst>
        </pc:spChg>
        <pc:spChg chg="mod">
          <ac:chgData name="adilton junio" userId="66b3fade76ecdf97" providerId="LiveId" clId="{3A2DA7F4-19D8-4203-BFEA-26254F7BE44A}" dt="2024-07-16T12:28:51.810" v="399" actId="571"/>
          <ac:spMkLst>
            <pc:docMk/>
            <pc:sldMk cId="519801105" sldId="265"/>
            <ac:spMk id="36" creationId="{3A7EC2A2-1A5F-F66D-CE20-CD5D2DA87D22}"/>
          </ac:spMkLst>
        </pc:spChg>
        <pc:spChg chg="mod">
          <ac:chgData name="adilton junio" userId="66b3fade76ecdf97" providerId="LiveId" clId="{3A2DA7F4-19D8-4203-BFEA-26254F7BE44A}" dt="2024-07-16T12:28:54.649" v="400" actId="571"/>
          <ac:spMkLst>
            <pc:docMk/>
            <pc:sldMk cId="519801105" sldId="265"/>
            <ac:spMk id="38" creationId="{B437D17B-CDA4-4D70-AD93-2D1F140DE83D}"/>
          </ac:spMkLst>
        </pc:spChg>
        <pc:spChg chg="mod">
          <ac:chgData name="adilton junio" userId="66b3fade76ecdf97" providerId="LiveId" clId="{3A2DA7F4-19D8-4203-BFEA-26254F7BE44A}" dt="2024-07-16T12:28:54.649" v="400" actId="571"/>
          <ac:spMkLst>
            <pc:docMk/>
            <pc:sldMk cId="519801105" sldId="265"/>
            <ac:spMk id="39" creationId="{1FCB5323-E9AE-0E98-F4B9-F43A59635BD0}"/>
          </ac:spMkLst>
        </pc:spChg>
        <pc:spChg chg="mod ord topLvl">
          <ac:chgData name="adilton junio" userId="66b3fade76ecdf97" providerId="LiveId" clId="{3A2DA7F4-19D8-4203-BFEA-26254F7BE44A}" dt="2024-07-16T12:14:49.540" v="330" actId="164"/>
          <ac:spMkLst>
            <pc:docMk/>
            <pc:sldMk cId="519801105" sldId="265"/>
            <ac:spMk id="40" creationId="{758CB222-ED5A-3FEA-69FB-61051C83702E}"/>
          </ac:spMkLst>
        </pc:spChg>
        <pc:spChg chg="mod">
          <ac:chgData name="adilton junio" userId="66b3fade76ecdf97" providerId="LiveId" clId="{3A2DA7F4-19D8-4203-BFEA-26254F7BE44A}" dt="2024-07-16T12:29:40.412" v="412"/>
          <ac:spMkLst>
            <pc:docMk/>
            <pc:sldMk cId="519801105" sldId="265"/>
            <ac:spMk id="46" creationId="{AD5CEEC6-045E-C3CF-86C9-56414F7C9209}"/>
          </ac:spMkLst>
        </pc:spChg>
        <pc:spChg chg="mod">
          <ac:chgData name="adilton junio" userId="66b3fade76ecdf97" providerId="LiveId" clId="{3A2DA7F4-19D8-4203-BFEA-26254F7BE44A}" dt="2024-07-16T12:29:40.412" v="412"/>
          <ac:spMkLst>
            <pc:docMk/>
            <pc:sldMk cId="519801105" sldId="265"/>
            <ac:spMk id="47" creationId="{E21782F1-AA82-EBD3-816E-67E45A77A66F}"/>
          </ac:spMkLst>
        </pc:spChg>
        <pc:spChg chg="mod">
          <ac:chgData name="adilton junio" userId="66b3fade76ecdf97" providerId="LiveId" clId="{3A2DA7F4-19D8-4203-BFEA-26254F7BE44A}" dt="2024-07-16T12:29:40.412" v="412"/>
          <ac:spMkLst>
            <pc:docMk/>
            <pc:sldMk cId="519801105" sldId="265"/>
            <ac:spMk id="48" creationId="{5E4C1222-20A5-163A-E620-9B444513B03E}"/>
          </ac:spMkLst>
        </pc:spChg>
        <pc:spChg chg="mod">
          <ac:chgData name="adilton junio" userId="66b3fade76ecdf97" providerId="LiveId" clId="{3A2DA7F4-19D8-4203-BFEA-26254F7BE44A}" dt="2024-07-16T12:29:40.412" v="412"/>
          <ac:spMkLst>
            <pc:docMk/>
            <pc:sldMk cId="519801105" sldId="265"/>
            <ac:spMk id="49" creationId="{3081AE8B-F285-172A-4007-B2D963FC0B55}"/>
          </ac:spMkLst>
        </pc:spChg>
        <pc:spChg chg="mod">
          <ac:chgData name="adilton junio" userId="66b3fade76ecdf97" providerId="LiveId" clId="{3A2DA7F4-19D8-4203-BFEA-26254F7BE44A}" dt="2024-07-16T12:13:09.605" v="295" actId="165"/>
          <ac:spMkLst>
            <pc:docMk/>
            <pc:sldMk cId="519801105" sldId="265"/>
            <ac:spMk id="50" creationId="{B1D9E2B8-90BA-D0E2-EC54-7CA2C170D9F4}"/>
          </ac:spMkLst>
        </pc:spChg>
        <pc:spChg chg="mod topLvl">
          <ac:chgData name="adilton junio" userId="66b3fade76ecdf97" providerId="LiveId" clId="{3A2DA7F4-19D8-4203-BFEA-26254F7BE44A}" dt="2024-07-16T12:14:49.540" v="330" actId="164"/>
          <ac:spMkLst>
            <pc:docMk/>
            <pc:sldMk cId="519801105" sldId="265"/>
            <ac:spMk id="51" creationId="{F69A3152-00B5-2F7C-B322-DD009CCAF487}"/>
          </ac:spMkLst>
        </pc:spChg>
        <pc:spChg chg="mod">
          <ac:chgData name="adilton junio" userId="66b3fade76ecdf97" providerId="LiveId" clId="{3A2DA7F4-19D8-4203-BFEA-26254F7BE44A}" dt="2024-07-16T12:29:40.412" v="412"/>
          <ac:spMkLst>
            <pc:docMk/>
            <pc:sldMk cId="519801105" sldId="265"/>
            <ac:spMk id="52" creationId="{E2C91216-9354-58F9-348E-23E418277625}"/>
          </ac:spMkLst>
        </pc:spChg>
        <pc:spChg chg="mod">
          <ac:chgData name="adilton junio" userId="66b3fade76ecdf97" providerId="LiveId" clId="{3A2DA7F4-19D8-4203-BFEA-26254F7BE44A}" dt="2024-07-16T12:29:40.412" v="412"/>
          <ac:spMkLst>
            <pc:docMk/>
            <pc:sldMk cId="519801105" sldId="265"/>
            <ac:spMk id="53" creationId="{25950709-712F-F2E9-DA3C-AFA343905943}"/>
          </ac:spMkLst>
        </pc:spChg>
        <pc:spChg chg="mod">
          <ac:chgData name="adilton junio" userId="66b3fade76ecdf97" providerId="LiveId" clId="{3A2DA7F4-19D8-4203-BFEA-26254F7BE44A}" dt="2024-07-16T12:30:02.940" v="417" actId="571"/>
          <ac:spMkLst>
            <pc:docMk/>
            <pc:sldMk cId="519801105" sldId="265"/>
            <ac:spMk id="55" creationId="{D5DC03FD-08D7-C5A3-938F-EE54AE93FF45}"/>
          </ac:spMkLst>
        </pc:spChg>
        <pc:spChg chg="mod">
          <ac:chgData name="adilton junio" userId="66b3fade76ecdf97" providerId="LiveId" clId="{3A2DA7F4-19D8-4203-BFEA-26254F7BE44A}" dt="2024-07-16T12:30:02.940" v="417" actId="571"/>
          <ac:spMkLst>
            <pc:docMk/>
            <pc:sldMk cId="519801105" sldId="265"/>
            <ac:spMk id="56" creationId="{E408BF3F-79C9-5485-6F55-7C8D3FD03840}"/>
          </ac:spMkLst>
        </pc:spChg>
        <pc:spChg chg="mod">
          <ac:chgData name="adilton junio" userId="66b3fade76ecdf97" providerId="LiveId" clId="{3A2DA7F4-19D8-4203-BFEA-26254F7BE44A}" dt="2024-07-16T12:30:35.147" v="424" actId="571"/>
          <ac:spMkLst>
            <pc:docMk/>
            <pc:sldMk cId="519801105" sldId="265"/>
            <ac:spMk id="58" creationId="{86C34A24-FDFF-169D-BA5F-6CCB0C80DF29}"/>
          </ac:spMkLst>
        </pc:spChg>
        <pc:spChg chg="mod">
          <ac:chgData name="adilton junio" userId="66b3fade76ecdf97" providerId="LiveId" clId="{3A2DA7F4-19D8-4203-BFEA-26254F7BE44A}" dt="2024-07-16T12:30:35.147" v="424" actId="571"/>
          <ac:spMkLst>
            <pc:docMk/>
            <pc:sldMk cId="519801105" sldId="265"/>
            <ac:spMk id="60" creationId="{273595F7-C511-A140-ED3E-3A95E91631AE}"/>
          </ac:spMkLst>
        </pc:spChg>
        <pc:spChg chg="mod">
          <ac:chgData name="adilton junio" userId="66b3fade76ecdf97" providerId="LiveId" clId="{3A2DA7F4-19D8-4203-BFEA-26254F7BE44A}" dt="2024-07-16T12:30:30.829" v="422"/>
          <ac:spMkLst>
            <pc:docMk/>
            <pc:sldMk cId="519801105" sldId="265"/>
            <ac:spMk id="73" creationId="{2F36D718-1E5F-E1E6-C655-6970BC722017}"/>
          </ac:spMkLst>
        </pc:spChg>
        <pc:spChg chg="mod">
          <ac:chgData name="adilton junio" userId="66b3fade76ecdf97" providerId="LiveId" clId="{3A2DA7F4-19D8-4203-BFEA-26254F7BE44A}" dt="2024-07-16T12:30:30.829" v="422"/>
          <ac:spMkLst>
            <pc:docMk/>
            <pc:sldMk cId="519801105" sldId="265"/>
            <ac:spMk id="74" creationId="{F154C787-83A4-EF41-980C-D685518C5A7E}"/>
          </ac:spMkLst>
        </pc:spChg>
        <pc:spChg chg="mod">
          <ac:chgData name="adilton junio" userId="66b3fade76ecdf97" providerId="LiveId" clId="{3A2DA7F4-19D8-4203-BFEA-26254F7BE44A}" dt="2024-07-16T12:30:30.829" v="422"/>
          <ac:spMkLst>
            <pc:docMk/>
            <pc:sldMk cId="519801105" sldId="265"/>
            <ac:spMk id="80" creationId="{7F878D22-EFC5-7B2D-075C-FE0B7278B5D0}"/>
          </ac:spMkLst>
        </pc:spChg>
        <pc:spChg chg="mod">
          <ac:chgData name="adilton junio" userId="66b3fade76ecdf97" providerId="LiveId" clId="{3A2DA7F4-19D8-4203-BFEA-26254F7BE44A}" dt="2024-07-16T12:30:30.829" v="422"/>
          <ac:spMkLst>
            <pc:docMk/>
            <pc:sldMk cId="519801105" sldId="265"/>
            <ac:spMk id="81" creationId="{12027838-DCEA-4BDA-23F4-D61AF4C56880}"/>
          </ac:spMkLst>
        </pc:spChg>
        <pc:spChg chg="mod">
          <ac:chgData name="adilton junio" userId="66b3fade76ecdf97" providerId="LiveId" clId="{3A2DA7F4-19D8-4203-BFEA-26254F7BE44A}" dt="2024-07-16T12:30:30.829" v="422"/>
          <ac:spMkLst>
            <pc:docMk/>
            <pc:sldMk cId="519801105" sldId="265"/>
            <ac:spMk id="82" creationId="{7525C952-E8CF-AC8B-2A03-5D4A3C3D0C68}"/>
          </ac:spMkLst>
        </pc:spChg>
        <pc:spChg chg="mod">
          <ac:chgData name="adilton junio" userId="66b3fade76ecdf97" providerId="LiveId" clId="{3A2DA7F4-19D8-4203-BFEA-26254F7BE44A}" dt="2024-07-16T12:30:30.829" v="422"/>
          <ac:spMkLst>
            <pc:docMk/>
            <pc:sldMk cId="519801105" sldId="265"/>
            <ac:spMk id="83" creationId="{05DDC5B3-94B1-5947-9101-24702CB99E85}"/>
          </ac:spMkLst>
        </pc:spChg>
        <pc:spChg chg="mod">
          <ac:chgData name="adilton junio" userId="66b3fade76ecdf97" providerId="LiveId" clId="{3A2DA7F4-19D8-4203-BFEA-26254F7BE44A}" dt="2024-07-16T12:30:42.297" v="426"/>
          <ac:spMkLst>
            <pc:docMk/>
            <pc:sldMk cId="519801105" sldId="265"/>
            <ac:spMk id="91" creationId="{71BB6FB5-C574-7DE4-D142-10137DCCBC80}"/>
          </ac:spMkLst>
        </pc:spChg>
        <pc:spChg chg="mod">
          <ac:chgData name="adilton junio" userId="66b3fade76ecdf97" providerId="LiveId" clId="{3A2DA7F4-19D8-4203-BFEA-26254F7BE44A}" dt="2024-07-16T12:30:42.297" v="426"/>
          <ac:spMkLst>
            <pc:docMk/>
            <pc:sldMk cId="519801105" sldId="265"/>
            <ac:spMk id="92" creationId="{DE72426E-F365-B775-0EE5-4315FCAD3C7B}"/>
          </ac:spMkLst>
        </pc:spChg>
        <pc:spChg chg="mod">
          <ac:chgData name="adilton junio" userId="66b3fade76ecdf97" providerId="LiveId" clId="{3A2DA7F4-19D8-4203-BFEA-26254F7BE44A}" dt="2024-07-16T12:30:42.297" v="426"/>
          <ac:spMkLst>
            <pc:docMk/>
            <pc:sldMk cId="519801105" sldId="265"/>
            <ac:spMk id="93" creationId="{72D523C6-2EEB-F7CC-C179-2F4F30C13BE2}"/>
          </ac:spMkLst>
        </pc:spChg>
        <pc:spChg chg="mod">
          <ac:chgData name="adilton junio" userId="66b3fade76ecdf97" providerId="LiveId" clId="{3A2DA7F4-19D8-4203-BFEA-26254F7BE44A}" dt="2024-07-16T12:30:42.297" v="426"/>
          <ac:spMkLst>
            <pc:docMk/>
            <pc:sldMk cId="519801105" sldId="265"/>
            <ac:spMk id="94" creationId="{5ED04C47-3BA1-A70B-68AB-D07013337D00}"/>
          </ac:spMkLst>
        </pc:spChg>
        <pc:spChg chg="mod">
          <ac:chgData name="adilton junio" userId="66b3fade76ecdf97" providerId="LiveId" clId="{3A2DA7F4-19D8-4203-BFEA-26254F7BE44A}" dt="2024-07-16T12:30:42.297" v="426"/>
          <ac:spMkLst>
            <pc:docMk/>
            <pc:sldMk cId="519801105" sldId="265"/>
            <ac:spMk id="95" creationId="{D3366EA0-BD96-51BB-E1DE-05024E326EEB}"/>
          </ac:spMkLst>
        </pc:spChg>
        <pc:spChg chg="mod">
          <ac:chgData name="adilton junio" userId="66b3fade76ecdf97" providerId="LiveId" clId="{3A2DA7F4-19D8-4203-BFEA-26254F7BE44A}" dt="2024-07-16T12:30:42.297" v="426"/>
          <ac:spMkLst>
            <pc:docMk/>
            <pc:sldMk cId="519801105" sldId="265"/>
            <ac:spMk id="96" creationId="{BE3CEB04-0E54-F02A-522C-A4E89782D549}"/>
          </ac:spMkLst>
        </pc:spChg>
        <pc:spChg chg="del">
          <ac:chgData name="adilton junio" userId="66b3fade76ecdf97" providerId="LiveId" clId="{3A2DA7F4-19D8-4203-BFEA-26254F7BE44A}" dt="2024-07-16T12:11:14.123" v="280" actId="478"/>
          <ac:spMkLst>
            <pc:docMk/>
            <pc:sldMk cId="519801105" sldId="265"/>
            <ac:spMk id="111" creationId="{7C216A02-B435-36DA-252F-00C5C38A1964}"/>
          </ac:spMkLst>
        </pc:spChg>
        <pc:spChg chg="del">
          <ac:chgData name="adilton junio" userId="66b3fade76ecdf97" providerId="LiveId" clId="{3A2DA7F4-19D8-4203-BFEA-26254F7BE44A}" dt="2024-07-16T12:11:14.123" v="280" actId="478"/>
          <ac:spMkLst>
            <pc:docMk/>
            <pc:sldMk cId="519801105" sldId="265"/>
            <ac:spMk id="112" creationId="{3F352A01-A99C-14D5-D842-992304D7CA8B}"/>
          </ac:spMkLst>
        </pc:spChg>
        <pc:spChg chg="del">
          <ac:chgData name="adilton junio" userId="66b3fade76ecdf97" providerId="LiveId" clId="{3A2DA7F4-19D8-4203-BFEA-26254F7BE44A}" dt="2024-07-16T12:11:14.123" v="280" actId="478"/>
          <ac:spMkLst>
            <pc:docMk/>
            <pc:sldMk cId="519801105" sldId="265"/>
            <ac:spMk id="113" creationId="{99301731-8175-DC00-83D2-9192C0FCFDF9}"/>
          </ac:spMkLst>
        </pc:spChg>
        <pc:spChg chg="mod">
          <ac:chgData name="adilton junio" userId="66b3fade76ecdf97" providerId="LiveId" clId="{3A2DA7F4-19D8-4203-BFEA-26254F7BE44A}" dt="2024-07-16T12:30:42.297" v="426"/>
          <ac:spMkLst>
            <pc:docMk/>
            <pc:sldMk cId="519801105" sldId="265"/>
            <ac:spMk id="118" creationId="{6FCBC590-96E3-1978-B412-B68874DBF81F}"/>
          </ac:spMkLst>
        </pc:spChg>
        <pc:spChg chg="mod">
          <ac:chgData name="adilton junio" userId="66b3fade76ecdf97" providerId="LiveId" clId="{3A2DA7F4-19D8-4203-BFEA-26254F7BE44A}" dt="2024-07-16T12:30:42.297" v="426"/>
          <ac:spMkLst>
            <pc:docMk/>
            <pc:sldMk cId="519801105" sldId="265"/>
            <ac:spMk id="119" creationId="{74862A0F-C718-BB81-3E39-F0B6720E8EA9}"/>
          </ac:spMkLst>
        </pc:spChg>
        <pc:spChg chg="mod">
          <ac:chgData name="adilton junio" userId="66b3fade76ecdf97" providerId="LiveId" clId="{3A2DA7F4-19D8-4203-BFEA-26254F7BE44A}" dt="2024-07-16T12:30:42.297" v="426"/>
          <ac:spMkLst>
            <pc:docMk/>
            <pc:sldMk cId="519801105" sldId="265"/>
            <ac:spMk id="120" creationId="{218C452A-311D-1EA4-73A3-BD75B415261F}"/>
          </ac:spMkLst>
        </pc:spChg>
        <pc:spChg chg="mod">
          <ac:chgData name="adilton junio" userId="66b3fade76ecdf97" providerId="LiveId" clId="{3A2DA7F4-19D8-4203-BFEA-26254F7BE44A}" dt="2024-07-16T12:30:42.297" v="426"/>
          <ac:spMkLst>
            <pc:docMk/>
            <pc:sldMk cId="519801105" sldId="265"/>
            <ac:spMk id="121" creationId="{44FAD734-4B68-703E-B80E-017D94881B7D}"/>
          </ac:spMkLst>
        </pc:spChg>
        <pc:spChg chg="mod">
          <ac:chgData name="adilton junio" userId="66b3fade76ecdf97" providerId="LiveId" clId="{3A2DA7F4-19D8-4203-BFEA-26254F7BE44A}" dt="2024-07-16T12:30:42.297" v="426"/>
          <ac:spMkLst>
            <pc:docMk/>
            <pc:sldMk cId="519801105" sldId="265"/>
            <ac:spMk id="122" creationId="{AF75420A-6FF7-292F-3C08-9192EBB5A392}"/>
          </ac:spMkLst>
        </pc:spChg>
        <pc:spChg chg="mod">
          <ac:chgData name="adilton junio" userId="66b3fade76ecdf97" providerId="LiveId" clId="{3A2DA7F4-19D8-4203-BFEA-26254F7BE44A}" dt="2024-07-16T12:30:42.297" v="426"/>
          <ac:spMkLst>
            <pc:docMk/>
            <pc:sldMk cId="519801105" sldId="265"/>
            <ac:spMk id="123" creationId="{CF35B683-0809-61EA-6DCC-6641EAC8D091}"/>
          </ac:spMkLst>
        </pc:spChg>
        <pc:grpChg chg="mod">
          <ac:chgData name="adilton junio" userId="66b3fade76ecdf97" providerId="LiveId" clId="{3A2DA7F4-19D8-4203-BFEA-26254F7BE44A}" dt="2024-07-16T12:13:09.605" v="295" actId="165"/>
          <ac:grpSpMkLst>
            <pc:docMk/>
            <pc:sldMk cId="519801105" sldId="265"/>
            <ac:grpSpMk id="10" creationId="{23459346-433C-A05E-ED13-3A4F2A59C594}"/>
          </ac:grpSpMkLst>
        </pc:grpChg>
        <pc:grpChg chg="add mod">
          <ac:chgData name="adilton junio" userId="66b3fade76ecdf97" providerId="LiveId" clId="{3A2DA7F4-19D8-4203-BFEA-26254F7BE44A}" dt="2024-07-16T12:14:49.540" v="330" actId="164"/>
          <ac:grpSpMkLst>
            <pc:docMk/>
            <pc:sldMk cId="519801105" sldId="265"/>
            <ac:grpSpMk id="13" creationId="{33D1CCA9-C701-8F48-AB0F-762A7BC6A610}"/>
          </ac:grpSpMkLst>
        </pc:grpChg>
        <pc:grpChg chg="add mod">
          <ac:chgData name="adilton junio" userId="66b3fade76ecdf97" providerId="LiveId" clId="{3A2DA7F4-19D8-4203-BFEA-26254F7BE44A}" dt="2024-07-16T12:30:18.930" v="420" actId="1037"/>
          <ac:grpSpMkLst>
            <pc:docMk/>
            <pc:sldMk cId="519801105" sldId="265"/>
            <ac:grpSpMk id="14" creationId="{B0202161-10F4-94A0-A2EA-E822EA77303A}"/>
          </ac:grpSpMkLst>
        </pc:grpChg>
        <pc:grpChg chg="add mod ord">
          <ac:chgData name="adilton junio" userId="66b3fade76ecdf97" providerId="LiveId" clId="{3A2DA7F4-19D8-4203-BFEA-26254F7BE44A}" dt="2024-07-16T12:30:18.930" v="420" actId="1037"/>
          <ac:grpSpMkLst>
            <pc:docMk/>
            <pc:sldMk cId="519801105" sldId="265"/>
            <ac:grpSpMk id="26" creationId="{C1519862-7486-4030-2D53-DD2DA5253C79}"/>
          </ac:grpSpMkLst>
        </pc:grpChg>
        <pc:grpChg chg="add mod ord">
          <ac:chgData name="adilton junio" userId="66b3fade76ecdf97" providerId="LiveId" clId="{3A2DA7F4-19D8-4203-BFEA-26254F7BE44A}" dt="2024-07-16T12:29:39.650" v="411" actId="164"/>
          <ac:grpSpMkLst>
            <pc:docMk/>
            <pc:sldMk cId="519801105" sldId="265"/>
            <ac:grpSpMk id="27" creationId="{A327B8A3-803D-BC4E-B358-65E302BE5987}"/>
          </ac:grpSpMkLst>
        </pc:grpChg>
        <pc:grpChg chg="add mod ord">
          <ac:chgData name="adilton junio" userId="66b3fade76ecdf97" providerId="LiveId" clId="{3A2DA7F4-19D8-4203-BFEA-26254F7BE44A}" dt="2024-07-16T12:29:39.650" v="411" actId="164"/>
          <ac:grpSpMkLst>
            <pc:docMk/>
            <pc:sldMk cId="519801105" sldId="265"/>
            <ac:grpSpMk id="30" creationId="{42C00065-CDAC-1C11-FF10-8F65EA83894F}"/>
          </ac:grpSpMkLst>
        </pc:grpChg>
        <pc:grpChg chg="add mod ord">
          <ac:chgData name="adilton junio" userId="66b3fade76ecdf97" providerId="LiveId" clId="{3A2DA7F4-19D8-4203-BFEA-26254F7BE44A}" dt="2024-07-16T12:30:18.930" v="420" actId="1037"/>
          <ac:grpSpMkLst>
            <pc:docMk/>
            <pc:sldMk cId="519801105" sldId="265"/>
            <ac:grpSpMk id="34" creationId="{AC8AD181-379D-EAB0-6058-CF21A20C12A7}"/>
          </ac:grpSpMkLst>
        </pc:grpChg>
        <pc:grpChg chg="add mod ord">
          <ac:chgData name="adilton junio" userId="66b3fade76ecdf97" providerId="LiveId" clId="{3A2DA7F4-19D8-4203-BFEA-26254F7BE44A}" dt="2024-07-16T12:29:39.650" v="411" actId="164"/>
          <ac:grpSpMkLst>
            <pc:docMk/>
            <pc:sldMk cId="519801105" sldId="265"/>
            <ac:grpSpMk id="37" creationId="{4237499E-0209-AC4B-0FB8-74D3AFF48E78}"/>
          </ac:grpSpMkLst>
        </pc:grpChg>
        <pc:grpChg chg="add mod">
          <ac:chgData name="adilton junio" userId="66b3fade76ecdf97" providerId="LiveId" clId="{3A2DA7F4-19D8-4203-BFEA-26254F7BE44A}" dt="2024-07-16T12:30:41.004" v="425" actId="164"/>
          <ac:grpSpMkLst>
            <pc:docMk/>
            <pc:sldMk cId="519801105" sldId="265"/>
            <ac:grpSpMk id="41" creationId="{BA42F24D-B192-4726-AA95-F3E421D34599}"/>
          </ac:grpSpMkLst>
        </pc:grpChg>
        <pc:grpChg chg="add mod">
          <ac:chgData name="adilton junio" userId="66b3fade76ecdf97" providerId="LiveId" clId="{3A2DA7F4-19D8-4203-BFEA-26254F7BE44A}" dt="2024-07-16T12:30:41.004" v="425" actId="164"/>
          <ac:grpSpMkLst>
            <pc:docMk/>
            <pc:sldMk cId="519801105" sldId="265"/>
            <ac:grpSpMk id="42" creationId="{CF1D72B2-4778-4B03-9110-1BF886201BCC}"/>
          </ac:grpSpMkLst>
        </pc:grpChg>
        <pc:grpChg chg="mod">
          <ac:chgData name="adilton junio" userId="66b3fade76ecdf97" providerId="LiveId" clId="{3A2DA7F4-19D8-4203-BFEA-26254F7BE44A}" dt="2024-07-16T12:29:40.412" v="412"/>
          <ac:grpSpMkLst>
            <pc:docMk/>
            <pc:sldMk cId="519801105" sldId="265"/>
            <ac:grpSpMk id="43" creationId="{A4FE89B1-3479-93A6-E1C6-68AA441D22E1}"/>
          </ac:grpSpMkLst>
        </pc:grpChg>
        <pc:grpChg chg="mod">
          <ac:chgData name="adilton junio" userId="66b3fade76ecdf97" providerId="LiveId" clId="{3A2DA7F4-19D8-4203-BFEA-26254F7BE44A}" dt="2024-07-16T12:29:40.412" v="412"/>
          <ac:grpSpMkLst>
            <pc:docMk/>
            <pc:sldMk cId="519801105" sldId="265"/>
            <ac:grpSpMk id="44" creationId="{A76D340E-7B0D-07FB-A6CF-5E1A7C55F8BD}"/>
          </ac:grpSpMkLst>
        </pc:grpChg>
        <pc:grpChg chg="mod">
          <ac:chgData name="adilton junio" userId="66b3fade76ecdf97" providerId="LiveId" clId="{3A2DA7F4-19D8-4203-BFEA-26254F7BE44A}" dt="2024-07-16T12:29:40.412" v="412"/>
          <ac:grpSpMkLst>
            <pc:docMk/>
            <pc:sldMk cId="519801105" sldId="265"/>
            <ac:grpSpMk id="45" creationId="{FAED1684-1538-1458-831A-90223C99905E}"/>
          </ac:grpSpMkLst>
        </pc:grpChg>
        <pc:grpChg chg="add mod">
          <ac:chgData name="adilton junio" userId="66b3fade76ecdf97" providerId="LiveId" clId="{3A2DA7F4-19D8-4203-BFEA-26254F7BE44A}" dt="2024-07-16T12:30:18.930" v="420" actId="1037"/>
          <ac:grpSpMkLst>
            <pc:docMk/>
            <pc:sldMk cId="519801105" sldId="265"/>
            <ac:grpSpMk id="54" creationId="{DB23AB93-C4D4-69DE-50AE-71A7274F30E7}"/>
          </ac:grpSpMkLst>
        </pc:grpChg>
        <pc:grpChg chg="add mod">
          <ac:chgData name="adilton junio" userId="66b3fade76ecdf97" providerId="LiveId" clId="{3A2DA7F4-19D8-4203-BFEA-26254F7BE44A}" dt="2024-07-16T12:30:35.147" v="424" actId="571"/>
          <ac:grpSpMkLst>
            <pc:docMk/>
            <pc:sldMk cId="519801105" sldId="265"/>
            <ac:grpSpMk id="57" creationId="{64D683DF-A8ED-51E2-7764-7E1800D456CF}"/>
          </ac:grpSpMkLst>
        </pc:grpChg>
        <pc:grpChg chg="mod">
          <ac:chgData name="adilton junio" userId="66b3fade76ecdf97" providerId="LiveId" clId="{3A2DA7F4-19D8-4203-BFEA-26254F7BE44A}" dt="2024-07-16T12:13:09.605" v="295" actId="165"/>
          <ac:grpSpMkLst>
            <pc:docMk/>
            <pc:sldMk cId="519801105" sldId="265"/>
            <ac:grpSpMk id="59" creationId="{BFA6CD71-173A-7669-BD26-11E21ABD8274}"/>
          </ac:grpSpMkLst>
        </pc:grpChg>
        <pc:grpChg chg="add mod">
          <ac:chgData name="adilton junio" userId="66b3fade76ecdf97" providerId="LiveId" clId="{3A2DA7F4-19D8-4203-BFEA-26254F7BE44A}" dt="2024-07-16T12:30:30.829" v="422"/>
          <ac:grpSpMkLst>
            <pc:docMk/>
            <pc:sldMk cId="519801105" sldId="265"/>
            <ac:grpSpMk id="62" creationId="{F29798A2-AE29-BC66-5FBD-4805D05EDA92}"/>
          </ac:grpSpMkLst>
        </pc:grpChg>
        <pc:grpChg chg="del mod topLvl">
          <ac:chgData name="adilton junio" userId="66b3fade76ecdf97" providerId="LiveId" clId="{3A2DA7F4-19D8-4203-BFEA-26254F7BE44A}" dt="2024-07-16T12:14:09.216" v="317" actId="478"/>
          <ac:grpSpMkLst>
            <pc:docMk/>
            <pc:sldMk cId="519801105" sldId="265"/>
            <ac:grpSpMk id="66" creationId="{720F35AE-E66D-426D-EEF9-0E510B044415}"/>
          </ac:grpSpMkLst>
        </pc:grpChg>
        <pc:grpChg chg="mod">
          <ac:chgData name="adilton junio" userId="66b3fade76ecdf97" providerId="LiveId" clId="{3A2DA7F4-19D8-4203-BFEA-26254F7BE44A}" dt="2024-07-16T12:30:30.829" v="422"/>
          <ac:grpSpMkLst>
            <pc:docMk/>
            <pc:sldMk cId="519801105" sldId="265"/>
            <ac:grpSpMk id="67" creationId="{786FEF22-6DA7-3908-49B5-89DBCEA0EE87}"/>
          </ac:grpSpMkLst>
        </pc:grpChg>
        <pc:grpChg chg="mod">
          <ac:chgData name="adilton junio" userId="66b3fade76ecdf97" providerId="LiveId" clId="{3A2DA7F4-19D8-4203-BFEA-26254F7BE44A}" dt="2024-07-16T12:30:30.829" v="422"/>
          <ac:grpSpMkLst>
            <pc:docMk/>
            <pc:sldMk cId="519801105" sldId="265"/>
            <ac:grpSpMk id="69" creationId="{DD859468-DA36-D97A-6D37-483788B68B04}"/>
          </ac:grpSpMkLst>
        </pc:grpChg>
        <pc:grpChg chg="mod">
          <ac:chgData name="adilton junio" userId="66b3fade76ecdf97" providerId="LiveId" clId="{3A2DA7F4-19D8-4203-BFEA-26254F7BE44A}" dt="2024-07-16T12:30:30.829" v="422"/>
          <ac:grpSpMkLst>
            <pc:docMk/>
            <pc:sldMk cId="519801105" sldId="265"/>
            <ac:grpSpMk id="72" creationId="{65EEC101-4973-6F51-BBD4-A34B1E1E79EF}"/>
          </ac:grpSpMkLst>
        </pc:grpChg>
        <pc:grpChg chg="add mod">
          <ac:chgData name="adilton junio" userId="66b3fade76ecdf97" providerId="LiveId" clId="{3A2DA7F4-19D8-4203-BFEA-26254F7BE44A}" dt="2024-07-16T12:30:41.004" v="425" actId="164"/>
          <ac:grpSpMkLst>
            <pc:docMk/>
            <pc:sldMk cId="519801105" sldId="265"/>
            <ac:grpSpMk id="84" creationId="{AC25F8F0-B63D-A0F2-6109-B5D7EAC74B16}"/>
          </ac:grpSpMkLst>
        </pc:grpChg>
        <pc:grpChg chg="add mod">
          <ac:chgData name="adilton junio" userId="66b3fade76ecdf97" providerId="LiveId" clId="{3A2DA7F4-19D8-4203-BFEA-26254F7BE44A}" dt="2024-07-16T12:31:04.448" v="428" actId="1076"/>
          <ac:grpSpMkLst>
            <pc:docMk/>
            <pc:sldMk cId="519801105" sldId="265"/>
            <ac:grpSpMk id="85" creationId="{C1D5CAE3-94C6-FD8A-CC64-02BD313939C1}"/>
          </ac:grpSpMkLst>
        </pc:grpChg>
        <pc:grpChg chg="mod">
          <ac:chgData name="adilton junio" userId="66b3fade76ecdf97" providerId="LiveId" clId="{3A2DA7F4-19D8-4203-BFEA-26254F7BE44A}" dt="2024-07-16T12:30:42.297" v="426"/>
          <ac:grpSpMkLst>
            <pc:docMk/>
            <pc:sldMk cId="519801105" sldId="265"/>
            <ac:grpSpMk id="86" creationId="{7196F826-14FE-90AC-700E-BA777D860423}"/>
          </ac:grpSpMkLst>
        </pc:grpChg>
        <pc:grpChg chg="mod">
          <ac:chgData name="adilton junio" userId="66b3fade76ecdf97" providerId="LiveId" clId="{3A2DA7F4-19D8-4203-BFEA-26254F7BE44A}" dt="2024-07-16T12:30:42.297" v="426"/>
          <ac:grpSpMkLst>
            <pc:docMk/>
            <pc:sldMk cId="519801105" sldId="265"/>
            <ac:grpSpMk id="87" creationId="{ED7FE62B-FEB4-BD22-3DD0-9B1A700EF7EB}"/>
          </ac:grpSpMkLst>
        </pc:grpChg>
        <pc:grpChg chg="mod">
          <ac:chgData name="adilton junio" userId="66b3fade76ecdf97" providerId="LiveId" clId="{3A2DA7F4-19D8-4203-BFEA-26254F7BE44A}" dt="2024-07-16T12:30:42.297" v="426"/>
          <ac:grpSpMkLst>
            <pc:docMk/>
            <pc:sldMk cId="519801105" sldId="265"/>
            <ac:grpSpMk id="88" creationId="{34505DDE-B5D6-4FBF-D323-B35485CDA95C}"/>
          </ac:grpSpMkLst>
        </pc:grpChg>
        <pc:grpChg chg="mod">
          <ac:chgData name="adilton junio" userId="66b3fade76ecdf97" providerId="LiveId" clId="{3A2DA7F4-19D8-4203-BFEA-26254F7BE44A}" dt="2024-07-16T12:30:42.297" v="426"/>
          <ac:grpSpMkLst>
            <pc:docMk/>
            <pc:sldMk cId="519801105" sldId="265"/>
            <ac:grpSpMk id="89" creationId="{744817D0-6212-499F-602F-6BBF039E810A}"/>
          </ac:grpSpMkLst>
        </pc:grpChg>
        <pc:grpChg chg="mod">
          <ac:chgData name="adilton junio" userId="66b3fade76ecdf97" providerId="LiveId" clId="{3A2DA7F4-19D8-4203-BFEA-26254F7BE44A}" dt="2024-07-16T12:30:42.297" v="426"/>
          <ac:grpSpMkLst>
            <pc:docMk/>
            <pc:sldMk cId="519801105" sldId="265"/>
            <ac:grpSpMk id="90" creationId="{CEECBADB-34A0-638F-5F9F-DD6A8E33629E}"/>
          </ac:grpSpMkLst>
        </pc:grpChg>
        <pc:grpChg chg="del">
          <ac:chgData name="adilton junio" userId="66b3fade76ecdf97" providerId="LiveId" clId="{3A2DA7F4-19D8-4203-BFEA-26254F7BE44A}" dt="2024-07-16T12:11:12.288" v="279" actId="478"/>
          <ac:grpSpMkLst>
            <pc:docMk/>
            <pc:sldMk cId="519801105" sldId="265"/>
            <ac:grpSpMk id="110" creationId="{9D2A346C-8C9A-A1D8-B40A-BE4B91DF9A45}"/>
          </ac:grpSpMkLst>
        </pc:grpChg>
        <pc:grpChg chg="del">
          <ac:chgData name="adilton junio" userId="66b3fade76ecdf97" providerId="LiveId" clId="{3A2DA7F4-19D8-4203-BFEA-26254F7BE44A}" dt="2024-07-16T12:13:09.605" v="295" actId="165"/>
          <ac:grpSpMkLst>
            <pc:docMk/>
            <pc:sldMk cId="519801105" sldId="265"/>
            <ac:grpSpMk id="114" creationId="{08044F5F-3210-63D8-02CE-D5A3CBBD3E15}"/>
          </ac:grpSpMkLst>
        </pc:grpChg>
        <pc:grpChg chg="mod">
          <ac:chgData name="adilton junio" userId="66b3fade76ecdf97" providerId="LiveId" clId="{3A2DA7F4-19D8-4203-BFEA-26254F7BE44A}" dt="2024-07-16T12:30:42.297" v="426"/>
          <ac:grpSpMkLst>
            <pc:docMk/>
            <pc:sldMk cId="519801105" sldId="265"/>
            <ac:grpSpMk id="115" creationId="{9B35676F-A30E-7697-B799-A302CD0440ED}"/>
          </ac:grpSpMkLst>
        </pc:grpChg>
        <pc:grpChg chg="mod">
          <ac:chgData name="adilton junio" userId="66b3fade76ecdf97" providerId="LiveId" clId="{3A2DA7F4-19D8-4203-BFEA-26254F7BE44A}" dt="2024-07-16T12:30:42.297" v="426"/>
          <ac:grpSpMkLst>
            <pc:docMk/>
            <pc:sldMk cId="519801105" sldId="265"/>
            <ac:grpSpMk id="116" creationId="{9953A879-3BB7-9BF7-58B7-07396B4BB159}"/>
          </ac:grpSpMkLst>
        </pc:grpChg>
        <pc:grpChg chg="mod">
          <ac:chgData name="adilton junio" userId="66b3fade76ecdf97" providerId="LiveId" clId="{3A2DA7F4-19D8-4203-BFEA-26254F7BE44A}" dt="2024-07-16T12:30:42.297" v="426"/>
          <ac:grpSpMkLst>
            <pc:docMk/>
            <pc:sldMk cId="519801105" sldId="265"/>
            <ac:grpSpMk id="117" creationId="{66078660-5A08-DDFD-AF86-890CDF14F837}"/>
          </ac:grpSpMkLst>
        </pc:grpChg>
        <pc:cxnChg chg="add mod">
          <ac:chgData name="adilton junio" userId="66b3fade76ecdf97" providerId="LiveId" clId="{3A2DA7F4-19D8-4203-BFEA-26254F7BE44A}" dt="2024-07-16T12:14:49.540" v="330" actId="164"/>
          <ac:cxnSpMkLst>
            <pc:docMk/>
            <pc:sldMk cId="519801105" sldId="265"/>
            <ac:cxnSpMk id="3" creationId="{F0AF39B9-F471-9A1B-89DE-97EA4078C2C5}"/>
          </ac:cxnSpMkLst>
        </pc:cxnChg>
        <pc:cxnChg chg="add mod">
          <ac:chgData name="adilton junio" userId="66b3fade76ecdf97" providerId="LiveId" clId="{3A2DA7F4-19D8-4203-BFEA-26254F7BE44A}" dt="2024-07-16T12:14:49.540" v="330" actId="164"/>
          <ac:cxnSpMkLst>
            <pc:docMk/>
            <pc:sldMk cId="519801105" sldId="265"/>
            <ac:cxnSpMk id="4" creationId="{F029EF53-C5A2-C3CA-453D-3BA24274A7BE}"/>
          </ac:cxnSpMkLst>
        </pc:cxnChg>
        <pc:cxnChg chg="mod">
          <ac:chgData name="adilton junio" userId="66b3fade76ecdf97" providerId="LiveId" clId="{3A2DA7F4-19D8-4203-BFEA-26254F7BE44A}" dt="2024-07-16T12:14:09.216" v="317" actId="478"/>
          <ac:cxnSpMkLst>
            <pc:docMk/>
            <pc:sldMk cId="519801105" sldId="265"/>
            <ac:cxnSpMk id="6" creationId="{AB9FBC11-651D-11D1-CEB5-601DD47E5EC0}"/>
          </ac:cxnSpMkLst>
        </pc:cxnChg>
        <pc:cxnChg chg="mod">
          <ac:chgData name="adilton junio" userId="66b3fade76ecdf97" providerId="LiveId" clId="{3A2DA7F4-19D8-4203-BFEA-26254F7BE44A}" dt="2024-07-16T12:14:09.216" v="317" actId="478"/>
          <ac:cxnSpMkLst>
            <pc:docMk/>
            <pc:sldMk cId="519801105" sldId="265"/>
            <ac:cxnSpMk id="8" creationId="{7723BBC5-5E13-0524-3C9E-2E4B7783633A}"/>
          </ac:cxnSpMkLst>
        </pc:cxnChg>
        <pc:cxnChg chg="mod">
          <ac:chgData name="adilton junio" userId="66b3fade76ecdf97" providerId="LiveId" clId="{3A2DA7F4-19D8-4203-BFEA-26254F7BE44A}" dt="2024-07-16T12:25:24.368" v="331"/>
          <ac:cxnSpMkLst>
            <pc:docMk/>
            <pc:sldMk cId="519801105" sldId="265"/>
            <ac:cxnSpMk id="17" creationId="{680A9E06-2EA0-822A-C7F3-5E450A24AA85}"/>
          </ac:cxnSpMkLst>
        </pc:cxnChg>
        <pc:cxnChg chg="mod">
          <ac:chgData name="adilton junio" userId="66b3fade76ecdf97" providerId="LiveId" clId="{3A2DA7F4-19D8-4203-BFEA-26254F7BE44A}" dt="2024-07-16T12:25:24.368" v="331"/>
          <ac:cxnSpMkLst>
            <pc:docMk/>
            <pc:sldMk cId="519801105" sldId="265"/>
            <ac:cxnSpMk id="18" creationId="{F938D7C5-1166-62BF-8E53-72106ADEDFAA}"/>
          </ac:cxnSpMkLst>
        </pc:cxnChg>
      </pc:sldChg>
    </pc:docChg>
  </pc:docChgLst>
  <pc:docChgLst>
    <pc:chgData name="adilton junio" userId="66b3fade76ecdf97" providerId="LiveId" clId="{A46F4E48-C705-44C9-A099-EA6ACF000FB9}"/>
    <pc:docChg chg="undo redo custSel addSld delSld modSld sldOrd addSection modSection">
      <pc:chgData name="adilton junio" userId="66b3fade76ecdf97" providerId="LiveId" clId="{A46F4E48-C705-44C9-A099-EA6ACF000FB9}" dt="2024-07-17T21:14:26.498" v="5363" actId="6549"/>
      <pc:docMkLst>
        <pc:docMk/>
      </pc:docMkLst>
      <pc:sldChg chg="del mod modShow">
        <pc:chgData name="adilton junio" userId="66b3fade76ecdf97" providerId="LiveId" clId="{A46F4E48-C705-44C9-A099-EA6ACF000FB9}" dt="2024-07-17T18:27:12.960" v="3713" actId="47"/>
        <pc:sldMkLst>
          <pc:docMk/>
          <pc:sldMk cId="3689878838" sldId="256"/>
        </pc:sldMkLst>
      </pc:sldChg>
      <pc:sldChg chg="mod modShow">
        <pc:chgData name="adilton junio" userId="66b3fade76ecdf97" providerId="LiveId" clId="{A46F4E48-C705-44C9-A099-EA6ACF000FB9}" dt="2024-07-17T16:16:33.489" v="2813" actId="729"/>
        <pc:sldMkLst>
          <pc:docMk/>
          <pc:sldMk cId="2576449578" sldId="257"/>
        </pc:sldMkLst>
      </pc:sldChg>
      <pc:sldChg chg="mod modShow">
        <pc:chgData name="adilton junio" userId="66b3fade76ecdf97" providerId="LiveId" clId="{A46F4E48-C705-44C9-A099-EA6ACF000FB9}" dt="2024-07-17T16:16:33.489" v="2813" actId="729"/>
        <pc:sldMkLst>
          <pc:docMk/>
          <pc:sldMk cId="2285816010" sldId="258"/>
        </pc:sldMkLst>
      </pc:sldChg>
      <pc:sldChg chg="mod modShow">
        <pc:chgData name="adilton junio" userId="66b3fade76ecdf97" providerId="LiveId" clId="{A46F4E48-C705-44C9-A099-EA6ACF000FB9}" dt="2024-07-17T16:16:33.489" v="2813" actId="729"/>
        <pc:sldMkLst>
          <pc:docMk/>
          <pc:sldMk cId="2979574403" sldId="259"/>
        </pc:sldMkLst>
      </pc:sldChg>
      <pc:sldChg chg="mod modShow">
        <pc:chgData name="adilton junio" userId="66b3fade76ecdf97" providerId="LiveId" clId="{A46F4E48-C705-44C9-A099-EA6ACF000FB9}" dt="2024-07-17T16:16:33.489" v="2813" actId="729"/>
        <pc:sldMkLst>
          <pc:docMk/>
          <pc:sldMk cId="1157765011" sldId="260"/>
        </pc:sldMkLst>
      </pc:sldChg>
      <pc:sldChg chg="mod modShow">
        <pc:chgData name="adilton junio" userId="66b3fade76ecdf97" providerId="LiveId" clId="{A46F4E48-C705-44C9-A099-EA6ACF000FB9}" dt="2024-07-17T16:16:33.489" v="2813" actId="729"/>
        <pc:sldMkLst>
          <pc:docMk/>
          <pc:sldMk cId="2120586955" sldId="261"/>
        </pc:sldMkLst>
      </pc:sldChg>
      <pc:sldChg chg="mod modShow">
        <pc:chgData name="adilton junio" userId="66b3fade76ecdf97" providerId="LiveId" clId="{A46F4E48-C705-44C9-A099-EA6ACF000FB9}" dt="2024-07-17T16:16:33.489" v="2813" actId="729"/>
        <pc:sldMkLst>
          <pc:docMk/>
          <pc:sldMk cId="3045026756" sldId="262"/>
        </pc:sldMkLst>
      </pc:sldChg>
      <pc:sldChg chg="del">
        <pc:chgData name="adilton junio" userId="66b3fade76ecdf97" providerId="LiveId" clId="{A46F4E48-C705-44C9-A099-EA6ACF000FB9}" dt="2024-07-17T15:08:16.731" v="1762" actId="47"/>
        <pc:sldMkLst>
          <pc:docMk/>
          <pc:sldMk cId="2584336074" sldId="263"/>
        </pc:sldMkLst>
      </pc:sldChg>
      <pc:sldChg chg="mod modShow">
        <pc:chgData name="adilton junio" userId="66b3fade76ecdf97" providerId="LiveId" clId="{A46F4E48-C705-44C9-A099-EA6ACF000FB9}" dt="2024-07-17T15:07:45.401" v="1757" actId="729"/>
        <pc:sldMkLst>
          <pc:docMk/>
          <pc:sldMk cId="636562131" sldId="264"/>
        </pc:sldMkLst>
      </pc:sldChg>
      <pc:sldChg chg="addSp modSp del">
        <pc:chgData name="adilton junio" userId="66b3fade76ecdf97" providerId="LiveId" clId="{A46F4E48-C705-44C9-A099-EA6ACF000FB9}" dt="2024-07-16T18:28:06.510" v="577" actId="47"/>
        <pc:sldMkLst>
          <pc:docMk/>
          <pc:sldMk cId="519801105" sldId="265"/>
        </pc:sldMkLst>
        <pc:grpChg chg="add mod">
          <ac:chgData name="adilton junio" userId="66b3fade76ecdf97" providerId="LiveId" clId="{A46F4E48-C705-44C9-A099-EA6ACF000FB9}" dt="2024-07-16T18:09:25.132" v="396" actId="164"/>
          <ac:grpSpMkLst>
            <pc:docMk/>
            <pc:sldMk cId="519801105" sldId="265"/>
            <ac:grpSpMk id="2" creationId="{0C185B48-D43D-B232-C161-DCC55C18F0E7}"/>
          </ac:grpSpMkLst>
        </pc:grpChg>
        <pc:grpChg chg="mod">
          <ac:chgData name="adilton junio" userId="66b3fade76ecdf97" providerId="LiveId" clId="{A46F4E48-C705-44C9-A099-EA6ACF000FB9}" dt="2024-07-16T18:09:25.132" v="396" actId="164"/>
          <ac:grpSpMkLst>
            <pc:docMk/>
            <pc:sldMk cId="519801105" sldId="265"/>
            <ac:grpSpMk id="14" creationId="{B0202161-10F4-94A0-A2EA-E822EA77303A}"/>
          </ac:grpSpMkLst>
        </pc:grpChg>
        <pc:grpChg chg="mod">
          <ac:chgData name="adilton junio" userId="66b3fade76ecdf97" providerId="LiveId" clId="{A46F4E48-C705-44C9-A099-EA6ACF000FB9}" dt="2024-07-16T18:09:25.132" v="396" actId="164"/>
          <ac:grpSpMkLst>
            <pc:docMk/>
            <pc:sldMk cId="519801105" sldId="265"/>
            <ac:grpSpMk id="26" creationId="{C1519862-7486-4030-2D53-DD2DA5253C79}"/>
          </ac:grpSpMkLst>
        </pc:grpChg>
        <pc:grpChg chg="mod">
          <ac:chgData name="adilton junio" userId="66b3fade76ecdf97" providerId="LiveId" clId="{A46F4E48-C705-44C9-A099-EA6ACF000FB9}" dt="2024-07-16T18:09:25.132" v="396" actId="164"/>
          <ac:grpSpMkLst>
            <pc:docMk/>
            <pc:sldMk cId="519801105" sldId="265"/>
            <ac:grpSpMk id="34" creationId="{AC8AD181-379D-EAB0-6058-CF21A20C12A7}"/>
          </ac:grpSpMkLst>
        </pc:grpChg>
        <pc:grpChg chg="mod">
          <ac:chgData name="adilton junio" userId="66b3fade76ecdf97" providerId="LiveId" clId="{A46F4E48-C705-44C9-A099-EA6ACF000FB9}" dt="2024-07-16T18:09:25.132" v="396" actId="164"/>
          <ac:grpSpMkLst>
            <pc:docMk/>
            <pc:sldMk cId="519801105" sldId="265"/>
            <ac:grpSpMk id="54" creationId="{DB23AB93-C4D4-69DE-50AE-71A7274F30E7}"/>
          </ac:grpSpMkLst>
        </pc:grpChg>
        <pc:grpChg chg="mod">
          <ac:chgData name="adilton junio" userId="66b3fade76ecdf97" providerId="LiveId" clId="{A46F4E48-C705-44C9-A099-EA6ACF000FB9}" dt="2024-07-16T18:09:25.132" v="396" actId="164"/>
          <ac:grpSpMkLst>
            <pc:docMk/>
            <pc:sldMk cId="519801105" sldId="265"/>
            <ac:grpSpMk id="57" creationId="{64D683DF-A8ED-51E2-7764-7E1800D456CF}"/>
          </ac:grpSpMkLst>
        </pc:grpChg>
        <pc:grpChg chg="mod">
          <ac:chgData name="adilton junio" userId="66b3fade76ecdf97" providerId="LiveId" clId="{A46F4E48-C705-44C9-A099-EA6ACF000FB9}" dt="2024-07-16T18:09:25.132" v="396" actId="164"/>
          <ac:grpSpMkLst>
            <pc:docMk/>
            <pc:sldMk cId="519801105" sldId="265"/>
            <ac:grpSpMk id="84" creationId="{AC25F8F0-B63D-A0F2-6109-B5D7EAC74B16}"/>
          </ac:grpSpMkLst>
        </pc:grpChg>
        <pc:grpChg chg="mod">
          <ac:chgData name="adilton junio" userId="66b3fade76ecdf97" providerId="LiveId" clId="{A46F4E48-C705-44C9-A099-EA6ACF000FB9}" dt="2024-07-16T18:09:25.132" v="396" actId="164"/>
          <ac:grpSpMkLst>
            <pc:docMk/>
            <pc:sldMk cId="519801105" sldId="265"/>
            <ac:grpSpMk id="85" creationId="{C1D5CAE3-94C6-FD8A-CC64-02BD313939C1}"/>
          </ac:grpSpMkLst>
        </pc:grpChg>
      </pc:sldChg>
      <pc:sldChg chg="modSp mod">
        <pc:chgData name="adilton junio" userId="66b3fade76ecdf97" providerId="LiveId" clId="{A46F4E48-C705-44C9-A099-EA6ACF000FB9}" dt="2024-07-17T18:09:32.117" v="3663" actId="404"/>
        <pc:sldMkLst>
          <pc:docMk/>
          <pc:sldMk cId="2638793871" sldId="266"/>
        </pc:sldMkLst>
        <pc:spChg chg="mod">
          <ac:chgData name="adilton junio" userId="66b3fade76ecdf97" providerId="LiveId" clId="{A46F4E48-C705-44C9-A099-EA6ACF000FB9}" dt="2024-07-17T18:09:32.117" v="3663" actId="404"/>
          <ac:spMkLst>
            <pc:docMk/>
            <pc:sldMk cId="2638793871" sldId="266"/>
            <ac:spMk id="7" creationId="{31D06EC5-8553-0F5A-D878-AF0600CAF2F8}"/>
          </ac:spMkLst>
        </pc:spChg>
      </pc:sldChg>
      <pc:sldChg chg="addSp delSp modSp mod">
        <pc:chgData name="adilton junio" userId="66b3fade76ecdf97" providerId="LiveId" clId="{A46F4E48-C705-44C9-A099-EA6ACF000FB9}" dt="2024-07-17T18:26:45.975" v="3706" actId="20577"/>
        <pc:sldMkLst>
          <pc:docMk/>
          <pc:sldMk cId="617235767" sldId="267"/>
        </pc:sldMkLst>
        <pc:spChg chg="add mod">
          <ac:chgData name="adilton junio" userId="66b3fade76ecdf97" providerId="LiveId" clId="{A46F4E48-C705-44C9-A099-EA6ACF000FB9}" dt="2024-07-17T14:51:26.327" v="1674" actId="404"/>
          <ac:spMkLst>
            <pc:docMk/>
            <pc:sldMk cId="617235767" sldId="267"/>
            <ac:spMk id="2" creationId="{0C43B13E-C4EE-A25A-6982-9F0B0562FC84}"/>
          </ac:spMkLst>
        </pc:spChg>
        <pc:spChg chg="add mod topLvl">
          <ac:chgData name="adilton junio" userId="66b3fade76ecdf97" providerId="LiveId" clId="{A46F4E48-C705-44C9-A099-EA6ACF000FB9}" dt="2024-07-17T14:51:26.327" v="1674" actId="404"/>
          <ac:spMkLst>
            <pc:docMk/>
            <pc:sldMk cId="617235767" sldId="267"/>
            <ac:spMk id="3" creationId="{95FB76DA-5C4C-83C3-D3CB-D54A13B9EBB3}"/>
          </ac:spMkLst>
        </pc:spChg>
        <pc:spChg chg="add mod">
          <ac:chgData name="adilton junio" userId="66b3fade76ecdf97" providerId="LiveId" clId="{A46F4E48-C705-44C9-A099-EA6ACF000FB9}" dt="2024-07-17T18:26:45.975" v="3706" actId="20577"/>
          <ac:spMkLst>
            <pc:docMk/>
            <pc:sldMk cId="617235767" sldId="267"/>
            <ac:spMk id="7" creationId="{6CFC6BC1-C2A1-3FD9-AB78-53163EB453F2}"/>
          </ac:spMkLst>
        </pc:spChg>
        <pc:spChg chg="add mod">
          <ac:chgData name="adilton junio" userId="66b3fade76ecdf97" providerId="LiveId" clId="{A46F4E48-C705-44C9-A099-EA6ACF000FB9}" dt="2024-07-17T14:51:26.327" v="1674" actId="404"/>
          <ac:spMkLst>
            <pc:docMk/>
            <pc:sldMk cId="617235767" sldId="267"/>
            <ac:spMk id="10" creationId="{BE4C5CB9-A872-5589-E8F0-23900DB00F48}"/>
          </ac:spMkLst>
        </pc:spChg>
        <pc:spChg chg="mod topLvl">
          <ac:chgData name="adilton junio" userId="66b3fade76ecdf97" providerId="LiveId" clId="{A46F4E48-C705-44C9-A099-EA6ACF000FB9}" dt="2024-07-17T14:47:03.770" v="1553" actId="165"/>
          <ac:spMkLst>
            <pc:docMk/>
            <pc:sldMk cId="617235767" sldId="267"/>
            <ac:spMk id="92" creationId="{389AD4BA-DE4A-1658-2487-F94C2EEF6666}"/>
          </ac:spMkLst>
        </pc:spChg>
        <pc:spChg chg="mod">
          <ac:chgData name="adilton junio" userId="66b3fade76ecdf97" providerId="LiveId" clId="{A46F4E48-C705-44C9-A099-EA6ACF000FB9}" dt="2024-07-17T18:12:48.405" v="3704" actId="20577"/>
          <ac:spMkLst>
            <pc:docMk/>
            <pc:sldMk cId="617235767" sldId="267"/>
            <ac:spMk id="94" creationId="{D1D8FCDA-4632-6080-1621-67CDF796C564}"/>
          </ac:spMkLst>
        </pc:spChg>
        <pc:grpChg chg="add del mod">
          <ac:chgData name="adilton junio" userId="66b3fade76ecdf97" providerId="LiveId" clId="{A46F4E48-C705-44C9-A099-EA6ACF000FB9}" dt="2024-07-17T14:47:03.770" v="1553" actId="165"/>
          <ac:grpSpMkLst>
            <pc:docMk/>
            <pc:sldMk cId="617235767" sldId="267"/>
            <ac:grpSpMk id="5" creationId="{73F982E8-ECAD-3D8E-4FD7-33881BD63181}"/>
          </ac:grpSpMkLst>
        </pc:grpChg>
        <pc:grpChg chg="add mod">
          <ac:chgData name="adilton junio" userId="66b3fade76ecdf97" providerId="LiveId" clId="{A46F4E48-C705-44C9-A099-EA6ACF000FB9}" dt="2024-07-17T14:51:27.843" v="1675" actId="1076"/>
          <ac:grpSpMkLst>
            <pc:docMk/>
            <pc:sldMk cId="617235767" sldId="267"/>
            <ac:grpSpMk id="11" creationId="{96FC2B6A-907E-63C0-CCB5-7DC9482E1284}"/>
          </ac:grpSpMkLst>
        </pc:grpChg>
      </pc:sldChg>
      <pc:sldChg chg="modSp mod">
        <pc:chgData name="adilton junio" userId="66b3fade76ecdf97" providerId="LiveId" clId="{A46F4E48-C705-44C9-A099-EA6ACF000FB9}" dt="2024-07-17T19:48:54.695" v="4236" actId="14100"/>
        <pc:sldMkLst>
          <pc:docMk/>
          <pc:sldMk cId="929919720" sldId="268"/>
        </pc:sldMkLst>
        <pc:spChg chg="mod">
          <ac:chgData name="adilton junio" userId="66b3fade76ecdf97" providerId="LiveId" clId="{A46F4E48-C705-44C9-A099-EA6ACF000FB9}" dt="2024-07-17T19:48:54.695" v="4236" actId="14100"/>
          <ac:spMkLst>
            <pc:docMk/>
            <pc:sldMk cId="929919720" sldId="268"/>
            <ac:spMk id="9" creationId="{6712AAAE-5D61-5AD9-F1A7-A27ACC47ED61}"/>
          </ac:spMkLst>
        </pc:spChg>
        <pc:spChg chg="mod">
          <ac:chgData name="adilton junio" userId="66b3fade76ecdf97" providerId="LiveId" clId="{A46F4E48-C705-44C9-A099-EA6ACF000FB9}" dt="2024-07-17T18:37:52.655" v="3877" actId="20577"/>
          <ac:spMkLst>
            <pc:docMk/>
            <pc:sldMk cId="929919720" sldId="268"/>
            <ac:spMk id="94" creationId="{D1D8FCDA-4632-6080-1621-67CDF796C564}"/>
          </ac:spMkLst>
        </pc:spChg>
      </pc:sldChg>
      <pc:sldChg chg="addSp delSp modSp mod">
        <pc:chgData name="adilton junio" userId="66b3fade76ecdf97" providerId="LiveId" clId="{A46F4E48-C705-44C9-A099-EA6ACF000FB9}" dt="2024-07-17T20:44:30.349" v="4732" actId="20577"/>
        <pc:sldMkLst>
          <pc:docMk/>
          <pc:sldMk cId="488082418" sldId="269"/>
        </pc:sldMkLst>
        <pc:spChg chg="mod">
          <ac:chgData name="adilton junio" userId="66b3fade76ecdf97" providerId="LiveId" clId="{A46F4E48-C705-44C9-A099-EA6ACF000FB9}" dt="2024-07-17T20:44:30.349" v="4732" actId="20577"/>
          <ac:spMkLst>
            <pc:docMk/>
            <pc:sldMk cId="488082418" sldId="269"/>
            <ac:spMk id="5" creationId="{C4C62FA0-2554-C740-B43F-6979E70E9F6C}"/>
          </ac:spMkLst>
        </pc:spChg>
        <pc:spChg chg="mod">
          <ac:chgData name="adilton junio" userId="66b3fade76ecdf97" providerId="LiveId" clId="{A46F4E48-C705-44C9-A099-EA6ACF000FB9}" dt="2024-07-17T20:44:30.349" v="4732" actId="20577"/>
          <ac:spMkLst>
            <pc:docMk/>
            <pc:sldMk cId="488082418" sldId="269"/>
            <ac:spMk id="7" creationId="{D5AB4974-7F33-2D29-24EC-EF0F440B000C}"/>
          </ac:spMkLst>
        </pc:spChg>
        <pc:spChg chg="add del mod topLvl">
          <ac:chgData name="adilton junio" userId="66b3fade76ecdf97" providerId="LiveId" clId="{A46F4E48-C705-44C9-A099-EA6ACF000FB9}" dt="2024-07-17T14:50:27.991" v="1666" actId="478"/>
          <ac:spMkLst>
            <pc:docMk/>
            <pc:sldMk cId="488082418" sldId="269"/>
            <ac:spMk id="10" creationId="{48165E74-21D8-345C-6B13-50560A9DC298}"/>
          </ac:spMkLst>
        </pc:spChg>
        <pc:spChg chg="mod">
          <ac:chgData name="adilton junio" userId="66b3fade76ecdf97" providerId="LiveId" clId="{A46F4E48-C705-44C9-A099-EA6ACF000FB9}" dt="2024-07-17T20:44:30.349" v="4732" actId="20577"/>
          <ac:spMkLst>
            <pc:docMk/>
            <pc:sldMk cId="488082418" sldId="269"/>
            <ac:spMk id="11" creationId="{E41E8B59-2FDB-5188-1767-1E09A35552F3}"/>
          </ac:spMkLst>
        </pc:spChg>
        <pc:spChg chg="mod">
          <ac:chgData name="adilton junio" userId="66b3fade76ecdf97" providerId="LiveId" clId="{A46F4E48-C705-44C9-A099-EA6ACF000FB9}" dt="2024-07-17T20:44:30.349" v="4732" actId="20577"/>
          <ac:spMkLst>
            <pc:docMk/>
            <pc:sldMk cId="488082418" sldId="269"/>
            <ac:spMk id="12" creationId="{5440CEF9-E9C8-DE55-99A2-893903DCC911}"/>
          </ac:spMkLst>
        </pc:spChg>
        <pc:spChg chg="add mod">
          <ac:chgData name="adilton junio" userId="66b3fade76ecdf97" providerId="LiveId" clId="{A46F4E48-C705-44C9-A099-EA6ACF000FB9}" dt="2024-07-17T15:58:28.142" v="2434" actId="404"/>
          <ac:spMkLst>
            <pc:docMk/>
            <pc:sldMk cId="488082418" sldId="269"/>
            <ac:spMk id="17" creationId="{C5678170-CA2D-8AB7-0A6B-835769EDCC0C}"/>
          </ac:spMkLst>
        </pc:spChg>
        <pc:spChg chg="add mod">
          <ac:chgData name="adilton junio" userId="66b3fade76ecdf97" providerId="LiveId" clId="{A46F4E48-C705-44C9-A099-EA6ACF000FB9}" dt="2024-07-17T16:00:10.439" v="2464" actId="114"/>
          <ac:spMkLst>
            <pc:docMk/>
            <pc:sldMk cId="488082418" sldId="269"/>
            <ac:spMk id="18" creationId="{55254BAB-9DE3-54E5-C42C-F5DBAE4432FF}"/>
          </ac:spMkLst>
        </pc:spChg>
        <pc:spChg chg="add mod">
          <ac:chgData name="adilton junio" userId="66b3fade76ecdf97" providerId="LiveId" clId="{A46F4E48-C705-44C9-A099-EA6ACF000FB9}" dt="2024-07-17T15:58:31.709" v="2435" actId="404"/>
          <ac:spMkLst>
            <pc:docMk/>
            <pc:sldMk cId="488082418" sldId="269"/>
            <ac:spMk id="19" creationId="{839CBF87-0713-E3FD-6F4E-E3F16CE31027}"/>
          </ac:spMkLst>
        </pc:spChg>
        <pc:spChg chg="add mod">
          <ac:chgData name="adilton junio" userId="66b3fade76ecdf97" providerId="LiveId" clId="{A46F4E48-C705-44C9-A099-EA6ACF000FB9}" dt="2024-07-17T16:00:06.718" v="2463" actId="108"/>
          <ac:spMkLst>
            <pc:docMk/>
            <pc:sldMk cId="488082418" sldId="269"/>
            <ac:spMk id="20" creationId="{5FE0C7CC-AE87-FA0E-B84D-749F9AD42BB8}"/>
          </ac:spMkLst>
        </pc:spChg>
        <pc:spChg chg="add mod">
          <ac:chgData name="adilton junio" userId="66b3fade76ecdf97" providerId="LiveId" clId="{A46F4E48-C705-44C9-A099-EA6ACF000FB9}" dt="2024-07-17T20:44:15.541" v="4725" actId="20577"/>
          <ac:spMkLst>
            <pc:docMk/>
            <pc:sldMk cId="488082418" sldId="269"/>
            <ac:spMk id="21" creationId="{92A8F3F1-BF54-4A8F-5B07-7B0AB07EE379}"/>
          </ac:spMkLst>
        </pc:spChg>
        <pc:spChg chg="add mod">
          <ac:chgData name="adilton junio" userId="66b3fade76ecdf97" providerId="LiveId" clId="{A46F4E48-C705-44C9-A099-EA6ACF000FB9}" dt="2024-07-16T18:01:40.631" v="381" actId="14100"/>
          <ac:spMkLst>
            <pc:docMk/>
            <pc:sldMk cId="488082418" sldId="269"/>
            <ac:spMk id="22" creationId="{49077367-370F-EE24-E168-4960C19983BE}"/>
          </ac:spMkLst>
        </pc:spChg>
        <pc:spChg chg="mod">
          <ac:chgData name="adilton junio" userId="66b3fade76ecdf97" providerId="LiveId" clId="{A46F4E48-C705-44C9-A099-EA6ACF000FB9}" dt="2024-07-17T20:44:30.349" v="4732" actId="20577"/>
          <ac:spMkLst>
            <pc:docMk/>
            <pc:sldMk cId="488082418" sldId="269"/>
            <ac:spMk id="23" creationId="{D6D06EBE-4136-BEE1-0D40-356D7BCDD7B3}"/>
          </ac:spMkLst>
        </pc:spChg>
        <pc:spChg chg="mod">
          <ac:chgData name="adilton junio" userId="66b3fade76ecdf97" providerId="LiveId" clId="{A46F4E48-C705-44C9-A099-EA6ACF000FB9}" dt="2024-07-17T14:50:28.300" v="1667"/>
          <ac:spMkLst>
            <pc:docMk/>
            <pc:sldMk cId="488082418" sldId="269"/>
            <ac:spMk id="25" creationId="{78C06A97-B907-F391-DF50-09F23AC2B5BE}"/>
          </ac:spMkLst>
        </pc:spChg>
        <pc:spChg chg="mod">
          <ac:chgData name="adilton junio" userId="66b3fade76ecdf97" providerId="LiveId" clId="{A46F4E48-C705-44C9-A099-EA6ACF000FB9}" dt="2024-07-17T14:50:28.300" v="1667"/>
          <ac:spMkLst>
            <pc:docMk/>
            <pc:sldMk cId="488082418" sldId="269"/>
            <ac:spMk id="26" creationId="{8B974E0A-185E-A35D-EA5A-67FCCC457382}"/>
          </ac:spMkLst>
        </pc:spChg>
        <pc:spChg chg="mod">
          <ac:chgData name="adilton junio" userId="66b3fade76ecdf97" providerId="LiveId" clId="{A46F4E48-C705-44C9-A099-EA6ACF000FB9}" dt="2024-07-17T14:50:28.300" v="1667"/>
          <ac:spMkLst>
            <pc:docMk/>
            <pc:sldMk cId="488082418" sldId="269"/>
            <ac:spMk id="27" creationId="{DA691263-F071-ABC5-59CB-801B778CCA35}"/>
          </ac:spMkLst>
        </pc:spChg>
        <pc:spChg chg="mod">
          <ac:chgData name="adilton junio" userId="66b3fade76ecdf97" providerId="LiveId" clId="{A46F4E48-C705-44C9-A099-EA6ACF000FB9}" dt="2024-07-17T14:50:28.300" v="1667"/>
          <ac:spMkLst>
            <pc:docMk/>
            <pc:sldMk cId="488082418" sldId="269"/>
            <ac:spMk id="28" creationId="{B8280E43-61F7-BB79-54A3-A599229949E6}"/>
          </ac:spMkLst>
        </pc:spChg>
        <pc:spChg chg="mod">
          <ac:chgData name="adilton junio" userId="66b3fade76ecdf97" providerId="LiveId" clId="{A46F4E48-C705-44C9-A099-EA6ACF000FB9}" dt="2024-07-17T14:51:36.316" v="1677"/>
          <ac:spMkLst>
            <pc:docMk/>
            <pc:sldMk cId="488082418" sldId="269"/>
            <ac:spMk id="30" creationId="{14DFDECB-0BDD-2589-CB78-B703AC78C54D}"/>
          </ac:spMkLst>
        </pc:spChg>
        <pc:spChg chg="mod">
          <ac:chgData name="adilton junio" userId="66b3fade76ecdf97" providerId="LiveId" clId="{A46F4E48-C705-44C9-A099-EA6ACF000FB9}" dt="2024-07-17T14:51:36.316" v="1677"/>
          <ac:spMkLst>
            <pc:docMk/>
            <pc:sldMk cId="488082418" sldId="269"/>
            <ac:spMk id="31" creationId="{9A010F09-EB6C-E016-AB68-489800DAB286}"/>
          </ac:spMkLst>
        </pc:spChg>
        <pc:spChg chg="mod">
          <ac:chgData name="adilton junio" userId="66b3fade76ecdf97" providerId="LiveId" clId="{A46F4E48-C705-44C9-A099-EA6ACF000FB9}" dt="2024-07-17T18:26:47.789" v="3707" actId="20577"/>
          <ac:spMkLst>
            <pc:docMk/>
            <pc:sldMk cId="488082418" sldId="269"/>
            <ac:spMk id="32" creationId="{4DB6C471-4B75-88CB-D110-8FD209D315E5}"/>
          </ac:spMkLst>
        </pc:spChg>
        <pc:spChg chg="mod">
          <ac:chgData name="adilton junio" userId="66b3fade76ecdf97" providerId="LiveId" clId="{A46F4E48-C705-44C9-A099-EA6ACF000FB9}" dt="2024-07-17T14:51:36.316" v="1677"/>
          <ac:spMkLst>
            <pc:docMk/>
            <pc:sldMk cId="488082418" sldId="269"/>
            <ac:spMk id="33" creationId="{FB44FC3A-8280-2734-466C-68A24D21A91E}"/>
          </ac:spMkLst>
        </pc:spChg>
        <pc:spChg chg="mod">
          <ac:chgData name="adilton junio" userId="66b3fade76ecdf97" providerId="LiveId" clId="{A46F4E48-C705-44C9-A099-EA6ACF000FB9}" dt="2024-07-16T18:09:29.316" v="397"/>
          <ac:spMkLst>
            <pc:docMk/>
            <pc:sldMk cId="488082418" sldId="269"/>
            <ac:spMk id="36" creationId="{FF27E0E9-B02B-46FD-0695-A204C59D6BFA}"/>
          </ac:spMkLst>
        </pc:spChg>
        <pc:spChg chg="mod">
          <ac:chgData name="adilton junio" userId="66b3fade76ecdf97" providerId="LiveId" clId="{A46F4E48-C705-44C9-A099-EA6ACF000FB9}" dt="2024-07-16T18:09:29.316" v="397"/>
          <ac:spMkLst>
            <pc:docMk/>
            <pc:sldMk cId="488082418" sldId="269"/>
            <ac:spMk id="37" creationId="{1DAE727E-37DF-0F20-A7AC-41B329D9DA10}"/>
          </ac:spMkLst>
        </pc:spChg>
        <pc:spChg chg="mod">
          <ac:chgData name="adilton junio" userId="66b3fade76ecdf97" providerId="LiveId" clId="{A46F4E48-C705-44C9-A099-EA6ACF000FB9}" dt="2024-07-16T18:09:29.316" v="397"/>
          <ac:spMkLst>
            <pc:docMk/>
            <pc:sldMk cId="488082418" sldId="269"/>
            <ac:spMk id="38" creationId="{6F5665FA-86DB-F885-66BB-3C32C3670AD1}"/>
          </ac:spMkLst>
        </pc:spChg>
        <pc:spChg chg="mod">
          <ac:chgData name="adilton junio" userId="66b3fade76ecdf97" providerId="LiveId" clId="{A46F4E48-C705-44C9-A099-EA6ACF000FB9}" dt="2024-07-16T18:09:29.316" v="397"/>
          <ac:spMkLst>
            <pc:docMk/>
            <pc:sldMk cId="488082418" sldId="269"/>
            <ac:spMk id="39" creationId="{CF7C7C56-BEA9-5467-8B46-02F39C810BF9}"/>
          </ac:spMkLst>
        </pc:spChg>
        <pc:spChg chg="mod">
          <ac:chgData name="adilton junio" userId="66b3fade76ecdf97" providerId="LiveId" clId="{A46F4E48-C705-44C9-A099-EA6ACF000FB9}" dt="2024-07-17T20:44:30.349" v="4732" actId="20577"/>
          <ac:spMkLst>
            <pc:docMk/>
            <pc:sldMk cId="488082418" sldId="269"/>
            <ac:spMk id="40" creationId="{758CB222-ED5A-3FEA-69FB-61051C83702E}"/>
          </ac:spMkLst>
        </pc:spChg>
        <pc:spChg chg="mod">
          <ac:chgData name="adilton junio" userId="66b3fade76ecdf97" providerId="LiveId" clId="{A46F4E48-C705-44C9-A099-EA6ACF000FB9}" dt="2024-07-16T18:09:29.316" v="397"/>
          <ac:spMkLst>
            <pc:docMk/>
            <pc:sldMk cId="488082418" sldId="269"/>
            <ac:spMk id="41" creationId="{C62FDDFF-C701-E04F-FFFD-3FF4C1A4080E}"/>
          </ac:spMkLst>
        </pc:spChg>
        <pc:spChg chg="mod">
          <ac:chgData name="adilton junio" userId="66b3fade76ecdf97" providerId="LiveId" clId="{A46F4E48-C705-44C9-A099-EA6ACF000FB9}" dt="2024-07-16T18:09:29.316" v="397"/>
          <ac:spMkLst>
            <pc:docMk/>
            <pc:sldMk cId="488082418" sldId="269"/>
            <ac:spMk id="42" creationId="{B8D5300A-F935-9502-6A83-1BCA20036A5A}"/>
          </ac:spMkLst>
        </pc:spChg>
        <pc:spChg chg="mod">
          <ac:chgData name="adilton junio" userId="66b3fade76ecdf97" providerId="LiveId" clId="{A46F4E48-C705-44C9-A099-EA6ACF000FB9}" dt="2024-07-16T18:09:29.316" v="397"/>
          <ac:spMkLst>
            <pc:docMk/>
            <pc:sldMk cId="488082418" sldId="269"/>
            <ac:spMk id="46" creationId="{928DCBBC-8B34-7DF2-3AFE-0762DF92FB49}"/>
          </ac:spMkLst>
        </pc:spChg>
        <pc:spChg chg="mod">
          <ac:chgData name="adilton junio" userId="66b3fade76ecdf97" providerId="LiveId" clId="{A46F4E48-C705-44C9-A099-EA6ACF000FB9}" dt="2024-07-16T18:09:29.316" v="397"/>
          <ac:spMkLst>
            <pc:docMk/>
            <pc:sldMk cId="488082418" sldId="269"/>
            <ac:spMk id="47" creationId="{B74A0118-4CDC-520B-026A-25330566F5F0}"/>
          </ac:spMkLst>
        </pc:spChg>
        <pc:spChg chg="mod">
          <ac:chgData name="adilton junio" userId="66b3fade76ecdf97" providerId="LiveId" clId="{A46F4E48-C705-44C9-A099-EA6ACF000FB9}" dt="2024-07-16T18:09:29.316" v="397"/>
          <ac:spMkLst>
            <pc:docMk/>
            <pc:sldMk cId="488082418" sldId="269"/>
            <ac:spMk id="48" creationId="{AF4C0FDB-1C12-71C9-5200-D40FD3AE6DAF}"/>
          </ac:spMkLst>
        </pc:spChg>
        <pc:spChg chg="mod">
          <ac:chgData name="adilton junio" userId="66b3fade76ecdf97" providerId="LiveId" clId="{A46F4E48-C705-44C9-A099-EA6ACF000FB9}" dt="2024-07-16T18:09:29.316" v="397"/>
          <ac:spMkLst>
            <pc:docMk/>
            <pc:sldMk cId="488082418" sldId="269"/>
            <ac:spMk id="49" creationId="{23C80113-F807-A839-2E24-FADE3B0CED1B}"/>
          </ac:spMkLst>
        </pc:spChg>
        <pc:spChg chg="mod">
          <ac:chgData name="adilton junio" userId="66b3fade76ecdf97" providerId="LiveId" clId="{A46F4E48-C705-44C9-A099-EA6ACF000FB9}" dt="2024-07-16T18:09:29.316" v="397"/>
          <ac:spMkLst>
            <pc:docMk/>
            <pc:sldMk cId="488082418" sldId="269"/>
            <ac:spMk id="50" creationId="{CDD7FCB6-5F78-A9B4-FC2E-E6B0BDA903A3}"/>
          </ac:spMkLst>
        </pc:spChg>
        <pc:spChg chg="mod">
          <ac:chgData name="adilton junio" userId="66b3fade76ecdf97" providerId="LiveId" clId="{A46F4E48-C705-44C9-A099-EA6ACF000FB9}" dt="2024-07-17T20:44:30.349" v="4732" actId="20577"/>
          <ac:spMkLst>
            <pc:docMk/>
            <pc:sldMk cId="488082418" sldId="269"/>
            <ac:spMk id="51" creationId="{F69A3152-00B5-2F7C-B322-DD009CCAF487}"/>
          </ac:spMkLst>
        </pc:spChg>
        <pc:spChg chg="mod">
          <ac:chgData name="adilton junio" userId="66b3fade76ecdf97" providerId="LiveId" clId="{A46F4E48-C705-44C9-A099-EA6ACF000FB9}" dt="2024-07-16T18:09:29.316" v="397"/>
          <ac:spMkLst>
            <pc:docMk/>
            <pc:sldMk cId="488082418" sldId="269"/>
            <ac:spMk id="52" creationId="{4AB1EF8C-FE4A-39C7-0435-9A222CAE4E73}"/>
          </ac:spMkLst>
        </pc:spChg>
        <pc:spChg chg="mod">
          <ac:chgData name="adilton junio" userId="66b3fade76ecdf97" providerId="LiveId" clId="{A46F4E48-C705-44C9-A099-EA6ACF000FB9}" dt="2024-07-16T18:09:29.316" v="397"/>
          <ac:spMkLst>
            <pc:docMk/>
            <pc:sldMk cId="488082418" sldId="269"/>
            <ac:spMk id="53" creationId="{5615AAEC-BE13-E7CE-BAFC-819F3C78D390}"/>
          </ac:spMkLst>
        </pc:spChg>
        <pc:spChg chg="mod">
          <ac:chgData name="adilton junio" userId="66b3fade76ecdf97" providerId="LiveId" clId="{A46F4E48-C705-44C9-A099-EA6ACF000FB9}" dt="2024-07-16T18:09:29.316" v="397"/>
          <ac:spMkLst>
            <pc:docMk/>
            <pc:sldMk cId="488082418" sldId="269"/>
            <ac:spMk id="54" creationId="{8AC7919E-B3FC-0160-44F7-C379A2FFE7AA}"/>
          </ac:spMkLst>
        </pc:spChg>
        <pc:spChg chg="mod">
          <ac:chgData name="adilton junio" userId="66b3fade76ecdf97" providerId="LiveId" clId="{A46F4E48-C705-44C9-A099-EA6ACF000FB9}" dt="2024-07-16T18:09:29.316" v="397"/>
          <ac:spMkLst>
            <pc:docMk/>
            <pc:sldMk cId="488082418" sldId="269"/>
            <ac:spMk id="55" creationId="{7D17BA35-5BC6-31C5-6679-105AF695AAC7}"/>
          </ac:spMkLst>
        </pc:spChg>
        <pc:spChg chg="mod">
          <ac:chgData name="adilton junio" userId="66b3fade76ecdf97" providerId="LiveId" clId="{A46F4E48-C705-44C9-A099-EA6ACF000FB9}" dt="2024-07-16T18:09:29.316" v="397"/>
          <ac:spMkLst>
            <pc:docMk/>
            <pc:sldMk cId="488082418" sldId="269"/>
            <ac:spMk id="56" creationId="{83276700-E4F6-999D-BDCF-30CC12A7D502}"/>
          </ac:spMkLst>
        </pc:spChg>
        <pc:spChg chg="mod">
          <ac:chgData name="adilton junio" userId="66b3fade76ecdf97" providerId="LiveId" clId="{A46F4E48-C705-44C9-A099-EA6ACF000FB9}" dt="2024-07-16T18:09:29.316" v="397"/>
          <ac:spMkLst>
            <pc:docMk/>
            <pc:sldMk cId="488082418" sldId="269"/>
            <ac:spMk id="62" creationId="{46C9E4ED-BEC7-B240-42E9-83EC377DAFAA}"/>
          </ac:spMkLst>
        </pc:spChg>
        <pc:spChg chg="mod">
          <ac:chgData name="adilton junio" userId="66b3fade76ecdf97" providerId="LiveId" clId="{A46F4E48-C705-44C9-A099-EA6ACF000FB9}" dt="2024-07-16T18:09:29.316" v="397"/>
          <ac:spMkLst>
            <pc:docMk/>
            <pc:sldMk cId="488082418" sldId="269"/>
            <ac:spMk id="63" creationId="{4843AE11-D9FA-9752-01FB-CA1FE061A3C0}"/>
          </ac:spMkLst>
        </pc:spChg>
        <pc:spChg chg="mod">
          <ac:chgData name="adilton junio" userId="66b3fade76ecdf97" providerId="LiveId" clId="{A46F4E48-C705-44C9-A099-EA6ACF000FB9}" dt="2024-07-16T18:09:29.316" v="397"/>
          <ac:spMkLst>
            <pc:docMk/>
            <pc:sldMk cId="488082418" sldId="269"/>
            <ac:spMk id="64" creationId="{D49DDF87-1A70-9DD1-E830-44F1724DB5F2}"/>
          </ac:spMkLst>
        </pc:spChg>
        <pc:spChg chg="mod">
          <ac:chgData name="adilton junio" userId="66b3fade76ecdf97" providerId="LiveId" clId="{A46F4E48-C705-44C9-A099-EA6ACF000FB9}" dt="2024-07-16T18:09:29.316" v="397"/>
          <ac:spMkLst>
            <pc:docMk/>
            <pc:sldMk cId="488082418" sldId="269"/>
            <ac:spMk id="65" creationId="{7ADCBB2F-48A4-BC95-E387-BC674585F363}"/>
          </ac:spMkLst>
        </pc:spChg>
        <pc:spChg chg="mod">
          <ac:chgData name="adilton junio" userId="66b3fade76ecdf97" providerId="LiveId" clId="{A46F4E48-C705-44C9-A099-EA6ACF000FB9}" dt="2024-07-16T18:09:29.316" v="397"/>
          <ac:spMkLst>
            <pc:docMk/>
            <pc:sldMk cId="488082418" sldId="269"/>
            <ac:spMk id="66" creationId="{ABB9605C-A33D-49DD-8981-FBD6BB7F5D35}"/>
          </ac:spMkLst>
        </pc:spChg>
        <pc:spChg chg="mod">
          <ac:chgData name="adilton junio" userId="66b3fade76ecdf97" providerId="LiveId" clId="{A46F4E48-C705-44C9-A099-EA6ACF000FB9}" dt="2024-07-16T18:09:29.316" v="397"/>
          <ac:spMkLst>
            <pc:docMk/>
            <pc:sldMk cId="488082418" sldId="269"/>
            <ac:spMk id="67" creationId="{52C07B5F-FB51-234E-4C1F-0CC698EB2EDF}"/>
          </ac:spMkLst>
        </pc:spChg>
        <pc:spChg chg="mod">
          <ac:chgData name="adilton junio" userId="66b3fade76ecdf97" providerId="LiveId" clId="{A46F4E48-C705-44C9-A099-EA6ACF000FB9}" dt="2024-07-16T18:09:29.316" v="397"/>
          <ac:spMkLst>
            <pc:docMk/>
            <pc:sldMk cId="488082418" sldId="269"/>
            <ac:spMk id="71" creationId="{33EE02B0-BA23-356D-41F8-107D32E33D86}"/>
          </ac:spMkLst>
        </pc:spChg>
        <pc:spChg chg="mod">
          <ac:chgData name="adilton junio" userId="66b3fade76ecdf97" providerId="LiveId" clId="{A46F4E48-C705-44C9-A099-EA6ACF000FB9}" dt="2024-07-16T18:09:29.316" v="397"/>
          <ac:spMkLst>
            <pc:docMk/>
            <pc:sldMk cId="488082418" sldId="269"/>
            <ac:spMk id="72" creationId="{772AE97F-0250-3EC9-5DF3-2006BCB37F5C}"/>
          </ac:spMkLst>
        </pc:spChg>
        <pc:spChg chg="mod">
          <ac:chgData name="adilton junio" userId="66b3fade76ecdf97" providerId="LiveId" clId="{A46F4E48-C705-44C9-A099-EA6ACF000FB9}" dt="2024-07-16T18:09:29.316" v="397"/>
          <ac:spMkLst>
            <pc:docMk/>
            <pc:sldMk cId="488082418" sldId="269"/>
            <ac:spMk id="73" creationId="{6DD2A9CA-DBE8-A2A0-3CE5-9F1125D74FCE}"/>
          </ac:spMkLst>
        </pc:spChg>
        <pc:spChg chg="mod">
          <ac:chgData name="adilton junio" userId="66b3fade76ecdf97" providerId="LiveId" clId="{A46F4E48-C705-44C9-A099-EA6ACF000FB9}" dt="2024-07-16T18:09:29.316" v="397"/>
          <ac:spMkLst>
            <pc:docMk/>
            <pc:sldMk cId="488082418" sldId="269"/>
            <ac:spMk id="74" creationId="{700EF7A7-BD70-D51A-4375-DF7F182BBD01}"/>
          </ac:spMkLst>
        </pc:spChg>
        <pc:spChg chg="mod">
          <ac:chgData name="adilton junio" userId="66b3fade76ecdf97" providerId="LiveId" clId="{A46F4E48-C705-44C9-A099-EA6ACF000FB9}" dt="2024-07-16T18:09:29.316" v="397"/>
          <ac:spMkLst>
            <pc:docMk/>
            <pc:sldMk cId="488082418" sldId="269"/>
            <ac:spMk id="75" creationId="{BD79764D-D1E3-1A1D-8733-7F0D3BC0CC89}"/>
          </ac:spMkLst>
        </pc:spChg>
        <pc:spChg chg="mod">
          <ac:chgData name="adilton junio" userId="66b3fade76ecdf97" providerId="LiveId" clId="{A46F4E48-C705-44C9-A099-EA6ACF000FB9}" dt="2024-07-16T18:09:29.316" v="397"/>
          <ac:spMkLst>
            <pc:docMk/>
            <pc:sldMk cId="488082418" sldId="269"/>
            <ac:spMk id="76" creationId="{1DF4BAA2-E0C4-0C1B-3DBA-170A41BD7986}"/>
          </ac:spMkLst>
        </pc:spChg>
        <pc:spChg chg="mod">
          <ac:chgData name="adilton junio" userId="66b3fade76ecdf97" providerId="LiveId" clId="{A46F4E48-C705-44C9-A099-EA6ACF000FB9}" dt="2024-07-16T18:09:29.316" v="397"/>
          <ac:spMkLst>
            <pc:docMk/>
            <pc:sldMk cId="488082418" sldId="269"/>
            <ac:spMk id="77" creationId="{4687FB89-0690-D9C6-FEDC-80182A21F1F8}"/>
          </ac:spMkLst>
        </pc:spChg>
        <pc:spChg chg="mod">
          <ac:chgData name="adilton junio" userId="66b3fade76ecdf97" providerId="LiveId" clId="{A46F4E48-C705-44C9-A099-EA6ACF000FB9}" dt="2024-07-16T18:09:29.316" v="397"/>
          <ac:spMkLst>
            <pc:docMk/>
            <pc:sldMk cId="488082418" sldId="269"/>
            <ac:spMk id="78" creationId="{7DEDEA53-C3E7-70D0-B23C-9272E074F805}"/>
          </ac:spMkLst>
        </pc:spChg>
        <pc:spChg chg="mod">
          <ac:chgData name="adilton junio" userId="66b3fade76ecdf97" providerId="LiveId" clId="{A46F4E48-C705-44C9-A099-EA6ACF000FB9}" dt="2024-07-16T18:09:29.316" v="397"/>
          <ac:spMkLst>
            <pc:docMk/>
            <pc:sldMk cId="488082418" sldId="269"/>
            <ac:spMk id="79" creationId="{86B0708E-38CF-4B6F-FCA3-05BFFA7104D8}"/>
          </ac:spMkLst>
        </pc:spChg>
        <pc:spChg chg="mod">
          <ac:chgData name="adilton junio" userId="66b3fade76ecdf97" providerId="LiveId" clId="{A46F4E48-C705-44C9-A099-EA6ACF000FB9}" dt="2024-07-16T18:09:29.316" v="397"/>
          <ac:spMkLst>
            <pc:docMk/>
            <pc:sldMk cId="488082418" sldId="269"/>
            <ac:spMk id="80" creationId="{99018997-7312-2E66-301B-9CD78364AB2F}"/>
          </ac:spMkLst>
        </pc:spChg>
        <pc:spChg chg="mod">
          <ac:chgData name="adilton junio" userId="66b3fade76ecdf97" providerId="LiveId" clId="{A46F4E48-C705-44C9-A099-EA6ACF000FB9}" dt="2024-07-16T18:09:29.316" v="397"/>
          <ac:spMkLst>
            <pc:docMk/>
            <pc:sldMk cId="488082418" sldId="269"/>
            <ac:spMk id="81" creationId="{982DA735-B387-C331-E003-2664E37E8623}"/>
          </ac:spMkLst>
        </pc:spChg>
        <pc:spChg chg="mod">
          <ac:chgData name="adilton junio" userId="66b3fade76ecdf97" providerId="LiveId" clId="{A46F4E48-C705-44C9-A099-EA6ACF000FB9}" dt="2024-07-16T18:09:29.316" v="397"/>
          <ac:spMkLst>
            <pc:docMk/>
            <pc:sldMk cId="488082418" sldId="269"/>
            <ac:spMk id="82" creationId="{51FC77E0-937E-EA60-698E-B52BB93B2CFA}"/>
          </ac:spMkLst>
        </pc:spChg>
        <pc:spChg chg="mod">
          <ac:chgData name="adilton junio" userId="66b3fade76ecdf97" providerId="LiveId" clId="{A46F4E48-C705-44C9-A099-EA6ACF000FB9}" dt="2024-07-16T18:09:29.316" v="397"/>
          <ac:spMkLst>
            <pc:docMk/>
            <pc:sldMk cId="488082418" sldId="269"/>
            <ac:spMk id="85" creationId="{622B22B7-F3C5-6196-532E-A40CD1212AB8}"/>
          </ac:spMkLst>
        </pc:spChg>
        <pc:spChg chg="mod">
          <ac:chgData name="adilton junio" userId="66b3fade76ecdf97" providerId="LiveId" clId="{A46F4E48-C705-44C9-A099-EA6ACF000FB9}" dt="2024-07-16T18:09:29.316" v="397"/>
          <ac:spMkLst>
            <pc:docMk/>
            <pc:sldMk cId="488082418" sldId="269"/>
            <ac:spMk id="86" creationId="{6F28AD4E-55BD-E158-83DC-CB47A80C2B1E}"/>
          </ac:spMkLst>
        </pc:spChg>
        <pc:spChg chg="mod">
          <ac:chgData name="adilton junio" userId="66b3fade76ecdf97" providerId="LiveId" clId="{A46F4E48-C705-44C9-A099-EA6ACF000FB9}" dt="2024-07-16T18:09:29.316" v="397"/>
          <ac:spMkLst>
            <pc:docMk/>
            <pc:sldMk cId="488082418" sldId="269"/>
            <ac:spMk id="87" creationId="{6CE38F45-C2C2-452C-A6E5-873FFFE19492}"/>
          </ac:spMkLst>
        </pc:spChg>
        <pc:spChg chg="mod topLvl">
          <ac:chgData name="adilton junio" userId="66b3fade76ecdf97" providerId="LiveId" clId="{A46F4E48-C705-44C9-A099-EA6ACF000FB9}" dt="2024-07-17T14:50:25.489" v="1665" actId="165"/>
          <ac:spMkLst>
            <pc:docMk/>
            <pc:sldMk cId="488082418" sldId="269"/>
            <ac:spMk id="92" creationId="{389AD4BA-DE4A-1658-2487-F94C2EEF6666}"/>
          </ac:spMkLst>
        </pc:spChg>
        <pc:spChg chg="mod">
          <ac:chgData name="adilton junio" userId="66b3fade76ecdf97" providerId="LiveId" clId="{A46F4E48-C705-44C9-A099-EA6ACF000FB9}" dt="2024-07-17T18:13:33.667" v="3705" actId="6549"/>
          <ac:spMkLst>
            <pc:docMk/>
            <pc:sldMk cId="488082418" sldId="269"/>
            <ac:spMk id="94" creationId="{D1D8FCDA-4632-6080-1621-67CDF796C564}"/>
          </ac:spMkLst>
        </pc:spChg>
        <pc:grpChg chg="mod">
          <ac:chgData name="adilton junio" userId="66b3fade76ecdf97" providerId="LiveId" clId="{A46F4E48-C705-44C9-A099-EA6ACF000FB9}" dt="2024-07-17T20:44:30.349" v="4732" actId="20577"/>
          <ac:grpSpMkLst>
            <pc:docMk/>
            <pc:sldMk cId="488082418" sldId="269"/>
            <ac:grpSpMk id="13" creationId="{33D1CCA9-C701-8F48-AB0F-762A7BC6A610}"/>
          </ac:grpSpMkLst>
        </pc:grpChg>
        <pc:grpChg chg="add del mod">
          <ac:chgData name="adilton junio" userId="66b3fade76ecdf97" providerId="LiveId" clId="{A46F4E48-C705-44C9-A099-EA6ACF000FB9}" dt="2024-07-17T14:50:25.489" v="1665" actId="165"/>
          <ac:grpSpMkLst>
            <pc:docMk/>
            <pc:sldMk cId="488082418" sldId="269"/>
            <ac:grpSpMk id="14" creationId="{A8AB5EAB-0AC4-0A3B-1E64-7267ACEE3EC3}"/>
          </ac:grpSpMkLst>
        </pc:grpChg>
        <pc:grpChg chg="add mod">
          <ac:chgData name="adilton junio" userId="66b3fade76ecdf97" providerId="LiveId" clId="{A46F4E48-C705-44C9-A099-EA6ACF000FB9}" dt="2024-07-17T20:44:30.349" v="4732" actId="20577"/>
          <ac:grpSpMkLst>
            <pc:docMk/>
            <pc:sldMk cId="488082418" sldId="269"/>
            <ac:grpSpMk id="15" creationId="{7556C963-A053-B59E-3C4E-41069B8691D6}"/>
          </ac:grpSpMkLst>
        </pc:grpChg>
        <pc:grpChg chg="add del mod">
          <ac:chgData name="adilton junio" userId="66b3fade76ecdf97" providerId="LiveId" clId="{A46F4E48-C705-44C9-A099-EA6ACF000FB9}" dt="2024-07-16T18:09:34.897" v="399" actId="21"/>
          <ac:grpSpMkLst>
            <pc:docMk/>
            <pc:sldMk cId="488082418" sldId="269"/>
            <ac:grpSpMk id="23" creationId="{6068577E-2FB3-F014-C6A7-DCBF178530F8}"/>
          </ac:grpSpMkLst>
        </pc:grpChg>
        <pc:grpChg chg="mod">
          <ac:chgData name="adilton junio" userId="66b3fade76ecdf97" providerId="LiveId" clId="{A46F4E48-C705-44C9-A099-EA6ACF000FB9}" dt="2024-07-16T18:09:29.316" v="397"/>
          <ac:grpSpMkLst>
            <pc:docMk/>
            <pc:sldMk cId="488082418" sldId="269"/>
            <ac:grpSpMk id="24" creationId="{168DDC4B-E085-D055-3A01-2A75AEF0F540}"/>
          </ac:grpSpMkLst>
        </pc:grpChg>
        <pc:grpChg chg="add del mod">
          <ac:chgData name="adilton junio" userId="66b3fade76ecdf97" providerId="LiveId" clId="{A46F4E48-C705-44C9-A099-EA6ACF000FB9}" dt="2024-07-17T14:51:36.026" v="1676" actId="478"/>
          <ac:grpSpMkLst>
            <pc:docMk/>
            <pc:sldMk cId="488082418" sldId="269"/>
            <ac:grpSpMk id="24" creationId="{8D00798B-2E58-3690-F5FB-584903977383}"/>
          </ac:grpSpMkLst>
        </pc:grpChg>
        <pc:grpChg chg="mod">
          <ac:chgData name="adilton junio" userId="66b3fade76ecdf97" providerId="LiveId" clId="{A46F4E48-C705-44C9-A099-EA6ACF000FB9}" dt="2024-07-16T18:09:29.316" v="397"/>
          <ac:grpSpMkLst>
            <pc:docMk/>
            <pc:sldMk cId="488082418" sldId="269"/>
            <ac:grpSpMk id="25" creationId="{6BEFE313-B14A-D407-6382-DD66DB533993}"/>
          </ac:grpSpMkLst>
        </pc:grpChg>
        <pc:grpChg chg="mod">
          <ac:chgData name="adilton junio" userId="66b3fade76ecdf97" providerId="LiveId" clId="{A46F4E48-C705-44C9-A099-EA6ACF000FB9}" dt="2024-07-16T18:09:29.316" v="397"/>
          <ac:grpSpMkLst>
            <pc:docMk/>
            <pc:sldMk cId="488082418" sldId="269"/>
            <ac:grpSpMk id="26" creationId="{39E01C4A-DE56-014D-C604-4AF36AE9FE03}"/>
          </ac:grpSpMkLst>
        </pc:grpChg>
        <pc:grpChg chg="mod">
          <ac:chgData name="adilton junio" userId="66b3fade76ecdf97" providerId="LiveId" clId="{A46F4E48-C705-44C9-A099-EA6ACF000FB9}" dt="2024-07-16T18:09:29.316" v="397"/>
          <ac:grpSpMkLst>
            <pc:docMk/>
            <pc:sldMk cId="488082418" sldId="269"/>
            <ac:grpSpMk id="27" creationId="{41091304-8D76-4C76-51D1-909D24952854}"/>
          </ac:grpSpMkLst>
        </pc:grpChg>
        <pc:grpChg chg="mod">
          <ac:chgData name="adilton junio" userId="66b3fade76ecdf97" providerId="LiveId" clId="{A46F4E48-C705-44C9-A099-EA6ACF000FB9}" dt="2024-07-16T18:09:29.316" v="397"/>
          <ac:grpSpMkLst>
            <pc:docMk/>
            <pc:sldMk cId="488082418" sldId="269"/>
            <ac:grpSpMk id="28" creationId="{7D660E8D-787D-A022-9F06-967B1DFF2571}"/>
          </ac:grpSpMkLst>
        </pc:grpChg>
        <pc:grpChg chg="add mod">
          <ac:chgData name="adilton junio" userId="66b3fade76ecdf97" providerId="LiveId" clId="{A46F4E48-C705-44C9-A099-EA6ACF000FB9}" dt="2024-07-17T14:51:36.316" v="1677"/>
          <ac:grpSpMkLst>
            <pc:docMk/>
            <pc:sldMk cId="488082418" sldId="269"/>
            <ac:grpSpMk id="29" creationId="{13074E31-F171-A258-2619-50EFDB2F72CE}"/>
          </ac:grpSpMkLst>
        </pc:grpChg>
        <pc:grpChg chg="mod">
          <ac:chgData name="adilton junio" userId="66b3fade76ecdf97" providerId="LiveId" clId="{A46F4E48-C705-44C9-A099-EA6ACF000FB9}" dt="2024-07-16T18:09:29.316" v="397"/>
          <ac:grpSpMkLst>
            <pc:docMk/>
            <pc:sldMk cId="488082418" sldId="269"/>
            <ac:grpSpMk id="29" creationId="{B250C30A-6CE2-1012-5635-92F7879C2CF1}"/>
          </ac:grpSpMkLst>
        </pc:grpChg>
        <pc:grpChg chg="mod">
          <ac:chgData name="adilton junio" userId="66b3fade76ecdf97" providerId="LiveId" clId="{A46F4E48-C705-44C9-A099-EA6ACF000FB9}" dt="2024-07-16T18:09:29.316" v="397"/>
          <ac:grpSpMkLst>
            <pc:docMk/>
            <pc:sldMk cId="488082418" sldId="269"/>
            <ac:grpSpMk id="30" creationId="{38B9229B-2BCB-DF21-7E6F-132FE24AE70E}"/>
          </ac:grpSpMkLst>
        </pc:grpChg>
        <pc:grpChg chg="mod">
          <ac:chgData name="adilton junio" userId="66b3fade76ecdf97" providerId="LiveId" clId="{A46F4E48-C705-44C9-A099-EA6ACF000FB9}" dt="2024-07-16T18:09:29.316" v="397"/>
          <ac:grpSpMkLst>
            <pc:docMk/>
            <pc:sldMk cId="488082418" sldId="269"/>
            <ac:grpSpMk id="31" creationId="{71B021F0-3D3A-6095-F6CD-9FBA64242535}"/>
          </ac:grpSpMkLst>
        </pc:grpChg>
        <pc:grpChg chg="mod">
          <ac:chgData name="adilton junio" userId="66b3fade76ecdf97" providerId="LiveId" clId="{A46F4E48-C705-44C9-A099-EA6ACF000FB9}" dt="2024-07-16T18:09:29.316" v="397"/>
          <ac:grpSpMkLst>
            <pc:docMk/>
            <pc:sldMk cId="488082418" sldId="269"/>
            <ac:grpSpMk id="32" creationId="{293045BA-99E7-D671-3F8E-E14BB47FA8AA}"/>
          </ac:grpSpMkLst>
        </pc:grpChg>
        <pc:grpChg chg="mod">
          <ac:chgData name="adilton junio" userId="66b3fade76ecdf97" providerId="LiveId" clId="{A46F4E48-C705-44C9-A099-EA6ACF000FB9}" dt="2024-07-16T18:09:29.316" v="397"/>
          <ac:grpSpMkLst>
            <pc:docMk/>
            <pc:sldMk cId="488082418" sldId="269"/>
            <ac:grpSpMk id="33" creationId="{EF5E9994-4109-95EA-F3B9-E6DF3FEE96BA}"/>
          </ac:grpSpMkLst>
        </pc:grpChg>
        <pc:grpChg chg="mod">
          <ac:chgData name="adilton junio" userId="66b3fade76ecdf97" providerId="LiveId" clId="{A46F4E48-C705-44C9-A099-EA6ACF000FB9}" dt="2024-07-16T18:09:29.316" v="397"/>
          <ac:grpSpMkLst>
            <pc:docMk/>
            <pc:sldMk cId="488082418" sldId="269"/>
            <ac:grpSpMk id="34" creationId="{360B3166-D5C9-720C-8445-72519847650E}"/>
          </ac:grpSpMkLst>
        </pc:grpChg>
        <pc:grpChg chg="add mod">
          <ac:chgData name="adilton junio" userId="66b3fade76ecdf97" providerId="LiveId" clId="{A46F4E48-C705-44C9-A099-EA6ACF000FB9}" dt="2024-07-17T20:44:30.349" v="4732" actId="20577"/>
          <ac:grpSpMkLst>
            <pc:docMk/>
            <pc:sldMk cId="488082418" sldId="269"/>
            <ac:grpSpMk id="34" creationId="{F4BFB5B1-5E57-4044-49BD-F47EB8076502}"/>
          </ac:grpSpMkLst>
        </pc:grpChg>
        <pc:grpChg chg="mod">
          <ac:chgData name="adilton junio" userId="66b3fade76ecdf97" providerId="LiveId" clId="{A46F4E48-C705-44C9-A099-EA6ACF000FB9}" dt="2024-07-16T18:09:29.316" v="397"/>
          <ac:grpSpMkLst>
            <pc:docMk/>
            <pc:sldMk cId="488082418" sldId="269"/>
            <ac:grpSpMk id="35" creationId="{B913DE2A-DCE7-BDB8-3D45-8A84A8C4F108}"/>
          </ac:grpSpMkLst>
        </pc:grpChg>
        <pc:grpChg chg="mod">
          <ac:chgData name="adilton junio" userId="66b3fade76ecdf97" providerId="LiveId" clId="{A46F4E48-C705-44C9-A099-EA6ACF000FB9}" dt="2024-07-16T18:09:29.316" v="397"/>
          <ac:grpSpMkLst>
            <pc:docMk/>
            <pc:sldMk cId="488082418" sldId="269"/>
            <ac:grpSpMk id="43" creationId="{451FE359-130F-81AA-C329-76C80F6A4AD3}"/>
          </ac:grpSpMkLst>
        </pc:grpChg>
        <pc:grpChg chg="mod">
          <ac:chgData name="adilton junio" userId="66b3fade76ecdf97" providerId="LiveId" clId="{A46F4E48-C705-44C9-A099-EA6ACF000FB9}" dt="2024-07-16T18:09:29.316" v="397"/>
          <ac:grpSpMkLst>
            <pc:docMk/>
            <pc:sldMk cId="488082418" sldId="269"/>
            <ac:grpSpMk id="44" creationId="{C5831D2D-B59F-AC92-2BD4-F4D435711B40}"/>
          </ac:grpSpMkLst>
        </pc:grpChg>
        <pc:grpChg chg="mod">
          <ac:chgData name="adilton junio" userId="66b3fade76ecdf97" providerId="LiveId" clId="{A46F4E48-C705-44C9-A099-EA6ACF000FB9}" dt="2024-07-16T18:09:29.316" v="397"/>
          <ac:grpSpMkLst>
            <pc:docMk/>
            <pc:sldMk cId="488082418" sldId="269"/>
            <ac:grpSpMk id="45" creationId="{C391C2C3-7034-5A05-3393-B5EE941C856D}"/>
          </ac:grpSpMkLst>
        </pc:grpChg>
        <pc:grpChg chg="mod">
          <ac:chgData name="adilton junio" userId="66b3fade76ecdf97" providerId="LiveId" clId="{A46F4E48-C705-44C9-A099-EA6ACF000FB9}" dt="2024-07-16T18:09:29.316" v="397"/>
          <ac:grpSpMkLst>
            <pc:docMk/>
            <pc:sldMk cId="488082418" sldId="269"/>
            <ac:grpSpMk id="57" creationId="{84A39BD2-2E52-CE94-F777-3E8980F1AD5A}"/>
          </ac:grpSpMkLst>
        </pc:grpChg>
        <pc:grpChg chg="mod">
          <ac:chgData name="adilton junio" userId="66b3fade76ecdf97" providerId="LiveId" clId="{A46F4E48-C705-44C9-A099-EA6ACF000FB9}" dt="2024-07-16T18:09:29.316" v="397"/>
          <ac:grpSpMkLst>
            <pc:docMk/>
            <pc:sldMk cId="488082418" sldId="269"/>
            <ac:grpSpMk id="58" creationId="{EBC53ECE-D9D2-4204-F676-1D740015A584}"/>
          </ac:grpSpMkLst>
        </pc:grpChg>
        <pc:grpChg chg="mod">
          <ac:chgData name="adilton junio" userId="66b3fade76ecdf97" providerId="LiveId" clId="{A46F4E48-C705-44C9-A099-EA6ACF000FB9}" dt="2024-07-16T18:09:29.316" v="397"/>
          <ac:grpSpMkLst>
            <pc:docMk/>
            <pc:sldMk cId="488082418" sldId="269"/>
            <ac:grpSpMk id="59" creationId="{E8B8AEE6-23A8-79CC-232F-B30A93A38D9D}"/>
          </ac:grpSpMkLst>
        </pc:grpChg>
        <pc:grpChg chg="mod">
          <ac:chgData name="adilton junio" userId="66b3fade76ecdf97" providerId="LiveId" clId="{A46F4E48-C705-44C9-A099-EA6ACF000FB9}" dt="2024-07-16T18:09:29.316" v="397"/>
          <ac:grpSpMkLst>
            <pc:docMk/>
            <pc:sldMk cId="488082418" sldId="269"/>
            <ac:grpSpMk id="60" creationId="{0A1D1C32-B085-D113-FACC-BFF3F40101D9}"/>
          </ac:grpSpMkLst>
        </pc:grpChg>
        <pc:grpChg chg="mod">
          <ac:chgData name="adilton junio" userId="66b3fade76ecdf97" providerId="LiveId" clId="{A46F4E48-C705-44C9-A099-EA6ACF000FB9}" dt="2024-07-16T18:09:29.316" v="397"/>
          <ac:grpSpMkLst>
            <pc:docMk/>
            <pc:sldMk cId="488082418" sldId="269"/>
            <ac:grpSpMk id="61" creationId="{32AE42AD-E017-1AAC-B014-F1E1C88B619F}"/>
          </ac:grpSpMkLst>
        </pc:grpChg>
        <pc:grpChg chg="mod">
          <ac:chgData name="adilton junio" userId="66b3fade76ecdf97" providerId="LiveId" clId="{A46F4E48-C705-44C9-A099-EA6ACF000FB9}" dt="2024-07-16T18:09:29.316" v="397"/>
          <ac:grpSpMkLst>
            <pc:docMk/>
            <pc:sldMk cId="488082418" sldId="269"/>
            <ac:grpSpMk id="68" creationId="{1FA733FE-1CBC-4390-83AE-16ED047453B2}"/>
          </ac:grpSpMkLst>
        </pc:grpChg>
        <pc:grpChg chg="mod">
          <ac:chgData name="adilton junio" userId="66b3fade76ecdf97" providerId="LiveId" clId="{A46F4E48-C705-44C9-A099-EA6ACF000FB9}" dt="2024-07-16T18:09:29.316" v="397"/>
          <ac:grpSpMkLst>
            <pc:docMk/>
            <pc:sldMk cId="488082418" sldId="269"/>
            <ac:grpSpMk id="69" creationId="{11E9F967-20AC-8519-A18A-C89703C95000}"/>
          </ac:grpSpMkLst>
        </pc:grpChg>
        <pc:grpChg chg="mod">
          <ac:chgData name="adilton junio" userId="66b3fade76ecdf97" providerId="LiveId" clId="{A46F4E48-C705-44C9-A099-EA6ACF000FB9}" dt="2024-07-16T18:09:29.316" v="397"/>
          <ac:grpSpMkLst>
            <pc:docMk/>
            <pc:sldMk cId="488082418" sldId="269"/>
            <ac:grpSpMk id="70" creationId="{0F51439C-8121-B17D-F18F-7C86338B6D36}"/>
          </ac:grpSpMkLst>
        </pc:grpChg>
        <pc:picChg chg="add del mod">
          <ac:chgData name="adilton junio" userId="66b3fade76ecdf97" providerId="LiveId" clId="{A46F4E48-C705-44C9-A099-EA6ACF000FB9}" dt="2024-07-16T17:50:50.183" v="350" actId="478"/>
          <ac:picMkLst>
            <pc:docMk/>
            <pc:sldMk cId="488082418" sldId="269"/>
            <ac:picMk id="16" creationId="{DC078B00-817E-24CE-8463-F2D3781AEC03}"/>
          </ac:picMkLst>
        </pc:picChg>
        <pc:cxnChg chg="mod">
          <ac:chgData name="adilton junio" userId="66b3fade76ecdf97" providerId="LiveId" clId="{A46F4E48-C705-44C9-A099-EA6ACF000FB9}" dt="2024-07-17T20:44:30.349" v="4732" actId="20577"/>
          <ac:cxnSpMkLst>
            <pc:docMk/>
            <pc:sldMk cId="488082418" sldId="269"/>
            <ac:cxnSpMk id="2" creationId="{F029EF53-C5A2-C3CA-453D-3BA24274A7BE}"/>
          </ac:cxnSpMkLst>
        </pc:cxnChg>
        <pc:cxnChg chg="mod">
          <ac:chgData name="adilton junio" userId="66b3fade76ecdf97" providerId="LiveId" clId="{A46F4E48-C705-44C9-A099-EA6ACF000FB9}" dt="2024-07-17T20:44:30.349" v="4732" actId="20577"/>
          <ac:cxnSpMkLst>
            <pc:docMk/>
            <pc:sldMk cId="488082418" sldId="269"/>
            <ac:cxnSpMk id="3" creationId="{F0AF39B9-F471-9A1B-89DE-97EA4078C2C5}"/>
          </ac:cxnSpMkLst>
        </pc:cxnChg>
        <pc:cxnChg chg="mod">
          <ac:chgData name="adilton junio" userId="66b3fade76ecdf97" providerId="LiveId" clId="{A46F4E48-C705-44C9-A099-EA6ACF000FB9}" dt="2024-07-17T20:44:30.349" v="4732" actId="20577"/>
          <ac:cxnSpMkLst>
            <pc:docMk/>
            <pc:sldMk cId="488082418" sldId="269"/>
            <ac:cxnSpMk id="16" creationId="{E3A528D2-BB9D-3C47-B4C3-6FBD427AC634}"/>
          </ac:cxnSpMkLst>
        </pc:cxnChg>
        <pc:cxnChg chg="mod">
          <ac:chgData name="adilton junio" userId="66b3fade76ecdf97" providerId="LiveId" clId="{A46F4E48-C705-44C9-A099-EA6ACF000FB9}" dt="2024-07-16T18:09:29.316" v="397"/>
          <ac:cxnSpMkLst>
            <pc:docMk/>
            <pc:sldMk cId="488082418" sldId="269"/>
            <ac:cxnSpMk id="83" creationId="{29BACBC2-A9C9-49A1-3EBE-A6BB117842D8}"/>
          </ac:cxnSpMkLst>
        </pc:cxnChg>
        <pc:cxnChg chg="mod">
          <ac:chgData name="adilton junio" userId="66b3fade76ecdf97" providerId="LiveId" clId="{A46F4E48-C705-44C9-A099-EA6ACF000FB9}" dt="2024-07-16T18:09:29.316" v="397"/>
          <ac:cxnSpMkLst>
            <pc:docMk/>
            <pc:sldMk cId="488082418" sldId="269"/>
            <ac:cxnSpMk id="84" creationId="{AEA365C5-49B6-5F94-4BC5-985FD89AC779}"/>
          </ac:cxnSpMkLst>
        </pc:cxnChg>
      </pc:sldChg>
      <pc:sldChg chg="modSp add mod ord">
        <pc:chgData name="adilton junio" userId="66b3fade76ecdf97" providerId="LiveId" clId="{A46F4E48-C705-44C9-A099-EA6ACF000FB9}" dt="2024-07-17T18:12:09.207" v="3669" actId="20577"/>
        <pc:sldMkLst>
          <pc:docMk/>
          <pc:sldMk cId="2475942690" sldId="270"/>
        </pc:sldMkLst>
        <pc:spChg chg="mod">
          <ac:chgData name="adilton junio" userId="66b3fade76ecdf97" providerId="LiveId" clId="{A46F4E48-C705-44C9-A099-EA6ACF000FB9}" dt="2024-07-16T17:35:16.297" v="6" actId="20577"/>
          <ac:spMkLst>
            <pc:docMk/>
            <pc:sldMk cId="2475942690" sldId="270"/>
            <ac:spMk id="92" creationId="{389AD4BA-DE4A-1658-2487-F94C2EEF6666}"/>
          </ac:spMkLst>
        </pc:spChg>
        <pc:spChg chg="mod">
          <ac:chgData name="adilton junio" userId="66b3fade76ecdf97" providerId="LiveId" clId="{A46F4E48-C705-44C9-A099-EA6ACF000FB9}" dt="2024-07-17T18:12:09.207" v="3669" actId="20577"/>
          <ac:spMkLst>
            <pc:docMk/>
            <pc:sldMk cId="2475942690" sldId="270"/>
            <ac:spMk id="94" creationId="{D1D8FCDA-4632-6080-1621-67CDF796C564}"/>
          </ac:spMkLst>
        </pc:spChg>
      </pc:sldChg>
      <pc:sldChg chg="addSp delSp modSp add mod ord">
        <pc:chgData name="adilton junio" userId="66b3fade76ecdf97" providerId="LiveId" clId="{A46F4E48-C705-44C9-A099-EA6ACF000FB9}" dt="2024-07-17T18:52:08.134" v="4037" actId="14100"/>
        <pc:sldMkLst>
          <pc:docMk/>
          <pc:sldMk cId="2338904911" sldId="271"/>
        </pc:sldMkLst>
        <pc:spChg chg="add del mod">
          <ac:chgData name="adilton junio" userId="66b3fade76ecdf97" providerId="LiveId" clId="{A46F4E48-C705-44C9-A099-EA6ACF000FB9}" dt="2024-07-17T13:39:08.136" v="1026" actId="478"/>
          <ac:spMkLst>
            <pc:docMk/>
            <pc:sldMk cId="2338904911" sldId="271"/>
            <ac:spMk id="2" creationId="{FE2F456D-615C-8BF7-CD26-FF9130981888}"/>
          </ac:spMkLst>
        </pc:spChg>
        <pc:spChg chg="add mod">
          <ac:chgData name="adilton junio" userId="66b3fade76ecdf97" providerId="LiveId" clId="{A46F4E48-C705-44C9-A099-EA6ACF000FB9}" dt="2024-07-17T13:44:51.548" v="1078" actId="6549"/>
          <ac:spMkLst>
            <pc:docMk/>
            <pc:sldMk cId="2338904911" sldId="271"/>
            <ac:spMk id="3" creationId="{13F9C8CD-445A-6FC1-D186-6C08122544F0}"/>
          </ac:spMkLst>
        </pc:spChg>
        <pc:spChg chg="add mod">
          <ac:chgData name="adilton junio" userId="66b3fade76ecdf97" providerId="LiveId" clId="{A46F4E48-C705-44C9-A099-EA6ACF000FB9}" dt="2024-07-17T15:58:49.488" v="2440" actId="404"/>
          <ac:spMkLst>
            <pc:docMk/>
            <pc:sldMk cId="2338904911" sldId="271"/>
            <ac:spMk id="5" creationId="{0E64F467-1CBD-0D40-C04E-6A79E9334EF1}"/>
          </ac:spMkLst>
        </pc:spChg>
        <pc:spChg chg="add mod topLvl">
          <ac:chgData name="adilton junio" userId="66b3fade76ecdf97" providerId="LiveId" clId="{A46F4E48-C705-44C9-A099-EA6ACF000FB9}" dt="2024-07-17T18:52:02.019" v="4035" actId="165"/>
          <ac:spMkLst>
            <pc:docMk/>
            <pc:sldMk cId="2338904911" sldId="271"/>
            <ac:spMk id="7" creationId="{BFA81BDE-7ADF-C7A3-01F4-C3EFE2D337C7}"/>
          </ac:spMkLst>
        </pc:spChg>
        <pc:spChg chg="del mod topLvl">
          <ac:chgData name="adilton junio" userId="66b3fade76ecdf97" providerId="LiveId" clId="{A46F4E48-C705-44C9-A099-EA6ACF000FB9}" dt="2024-07-17T14:51:53.367" v="1682" actId="478"/>
          <ac:spMkLst>
            <pc:docMk/>
            <pc:sldMk cId="2338904911" sldId="271"/>
            <ac:spMk id="10" creationId="{48165E74-21D8-345C-6B13-50560A9DC298}"/>
          </ac:spMkLst>
        </pc:spChg>
        <pc:spChg chg="add mod">
          <ac:chgData name="adilton junio" userId="66b3fade76ecdf97" providerId="LiveId" clId="{A46F4E48-C705-44C9-A099-EA6ACF000FB9}" dt="2024-07-17T16:00:43.996" v="2468" actId="14100"/>
          <ac:spMkLst>
            <pc:docMk/>
            <pc:sldMk cId="2338904911" sldId="271"/>
            <ac:spMk id="11" creationId="{D9C0E3F8-72FE-E9CE-67CD-95E09FB8EFB1}"/>
          </ac:spMkLst>
        </pc:spChg>
        <pc:spChg chg="mod">
          <ac:chgData name="adilton junio" userId="66b3fade76ecdf97" providerId="LiveId" clId="{A46F4E48-C705-44C9-A099-EA6ACF000FB9}" dt="2024-07-17T14:51:54.228" v="1683"/>
          <ac:spMkLst>
            <pc:docMk/>
            <pc:sldMk cId="2338904911" sldId="271"/>
            <ac:spMk id="15" creationId="{90543D0C-D6C7-C45D-B036-7A7A95357EAF}"/>
          </ac:spMkLst>
        </pc:spChg>
        <pc:spChg chg="mod">
          <ac:chgData name="adilton junio" userId="66b3fade76ecdf97" providerId="LiveId" clId="{A46F4E48-C705-44C9-A099-EA6ACF000FB9}" dt="2024-07-16T18:09:18.018" v="395"/>
          <ac:spMkLst>
            <pc:docMk/>
            <pc:sldMk cId="2338904911" sldId="271"/>
            <ac:spMk id="16" creationId="{7E5ACB6E-6C91-B13E-B645-C8B9FA633E69}"/>
          </ac:spMkLst>
        </pc:spChg>
        <pc:spChg chg="mod">
          <ac:chgData name="adilton junio" userId="66b3fade76ecdf97" providerId="LiveId" clId="{A46F4E48-C705-44C9-A099-EA6ACF000FB9}" dt="2024-07-17T14:51:54.228" v="1683"/>
          <ac:spMkLst>
            <pc:docMk/>
            <pc:sldMk cId="2338904911" sldId="271"/>
            <ac:spMk id="16" creationId="{848CDAC0-23C3-4C0E-2F62-5444AA778E7B}"/>
          </ac:spMkLst>
        </pc:spChg>
        <pc:spChg chg="del">
          <ac:chgData name="adilton junio" userId="66b3fade76ecdf97" providerId="LiveId" clId="{A46F4E48-C705-44C9-A099-EA6ACF000FB9}" dt="2024-07-16T18:15:34.739" v="486" actId="478"/>
          <ac:spMkLst>
            <pc:docMk/>
            <pc:sldMk cId="2338904911" sldId="271"/>
            <ac:spMk id="17" creationId="{C5678170-CA2D-8AB7-0A6B-835769EDCC0C}"/>
          </ac:spMkLst>
        </pc:spChg>
        <pc:spChg chg="mod">
          <ac:chgData name="adilton junio" userId="66b3fade76ecdf97" providerId="LiveId" clId="{A46F4E48-C705-44C9-A099-EA6ACF000FB9}" dt="2024-07-17T18:26:50.808" v="3709" actId="20577"/>
          <ac:spMkLst>
            <pc:docMk/>
            <pc:sldMk cId="2338904911" sldId="271"/>
            <ac:spMk id="17" creationId="{F660A0E0-E106-B903-FD50-134EAA98734D}"/>
          </ac:spMkLst>
        </pc:spChg>
        <pc:spChg chg="del">
          <ac:chgData name="adilton junio" userId="66b3fade76ecdf97" providerId="LiveId" clId="{A46F4E48-C705-44C9-A099-EA6ACF000FB9}" dt="2024-07-16T18:15:37.684" v="487" actId="478"/>
          <ac:spMkLst>
            <pc:docMk/>
            <pc:sldMk cId="2338904911" sldId="271"/>
            <ac:spMk id="18" creationId="{55254BAB-9DE3-54E5-C42C-F5DBAE4432FF}"/>
          </ac:spMkLst>
        </pc:spChg>
        <pc:spChg chg="mod">
          <ac:chgData name="adilton junio" userId="66b3fade76ecdf97" providerId="LiveId" clId="{A46F4E48-C705-44C9-A099-EA6ACF000FB9}" dt="2024-07-17T14:51:54.228" v="1683"/>
          <ac:spMkLst>
            <pc:docMk/>
            <pc:sldMk cId="2338904911" sldId="271"/>
            <ac:spMk id="18" creationId="{B671CFFD-6A37-A11F-F538-5BF8180B4DAC}"/>
          </ac:spMkLst>
        </pc:spChg>
        <pc:spChg chg="del">
          <ac:chgData name="adilton junio" userId="66b3fade76ecdf97" providerId="LiveId" clId="{A46F4E48-C705-44C9-A099-EA6ACF000FB9}" dt="2024-07-16T18:15:41.325" v="488" actId="478"/>
          <ac:spMkLst>
            <pc:docMk/>
            <pc:sldMk cId="2338904911" sldId="271"/>
            <ac:spMk id="19" creationId="{839CBF87-0713-E3FD-6F4E-E3F16CE31027}"/>
          </ac:spMkLst>
        </pc:spChg>
        <pc:spChg chg="del mod">
          <ac:chgData name="adilton junio" userId="66b3fade76ecdf97" providerId="LiveId" clId="{A46F4E48-C705-44C9-A099-EA6ACF000FB9}" dt="2024-07-16T18:31:09.929" v="609" actId="478"/>
          <ac:spMkLst>
            <pc:docMk/>
            <pc:sldMk cId="2338904911" sldId="271"/>
            <ac:spMk id="20" creationId="{5FE0C7CC-AE87-FA0E-B84D-749F9AD42BB8}"/>
          </ac:spMkLst>
        </pc:spChg>
        <pc:spChg chg="del mod">
          <ac:chgData name="adilton junio" userId="66b3fade76ecdf97" providerId="LiveId" clId="{A46F4E48-C705-44C9-A099-EA6ACF000FB9}" dt="2024-07-16T18:31:09.929" v="609" actId="478"/>
          <ac:spMkLst>
            <pc:docMk/>
            <pc:sldMk cId="2338904911" sldId="271"/>
            <ac:spMk id="21" creationId="{92A8F3F1-BF54-4A8F-5B07-7B0AB07EE379}"/>
          </ac:spMkLst>
        </pc:spChg>
        <pc:spChg chg="mod">
          <ac:chgData name="adilton junio" userId="66b3fade76ecdf97" providerId="LiveId" clId="{A46F4E48-C705-44C9-A099-EA6ACF000FB9}" dt="2024-07-16T18:10:56.401" v="417" actId="20577"/>
          <ac:spMkLst>
            <pc:docMk/>
            <pc:sldMk cId="2338904911" sldId="271"/>
            <ac:spMk id="22" creationId="{49077367-370F-EE24-E168-4960C19983BE}"/>
          </ac:spMkLst>
        </pc:spChg>
        <pc:spChg chg="mod">
          <ac:chgData name="adilton junio" userId="66b3fade76ecdf97" providerId="LiveId" clId="{A46F4E48-C705-44C9-A099-EA6ACF000FB9}" dt="2024-07-16T18:09:18.018" v="395"/>
          <ac:spMkLst>
            <pc:docMk/>
            <pc:sldMk cId="2338904911" sldId="271"/>
            <ac:spMk id="23" creationId="{4CF98A62-DF83-D8B9-C0FB-7AD06507AEC6}"/>
          </ac:spMkLst>
        </pc:spChg>
        <pc:spChg chg="mod">
          <ac:chgData name="adilton junio" userId="66b3fade76ecdf97" providerId="LiveId" clId="{A46F4E48-C705-44C9-A099-EA6ACF000FB9}" dt="2024-07-16T18:09:18.018" v="395"/>
          <ac:spMkLst>
            <pc:docMk/>
            <pc:sldMk cId="2338904911" sldId="271"/>
            <ac:spMk id="26" creationId="{FE0E06C9-9232-78E8-3B1C-5C4EB1B484AC}"/>
          </ac:spMkLst>
        </pc:spChg>
        <pc:spChg chg="mod">
          <ac:chgData name="adilton junio" userId="66b3fade76ecdf97" providerId="LiveId" clId="{A46F4E48-C705-44C9-A099-EA6ACF000FB9}" dt="2024-07-16T18:09:18.018" v="395"/>
          <ac:spMkLst>
            <pc:docMk/>
            <pc:sldMk cId="2338904911" sldId="271"/>
            <ac:spMk id="27" creationId="{66F6D751-825C-948C-71F3-CC46F55AC2C4}"/>
          </ac:spMkLst>
        </pc:spChg>
        <pc:spChg chg="mod">
          <ac:chgData name="adilton junio" userId="66b3fade76ecdf97" providerId="LiveId" clId="{A46F4E48-C705-44C9-A099-EA6ACF000FB9}" dt="2024-07-16T18:09:18.018" v="395"/>
          <ac:spMkLst>
            <pc:docMk/>
            <pc:sldMk cId="2338904911" sldId="271"/>
            <ac:spMk id="28" creationId="{501B9029-9305-A5F7-B15C-1D1EF7945BEB}"/>
          </ac:spMkLst>
        </pc:spChg>
        <pc:spChg chg="mod">
          <ac:chgData name="adilton junio" userId="66b3fade76ecdf97" providerId="LiveId" clId="{A46F4E48-C705-44C9-A099-EA6ACF000FB9}" dt="2024-07-16T18:20:21.055" v="576" actId="571"/>
          <ac:spMkLst>
            <pc:docMk/>
            <pc:sldMk cId="2338904911" sldId="271"/>
            <ac:spMk id="43" creationId="{FF27E0E9-B02B-46FD-0695-A204C59D6BFA}"/>
          </ac:spMkLst>
        </pc:spChg>
        <pc:spChg chg="mod">
          <ac:chgData name="adilton junio" userId="66b3fade76ecdf97" providerId="LiveId" clId="{A46F4E48-C705-44C9-A099-EA6ACF000FB9}" dt="2024-07-16T18:20:21.055" v="576" actId="571"/>
          <ac:spMkLst>
            <pc:docMk/>
            <pc:sldMk cId="2338904911" sldId="271"/>
            <ac:spMk id="44" creationId="{1DAE727E-37DF-0F20-A7AC-41B329D9DA10}"/>
          </ac:spMkLst>
        </pc:spChg>
        <pc:spChg chg="mod">
          <ac:chgData name="adilton junio" userId="66b3fade76ecdf97" providerId="LiveId" clId="{A46F4E48-C705-44C9-A099-EA6ACF000FB9}" dt="2024-07-16T18:20:21.055" v="576" actId="571"/>
          <ac:spMkLst>
            <pc:docMk/>
            <pc:sldMk cId="2338904911" sldId="271"/>
            <ac:spMk id="45" creationId="{6F5665FA-86DB-F885-66BB-3C32C3670AD1}"/>
          </ac:spMkLst>
        </pc:spChg>
        <pc:spChg chg="mod">
          <ac:chgData name="adilton junio" userId="66b3fade76ecdf97" providerId="LiveId" clId="{A46F4E48-C705-44C9-A099-EA6ACF000FB9}" dt="2024-07-16T18:20:21.055" v="576" actId="571"/>
          <ac:spMkLst>
            <pc:docMk/>
            <pc:sldMk cId="2338904911" sldId="271"/>
            <ac:spMk id="46" creationId="{CF7C7C56-BEA9-5467-8B46-02F39C810BF9}"/>
          </ac:spMkLst>
        </pc:spChg>
        <pc:spChg chg="mod">
          <ac:chgData name="adilton junio" userId="66b3fade76ecdf97" providerId="LiveId" clId="{A46F4E48-C705-44C9-A099-EA6ACF000FB9}" dt="2024-07-16T18:20:21.055" v="576" actId="571"/>
          <ac:spMkLst>
            <pc:docMk/>
            <pc:sldMk cId="2338904911" sldId="271"/>
            <ac:spMk id="47" creationId="{C62FDDFF-C701-E04F-FFFD-3FF4C1A4080E}"/>
          </ac:spMkLst>
        </pc:spChg>
        <pc:spChg chg="mod">
          <ac:chgData name="adilton junio" userId="66b3fade76ecdf97" providerId="LiveId" clId="{A46F4E48-C705-44C9-A099-EA6ACF000FB9}" dt="2024-07-16T18:20:21.055" v="576" actId="571"/>
          <ac:spMkLst>
            <pc:docMk/>
            <pc:sldMk cId="2338904911" sldId="271"/>
            <ac:spMk id="48" creationId="{B8D5300A-F935-9502-6A83-1BCA20036A5A}"/>
          </ac:spMkLst>
        </pc:spChg>
        <pc:spChg chg="mod">
          <ac:chgData name="adilton junio" userId="66b3fade76ecdf97" providerId="LiveId" clId="{A46F4E48-C705-44C9-A099-EA6ACF000FB9}" dt="2024-07-16T18:20:21.055" v="576" actId="571"/>
          <ac:spMkLst>
            <pc:docMk/>
            <pc:sldMk cId="2338904911" sldId="271"/>
            <ac:spMk id="53" creationId="{928DCBBC-8B34-7DF2-3AFE-0762DF92FB49}"/>
          </ac:spMkLst>
        </pc:spChg>
        <pc:spChg chg="mod">
          <ac:chgData name="adilton junio" userId="66b3fade76ecdf97" providerId="LiveId" clId="{A46F4E48-C705-44C9-A099-EA6ACF000FB9}" dt="2024-07-16T18:20:21.055" v="576" actId="571"/>
          <ac:spMkLst>
            <pc:docMk/>
            <pc:sldMk cId="2338904911" sldId="271"/>
            <ac:spMk id="54" creationId="{B74A0118-4CDC-520B-026A-25330566F5F0}"/>
          </ac:spMkLst>
        </pc:spChg>
        <pc:spChg chg="mod">
          <ac:chgData name="adilton junio" userId="66b3fade76ecdf97" providerId="LiveId" clId="{A46F4E48-C705-44C9-A099-EA6ACF000FB9}" dt="2024-07-16T18:20:21.055" v="576" actId="571"/>
          <ac:spMkLst>
            <pc:docMk/>
            <pc:sldMk cId="2338904911" sldId="271"/>
            <ac:spMk id="55" creationId="{AF4C0FDB-1C12-71C9-5200-D40FD3AE6DAF}"/>
          </ac:spMkLst>
        </pc:spChg>
        <pc:spChg chg="mod">
          <ac:chgData name="adilton junio" userId="66b3fade76ecdf97" providerId="LiveId" clId="{A46F4E48-C705-44C9-A099-EA6ACF000FB9}" dt="2024-07-16T18:20:21.055" v="576" actId="571"/>
          <ac:spMkLst>
            <pc:docMk/>
            <pc:sldMk cId="2338904911" sldId="271"/>
            <ac:spMk id="56" creationId="{23C80113-F807-A839-2E24-FADE3B0CED1B}"/>
          </ac:spMkLst>
        </pc:spChg>
        <pc:spChg chg="mod">
          <ac:chgData name="adilton junio" userId="66b3fade76ecdf97" providerId="LiveId" clId="{A46F4E48-C705-44C9-A099-EA6ACF000FB9}" dt="2024-07-16T18:20:21.055" v="576" actId="571"/>
          <ac:spMkLst>
            <pc:docMk/>
            <pc:sldMk cId="2338904911" sldId="271"/>
            <ac:spMk id="57" creationId="{CDD7FCB6-5F78-A9B4-FC2E-E6B0BDA903A3}"/>
          </ac:spMkLst>
        </pc:spChg>
        <pc:spChg chg="mod">
          <ac:chgData name="adilton junio" userId="66b3fade76ecdf97" providerId="LiveId" clId="{A46F4E48-C705-44C9-A099-EA6ACF000FB9}" dt="2024-07-16T18:20:21.055" v="576" actId="571"/>
          <ac:spMkLst>
            <pc:docMk/>
            <pc:sldMk cId="2338904911" sldId="271"/>
            <ac:spMk id="58" creationId="{4AB1EF8C-FE4A-39C7-0435-9A222CAE4E73}"/>
          </ac:spMkLst>
        </pc:spChg>
        <pc:spChg chg="mod">
          <ac:chgData name="adilton junio" userId="66b3fade76ecdf97" providerId="LiveId" clId="{A46F4E48-C705-44C9-A099-EA6ACF000FB9}" dt="2024-07-16T18:20:21.055" v="576" actId="571"/>
          <ac:spMkLst>
            <pc:docMk/>
            <pc:sldMk cId="2338904911" sldId="271"/>
            <ac:spMk id="59" creationId="{5615AAEC-BE13-E7CE-BAFC-819F3C78D390}"/>
          </ac:spMkLst>
        </pc:spChg>
        <pc:spChg chg="mod">
          <ac:chgData name="adilton junio" userId="66b3fade76ecdf97" providerId="LiveId" clId="{A46F4E48-C705-44C9-A099-EA6ACF000FB9}" dt="2024-07-16T18:20:21.055" v="576" actId="571"/>
          <ac:spMkLst>
            <pc:docMk/>
            <pc:sldMk cId="2338904911" sldId="271"/>
            <ac:spMk id="60" creationId="{8AC7919E-B3FC-0160-44F7-C379A2FFE7AA}"/>
          </ac:spMkLst>
        </pc:spChg>
        <pc:spChg chg="mod">
          <ac:chgData name="adilton junio" userId="66b3fade76ecdf97" providerId="LiveId" clId="{A46F4E48-C705-44C9-A099-EA6ACF000FB9}" dt="2024-07-16T18:20:21.055" v="576" actId="571"/>
          <ac:spMkLst>
            <pc:docMk/>
            <pc:sldMk cId="2338904911" sldId="271"/>
            <ac:spMk id="61" creationId="{7D17BA35-5BC6-31C5-6679-105AF695AAC7}"/>
          </ac:spMkLst>
        </pc:spChg>
        <pc:spChg chg="mod">
          <ac:chgData name="adilton junio" userId="66b3fade76ecdf97" providerId="LiveId" clId="{A46F4E48-C705-44C9-A099-EA6ACF000FB9}" dt="2024-07-16T18:20:21.055" v="576" actId="571"/>
          <ac:spMkLst>
            <pc:docMk/>
            <pc:sldMk cId="2338904911" sldId="271"/>
            <ac:spMk id="62" creationId="{83276700-E4F6-999D-BDCF-30CC12A7D502}"/>
          </ac:spMkLst>
        </pc:spChg>
        <pc:spChg chg="mod">
          <ac:chgData name="adilton junio" userId="66b3fade76ecdf97" providerId="LiveId" clId="{A46F4E48-C705-44C9-A099-EA6ACF000FB9}" dt="2024-07-16T18:20:21.055" v="576" actId="571"/>
          <ac:spMkLst>
            <pc:docMk/>
            <pc:sldMk cId="2338904911" sldId="271"/>
            <ac:spMk id="68" creationId="{46C9E4ED-BEC7-B240-42E9-83EC377DAFAA}"/>
          </ac:spMkLst>
        </pc:spChg>
        <pc:spChg chg="mod">
          <ac:chgData name="adilton junio" userId="66b3fade76ecdf97" providerId="LiveId" clId="{A46F4E48-C705-44C9-A099-EA6ACF000FB9}" dt="2024-07-16T18:20:21.055" v="576" actId="571"/>
          <ac:spMkLst>
            <pc:docMk/>
            <pc:sldMk cId="2338904911" sldId="271"/>
            <ac:spMk id="69" creationId="{4843AE11-D9FA-9752-01FB-CA1FE061A3C0}"/>
          </ac:spMkLst>
        </pc:spChg>
        <pc:spChg chg="mod">
          <ac:chgData name="adilton junio" userId="66b3fade76ecdf97" providerId="LiveId" clId="{A46F4E48-C705-44C9-A099-EA6ACF000FB9}" dt="2024-07-16T18:20:21.055" v="576" actId="571"/>
          <ac:spMkLst>
            <pc:docMk/>
            <pc:sldMk cId="2338904911" sldId="271"/>
            <ac:spMk id="70" creationId="{D49DDF87-1A70-9DD1-E830-44F1724DB5F2}"/>
          </ac:spMkLst>
        </pc:spChg>
        <pc:spChg chg="mod">
          <ac:chgData name="adilton junio" userId="66b3fade76ecdf97" providerId="LiveId" clId="{A46F4E48-C705-44C9-A099-EA6ACF000FB9}" dt="2024-07-16T18:20:21.055" v="576" actId="571"/>
          <ac:spMkLst>
            <pc:docMk/>
            <pc:sldMk cId="2338904911" sldId="271"/>
            <ac:spMk id="71" creationId="{7ADCBB2F-48A4-BC95-E387-BC674585F363}"/>
          </ac:spMkLst>
        </pc:spChg>
        <pc:spChg chg="mod">
          <ac:chgData name="adilton junio" userId="66b3fade76ecdf97" providerId="LiveId" clId="{A46F4E48-C705-44C9-A099-EA6ACF000FB9}" dt="2024-07-16T18:20:21.055" v="576" actId="571"/>
          <ac:spMkLst>
            <pc:docMk/>
            <pc:sldMk cId="2338904911" sldId="271"/>
            <ac:spMk id="72" creationId="{ABB9605C-A33D-49DD-8981-FBD6BB7F5D35}"/>
          </ac:spMkLst>
        </pc:spChg>
        <pc:spChg chg="mod">
          <ac:chgData name="adilton junio" userId="66b3fade76ecdf97" providerId="LiveId" clId="{A46F4E48-C705-44C9-A099-EA6ACF000FB9}" dt="2024-07-16T18:20:21.055" v="576" actId="571"/>
          <ac:spMkLst>
            <pc:docMk/>
            <pc:sldMk cId="2338904911" sldId="271"/>
            <ac:spMk id="73" creationId="{52C07B5F-FB51-234E-4C1F-0CC698EB2EDF}"/>
          </ac:spMkLst>
        </pc:spChg>
        <pc:spChg chg="mod">
          <ac:chgData name="adilton junio" userId="66b3fade76ecdf97" providerId="LiveId" clId="{A46F4E48-C705-44C9-A099-EA6ACF000FB9}" dt="2024-07-16T18:20:21.055" v="576" actId="571"/>
          <ac:spMkLst>
            <pc:docMk/>
            <pc:sldMk cId="2338904911" sldId="271"/>
            <ac:spMk id="77" creationId="{33EE02B0-BA23-356D-41F8-107D32E33D86}"/>
          </ac:spMkLst>
        </pc:spChg>
        <pc:spChg chg="mod">
          <ac:chgData name="adilton junio" userId="66b3fade76ecdf97" providerId="LiveId" clId="{A46F4E48-C705-44C9-A099-EA6ACF000FB9}" dt="2024-07-16T18:20:21.055" v="576" actId="571"/>
          <ac:spMkLst>
            <pc:docMk/>
            <pc:sldMk cId="2338904911" sldId="271"/>
            <ac:spMk id="78" creationId="{772AE97F-0250-3EC9-5DF3-2006BCB37F5C}"/>
          </ac:spMkLst>
        </pc:spChg>
        <pc:spChg chg="mod">
          <ac:chgData name="adilton junio" userId="66b3fade76ecdf97" providerId="LiveId" clId="{A46F4E48-C705-44C9-A099-EA6ACF000FB9}" dt="2024-07-16T18:20:21.055" v="576" actId="571"/>
          <ac:spMkLst>
            <pc:docMk/>
            <pc:sldMk cId="2338904911" sldId="271"/>
            <ac:spMk id="79" creationId="{6DD2A9CA-DBE8-A2A0-3CE5-9F1125D74FCE}"/>
          </ac:spMkLst>
        </pc:spChg>
        <pc:spChg chg="mod">
          <ac:chgData name="adilton junio" userId="66b3fade76ecdf97" providerId="LiveId" clId="{A46F4E48-C705-44C9-A099-EA6ACF000FB9}" dt="2024-07-16T18:20:21.055" v="576" actId="571"/>
          <ac:spMkLst>
            <pc:docMk/>
            <pc:sldMk cId="2338904911" sldId="271"/>
            <ac:spMk id="80" creationId="{700EF7A7-BD70-D51A-4375-DF7F182BBD01}"/>
          </ac:spMkLst>
        </pc:spChg>
        <pc:spChg chg="mod">
          <ac:chgData name="adilton junio" userId="66b3fade76ecdf97" providerId="LiveId" clId="{A46F4E48-C705-44C9-A099-EA6ACF000FB9}" dt="2024-07-16T18:20:21.055" v="576" actId="571"/>
          <ac:spMkLst>
            <pc:docMk/>
            <pc:sldMk cId="2338904911" sldId="271"/>
            <ac:spMk id="81" creationId="{BD79764D-D1E3-1A1D-8733-7F0D3BC0CC89}"/>
          </ac:spMkLst>
        </pc:spChg>
        <pc:spChg chg="mod">
          <ac:chgData name="adilton junio" userId="66b3fade76ecdf97" providerId="LiveId" clId="{A46F4E48-C705-44C9-A099-EA6ACF000FB9}" dt="2024-07-16T18:20:21.055" v="576" actId="571"/>
          <ac:spMkLst>
            <pc:docMk/>
            <pc:sldMk cId="2338904911" sldId="271"/>
            <ac:spMk id="82" creationId="{1DF4BAA2-E0C4-0C1B-3DBA-170A41BD7986}"/>
          </ac:spMkLst>
        </pc:spChg>
        <pc:spChg chg="mod">
          <ac:chgData name="adilton junio" userId="66b3fade76ecdf97" providerId="LiveId" clId="{A46F4E48-C705-44C9-A099-EA6ACF000FB9}" dt="2024-07-16T18:20:21.055" v="576" actId="571"/>
          <ac:spMkLst>
            <pc:docMk/>
            <pc:sldMk cId="2338904911" sldId="271"/>
            <ac:spMk id="83" creationId="{4687FB89-0690-D9C6-FEDC-80182A21F1F8}"/>
          </ac:spMkLst>
        </pc:spChg>
        <pc:spChg chg="mod">
          <ac:chgData name="adilton junio" userId="66b3fade76ecdf97" providerId="LiveId" clId="{A46F4E48-C705-44C9-A099-EA6ACF000FB9}" dt="2024-07-16T18:20:21.055" v="576" actId="571"/>
          <ac:spMkLst>
            <pc:docMk/>
            <pc:sldMk cId="2338904911" sldId="271"/>
            <ac:spMk id="84" creationId="{7DEDEA53-C3E7-70D0-B23C-9272E074F805}"/>
          </ac:spMkLst>
        </pc:spChg>
        <pc:spChg chg="mod">
          <ac:chgData name="adilton junio" userId="66b3fade76ecdf97" providerId="LiveId" clId="{A46F4E48-C705-44C9-A099-EA6ACF000FB9}" dt="2024-07-16T18:20:21.055" v="576" actId="571"/>
          <ac:spMkLst>
            <pc:docMk/>
            <pc:sldMk cId="2338904911" sldId="271"/>
            <ac:spMk id="85" creationId="{86B0708E-38CF-4B6F-FCA3-05BFFA7104D8}"/>
          </ac:spMkLst>
        </pc:spChg>
        <pc:spChg chg="mod">
          <ac:chgData name="adilton junio" userId="66b3fade76ecdf97" providerId="LiveId" clId="{A46F4E48-C705-44C9-A099-EA6ACF000FB9}" dt="2024-07-16T18:20:21.055" v="576" actId="571"/>
          <ac:spMkLst>
            <pc:docMk/>
            <pc:sldMk cId="2338904911" sldId="271"/>
            <ac:spMk id="86" creationId="{99018997-7312-2E66-301B-9CD78364AB2F}"/>
          </ac:spMkLst>
        </pc:spChg>
        <pc:spChg chg="mod">
          <ac:chgData name="adilton junio" userId="66b3fade76ecdf97" providerId="LiveId" clId="{A46F4E48-C705-44C9-A099-EA6ACF000FB9}" dt="2024-07-16T18:20:21.055" v="576" actId="571"/>
          <ac:spMkLst>
            <pc:docMk/>
            <pc:sldMk cId="2338904911" sldId="271"/>
            <ac:spMk id="87" creationId="{982DA735-B387-C331-E003-2664E37E8623}"/>
          </ac:spMkLst>
        </pc:spChg>
        <pc:spChg chg="mod">
          <ac:chgData name="adilton junio" userId="66b3fade76ecdf97" providerId="LiveId" clId="{A46F4E48-C705-44C9-A099-EA6ACF000FB9}" dt="2024-07-16T18:20:21.055" v="576" actId="571"/>
          <ac:spMkLst>
            <pc:docMk/>
            <pc:sldMk cId="2338904911" sldId="271"/>
            <ac:spMk id="88" creationId="{51FC77E0-937E-EA60-698E-B52BB93B2CFA}"/>
          </ac:spMkLst>
        </pc:spChg>
        <pc:spChg chg="mod">
          <ac:chgData name="adilton junio" userId="66b3fade76ecdf97" providerId="LiveId" clId="{A46F4E48-C705-44C9-A099-EA6ACF000FB9}" dt="2024-07-16T18:20:21.055" v="576" actId="571"/>
          <ac:spMkLst>
            <pc:docMk/>
            <pc:sldMk cId="2338904911" sldId="271"/>
            <ac:spMk id="91" creationId="{622B22B7-F3C5-6196-532E-A40CD1212AB8}"/>
          </ac:spMkLst>
        </pc:spChg>
        <pc:spChg chg="mod topLvl">
          <ac:chgData name="adilton junio" userId="66b3fade76ecdf97" providerId="LiveId" clId="{A46F4E48-C705-44C9-A099-EA6ACF000FB9}" dt="2024-07-17T15:58:44.980" v="2439" actId="1076"/>
          <ac:spMkLst>
            <pc:docMk/>
            <pc:sldMk cId="2338904911" sldId="271"/>
            <ac:spMk id="92" creationId="{389AD4BA-DE4A-1658-2487-F94C2EEF6666}"/>
          </ac:spMkLst>
        </pc:spChg>
        <pc:spChg chg="mod">
          <ac:chgData name="adilton junio" userId="66b3fade76ecdf97" providerId="LiveId" clId="{A46F4E48-C705-44C9-A099-EA6ACF000FB9}" dt="2024-07-16T18:20:21.055" v="576" actId="571"/>
          <ac:spMkLst>
            <pc:docMk/>
            <pc:sldMk cId="2338904911" sldId="271"/>
            <ac:spMk id="93" creationId="{6F28AD4E-55BD-E158-83DC-CB47A80C2B1E}"/>
          </ac:spMkLst>
        </pc:spChg>
        <pc:spChg chg="mod">
          <ac:chgData name="adilton junio" userId="66b3fade76ecdf97" providerId="LiveId" clId="{A46F4E48-C705-44C9-A099-EA6ACF000FB9}" dt="2024-07-17T18:03:34.247" v="3569" actId="1035"/>
          <ac:spMkLst>
            <pc:docMk/>
            <pc:sldMk cId="2338904911" sldId="271"/>
            <ac:spMk id="94" creationId="{D1D8FCDA-4632-6080-1621-67CDF796C564}"/>
          </ac:spMkLst>
        </pc:spChg>
        <pc:spChg chg="mod">
          <ac:chgData name="adilton junio" userId="66b3fade76ecdf97" providerId="LiveId" clId="{A46F4E48-C705-44C9-A099-EA6ACF000FB9}" dt="2024-07-16T18:20:21.055" v="576" actId="571"/>
          <ac:spMkLst>
            <pc:docMk/>
            <pc:sldMk cId="2338904911" sldId="271"/>
            <ac:spMk id="95" creationId="{6CE38F45-C2C2-452C-A6E5-873FFFE19492}"/>
          </ac:spMkLst>
        </pc:spChg>
        <pc:spChg chg="add del mod">
          <ac:chgData name="adilton junio" userId="66b3fade76ecdf97" providerId="LiveId" clId="{A46F4E48-C705-44C9-A099-EA6ACF000FB9}" dt="2024-07-16T18:31:09.929" v="609" actId="478"/>
          <ac:spMkLst>
            <pc:docMk/>
            <pc:sldMk cId="2338904911" sldId="271"/>
            <ac:spMk id="96" creationId="{CC52F910-04C1-D575-C91D-B1194B0B51FB}"/>
          </ac:spMkLst>
        </pc:spChg>
        <pc:spChg chg="add mod">
          <ac:chgData name="adilton junio" userId="66b3fade76ecdf97" providerId="LiveId" clId="{A46F4E48-C705-44C9-A099-EA6ACF000FB9}" dt="2024-07-16T18:20:21.055" v="576" actId="571"/>
          <ac:spMkLst>
            <pc:docMk/>
            <pc:sldMk cId="2338904911" sldId="271"/>
            <ac:spMk id="97" creationId="{CF28AD52-9479-96E4-DD50-2EE167AB3D15}"/>
          </ac:spMkLst>
        </pc:spChg>
        <pc:spChg chg="add mod">
          <ac:chgData name="adilton junio" userId="66b3fade76ecdf97" providerId="LiveId" clId="{A46F4E48-C705-44C9-A099-EA6ACF000FB9}" dt="2024-07-17T13:44:20.746" v="1059" actId="20577"/>
          <ac:spMkLst>
            <pc:docMk/>
            <pc:sldMk cId="2338904911" sldId="271"/>
            <ac:spMk id="98" creationId="{CD181669-EADE-7436-DDA0-EF407C246450}"/>
          </ac:spMkLst>
        </pc:spChg>
        <pc:spChg chg="add mod">
          <ac:chgData name="adilton junio" userId="66b3fade76ecdf97" providerId="LiveId" clId="{A46F4E48-C705-44C9-A099-EA6ACF000FB9}" dt="2024-07-16T18:46:09.563" v="868" actId="6549"/>
          <ac:spMkLst>
            <pc:docMk/>
            <pc:sldMk cId="2338904911" sldId="271"/>
            <ac:spMk id="99" creationId="{F32BF4A3-6ABD-0041-A398-9BC428E97FC5}"/>
          </ac:spMkLst>
        </pc:spChg>
        <pc:spChg chg="add mod">
          <ac:chgData name="adilton junio" userId="66b3fade76ecdf97" providerId="LiveId" clId="{A46F4E48-C705-44C9-A099-EA6ACF000FB9}" dt="2024-07-17T13:37:34.143" v="969" actId="404"/>
          <ac:spMkLst>
            <pc:docMk/>
            <pc:sldMk cId="2338904911" sldId="271"/>
            <ac:spMk id="102" creationId="{4F73448F-DC6C-EA51-A05A-9F84B61ECE86}"/>
          </ac:spMkLst>
        </pc:spChg>
        <pc:spChg chg="add mod">
          <ac:chgData name="adilton junio" userId="66b3fade76ecdf97" providerId="LiveId" clId="{A46F4E48-C705-44C9-A099-EA6ACF000FB9}" dt="2024-07-17T18:03:36.690" v="3577" actId="1036"/>
          <ac:spMkLst>
            <pc:docMk/>
            <pc:sldMk cId="2338904911" sldId="271"/>
            <ac:spMk id="104" creationId="{5C5F1F1C-BA94-455E-0D96-05FDC23259A7}"/>
          </ac:spMkLst>
        </pc:spChg>
        <pc:spChg chg="add mod">
          <ac:chgData name="adilton junio" userId="66b3fade76ecdf97" providerId="LiveId" clId="{A46F4E48-C705-44C9-A099-EA6ACF000FB9}" dt="2024-07-17T15:58:49.488" v="2440" actId="404"/>
          <ac:spMkLst>
            <pc:docMk/>
            <pc:sldMk cId="2338904911" sldId="271"/>
            <ac:spMk id="106" creationId="{A8EFCB7C-B87A-5FE0-0BCF-E9C24C50A79B}"/>
          </ac:spMkLst>
        </pc:spChg>
        <pc:spChg chg="add mod topLvl">
          <ac:chgData name="adilton junio" userId="66b3fade76ecdf97" providerId="LiveId" clId="{A46F4E48-C705-44C9-A099-EA6ACF000FB9}" dt="2024-07-17T18:52:08.134" v="4037" actId="14100"/>
          <ac:spMkLst>
            <pc:docMk/>
            <pc:sldMk cId="2338904911" sldId="271"/>
            <ac:spMk id="107" creationId="{D31B653A-4652-1F60-E725-0540162C2190}"/>
          </ac:spMkLst>
        </pc:spChg>
        <pc:grpChg chg="add del mod">
          <ac:chgData name="adilton junio" userId="66b3fade76ecdf97" providerId="LiveId" clId="{A46F4E48-C705-44C9-A099-EA6ACF000FB9}" dt="2024-07-17T18:52:02.019" v="4035" actId="165"/>
          <ac:grpSpMkLst>
            <pc:docMk/>
            <pc:sldMk cId="2338904911" sldId="271"/>
            <ac:grpSpMk id="12" creationId="{75B448ED-7D66-6A8E-1515-317FAC4D0D8A}"/>
          </ac:grpSpMkLst>
        </pc:grpChg>
        <pc:grpChg chg="del">
          <ac:chgData name="adilton junio" userId="66b3fade76ecdf97" providerId="LiveId" clId="{A46F4E48-C705-44C9-A099-EA6ACF000FB9}" dt="2024-07-16T18:09:17.690" v="394" actId="478"/>
          <ac:grpSpMkLst>
            <pc:docMk/>
            <pc:sldMk cId="2338904911" sldId="271"/>
            <ac:grpSpMk id="13" creationId="{33D1CCA9-C701-8F48-AB0F-762A7BC6A610}"/>
          </ac:grpSpMkLst>
        </pc:grpChg>
        <pc:grpChg chg="add mod">
          <ac:chgData name="adilton junio" userId="66b3fade76ecdf97" providerId="LiveId" clId="{A46F4E48-C705-44C9-A099-EA6ACF000FB9}" dt="2024-07-17T14:51:54.228" v="1683"/>
          <ac:grpSpMkLst>
            <pc:docMk/>
            <pc:sldMk cId="2338904911" sldId="271"/>
            <ac:grpSpMk id="13" creationId="{4309A4FF-6867-124E-730D-430882BE6386}"/>
          </ac:grpSpMkLst>
        </pc:grpChg>
        <pc:grpChg chg="del">
          <ac:chgData name="adilton junio" userId="66b3fade76ecdf97" providerId="LiveId" clId="{A46F4E48-C705-44C9-A099-EA6ACF000FB9}" dt="2024-07-17T14:51:51.248" v="1681" actId="165"/>
          <ac:grpSpMkLst>
            <pc:docMk/>
            <pc:sldMk cId="2338904911" sldId="271"/>
            <ac:grpSpMk id="14" creationId="{A8AB5EAB-0AC4-0A3B-1E64-7267ACEE3EC3}"/>
          </ac:grpSpMkLst>
        </pc:grpChg>
        <pc:grpChg chg="add mod">
          <ac:chgData name="adilton junio" userId="66b3fade76ecdf97" providerId="LiveId" clId="{A46F4E48-C705-44C9-A099-EA6ACF000FB9}" dt="2024-07-16T18:09:18.018" v="395"/>
          <ac:grpSpMkLst>
            <pc:docMk/>
            <pc:sldMk cId="2338904911" sldId="271"/>
            <ac:grpSpMk id="15" creationId="{425F56F0-05E3-FD0F-20D4-55752EF660E3}"/>
          </ac:grpSpMkLst>
        </pc:grpChg>
        <pc:grpChg chg="add mod">
          <ac:chgData name="adilton junio" userId="66b3fade76ecdf97" providerId="LiveId" clId="{A46F4E48-C705-44C9-A099-EA6ACF000FB9}" dt="2024-07-17T14:56:36.996" v="1756" actId="164"/>
          <ac:grpSpMkLst>
            <pc:docMk/>
            <pc:sldMk cId="2338904911" sldId="271"/>
            <ac:grpSpMk id="19" creationId="{FF15F91E-CF68-77E3-8E97-F1862EE0D590}"/>
          </ac:grpSpMkLst>
        </pc:grpChg>
        <pc:grpChg chg="add mod">
          <ac:chgData name="adilton junio" userId="66b3fade76ecdf97" providerId="LiveId" clId="{A46F4E48-C705-44C9-A099-EA6ACF000FB9}" dt="2024-07-17T14:56:36.996" v="1756" actId="164"/>
          <ac:grpSpMkLst>
            <pc:docMk/>
            <pc:sldMk cId="2338904911" sldId="271"/>
            <ac:grpSpMk id="29" creationId="{6068577E-2FB3-F014-C6A7-DCBF178530F8}"/>
          </ac:grpSpMkLst>
        </pc:grpChg>
        <pc:grpChg chg="mod">
          <ac:chgData name="adilton junio" userId="66b3fade76ecdf97" providerId="LiveId" clId="{A46F4E48-C705-44C9-A099-EA6ACF000FB9}" dt="2024-07-16T18:20:21.055" v="576" actId="571"/>
          <ac:grpSpMkLst>
            <pc:docMk/>
            <pc:sldMk cId="2338904911" sldId="271"/>
            <ac:grpSpMk id="30" creationId="{168DDC4B-E085-D055-3A01-2A75AEF0F540}"/>
          </ac:grpSpMkLst>
        </pc:grpChg>
        <pc:grpChg chg="mod">
          <ac:chgData name="adilton junio" userId="66b3fade76ecdf97" providerId="LiveId" clId="{A46F4E48-C705-44C9-A099-EA6ACF000FB9}" dt="2024-07-16T18:20:21.055" v="576" actId="571"/>
          <ac:grpSpMkLst>
            <pc:docMk/>
            <pc:sldMk cId="2338904911" sldId="271"/>
            <ac:grpSpMk id="31" creationId="{6BEFE313-B14A-D407-6382-DD66DB533993}"/>
          </ac:grpSpMkLst>
        </pc:grpChg>
        <pc:grpChg chg="mod">
          <ac:chgData name="adilton junio" userId="66b3fade76ecdf97" providerId="LiveId" clId="{A46F4E48-C705-44C9-A099-EA6ACF000FB9}" dt="2024-07-16T18:20:21.055" v="576" actId="571"/>
          <ac:grpSpMkLst>
            <pc:docMk/>
            <pc:sldMk cId="2338904911" sldId="271"/>
            <ac:grpSpMk id="32" creationId="{39E01C4A-DE56-014D-C604-4AF36AE9FE03}"/>
          </ac:grpSpMkLst>
        </pc:grpChg>
        <pc:grpChg chg="mod">
          <ac:chgData name="adilton junio" userId="66b3fade76ecdf97" providerId="LiveId" clId="{A46F4E48-C705-44C9-A099-EA6ACF000FB9}" dt="2024-07-16T18:20:21.055" v="576" actId="571"/>
          <ac:grpSpMkLst>
            <pc:docMk/>
            <pc:sldMk cId="2338904911" sldId="271"/>
            <ac:grpSpMk id="33" creationId="{41091304-8D76-4C76-51D1-909D24952854}"/>
          </ac:grpSpMkLst>
        </pc:grpChg>
        <pc:grpChg chg="mod">
          <ac:chgData name="adilton junio" userId="66b3fade76ecdf97" providerId="LiveId" clId="{A46F4E48-C705-44C9-A099-EA6ACF000FB9}" dt="2024-07-16T18:20:21.055" v="576" actId="571"/>
          <ac:grpSpMkLst>
            <pc:docMk/>
            <pc:sldMk cId="2338904911" sldId="271"/>
            <ac:grpSpMk id="34" creationId="{7D660E8D-787D-A022-9F06-967B1DFF2571}"/>
          </ac:grpSpMkLst>
        </pc:grpChg>
        <pc:grpChg chg="mod">
          <ac:chgData name="adilton junio" userId="66b3fade76ecdf97" providerId="LiveId" clId="{A46F4E48-C705-44C9-A099-EA6ACF000FB9}" dt="2024-07-16T18:20:21.055" v="576" actId="571"/>
          <ac:grpSpMkLst>
            <pc:docMk/>
            <pc:sldMk cId="2338904911" sldId="271"/>
            <ac:grpSpMk id="35" creationId="{B250C30A-6CE2-1012-5635-92F7879C2CF1}"/>
          </ac:grpSpMkLst>
        </pc:grpChg>
        <pc:grpChg chg="mod">
          <ac:chgData name="adilton junio" userId="66b3fade76ecdf97" providerId="LiveId" clId="{A46F4E48-C705-44C9-A099-EA6ACF000FB9}" dt="2024-07-16T18:20:21.055" v="576" actId="571"/>
          <ac:grpSpMkLst>
            <pc:docMk/>
            <pc:sldMk cId="2338904911" sldId="271"/>
            <ac:grpSpMk id="36" creationId="{38B9229B-2BCB-DF21-7E6F-132FE24AE70E}"/>
          </ac:grpSpMkLst>
        </pc:grpChg>
        <pc:grpChg chg="mod">
          <ac:chgData name="adilton junio" userId="66b3fade76ecdf97" providerId="LiveId" clId="{A46F4E48-C705-44C9-A099-EA6ACF000FB9}" dt="2024-07-16T18:20:21.055" v="576" actId="571"/>
          <ac:grpSpMkLst>
            <pc:docMk/>
            <pc:sldMk cId="2338904911" sldId="271"/>
            <ac:grpSpMk id="37" creationId="{71B021F0-3D3A-6095-F6CD-9FBA64242535}"/>
          </ac:grpSpMkLst>
        </pc:grpChg>
        <pc:grpChg chg="mod">
          <ac:chgData name="adilton junio" userId="66b3fade76ecdf97" providerId="LiveId" clId="{A46F4E48-C705-44C9-A099-EA6ACF000FB9}" dt="2024-07-16T18:20:21.055" v="576" actId="571"/>
          <ac:grpSpMkLst>
            <pc:docMk/>
            <pc:sldMk cId="2338904911" sldId="271"/>
            <ac:grpSpMk id="38" creationId="{293045BA-99E7-D671-3F8E-E14BB47FA8AA}"/>
          </ac:grpSpMkLst>
        </pc:grpChg>
        <pc:grpChg chg="mod">
          <ac:chgData name="adilton junio" userId="66b3fade76ecdf97" providerId="LiveId" clId="{A46F4E48-C705-44C9-A099-EA6ACF000FB9}" dt="2024-07-16T18:20:21.055" v="576" actId="571"/>
          <ac:grpSpMkLst>
            <pc:docMk/>
            <pc:sldMk cId="2338904911" sldId="271"/>
            <ac:grpSpMk id="39" creationId="{EF5E9994-4109-95EA-F3B9-E6DF3FEE96BA}"/>
          </ac:grpSpMkLst>
        </pc:grpChg>
        <pc:grpChg chg="mod">
          <ac:chgData name="adilton junio" userId="66b3fade76ecdf97" providerId="LiveId" clId="{A46F4E48-C705-44C9-A099-EA6ACF000FB9}" dt="2024-07-16T18:20:21.055" v="576" actId="571"/>
          <ac:grpSpMkLst>
            <pc:docMk/>
            <pc:sldMk cId="2338904911" sldId="271"/>
            <ac:grpSpMk id="41" creationId="{360B3166-D5C9-720C-8445-72519847650E}"/>
          </ac:grpSpMkLst>
        </pc:grpChg>
        <pc:grpChg chg="mod">
          <ac:chgData name="adilton junio" userId="66b3fade76ecdf97" providerId="LiveId" clId="{A46F4E48-C705-44C9-A099-EA6ACF000FB9}" dt="2024-07-16T18:20:21.055" v="576" actId="571"/>
          <ac:grpSpMkLst>
            <pc:docMk/>
            <pc:sldMk cId="2338904911" sldId="271"/>
            <ac:grpSpMk id="42" creationId="{B913DE2A-DCE7-BDB8-3D45-8A84A8C4F108}"/>
          </ac:grpSpMkLst>
        </pc:grpChg>
        <pc:grpChg chg="mod">
          <ac:chgData name="adilton junio" userId="66b3fade76ecdf97" providerId="LiveId" clId="{A46F4E48-C705-44C9-A099-EA6ACF000FB9}" dt="2024-07-16T18:20:21.055" v="576" actId="571"/>
          <ac:grpSpMkLst>
            <pc:docMk/>
            <pc:sldMk cId="2338904911" sldId="271"/>
            <ac:grpSpMk id="49" creationId="{451FE359-130F-81AA-C329-76C80F6A4AD3}"/>
          </ac:grpSpMkLst>
        </pc:grpChg>
        <pc:grpChg chg="mod">
          <ac:chgData name="adilton junio" userId="66b3fade76ecdf97" providerId="LiveId" clId="{A46F4E48-C705-44C9-A099-EA6ACF000FB9}" dt="2024-07-16T18:20:21.055" v="576" actId="571"/>
          <ac:grpSpMkLst>
            <pc:docMk/>
            <pc:sldMk cId="2338904911" sldId="271"/>
            <ac:grpSpMk id="50" creationId="{C5831D2D-B59F-AC92-2BD4-F4D435711B40}"/>
          </ac:grpSpMkLst>
        </pc:grpChg>
        <pc:grpChg chg="mod">
          <ac:chgData name="adilton junio" userId="66b3fade76ecdf97" providerId="LiveId" clId="{A46F4E48-C705-44C9-A099-EA6ACF000FB9}" dt="2024-07-16T18:20:21.055" v="576" actId="571"/>
          <ac:grpSpMkLst>
            <pc:docMk/>
            <pc:sldMk cId="2338904911" sldId="271"/>
            <ac:grpSpMk id="52" creationId="{C391C2C3-7034-5A05-3393-B5EE941C856D}"/>
          </ac:grpSpMkLst>
        </pc:grpChg>
        <pc:grpChg chg="mod">
          <ac:chgData name="adilton junio" userId="66b3fade76ecdf97" providerId="LiveId" clId="{A46F4E48-C705-44C9-A099-EA6ACF000FB9}" dt="2024-07-16T18:20:21.055" v="576" actId="571"/>
          <ac:grpSpMkLst>
            <pc:docMk/>
            <pc:sldMk cId="2338904911" sldId="271"/>
            <ac:grpSpMk id="63" creationId="{84A39BD2-2E52-CE94-F777-3E8980F1AD5A}"/>
          </ac:grpSpMkLst>
        </pc:grpChg>
        <pc:grpChg chg="mod">
          <ac:chgData name="adilton junio" userId="66b3fade76ecdf97" providerId="LiveId" clId="{A46F4E48-C705-44C9-A099-EA6ACF000FB9}" dt="2024-07-16T18:20:21.055" v="576" actId="571"/>
          <ac:grpSpMkLst>
            <pc:docMk/>
            <pc:sldMk cId="2338904911" sldId="271"/>
            <ac:grpSpMk id="64" creationId="{EBC53ECE-D9D2-4204-F676-1D740015A584}"/>
          </ac:grpSpMkLst>
        </pc:grpChg>
        <pc:grpChg chg="mod">
          <ac:chgData name="adilton junio" userId="66b3fade76ecdf97" providerId="LiveId" clId="{A46F4E48-C705-44C9-A099-EA6ACF000FB9}" dt="2024-07-16T18:20:21.055" v="576" actId="571"/>
          <ac:grpSpMkLst>
            <pc:docMk/>
            <pc:sldMk cId="2338904911" sldId="271"/>
            <ac:grpSpMk id="65" creationId="{E8B8AEE6-23A8-79CC-232F-B30A93A38D9D}"/>
          </ac:grpSpMkLst>
        </pc:grpChg>
        <pc:grpChg chg="mod">
          <ac:chgData name="adilton junio" userId="66b3fade76ecdf97" providerId="LiveId" clId="{A46F4E48-C705-44C9-A099-EA6ACF000FB9}" dt="2024-07-16T18:20:21.055" v="576" actId="571"/>
          <ac:grpSpMkLst>
            <pc:docMk/>
            <pc:sldMk cId="2338904911" sldId="271"/>
            <ac:grpSpMk id="66" creationId="{0A1D1C32-B085-D113-FACC-BFF3F40101D9}"/>
          </ac:grpSpMkLst>
        </pc:grpChg>
        <pc:grpChg chg="mod">
          <ac:chgData name="adilton junio" userId="66b3fade76ecdf97" providerId="LiveId" clId="{A46F4E48-C705-44C9-A099-EA6ACF000FB9}" dt="2024-07-16T18:20:21.055" v="576" actId="571"/>
          <ac:grpSpMkLst>
            <pc:docMk/>
            <pc:sldMk cId="2338904911" sldId="271"/>
            <ac:grpSpMk id="67" creationId="{32AE42AD-E017-1AAC-B014-F1E1C88B619F}"/>
          </ac:grpSpMkLst>
        </pc:grpChg>
        <pc:grpChg chg="mod">
          <ac:chgData name="adilton junio" userId="66b3fade76ecdf97" providerId="LiveId" clId="{A46F4E48-C705-44C9-A099-EA6ACF000FB9}" dt="2024-07-16T18:20:21.055" v="576" actId="571"/>
          <ac:grpSpMkLst>
            <pc:docMk/>
            <pc:sldMk cId="2338904911" sldId="271"/>
            <ac:grpSpMk id="74" creationId="{1FA733FE-1CBC-4390-83AE-16ED047453B2}"/>
          </ac:grpSpMkLst>
        </pc:grpChg>
        <pc:grpChg chg="mod">
          <ac:chgData name="adilton junio" userId="66b3fade76ecdf97" providerId="LiveId" clId="{A46F4E48-C705-44C9-A099-EA6ACF000FB9}" dt="2024-07-16T18:20:21.055" v="576" actId="571"/>
          <ac:grpSpMkLst>
            <pc:docMk/>
            <pc:sldMk cId="2338904911" sldId="271"/>
            <ac:grpSpMk id="75" creationId="{11E9F967-20AC-8519-A18A-C89703C95000}"/>
          </ac:grpSpMkLst>
        </pc:grpChg>
        <pc:grpChg chg="mod">
          <ac:chgData name="adilton junio" userId="66b3fade76ecdf97" providerId="LiveId" clId="{A46F4E48-C705-44C9-A099-EA6ACF000FB9}" dt="2024-07-16T18:20:21.055" v="576" actId="571"/>
          <ac:grpSpMkLst>
            <pc:docMk/>
            <pc:sldMk cId="2338904911" sldId="271"/>
            <ac:grpSpMk id="76" creationId="{0F51439C-8121-B17D-F18F-7C86338B6D36}"/>
          </ac:grpSpMkLst>
        </pc:grpChg>
        <pc:grpChg chg="add mod">
          <ac:chgData name="adilton junio" userId="66b3fade76ecdf97" providerId="LiveId" clId="{A46F4E48-C705-44C9-A099-EA6ACF000FB9}" dt="2024-07-17T14:56:36.996" v="1756" actId="164"/>
          <ac:grpSpMkLst>
            <pc:docMk/>
            <pc:sldMk cId="2338904911" sldId="271"/>
            <ac:grpSpMk id="103" creationId="{AC79F4C6-C64A-338A-BF48-D17BF1BF30A6}"/>
          </ac:grpSpMkLst>
        </pc:grpChg>
        <pc:cxnChg chg="mod">
          <ac:chgData name="adilton junio" userId="66b3fade76ecdf97" providerId="LiveId" clId="{A46F4E48-C705-44C9-A099-EA6ACF000FB9}" dt="2024-07-16T18:09:18.018" v="395"/>
          <ac:cxnSpMkLst>
            <pc:docMk/>
            <pc:sldMk cId="2338904911" sldId="271"/>
            <ac:cxnSpMk id="24" creationId="{6D10D7A8-DFB8-0092-7C7F-5B2E987D4DC3}"/>
          </ac:cxnSpMkLst>
        </pc:cxnChg>
        <pc:cxnChg chg="mod">
          <ac:chgData name="adilton junio" userId="66b3fade76ecdf97" providerId="LiveId" clId="{A46F4E48-C705-44C9-A099-EA6ACF000FB9}" dt="2024-07-16T18:09:18.018" v="395"/>
          <ac:cxnSpMkLst>
            <pc:docMk/>
            <pc:sldMk cId="2338904911" sldId="271"/>
            <ac:cxnSpMk id="25" creationId="{DC619A81-D8B8-574C-CF2E-19B1E07BBA98}"/>
          </ac:cxnSpMkLst>
        </pc:cxnChg>
        <pc:cxnChg chg="mod">
          <ac:chgData name="adilton junio" userId="66b3fade76ecdf97" providerId="LiveId" clId="{A46F4E48-C705-44C9-A099-EA6ACF000FB9}" dt="2024-07-16T18:20:21.055" v="576" actId="571"/>
          <ac:cxnSpMkLst>
            <pc:docMk/>
            <pc:sldMk cId="2338904911" sldId="271"/>
            <ac:cxnSpMk id="89" creationId="{29BACBC2-A9C9-49A1-3EBE-A6BB117842D8}"/>
          </ac:cxnSpMkLst>
        </pc:cxnChg>
        <pc:cxnChg chg="mod">
          <ac:chgData name="adilton junio" userId="66b3fade76ecdf97" providerId="LiveId" clId="{A46F4E48-C705-44C9-A099-EA6ACF000FB9}" dt="2024-07-16T18:20:21.055" v="576" actId="571"/>
          <ac:cxnSpMkLst>
            <pc:docMk/>
            <pc:sldMk cId="2338904911" sldId="271"/>
            <ac:cxnSpMk id="90" creationId="{AEA365C5-49B6-5F94-4BC5-985FD89AC779}"/>
          </ac:cxnSpMkLst>
        </pc:cxnChg>
        <pc:cxnChg chg="add mod">
          <ac:chgData name="adilton junio" userId="66b3fade76ecdf97" providerId="LiveId" clId="{A46F4E48-C705-44C9-A099-EA6ACF000FB9}" dt="2024-07-17T13:37:34.143" v="969" actId="404"/>
          <ac:cxnSpMkLst>
            <pc:docMk/>
            <pc:sldMk cId="2338904911" sldId="271"/>
            <ac:cxnSpMk id="101" creationId="{438994C0-771D-227C-7B7C-4E74F68BE0E8}"/>
          </ac:cxnSpMkLst>
        </pc:cxnChg>
      </pc:sldChg>
      <pc:sldChg chg="addSp delSp modSp add mod">
        <pc:chgData name="adilton junio" userId="66b3fade76ecdf97" providerId="LiveId" clId="{A46F4E48-C705-44C9-A099-EA6ACF000FB9}" dt="2024-07-17T20:45:27.398" v="4752" actId="20577"/>
        <pc:sldMkLst>
          <pc:docMk/>
          <pc:sldMk cId="2918556770" sldId="272"/>
        </pc:sldMkLst>
        <pc:spChg chg="add mod">
          <ac:chgData name="adilton junio" userId="66b3fade76ecdf97" providerId="LiveId" clId="{A46F4E48-C705-44C9-A099-EA6ACF000FB9}" dt="2024-07-17T15:58:39.741" v="2437" actId="404"/>
          <ac:spMkLst>
            <pc:docMk/>
            <pc:sldMk cId="2918556770" sldId="272"/>
            <ac:spMk id="2" creationId="{815E988A-270E-5E07-7617-D60383B4ED3E}"/>
          </ac:spMkLst>
        </pc:spChg>
        <pc:spChg chg="add mod">
          <ac:chgData name="adilton junio" userId="66b3fade76ecdf97" providerId="LiveId" clId="{A46F4E48-C705-44C9-A099-EA6ACF000FB9}" dt="2024-07-17T16:00:00.549" v="2459" actId="108"/>
          <ac:spMkLst>
            <pc:docMk/>
            <pc:sldMk cId="2918556770" sldId="272"/>
            <ac:spMk id="5" creationId="{FD6226B4-0EB5-1A39-928D-A27FA61F690F}"/>
          </ac:spMkLst>
        </pc:spChg>
        <pc:spChg chg="add del mod">
          <ac:chgData name="adilton junio" userId="66b3fade76ecdf97" providerId="LiveId" clId="{A46F4E48-C705-44C9-A099-EA6ACF000FB9}" dt="2024-07-16T18:41:53.733" v="781" actId="478"/>
          <ac:spMkLst>
            <pc:docMk/>
            <pc:sldMk cId="2918556770" sldId="272"/>
            <ac:spMk id="7" creationId="{F79E7634-2CBF-317F-F5A7-9DE1891631DA}"/>
          </ac:spMkLst>
        </pc:spChg>
        <pc:spChg chg="del mod topLvl">
          <ac:chgData name="adilton junio" userId="66b3fade76ecdf97" providerId="LiveId" clId="{A46F4E48-C705-44C9-A099-EA6ACF000FB9}" dt="2024-07-17T14:51:42.095" v="1679" actId="478"/>
          <ac:spMkLst>
            <pc:docMk/>
            <pc:sldMk cId="2918556770" sldId="272"/>
            <ac:spMk id="10" creationId="{48165E74-21D8-345C-6B13-50560A9DC298}"/>
          </ac:spMkLst>
        </pc:spChg>
        <pc:spChg chg="mod">
          <ac:chgData name="adilton junio" userId="66b3fade76ecdf97" providerId="LiveId" clId="{A46F4E48-C705-44C9-A099-EA6ACF000FB9}" dt="2024-07-17T13:37:37.332" v="970"/>
          <ac:spMkLst>
            <pc:docMk/>
            <pc:sldMk cId="2918556770" sldId="272"/>
            <ac:spMk id="11" creationId="{949E1789-2073-B6A4-BE42-1A6A845BC911}"/>
          </ac:spMkLst>
        </pc:spChg>
        <pc:spChg chg="mod">
          <ac:chgData name="adilton junio" userId="66b3fade76ecdf97" providerId="LiveId" clId="{A46F4E48-C705-44C9-A099-EA6ACF000FB9}" dt="2024-07-17T14:51:42.807" v="1680"/>
          <ac:spMkLst>
            <pc:docMk/>
            <pc:sldMk cId="2918556770" sldId="272"/>
            <ac:spMk id="13" creationId="{057CF6E1-2071-BCCE-A74B-931D5975320C}"/>
          </ac:spMkLst>
        </pc:spChg>
        <pc:spChg chg="mod">
          <ac:chgData name="adilton junio" userId="66b3fade76ecdf97" providerId="LiveId" clId="{A46F4E48-C705-44C9-A099-EA6ACF000FB9}" dt="2024-07-17T14:51:42.807" v="1680"/>
          <ac:spMkLst>
            <pc:docMk/>
            <pc:sldMk cId="2918556770" sldId="272"/>
            <ac:spMk id="15" creationId="{665345F8-10FD-1C57-8E51-416A630F0648}"/>
          </ac:spMkLst>
        </pc:spChg>
        <pc:spChg chg="mod">
          <ac:chgData name="adilton junio" userId="66b3fade76ecdf97" providerId="LiveId" clId="{A46F4E48-C705-44C9-A099-EA6ACF000FB9}" dt="2024-07-17T18:26:49.228" v="3708" actId="20577"/>
          <ac:spMkLst>
            <pc:docMk/>
            <pc:sldMk cId="2918556770" sldId="272"/>
            <ac:spMk id="16" creationId="{821B4631-0B7D-D06F-D7FA-2BF82C651E09}"/>
          </ac:spMkLst>
        </pc:spChg>
        <pc:spChg chg="mod">
          <ac:chgData name="adilton junio" userId="66b3fade76ecdf97" providerId="LiveId" clId="{A46F4E48-C705-44C9-A099-EA6ACF000FB9}" dt="2024-07-17T14:51:42.807" v="1680"/>
          <ac:spMkLst>
            <pc:docMk/>
            <pc:sldMk cId="2918556770" sldId="272"/>
            <ac:spMk id="17" creationId="{41376AC1-7E93-E7DC-F4DB-DB183D5E6B23}"/>
          </ac:spMkLst>
        </pc:spChg>
        <pc:spChg chg="mod">
          <ac:chgData name="adilton junio" userId="66b3fade76ecdf97" providerId="LiveId" clId="{A46F4E48-C705-44C9-A099-EA6ACF000FB9}" dt="2024-07-17T16:00:01.393" v="2460" actId="108"/>
          <ac:spMkLst>
            <pc:docMk/>
            <pc:sldMk cId="2918556770" sldId="272"/>
            <ac:spMk id="20" creationId="{5FE0C7CC-AE87-FA0E-B84D-749F9AD42BB8}"/>
          </ac:spMkLst>
        </pc:spChg>
        <pc:spChg chg="mod">
          <ac:chgData name="adilton junio" userId="66b3fade76ecdf97" providerId="LiveId" clId="{A46F4E48-C705-44C9-A099-EA6ACF000FB9}" dt="2024-07-17T20:45:27.398" v="4752" actId="20577"/>
          <ac:spMkLst>
            <pc:docMk/>
            <pc:sldMk cId="2918556770" sldId="272"/>
            <ac:spMk id="21" creationId="{92A8F3F1-BF54-4A8F-5B07-7B0AB07EE379}"/>
          </ac:spMkLst>
        </pc:spChg>
        <pc:spChg chg="mod">
          <ac:chgData name="adilton junio" userId="66b3fade76ecdf97" providerId="LiveId" clId="{A46F4E48-C705-44C9-A099-EA6ACF000FB9}" dt="2024-07-16T18:41:58.896" v="782" actId="165"/>
          <ac:spMkLst>
            <pc:docMk/>
            <pc:sldMk cId="2918556770" sldId="272"/>
            <ac:spMk id="43" creationId="{FF27E0E9-B02B-46FD-0695-A204C59D6BFA}"/>
          </ac:spMkLst>
        </pc:spChg>
        <pc:spChg chg="mod">
          <ac:chgData name="adilton junio" userId="66b3fade76ecdf97" providerId="LiveId" clId="{A46F4E48-C705-44C9-A099-EA6ACF000FB9}" dt="2024-07-16T18:41:58.896" v="782" actId="165"/>
          <ac:spMkLst>
            <pc:docMk/>
            <pc:sldMk cId="2918556770" sldId="272"/>
            <ac:spMk id="44" creationId="{1DAE727E-37DF-0F20-A7AC-41B329D9DA10}"/>
          </ac:spMkLst>
        </pc:spChg>
        <pc:spChg chg="mod">
          <ac:chgData name="adilton junio" userId="66b3fade76ecdf97" providerId="LiveId" clId="{A46F4E48-C705-44C9-A099-EA6ACF000FB9}" dt="2024-07-16T18:41:58.896" v="782" actId="165"/>
          <ac:spMkLst>
            <pc:docMk/>
            <pc:sldMk cId="2918556770" sldId="272"/>
            <ac:spMk id="45" creationId="{6F5665FA-86DB-F885-66BB-3C32C3670AD1}"/>
          </ac:spMkLst>
        </pc:spChg>
        <pc:spChg chg="mod">
          <ac:chgData name="adilton junio" userId="66b3fade76ecdf97" providerId="LiveId" clId="{A46F4E48-C705-44C9-A099-EA6ACF000FB9}" dt="2024-07-16T18:41:58.896" v="782" actId="165"/>
          <ac:spMkLst>
            <pc:docMk/>
            <pc:sldMk cId="2918556770" sldId="272"/>
            <ac:spMk id="46" creationId="{CF7C7C56-BEA9-5467-8B46-02F39C810BF9}"/>
          </ac:spMkLst>
        </pc:spChg>
        <pc:spChg chg="mod">
          <ac:chgData name="adilton junio" userId="66b3fade76ecdf97" providerId="LiveId" clId="{A46F4E48-C705-44C9-A099-EA6ACF000FB9}" dt="2024-07-16T18:41:58.896" v="782" actId="165"/>
          <ac:spMkLst>
            <pc:docMk/>
            <pc:sldMk cId="2918556770" sldId="272"/>
            <ac:spMk id="47" creationId="{C62FDDFF-C701-E04F-FFFD-3FF4C1A4080E}"/>
          </ac:spMkLst>
        </pc:spChg>
        <pc:spChg chg="mod">
          <ac:chgData name="adilton junio" userId="66b3fade76ecdf97" providerId="LiveId" clId="{A46F4E48-C705-44C9-A099-EA6ACF000FB9}" dt="2024-07-16T18:41:58.896" v="782" actId="165"/>
          <ac:spMkLst>
            <pc:docMk/>
            <pc:sldMk cId="2918556770" sldId="272"/>
            <ac:spMk id="48" creationId="{B8D5300A-F935-9502-6A83-1BCA20036A5A}"/>
          </ac:spMkLst>
        </pc:spChg>
        <pc:spChg chg="mod">
          <ac:chgData name="adilton junio" userId="66b3fade76ecdf97" providerId="LiveId" clId="{A46F4E48-C705-44C9-A099-EA6ACF000FB9}" dt="2024-07-16T18:41:58.896" v="782" actId="165"/>
          <ac:spMkLst>
            <pc:docMk/>
            <pc:sldMk cId="2918556770" sldId="272"/>
            <ac:spMk id="53" creationId="{928DCBBC-8B34-7DF2-3AFE-0762DF92FB49}"/>
          </ac:spMkLst>
        </pc:spChg>
        <pc:spChg chg="mod">
          <ac:chgData name="adilton junio" userId="66b3fade76ecdf97" providerId="LiveId" clId="{A46F4E48-C705-44C9-A099-EA6ACF000FB9}" dt="2024-07-16T18:41:58.896" v="782" actId="165"/>
          <ac:spMkLst>
            <pc:docMk/>
            <pc:sldMk cId="2918556770" sldId="272"/>
            <ac:spMk id="54" creationId="{B74A0118-4CDC-520B-026A-25330566F5F0}"/>
          </ac:spMkLst>
        </pc:spChg>
        <pc:spChg chg="mod">
          <ac:chgData name="adilton junio" userId="66b3fade76ecdf97" providerId="LiveId" clId="{A46F4E48-C705-44C9-A099-EA6ACF000FB9}" dt="2024-07-16T18:41:58.896" v="782" actId="165"/>
          <ac:spMkLst>
            <pc:docMk/>
            <pc:sldMk cId="2918556770" sldId="272"/>
            <ac:spMk id="55" creationId="{AF4C0FDB-1C12-71C9-5200-D40FD3AE6DAF}"/>
          </ac:spMkLst>
        </pc:spChg>
        <pc:spChg chg="mod">
          <ac:chgData name="adilton junio" userId="66b3fade76ecdf97" providerId="LiveId" clId="{A46F4E48-C705-44C9-A099-EA6ACF000FB9}" dt="2024-07-16T18:41:58.896" v="782" actId="165"/>
          <ac:spMkLst>
            <pc:docMk/>
            <pc:sldMk cId="2918556770" sldId="272"/>
            <ac:spMk id="56" creationId="{23C80113-F807-A839-2E24-FADE3B0CED1B}"/>
          </ac:spMkLst>
        </pc:spChg>
        <pc:spChg chg="mod">
          <ac:chgData name="adilton junio" userId="66b3fade76ecdf97" providerId="LiveId" clId="{A46F4E48-C705-44C9-A099-EA6ACF000FB9}" dt="2024-07-16T18:41:58.896" v="782" actId="165"/>
          <ac:spMkLst>
            <pc:docMk/>
            <pc:sldMk cId="2918556770" sldId="272"/>
            <ac:spMk id="57" creationId="{CDD7FCB6-5F78-A9B4-FC2E-E6B0BDA903A3}"/>
          </ac:spMkLst>
        </pc:spChg>
        <pc:spChg chg="mod">
          <ac:chgData name="adilton junio" userId="66b3fade76ecdf97" providerId="LiveId" clId="{A46F4E48-C705-44C9-A099-EA6ACF000FB9}" dt="2024-07-16T18:41:58.896" v="782" actId="165"/>
          <ac:spMkLst>
            <pc:docMk/>
            <pc:sldMk cId="2918556770" sldId="272"/>
            <ac:spMk id="58" creationId="{4AB1EF8C-FE4A-39C7-0435-9A222CAE4E73}"/>
          </ac:spMkLst>
        </pc:spChg>
        <pc:spChg chg="mod">
          <ac:chgData name="adilton junio" userId="66b3fade76ecdf97" providerId="LiveId" clId="{A46F4E48-C705-44C9-A099-EA6ACF000FB9}" dt="2024-07-16T18:41:58.896" v="782" actId="165"/>
          <ac:spMkLst>
            <pc:docMk/>
            <pc:sldMk cId="2918556770" sldId="272"/>
            <ac:spMk id="59" creationId="{5615AAEC-BE13-E7CE-BAFC-819F3C78D390}"/>
          </ac:spMkLst>
        </pc:spChg>
        <pc:spChg chg="mod">
          <ac:chgData name="adilton junio" userId="66b3fade76ecdf97" providerId="LiveId" clId="{A46F4E48-C705-44C9-A099-EA6ACF000FB9}" dt="2024-07-16T18:41:58.896" v="782" actId="165"/>
          <ac:spMkLst>
            <pc:docMk/>
            <pc:sldMk cId="2918556770" sldId="272"/>
            <ac:spMk id="60" creationId="{8AC7919E-B3FC-0160-44F7-C379A2FFE7AA}"/>
          </ac:spMkLst>
        </pc:spChg>
        <pc:spChg chg="mod">
          <ac:chgData name="adilton junio" userId="66b3fade76ecdf97" providerId="LiveId" clId="{A46F4E48-C705-44C9-A099-EA6ACF000FB9}" dt="2024-07-16T18:41:58.896" v="782" actId="165"/>
          <ac:spMkLst>
            <pc:docMk/>
            <pc:sldMk cId="2918556770" sldId="272"/>
            <ac:spMk id="61" creationId="{7D17BA35-5BC6-31C5-6679-105AF695AAC7}"/>
          </ac:spMkLst>
        </pc:spChg>
        <pc:spChg chg="mod">
          <ac:chgData name="adilton junio" userId="66b3fade76ecdf97" providerId="LiveId" clId="{A46F4E48-C705-44C9-A099-EA6ACF000FB9}" dt="2024-07-16T18:41:58.896" v="782" actId="165"/>
          <ac:spMkLst>
            <pc:docMk/>
            <pc:sldMk cId="2918556770" sldId="272"/>
            <ac:spMk id="62" creationId="{83276700-E4F6-999D-BDCF-30CC12A7D502}"/>
          </ac:spMkLst>
        </pc:spChg>
        <pc:spChg chg="mod">
          <ac:chgData name="adilton junio" userId="66b3fade76ecdf97" providerId="LiveId" clId="{A46F4E48-C705-44C9-A099-EA6ACF000FB9}" dt="2024-07-16T18:41:58.896" v="782" actId="165"/>
          <ac:spMkLst>
            <pc:docMk/>
            <pc:sldMk cId="2918556770" sldId="272"/>
            <ac:spMk id="68" creationId="{46C9E4ED-BEC7-B240-42E9-83EC377DAFAA}"/>
          </ac:spMkLst>
        </pc:spChg>
        <pc:spChg chg="mod">
          <ac:chgData name="adilton junio" userId="66b3fade76ecdf97" providerId="LiveId" clId="{A46F4E48-C705-44C9-A099-EA6ACF000FB9}" dt="2024-07-16T18:41:58.896" v="782" actId="165"/>
          <ac:spMkLst>
            <pc:docMk/>
            <pc:sldMk cId="2918556770" sldId="272"/>
            <ac:spMk id="69" creationId="{4843AE11-D9FA-9752-01FB-CA1FE061A3C0}"/>
          </ac:spMkLst>
        </pc:spChg>
        <pc:spChg chg="mod">
          <ac:chgData name="adilton junio" userId="66b3fade76ecdf97" providerId="LiveId" clId="{A46F4E48-C705-44C9-A099-EA6ACF000FB9}" dt="2024-07-16T18:41:58.896" v="782" actId="165"/>
          <ac:spMkLst>
            <pc:docMk/>
            <pc:sldMk cId="2918556770" sldId="272"/>
            <ac:spMk id="70" creationId="{D49DDF87-1A70-9DD1-E830-44F1724DB5F2}"/>
          </ac:spMkLst>
        </pc:spChg>
        <pc:spChg chg="mod">
          <ac:chgData name="adilton junio" userId="66b3fade76ecdf97" providerId="LiveId" clId="{A46F4E48-C705-44C9-A099-EA6ACF000FB9}" dt="2024-07-16T18:41:58.896" v="782" actId="165"/>
          <ac:spMkLst>
            <pc:docMk/>
            <pc:sldMk cId="2918556770" sldId="272"/>
            <ac:spMk id="71" creationId="{7ADCBB2F-48A4-BC95-E387-BC674585F363}"/>
          </ac:spMkLst>
        </pc:spChg>
        <pc:spChg chg="mod">
          <ac:chgData name="adilton junio" userId="66b3fade76ecdf97" providerId="LiveId" clId="{A46F4E48-C705-44C9-A099-EA6ACF000FB9}" dt="2024-07-16T18:41:58.896" v="782" actId="165"/>
          <ac:spMkLst>
            <pc:docMk/>
            <pc:sldMk cId="2918556770" sldId="272"/>
            <ac:spMk id="72" creationId="{ABB9605C-A33D-49DD-8981-FBD6BB7F5D35}"/>
          </ac:spMkLst>
        </pc:spChg>
        <pc:spChg chg="mod">
          <ac:chgData name="adilton junio" userId="66b3fade76ecdf97" providerId="LiveId" clId="{A46F4E48-C705-44C9-A099-EA6ACF000FB9}" dt="2024-07-16T18:41:58.896" v="782" actId="165"/>
          <ac:spMkLst>
            <pc:docMk/>
            <pc:sldMk cId="2918556770" sldId="272"/>
            <ac:spMk id="73" creationId="{52C07B5F-FB51-234E-4C1F-0CC698EB2EDF}"/>
          </ac:spMkLst>
        </pc:spChg>
        <pc:spChg chg="mod">
          <ac:chgData name="adilton junio" userId="66b3fade76ecdf97" providerId="LiveId" clId="{A46F4E48-C705-44C9-A099-EA6ACF000FB9}" dt="2024-07-16T18:41:58.896" v="782" actId="165"/>
          <ac:spMkLst>
            <pc:docMk/>
            <pc:sldMk cId="2918556770" sldId="272"/>
            <ac:spMk id="77" creationId="{33EE02B0-BA23-356D-41F8-107D32E33D86}"/>
          </ac:spMkLst>
        </pc:spChg>
        <pc:spChg chg="mod">
          <ac:chgData name="adilton junio" userId="66b3fade76ecdf97" providerId="LiveId" clId="{A46F4E48-C705-44C9-A099-EA6ACF000FB9}" dt="2024-07-16T18:41:58.896" v="782" actId="165"/>
          <ac:spMkLst>
            <pc:docMk/>
            <pc:sldMk cId="2918556770" sldId="272"/>
            <ac:spMk id="78" creationId="{772AE97F-0250-3EC9-5DF3-2006BCB37F5C}"/>
          </ac:spMkLst>
        </pc:spChg>
        <pc:spChg chg="mod">
          <ac:chgData name="adilton junio" userId="66b3fade76ecdf97" providerId="LiveId" clId="{A46F4E48-C705-44C9-A099-EA6ACF000FB9}" dt="2024-07-16T18:41:58.896" v="782" actId="165"/>
          <ac:spMkLst>
            <pc:docMk/>
            <pc:sldMk cId="2918556770" sldId="272"/>
            <ac:spMk id="79" creationId="{6DD2A9CA-DBE8-A2A0-3CE5-9F1125D74FCE}"/>
          </ac:spMkLst>
        </pc:spChg>
        <pc:spChg chg="mod">
          <ac:chgData name="adilton junio" userId="66b3fade76ecdf97" providerId="LiveId" clId="{A46F4E48-C705-44C9-A099-EA6ACF000FB9}" dt="2024-07-16T18:41:58.896" v="782" actId="165"/>
          <ac:spMkLst>
            <pc:docMk/>
            <pc:sldMk cId="2918556770" sldId="272"/>
            <ac:spMk id="80" creationId="{700EF7A7-BD70-D51A-4375-DF7F182BBD01}"/>
          </ac:spMkLst>
        </pc:spChg>
        <pc:spChg chg="mod">
          <ac:chgData name="adilton junio" userId="66b3fade76ecdf97" providerId="LiveId" clId="{A46F4E48-C705-44C9-A099-EA6ACF000FB9}" dt="2024-07-16T18:41:58.896" v="782" actId="165"/>
          <ac:spMkLst>
            <pc:docMk/>
            <pc:sldMk cId="2918556770" sldId="272"/>
            <ac:spMk id="81" creationId="{BD79764D-D1E3-1A1D-8733-7F0D3BC0CC89}"/>
          </ac:spMkLst>
        </pc:spChg>
        <pc:spChg chg="mod">
          <ac:chgData name="adilton junio" userId="66b3fade76ecdf97" providerId="LiveId" clId="{A46F4E48-C705-44C9-A099-EA6ACF000FB9}" dt="2024-07-16T18:41:58.896" v="782" actId="165"/>
          <ac:spMkLst>
            <pc:docMk/>
            <pc:sldMk cId="2918556770" sldId="272"/>
            <ac:spMk id="82" creationId="{1DF4BAA2-E0C4-0C1B-3DBA-170A41BD7986}"/>
          </ac:spMkLst>
        </pc:spChg>
        <pc:spChg chg="mod">
          <ac:chgData name="adilton junio" userId="66b3fade76ecdf97" providerId="LiveId" clId="{A46F4E48-C705-44C9-A099-EA6ACF000FB9}" dt="2024-07-16T18:41:58.896" v="782" actId="165"/>
          <ac:spMkLst>
            <pc:docMk/>
            <pc:sldMk cId="2918556770" sldId="272"/>
            <ac:spMk id="83" creationId="{4687FB89-0690-D9C6-FEDC-80182A21F1F8}"/>
          </ac:spMkLst>
        </pc:spChg>
        <pc:spChg chg="mod">
          <ac:chgData name="adilton junio" userId="66b3fade76ecdf97" providerId="LiveId" clId="{A46F4E48-C705-44C9-A099-EA6ACF000FB9}" dt="2024-07-16T18:41:58.896" v="782" actId="165"/>
          <ac:spMkLst>
            <pc:docMk/>
            <pc:sldMk cId="2918556770" sldId="272"/>
            <ac:spMk id="84" creationId="{7DEDEA53-C3E7-70D0-B23C-9272E074F805}"/>
          </ac:spMkLst>
        </pc:spChg>
        <pc:spChg chg="mod">
          <ac:chgData name="adilton junio" userId="66b3fade76ecdf97" providerId="LiveId" clId="{A46F4E48-C705-44C9-A099-EA6ACF000FB9}" dt="2024-07-16T18:41:58.896" v="782" actId="165"/>
          <ac:spMkLst>
            <pc:docMk/>
            <pc:sldMk cId="2918556770" sldId="272"/>
            <ac:spMk id="85" creationId="{86B0708E-38CF-4B6F-FCA3-05BFFA7104D8}"/>
          </ac:spMkLst>
        </pc:spChg>
        <pc:spChg chg="mod">
          <ac:chgData name="adilton junio" userId="66b3fade76ecdf97" providerId="LiveId" clId="{A46F4E48-C705-44C9-A099-EA6ACF000FB9}" dt="2024-07-16T18:41:58.896" v="782" actId="165"/>
          <ac:spMkLst>
            <pc:docMk/>
            <pc:sldMk cId="2918556770" sldId="272"/>
            <ac:spMk id="86" creationId="{99018997-7312-2E66-301B-9CD78364AB2F}"/>
          </ac:spMkLst>
        </pc:spChg>
        <pc:spChg chg="add del mod">
          <ac:chgData name="adilton junio" userId="66b3fade76ecdf97" providerId="LiveId" clId="{A46F4E48-C705-44C9-A099-EA6ACF000FB9}" dt="2024-07-16T18:42:03.767" v="785" actId="478"/>
          <ac:spMkLst>
            <pc:docMk/>
            <pc:sldMk cId="2918556770" sldId="272"/>
            <ac:spMk id="87" creationId="{982DA735-B387-C331-E003-2664E37E8623}"/>
          </ac:spMkLst>
        </pc:spChg>
        <pc:spChg chg="mod">
          <ac:chgData name="adilton junio" userId="66b3fade76ecdf97" providerId="LiveId" clId="{A46F4E48-C705-44C9-A099-EA6ACF000FB9}" dt="2024-07-16T18:41:58.896" v="782" actId="165"/>
          <ac:spMkLst>
            <pc:docMk/>
            <pc:sldMk cId="2918556770" sldId="272"/>
            <ac:spMk id="88" creationId="{51FC77E0-937E-EA60-698E-B52BB93B2CFA}"/>
          </ac:spMkLst>
        </pc:spChg>
        <pc:spChg chg="mod">
          <ac:chgData name="adilton junio" userId="66b3fade76ecdf97" providerId="LiveId" clId="{A46F4E48-C705-44C9-A099-EA6ACF000FB9}" dt="2024-07-16T18:41:58.896" v="782" actId="165"/>
          <ac:spMkLst>
            <pc:docMk/>
            <pc:sldMk cId="2918556770" sldId="272"/>
            <ac:spMk id="91" creationId="{622B22B7-F3C5-6196-532E-A40CD1212AB8}"/>
          </ac:spMkLst>
        </pc:spChg>
        <pc:spChg chg="mod topLvl">
          <ac:chgData name="adilton junio" userId="66b3fade76ecdf97" providerId="LiveId" clId="{A46F4E48-C705-44C9-A099-EA6ACF000FB9}" dt="2024-07-17T14:51:40.638" v="1678" actId="165"/>
          <ac:spMkLst>
            <pc:docMk/>
            <pc:sldMk cId="2918556770" sldId="272"/>
            <ac:spMk id="92" creationId="{389AD4BA-DE4A-1658-2487-F94C2EEF6666}"/>
          </ac:spMkLst>
        </pc:spChg>
        <pc:spChg chg="mod">
          <ac:chgData name="adilton junio" userId="66b3fade76ecdf97" providerId="LiveId" clId="{A46F4E48-C705-44C9-A099-EA6ACF000FB9}" dt="2024-07-16T18:41:58.896" v="782" actId="165"/>
          <ac:spMkLst>
            <pc:docMk/>
            <pc:sldMk cId="2918556770" sldId="272"/>
            <ac:spMk id="93" creationId="{6F28AD4E-55BD-E158-83DC-CB47A80C2B1E}"/>
          </ac:spMkLst>
        </pc:spChg>
        <pc:spChg chg="mod">
          <ac:chgData name="adilton junio" userId="66b3fade76ecdf97" providerId="LiveId" clId="{A46F4E48-C705-44C9-A099-EA6ACF000FB9}" dt="2024-07-17T15:59:59.595" v="2458" actId="108"/>
          <ac:spMkLst>
            <pc:docMk/>
            <pc:sldMk cId="2918556770" sldId="272"/>
            <ac:spMk id="94" creationId="{D1D8FCDA-4632-6080-1621-67CDF796C564}"/>
          </ac:spMkLst>
        </pc:spChg>
        <pc:spChg chg="mod">
          <ac:chgData name="adilton junio" userId="66b3fade76ecdf97" providerId="LiveId" clId="{A46F4E48-C705-44C9-A099-EA6ACF000FB9}" dt="2024-07-16T18:41:58.896" v="782" actId="165"/>
          <ac:spMkLst>
            <pc:docMk/>
            <pc:sldMk cId="2918556770" sldId="272"/>
            <ac:spMk id="95" creationId="{6CE38F45-C2C2-452C-A6E5-873FFFE19492}"/>
          </ac:spMkLst>
        </pc:spChg>
        <pc:spChg chg="mod">
          <ac:chgData name="adilton junio" userId="66b3fade76ecdf97" providerId="LiveId" clId="{A46F4E48-C705-44C9-A099-EA6ACF000FB9}" dt="2024-07-17T15:58:39.741" v="2437" actId="404"/>
          <ac:spMkLst>
            <pc:docMk/>
            <pc:sldMk cId="2918556770" sldId="272"/>
            <ac:spMk id="96" creationId="{CC52F910-04C1-D575-C91D-B1194B0B51FB}"/>
          </ac:spMkLst>
        </pc:spChg>
        <pc:spChg chg="mod">
          <ac:chgData name="adilton junio" userId="66b3fade76ecdf97" providerId="LiveId" clId="{A46F4E48-C705-44C9-A099-EA6ACF000FB9}" dt="2024-07-17T20:44:36.991" v="4736" actId="1035"/>
          <ac:spMkLst>
            <pc:docMk/>
            <pc:sldMk cId="2918556770" sldId="272"/>
            <ac:spMk id="97" creationId="{CF28AD52-9479-96E4-DD50-2EE167AB3D15}"/>
          </ac:spMkLst>
        </pc:spChg>
        <pc:grpChg chg="add mod">
          <ac:chgData name="adilton junio" userId="66b3fade76ecdf97" providerId="LiveId" clId="{A46F4E48-C705-44C9-A099-EA6ACF000FB9}" dt="2024-07-17T14:56:31.022" v="1755" actId="164"/>
          <ac:grpSpMkLst>
            <pc:docMk/>
            <pc:sldMk cId="2918556770" sldId="272"/>
            <ac:grpSpMk id="3" creationId="{74B0F06A-2940-C2FE-149A-10F416DFE2B9}"/>
          </ac:grpSpMkLst>
        </pc:grpChg>
        <pc:grpChg chg="add mod">
          <ac:chgData name="adilton junio" userId="66b3fade76ecdf97" providerId="LiveId" clId="{A46F4E48-C705-44C9-A099-EA6ACF000FB9}" dt="2024-07-17T14:51:42.807" v="1680"/>
          <ac:grpSpMkLst>
            <pc:docMk/>
            <pc:sldMk cId="2918556770" sldId="272"/>
            <ac:grpSpMk id="12" creationId="{361C570B-C1B4-EEFC-2DF2-B4ECF5943116}"/>
          </ac:grpSpMkLst>
        </pc:grpChg>
        <pc:grpChg chg="del">
          <ac:chgData name="adilton junio" userId="66b3fade76ecdf97" providerId="LiveId" clId="{A46F4E48-C705-44C9-A099-EA6ACF000FB9}" dt="2024-07-17T14:51:40.638" v="1678" actId="165"/>
          <ac:grpSpMkLst>
            <pc:docMk/>
            <pc:sldMk cId="2918556770" sldId="272"/>
            <ac:grpSpMk id="14" creationId="{A8AB5EAB-0AC4-0A3B-1E64-7267ACEE3EC3}"/>
          </ac:grpSpMkLst>
        </pc:grpChg>
        <pc:grpChg chg="add mod">
          <ac:chgData name="adilton junio" userId="66b3fade76ecdf97" providerId="LiveId" clId="{A46F4E48-C705-44C9-A099-EA6ACF000FB9}" dt="2024-07-17T14:56:31.022" v="1755" actId="164"/>
          <ac:grpSpMkLst>
            <pc:docMk/>
            <pc:sldMk cId="2918556770" sldId="272"/>
            <ac:grpSpMk id="18" creationId="{2F90EAD1-E84D-A122-BC44-3B02D8E58B24}"/>
          </ac:grpSpMkLst>
        </pc:grpChg>
        <pc:grpChg chg="del">
          <ac:chgData name="adilton junio" userId="66b3fade76ecdf97" providerId="LiveId" clId="{A46F4E48-C705-44C9-A099-EA6ACF000FB9}" dt="2024-07-16T18:41:58.896" v="782" actId="165"/>
          <ac:grpSpMkLst>
            <pc:docMk/>
            <pc:sldMk cId="2918556770" sldId="272"/>
            <ac:grpSpMk id="29" creationId="{6068577E-2FB3-F014-C6A7-DCBF178530F8}"/>
          </ac:grpSpMkLst>
        </pc:grpChg>
        <pc:grpChg chg="mod topLvl">
          <ac:chgData name="adilton junio" userId="66b3fade76ecdf97" providerId="LiveId" clId="{A46F4E48-C705-44C9-A099-EA6ACF000FB9}" dt="2024-07-17T14:56:31.022" v="1755" actId="164"/>
          <ac:grpSpMkLst>
            <pc:docMk/>
            <pc:sldMk cId="2918556770" sldId="272"/>
            <ac:grpSpMk id="30" creationId="{168DDC4B-E085-D055-3A01-2A75AEF0F540}"/>
          </ac:grpSpMkLst>
        </pc:grpChg>
        <pc:grpChg chg="del mod topLvl">
          <ac:chgData name="adilton junio" userId="66b3fade76ecdf97" providerId="LiveId" clId="{A46F4E48-C705-44C9-A099-EA6ACF000FB9}" dt="2024-07-16T18:42:11.601" v="789" actId="478"/>
          <ac:grpSpMkLst>
            <pc:docMk/>
            <pc:sldMk cId="2918556770" sldId="272"/>
            <ac:grpSpMk id="31" creationId="{6BEFE313-B14A-D407-6382-DD66DB533993}"/>
          </ac:grpSpMkLst>
        </pc:grpChg>
        <pc:grpChg chg="del mod topLvl">
          <ac:chgData name="adilton junio" userId="66b3fade76ecdf97" providerId="LiveId" clId="{A46F4E48-C705-44C9-A099-EA6ACF000FB9}" dt="2024-07-16T18:42:07.568" v="787" actId="478"/>
          <ac:grpSpMkLst>
            <pc:docMk/>
            <pc:sldMk cId="2918556770" sldId="272"/>
            <ac:grpSpMk id="32" creationId="{39E01C4A-DE56-014D-C604-4AF36AE9FE03}"/>
          </ac:grpSpMkLst>
        </pc:grpChg>
        <pc:grpChg chg="del mod topLvl">
          <ac:chgData name="adilton junio" userId="66b3fade76ecdf97" providerId="LiveId" clId="{A46F4E48-C705-44C9-A099-EA6ACF000FB9}" dt="2024-07-16T18:42:05.394" v="786" actId="478"/>
          <ac:grpSpMkLst>
            <pc:docMk/>
            <pc:sldMk cId="2918556770" sldId="272"/>
            <ac:grpSpMk id="33" creationId="{41091304-8D76-4C76-51D1-909D24952854}"/>
          </ac:grpSpMkLst>
        </pc:grpChg>
        <pc:grpChg chg="del mod topLvl">
          <ac:chgData name="adilton junio" userId="66b3fade76ecdf97" providerId="LiveId" clId="{A46F4E48-C705-44C9-A099-EA6ACF000FB9}" dt="2024-07-16T18:42:09.709" v="788" actId="478"/>
          <ac:grpSpMkLst>
            <pc:docMk/>
            <pc:sldMk cId="2918556770" sldId="272"/>
            <ac:grpSpMk id="34" creationId="{7D660E8D-787D-A022-9F06-967B1DFF2571}"/>
          </ac:grpSpMkLst>
        </pc:grpChg>
        <pc:grpChg chg="del mod topLvl">
          <ac:chgData name="adilton junio" userId="66b3fade76ecdf97" providerId="LiveId" clId="{A46F4E48-C705-44C9-A099-EA6ACF000FB9}" dt="2024-07-16T18:42:07.568" v="787" actId="478"/>
          <ac:grpSpMkLst>
            <pc:docMk/>
            <pc:sldMk cId="2918556770" sldId="272"/>
            <ac:grpSpMk id="35" creationId="{B250C30A-6CE2-1012-5635-92F7879C2CF1}"/>
          </ac:grpSpMkLst>
        </pc:grpChg>
        <pc:grpChg chg="del mod topLvl">
          <ac:chgData name="adilton junio" userId="66b3fade76ecdf97" providerId="LiveId" clId="{A46F4E48-C705-44C9-A099-EA6ACF000FB9}" dt="2024-07-16T18:42:00.861" v="783" actId="478"/>
          <ac:grpSpMkLst>
            <pc:docMk/>
            <pc:sldMk cId="2918556770" sldId="272"/>
            <ac:grpSpMk id="36" creationId="{38B9229B-2BCB-DF21-7E6F-132FE24AE70E}"/>
          </ac:grpSpMkLst>
        </pc:grpChg>
        <pc:grpChg chg="mod">
          <ac:chgData name="adilton junio" userId="66b3fade76ecdf97" providerId="LiveId" clId="{A46F4E48-C705-44C9-A099-EA6ACF000FB9}" dt="2024-07-16T18:41:58.896" v="782" actId="165"/>
          <ac:grpSpMkLst>
            <pc:docMk/>
            <pc:sldMk cId="2918556770" sldId="272"/>
            <ac:grpSpMk id="37" creationId="{71B021F0-3D3A-6095-F6CD-9FBA64242535}"/>
          </ac:grpSpMkLst>
        </pc:grpChg>
        <pc:grpChg chg="mod">
          <ac:chgData name="adilton junio" userId="66b3fade76ecdf97" providerId="LiveId" clId="{A46F4E48-C705-44C9-A099-EA6ACF000FB9}" dt="2024-07-16T18:41:58.896" v="782" actId="165"/>
          <ac:grpSpMkLst>
            <pc:docMk/>
            <pc:sldMk cId="2918556770" sldId="272"/>
            <ac:grpSpMk id="38" creationId="{293045BA-99E7-D671-3F8E-E14BB47FA8AA}"/>
          </ac:grpSpMkLst>
        </pc:grpChg>
        <pc:grpChg chg="mod">
          <ac:chgData name="adilton junio" userId="66b3fade76ecdf97" providerId="LiveId" clId="{A46F4E48-C705-44C9-A099-EA6ACF000FB9}" dt="2024-07-16T18:41:58.896" v="782" actId="165"/>
          <ac:grpSpMkLst>
            <pc:docMk/>
            <pc:sldMk cId="2918556770" sldId="272"/>
            <ac:grpSpMk id="39" creationId="{EF5E9994-4109-95EA-F3B9-E6DF3FEE96BA}"/>
          </ac:grpSpMkLst>
        </pc:grpChg>
        <pc:grpChg chg="mod">
          <ac:chgData name="adilton junio" userId="66b3fade76ecdf97" providerId="LiveId" clId="{A46F4E48-C705-44C9-A099-EA6ACF000FB9}" dt="2024-07-16T18:41:58.896" v="782" actId="165"/>
          <ac:grpSpMkLst>
            <pc:docMk/>
            <pc:sldMk cId="2918556770" sldId="272"/>
            <ac:grpSpMk id="41" creationId="{360B3166-D5C9-720C-8445-72519847650E}"/>
          </ac:grpSpMkLst>
        </pc:grpChg>
        <pc:grpChg chg="mod">
          <ac:chgData name="adilton junio" userId="66b3fade76ecdf97" providerId="LiveId" clId="{A46F4E48-C705-44C9-A099-EA6ACF000FB9}" dt="2024-07-16T18:41:58.896" v="782" actId="165"/>
          <ac:grpSpMkLst>
            <pc:docMk/>
            <pc:sldMk cId="2918556770" sldId="272"/>
            <ac:grpSpMk id="42" creationId="{B913DE2A-DCE7-BDB8-3D45-8A84A8C4F108}"/>
          </ac:grpSpMkLst>
        </pc:grpChg>
        <pc:grpChg chg="mod">
          <ac:chgData name="adilton junio" userId="66b3fade76ecdf97" providerId="LiveId" clId="{A46F4E48-C705-44C9-A099-EA6ACF000FB9}" dt="2024-07-16T18:41:58.896" v="782" actId="165"/>
          <ac:grpSpMkLst>
            <pc:docMk/>
            <pc:sldMk cId="2918556770" sldId="272"/>
            <ac:grpSpMk id="49" creationId="{451FE359-130F-81AA-C329-76C80F6A4AD3}"/>
          </ac:grpSpMkLst>
        </pc:grpChg>
        <pc:grpChg chg="mod">
          <ac:chgData name="adilton junio" userId="66b3fade76ecdf97" providerId="LiveId" clId="{A46F4E48-C705-44C9-A099-EA6ACF000FB9}" dt="2024-07-16T18:41:58.896" v="782" actId="165"/>
          <ac:grpSpMkLst>
            <pc:docMk/>
            <pc:sldMk cId="2918556770" sldId="272"/>
            <ac:grpSpMk id="50" creationId="{C5831D2D-B59F-AC92-2BD4-F4D435711B40}"/>
          </ac:grpSpMkLst>
        </pc:grpChg>
        <pc:grpChg chg="mod">
          <ac:chgData name="adilton junio" userId="66b3fade76ecdf97" providerId="LiveId" clId="{A46F4E48-C705-44C9-A099-EA6ACF000FB9}" dt="2024-07-16T18:41:58.896" v="782" actId="165"/>
          <ac:grpSpMkLst>
            <pc:docMk/>
            <pc:sldMk cId="2918556770" sldId="272"/>
            <ac:grpSpMk id="52" creationId="{C391C2C3-7034-5A05-3393-B5EE941C856D}"/>
          </ac:grpSpMkLst>
        </pc:grpChg>
        <pc:grpChg chg="mod">
          <ac:chgData name="adilton junio" userId="66b3fade76ecdf97" providerId="LiveId" clId="{A46F4E48-C705-44C9-A099-EA6ACF000FB9}" dt="2024-07-16T18:41:58.896" v="782" actId="165"/>
          <ac:grpSpMkLst>
            <pc:docMk/>
            <pc:sldMk cId="2918556770" sldId="272"/>
            <ac:grpSpMk id="63" creationId="{84A39BD2-2E52-CE94-F777-3E8980F1AD5A}"/>
          </ac:grpSpMkLst>
        </pc:grpChg>
        <pc:grpChg chg="mod">
          <ac:chgData name="adilton junio" userId="66b3fade76ecdf97" providerId="LiveId" clId="{A46F4E48-C705-44C9-A099-EA6ACF000FB9}" dt="2024-07-16T18:41:58.896" v="782" actId="165"/>
          <ac:grpSpMkLst>
            <pc:docMk/>
            <pc:sldMk cId="2918556770" sldId="272"/>
            <ac:grpSpMk id="64" creationId="{EBC53ECE-D9D2-4204-F676-1D740015A584}"/>
          </ac:grpSpMkLst>
        </pc:grpChg>
        <pc:grpChg chg="mod">
          <ac:chgData name="adilton junio" userId="66b3fade76ecdf97" providerId="LiveId" clId="{A46F4E48-C705-44C9-A099-EA6ACF000FB9}" dt="2024-07-16T18:41:58.896" v="782" actId="165"/>
          <ac:grpSpMkLst>
            <pc:docMk/>
            <pc:sldMk cId="2918556770" sldId="272"/>
            <ac:grpSpMk id="65" creationId="{E8B8AEE6-23A8-79CC-232F-B30A93A38D9D}"/>
          </ac:grpSpMkLst>
        </pc:grpChg>
        <pc:grpChg chg="mod">
          <ac:chgData name="adilton junio" userId="66b3fade76ecdf97" providerId="LiveId" clId="{A46F4E48-C705-44C9-A099-EA6ACF000FB9}" dt="2024-07-16T18:41:58.896" v="782" actId="165"/>
          <ac:grpSpMkLst>
            <pc:docMk/>
            <pc:sldMk cId="2918556770" sldId="272"/>
            <ac:grpSpMk id="66" creationId="{0A1D1C32-B085-D113-FACC-BFF3F40101D9}"/>
          </ac:grpSpMkLst>
        </pc:grpChg>
        <pc:grpChg chg="mod">
          <ac:chgData name="adilton junio" userId="66b3fade76ecdf97" providerId="LiveId" clId="{A46F4E48-C705-44C9-A099-EA6ACF000FB9}" dt="2024-07-16T18:41:58.896" v="782" actId="165"/>
          <ac:grpSpMkLst>
            <pc:docMk/>
            <pc:sldMk cId="2918556770" sldId="272"/>
            <ac:grpSpMk id="67" creationId="{32AE42AD-E017-1AAC-B014-F1E1C88B619F}"/>
          </ac:grpSpMkLst>
        </pc:grpChg>
        <pc:grpChg chg="mod">
          <ac:chgData name="adilton junio" userId="66b3fade76ecdf97" providerId="LiveId" clId="{A46F4E48-C705-44C9-A099-EA6ACF000FB9}" dt="2024-07-16T18:41:58.896" v="782" actId="165"/>
          <ac:grpSpMkLst>
            <pc:docMk/>
            <pc:sldMk cId="2918556770" sldId="272"/>
            <ac:grpSpMk id="74" creationId="{1FA733FE-1CBC-4390-83AE-16ED047453B2}"/>
          </ac:grpSpMkLst>
        </pc:grpChg>
        <pc:grpChg chg="mod">
          <ac:chgData name="adilton junio" userId="66b3fade76ecdf97" providerId="LiveId" clId="{A46F4E48-C705-44C9-A099-EA6ACF000FB9}" dt="2024-07-16T18:41:58.896" v="782" actId="165"/>
          <ac:grpSpMkLst>
            <pc:docMk/>
            <pc:sldMk cId="2918556770" sldId="272"/>
            <ac:grpSpMk id="75" creationId="{11E9F967-20AC-8519-A18A-C89703C95000}"/>
          </ac:grpSpMkLst>
        </pc:grpChg>
        <pc:grpChg chg="mod">
          <ac:chgData name="adilton junio" userId="66b3fade76ecdf97" providerId="LiveId" clId="{A46F4E48-C705-44C9-A099-EA6ACF000FB9}" dt="2024-07-16T18:41:58.896" v="782" actId="165"/>
          <ac:grpSpMkLst>
            <pc:docMk/>
            <pc:sldMk cId="2918556770" sldId="272"/>
            <ac:grpSpMk id="76" creationId="{0F51439C-8121-B17D-F18F-7C86338B6D36}"/>
          </ac:grpSpMkLst>
        </pc:grpChg>
        <pc:cxnChg chg="mod">
          <ac:chgData name="adilton junio" userId="66b3fade76ecdf97" providerId="LiveId" clId="{A46F4E48-C705-44C9-A099-EA6ACF000FB9}" dt="2024-07-17T13:37:37.332" v="970"/>
          <ac:cxnSpMkLst>
            <pc:docMk/>
            <pc:sldMk cId="2918556770" sldId="272"/>
            <ac:cxnSpMk id="7" creationId="{02942CBA-6B08-5EF2-1260-A27318B873A3}"/>
          </ac:cxnSpMkLst>
        </pc:cxnChg>
        <pc:cxnChg chg="mod">
          <ac:chgData name="adilton junio" userId="66b3fade76ecdf97" providerId="LiveId" clId="{A46F4E48-C705-44C9-A099-EA6ACF000FB9}" dt="2024-07-16T18:41:58.896" v="782" actId="165"/>
          <ac:cxnSpMkLst>
            <pc:docMk/>
            <pc:sldMk cId="2918556770" sldId="272"/>
            <ac:cxnSpMk id="89" creationId="{29BACBC2-A9C9-49A1-3EBE-A6BB117842D8}"/>
          </ac:cxnSpMkLst>
        </pc:cxnChg>
        <pc:cxnChg chg="mod">
          <ac:chgData name="adilton junio" userId="66b3fade76ecdf97" providerId="LiveId" clId="{A46F4E48-C705-44C9-A099-EA6ACF000FB9}" dt="2024-07-16T18:41:58.896" v="782" actId="165"/>
          <ac:cxnSpMkLst>
            <pc:docMk/>
            <pc:sldMk cId="2918556770" sldId="272"/>
            <ac:cxnSpMk id="90" creationId="{AEA365C5-49B6-5F94-4BC5-985FD89AC779}"/>
          </ac:cxnSpMkLst>
        </pc:cxnChg>
      </pc:sldChg>
      <pc:sldChg chg="addSp delSp modSp add del mod ord">
        <pc:chgData name="adilton junio" userId="66b3fade76ecdf97" providerId="LiveId" clId="{A46F4E48-C705-44C9-A099-EA6ACF000FB9}" dt="2024-07-17T16:01:59.105" v="2493" actId="47"/>
        <pc:sldMkLst>
          <pc:docMk/>
          <pc:sldMk cId="1270672191" sldId="273"/>
        </pc:sldMkLst>
        <pc:spChg chg="mod topLvl">
          <ac:chgData name="adilton junio" userId="66b3fade76ecdf97" providerId="LiveId" clId="{A46F4E48-C705-44C9-A099-EA6ACF000FB9}" dt="2024-07-17T15:14:42.667" v="1897" actId="1076"/>
          <ac:spMkLst>
            <pc:docMk/>
            <pc:sldMk cId="1270672191" sldId="273"/>
            <ac:spMk id="14" creationId="{94D5144B-E0E6-8D48-55E3-0B5A16C49B15}"/>
          </ac:spMkLst>
        </pc:spChg>
        <pc:spChg chg="del">
          <ac:chgData name="adilton junio" userId="66b3fade76ecdf97" providerId="LiveId" clId="{A46F4E48-C705-44C9-A099-EA6ACF000FB9}" dt="2024-07-17T15:13:41.308" v="1873" actId="478"/>
          <ac:spMkLst>
            <pc:docMk/>
            <pc:sldMk cId="1270672191" sldId="273"/>
            <ac:spMk id="17" creationId="{C5678170-CA2D-8AB7-0A6B-835769EDCC0C}"/>
          </ac:spMkLst>
        </pc:spChg>
        <pc:spChg chg="mod">
          <ac:chgData name="adilton junio" userId="66b3fade76ecdf97" providerId="LiveId" clId="{A46F4E48-C705-44C9-A099-EA6ACF000FB9}" dt="2024-07-17T15:46:50.491" v="2321" actId="14100"/>
          <ac:spMkLst>
            <pc:docMk/>
            <pc:sldMk cId="1270672191" sldId="273"/>
            <ac:spMk id="18" creationId="{55254BAB-9DE3-54E5-C42C-F5DBAE4432FF}"/>
          </ac:spMkLst>
        </pc:spChg>
        <pc:spChg chg="mod">
          <ac:chgData name="adilton junio" userId="66b3fade76ecdf97" providerId="LiveId" clId="{A46F4E48-C705-44C9-A099-EA6ACF000FB9}" dt="2024-07-17T15:26:57.531" v="2097" actId="1036"/>
          <ac:spMkLst>
            <pc:docMk/>
            <pc:sldMk cId="1270672191" sldId="273"/>
            <ac:spMk id="19" creationId="{839CBF87-0713-E3FD-6F4E-E3F16CE31027}"/>
          </ac:spMkLst>
        </pc:spChg>
        <pc:spChg chg="mod">
          <ac:chgData name="adilton junio" userId="66b3fade76ecdf97" providerId="LiveId" clId="{A46F4E48-C705-44C9-A099-EA6ACF000FB9}" dt="2024-07-17T15:46:56.623" v="2323" actId="1035"/>
          <ac:spMkLst>
            <pc:docMk/>
            <pc:sldMk cId="1270672191" sldId="273"/>
            <ac:spMk id="20" creationId="{5FE0C7CC-AE87-FA0E-B84D-749F9AD42BB8}"/>
          </ac:spMkLst>
        </pc:spChg>
        <pc:spChg chg="del">
          <ac:chgData name="adilton junio" userId="66b3fade76ecdf97" providerId="LiveId" clId="{A46F4E48-C705-44C9-A099-EA6ACF000FB9}" dt="2024-07-17T15:26:58.852" v="2098" actId="478"/>
          <ac:spMkLst>
            <pc:docMk/>
            <pc:sldMk cId="1270672191" sldId="273"/>
            <ac:spMk id="21" creationId="{92A8F3F1-BF54-4A8F-5B07-7B0AB07EE379}"/>
          </ac:spMkLst>
        </pc:spChg>
        <pc:spChg chg="del">
          <ac:chgData name="adilton junio" userId="66b3fade76ecdf97" providerId="LiveId" clId="{A46F4E48-C705-44C9-A099-EA6ACF000FB9}" dt="2024-07-17T14:56:17.071" v="1752" actId="478"/>
          <ac:spMkLst>
            <pc:docMk/>
            <pc:sldMk cId="1270672191" sldId="273"/>
            <ac:spMk id="22" creationId="{49077367-370F-EE24-E168-4960C19983BE}"/>
          </ac:spMkLst>
        </pc:spChg>
        <pc:spChg chg="mod topLvl">
          <ac:chgData name="adilton junio" userId="66b3fade76ecdf97" providerId="LiveId" clId="{A46F4E48-C705-44C9-A099-EA6ACF000FB9}" dt="2024-07-17T15:16:09.783" v="1914" actId="403"/>
          <ac:spMkLst>
            <pc:docMk/>
            <pc:sldMk cId="1270672191" sldId="273"/>
            <ac:spMk id="26" creationId="{3249032C-AFD4-E5EC-9AED-73A0B0E1E087}"/>
          </ac:spMkLst>
        </pc:spChg>
        <pc:spChg chg="mod topLvl">
          <ac:chgData name="adilton junio" userId="66b3fade76ecdf97" providerId="LiveId" clId="{A46F4E48-C705-44C9-A099-EA6ACF000FB9}" dt="2024-07-17T15:16:27.770" v="1928" actId="20577"/>
          <ac:spMkLst>
            <pc:docMk/>
            <pc:sldMk cId="1270672191" sldId="273"/>
            <ac:spMk id="27" creationId="{5C4D3DDB-4C41-563B-455D-4982819E54E6}"/>
          </ac:spMkLst>
        </pc:spChg>
        <pc:spChg chg="mod topLvl">
          <ac:chgData name="adilton junio" userId="66b3fade76ecdf97" providerId="LiveId" clId="{A46F4E48-C705-44C9-A099-EA6ACF000FB9}" dt="2024-07-17T15:16:31.021" v="1932" actId="20577"/>
          <ac:spMkLst>
            <pc:docMk/>
            <pc:sldMk cId="1270672191" sldId="273"/>
            <ac:spMk id="28" creationId="{048128AB-AB96-9B6D-3935-8C2C875D1B8E}"/>
          </ac:spMkLst>
        </pc:spChg>
        <pc:spChg chg="mod">
          <ac:chgData name="adilton junio" userId="66b3fade76ecdf97" providerId="LiveId" clId="{A46F4E48-C705-44C9-A099-EA6ACF000FB9}" dt="2024-07-17T14:52:53.844" v="1688" actId="108"/>
          <ac:spMkLst>
            <pc:docMk/>
            <pc:sldMk cId="1270672191" sldId="273"/>
            <ac:spMk id="30" creationId="{14DFDECB-0BDD-2589-CB78-B703AC78C54D}"/>
          </ac:spMkLst>
        </pc:spChg>
        <pc:spChg chg="mod">
          <ac:chgData name="adilton junio" userId="66b3fade76ecdf97" providerId="LiveId" clId="{A46F4E48-C705-44C9-A099-EA6ACF000FB9}" dt="2024-07-17T14:52:50.545" v="1687" actId="108"/>
          <ac:spMkLst>
            <pc:docMk/>
            <pc:sldMk cId="1270672191" sldId="273"/>
            <ac:spMk id="31" creationId="{9A010F09-EB6C-E016-AB68-489800DAB286}"/>
          </ac:spMkLst>
        </pc:spChg>
        <pc:spChg chg="mod">
          <ac:chgData name="adilton junio" userId="66b3fade76ecdf97" providerId="LiveId" clId="{A46F4E48-C705-44C9-A099-EA6ACF000FB9}" dt="2024-07-17T15:11:41.770" v="1809" actId="1076"/>
          <ac:spMkLst>
            <pc:docMk/>
            <pc:sldMk cId="1270672191" sldId="273"/>
            <ac:spMk id="37" creationId="{A3C98690-479E-4903-6000-A4FBB04E89D4}"/>
          </ac:spMkLst>
        </pc:spChg>
        <pc:spChg chg="mod topLvl">
          <ac:chgData name="adilton junio" userId="66b3fade76ecdf97" providerId="LiveId" clId="{A46F4E48-C705-44C9-A099-EA6ACF000FB9}" dt="2024-07-17T15:14:42.667" v="1897" actId="1076"/>
          <ac:spMkLst>
            <pc:docMk/>
            <pc:sldMk cId="1270672191" sldId="273"/>
            <ac:spMk id="39" creationId="{722828E4-8B91-0A39-CDD0-DC9E056B71E6}"/>
          </ac:spMkLst>
        </pc:spChg>
        <pc:spChg chg="mod topLvl">
          <ac:chgData name="adilton junio" userId="66b3fade76ecdf97" providerId="LiveId" clId="{A46F4E48-C705-44C9-A099-EA6ACF000FB9}" dt="2024-07-17T15:14:42.667" v="1897" actId="1076"/>
          <ac:spMkLst>
            <pc:docMk/>
            <pc:sldMk cId="1270672191" sldId="273"/>
            <ac:spMk id="42" creationId="{0220C587-7538-B23F-245C-2DFF839669C3}"/>
          </ac:spMkLst>
        </pc:spChg>
        <pc:spChg chg="mod topLvl">
          <ac:chgData name="adilton junio" userId="66b3fade76ecdf97" providerId="LiveId" clId="{A46F4E48-C705-44C9-A099-EA6ACF000FB9}" dt="2024-07-17T15:14:42.667" v="1897" actId="1076"/>
          <ac:spMkLst>
            <pc:docMk/>
            <pc:sldMk cId="1270672191" sldId="273"/>
            <ac:spMk id="43" creationId="{2131EC99-1D04-0D88-502E-04CBF261A5A7}"/>
          </ac:spMkLst>
        </pc:spChg>
        <pc:spChg chg="mod topLvl">
          <ac:chgData name="adilton junio" userId="66b3fade76ecdf97" providerId="LiveId" clId="{A46F4E48-C705-44C9-A099-EA6ACF000FB9}" dt="2024-07-17T15:15:35.581" v="1909" actId="1076"/>
          <ac:spMkLst>
            <pc:docMk/>
            <pc:sldMk cId="1270672191" sldId="273"/>
            <ac:spMk id="44" creationId="{1F45A3DF-0A88-4A87-4A97-268249D1CA97}"/>
          </ac:spMkLst>
        </pc:spChg>
        <pc:spChg chg="del mod topLvl">
          <ac:chgData name="adilton junio" userId="66b3fade76ecdf97" providerId="LiveId" clId="{A46F4E48-C705-44C9-A099-EA6ACF000FB9}" dt="2024-07-17T15:11:13.334" v="1800" actId="478"/>
          <ac:spMkLst>
            <pc:docMk/>
            <pc:sldMk cId="1270672191" sldId="273"/>
            <ac:spMk id="49" creationId="{0D25D60D-0584-339C-0692-59286CB8F950}"/>
          </ac:spMkLst>
        </pc:spChg>
        <pc:spChg chg="mod">
          <ac:chgData name="adilton junio" userId="66b3fade76ecdf97" providerId="LiveId" clId="{A46F4E48-C705-44C9-A099-EA6ACF000FB9}" dt="2024-07-17T15:13:12.970" v="1861"/>
          <ac:spMkLst>
            <pc:docMk/>
            <pc:sldMk cId="1270672191" sldId="273"/>
            <ac:spMk id="56" creationId="{E2B0E8F6-3A03-2939-81B6-C48A0F26D15D}"/>
          </ac:spMkLst>
        </pc:spChg>
        <pc:spChg chg="add mod">
          <ac:chgData name="adilton junio" userId="66b3fade76ecdf97" providerId="LiveId" clId="{A46F4E48-C705-44C9-A099-EA6ACF000FB9}" dt="2024-07-17T15:46:58.076" v="2324" actId="1035"/>
          <ac:spMkLst>
            <pc:docMk/>
            <pc:sldMk cId="1270672191" sldId="273"/>
            <ac:spMk id="63" creationId="{DB647140-62A7-6CF5-D4C1-650B3171CFAC}"/>
          </ac:spMkLst>
        </pc:spChg>
        <pc:spChg chg="mod">
          <ac:chgData name="adilton junio" userId="66b3fade76ecdf97" providerId="LiveId" clId="{A46F4E48-C705-44C9-A099-EA6ACF000FB9}" dt="2024-07-17T14:54:31.801" v="1741" actId="6549"/>
          <ac:spMkLst>
            <pc:docMk/>
            <pc:sldMk cId="1270672191" sldId="273"/>
            <ac:spMk id="92" creationId="{389AD4BA-DE4A-1658-2487-F94C2EEF6666}"/>
          </ac:spMkLst>
        </pc:spChg>
        <pc:spChg chg="del mod">
          <ac:chgData name="adilton junio" userId="66b3fade76ecdf97" providerId="LiveId" clId="{A46F4E48-C705-44C9-A099-EA6ACF000FB9}" dt="2024-07-17T15:49:07.358" v="2351" actId="478"/>
          <ac:spMkLst>
            <pc:docMk/>
            <pc:sldMk cId="1270672191" sldId="273"/>
            <ac:spMk id="94" creationId="{D1D8FCDA-4632-6080-1621-67CDF796C564}"/>
          </ac:spMkLst>
        </pc:spChg>
        <pc:grpChg chg="add del mod">
          <ac:chgData name="adilton junio" userId="66b3fade76ecdf97" providerId="LiveId" clId="{A46F4E48-C705-44C9-A099-EA6ACF000FB9}" dt="2024-07-17T15:08:22.862" v="1763" actId="165"/>
          <ac:grpSpMkLst>
            <pc:docMk/>
            <pc:sldMk cId="1270672191" sldId="273"/>
            <ac:grpSpMk id="10" creationId="{7F2EAB90-E378-6418-492B-10D45058040E}"/>
          </ac:grpSpMkLst>
        </pc:grpChg>
        <pc:grpChg chg="del">
          <ac:chgData name="adilton junio" userId="66b3fade76ecdf97" providerId="LiveId" clId="{A46F4E48-C705-44C9-A099-EA6ACF000FB9}" dt="2024-07-17T14:56:16.727" v="1751" actId="478"/>
          <ac:grpSpMkLst>
            <pc:docMk/>
            <pc:sldMk cId="1270672191" sldId="273"/>
            <ac:grpSpMk id="13" creationId="{33D1CCA9-C701-8F48-AB0F-762A7BC6A610}"/>
          </ac:grpSpMkLst>
        </pc:grpChg>
        <pc:grpChg chg="del">
          <ac:chgData name="adilton junio" userId="66b3fade76ecdf97" providerId="LiveId" clId="{A46F4E48-C705-44C9-A099-EA6ACF000FB9}" dt="2024-07-17T14:56:18.212" v="1753" actId="478"/>
          <ac:grpSpMkLst>
            <pc:docMk/>
            <pc:sldMk cId="1270672191" sldId="273"/>
            <ac:grpSpMk id="15" creationId="{7556C963-A053-B59E-3C4E-41069B8691D6}"/>
          </ac:grpSpMkLst>
        </pc:grpChg>
        <pc:grpChg chg="del mod topLvl">
          <ac:chgData name="adilton junio" userId="66b3fade76ecdf97" providerId="LiveId" clId="{A46F4E48-C705-44C9-A099-EA6ACF000FB9}" dt="2024-07-17T15:15:17.631" v="1904" actId="165"/>
          <ac:grpSpMkLst>
            <pc:docMk/>
            <pc:sldMk cId="1270672191" sldId="273"/>
            <ac:grpSpMk id="24" creationId="{617D3445-366D-91EC-85AE-FB78A1C2C3DE}"/>
          </ac:grpSpMkLst>
        </pc:grpChg>
        <pc:grpChg chg="del mod topLvl">
          <ac:chgData name="adilton junio" userId="66b3fade76ecdf97" providerId="LiveId" clId="{A46F4E48-C705-44C9-A099-EA6ACF000FB9}" dt="2024-07-17T15:09:20.460" v="1774" actId="165"/>
          <ac:grpSpMkLst>
            <pc:docMk/>
            <pc:sldMk cId="1270672191" sldId="273"/>
            <ac:grpSpMk id="25" creationId="{6558AEA2-9634-BB31-5C94-FC8BC13565E9}"/>
          </ac:grpSpMkLst>
        </pc:grpChg>
        <pc:grpChg chg="del mod topLvl">
          <ac:chgData name="adilton junio" userId="66b3fade76ecdf97" providerId="LiveId" clId="{A46F4E48-C705-44C9-A099-EA6ACF000FB9}" dt="2024-07-17T15:09:28.763" v="1776" actId="165"/>
          <ac:grpSpMkLst>
            <pc:docMk/>
            <pc:sldMk cId="1270672191" sldId="273"/>
            <ac:grpSpMk id="34" creationId="{8A587C89-3DB0-04A9-DF81-9D40A9DE9CC3}"/>
          </ac:grpSpMkLst>
        </pc:grpChg>
        <pc:grpChg chg="del mod topLvl">
          <ac:chgData name="adilton junio" userId="66b3fade76ecdf97" providerId="LiveId" clId="{A46F4E48-C705-44C9-A099-EA6ACF000FB9}" dt="2024-07-17T15:10:49.579" v="1796" actId="478"/>
          <ac:grpSpMkLst>
            <pc:docMk/>
            <pc:sldMk cId="1270672191" sldId="273"/>
            <ac:grpSpMk id="35" creationId="{E7048884-11A2-B89A-4E91-69B8538137E8}"/>
          </ac:grpSpMkLst>
        </pc:grpChg>
        <pc:grpChg chg="mod topLvl">
          <ac:chgData name="adilton junio" userId="66b3fade76ecdf97" providerId="LiveId" clId="{A46F4E48-C705-44C9-A099-EA6ACF000FB9}" dt="2024-07-17T15:14:42.667" v="1897" actId="1076"/>
          <ac:grpSpMkLst>
            <pc:docMk/>
            <pc:sldMk cId="1270672191" sldId="273"/>
            <ac:grpSpMk id="36" creationId="{8B61572D-4DAE-FEF2-F897-F074964BFA5C}"/>
          </ac:grpSpMkLst>
        </pc:grpChg>
        <pc:grpChg chg="add mod">
          <ac:chgData name="adilton junio" userId="66b3fade76ecdf97" providerId="LiveId" clId="{A46F4E48-C705-44C9-A099-EA6ACF000FB9}" dt="2024-07-17T15:10:46.006" v="1795" actId="338"/>
          <ac:grpSpMkLst>
            <pc:docMk/>
            <pc:sldMk cId="1270672191" sldId="273"/>
            <ac:grpSpMk id="47" creationId="{71C2D96F-212E-EF5A-CD18-BE21CC756D22}"/>
          </ac:grpSpMkLst>
        </pc:grpChg>
        <pc:grpChg chg="add del mod">
          <ac:chgData name="adilton junio" userId="66b3fade76ecdf97" providerId="LiveId" clId="{A46F4E48-C705-44C9-A099-EA6ACF000FB9}" dt="2024-07-17T15:11:13.334" v="1800" actId="478"/>
          <ac:grpSpMkLst>
            <pc:docMk/>
            <pc:sldMk cId="1270672191" sldId="273"/>
            <ac:grpSpMk id="48" creationId="{9353A942-9B47-747A-AC52-3F82248F5193}"/>
          </ac:grpSpMkLst>
        </pc:grpChg>
        <pc:grpChg chg="add mod">
          <ac:chgData name="adilton junio" userId="66b3fade76ecdf97" providerId="LiveId" clId="{A46F4E48-C705-44C9-A099-EA6ACF000FB9}" dt="2024-07-17T15:13:12.970" v="1861"/>
          <ac:grpSpMkLst>
            <pc:docMk/>
            <pc:sldMk cId="1270672191" sldId="273"/>
            <ac:grpSpMk id="55" creationId="{F8580D1D-C769-4A21-59FA-EF181F7EC046}"/>
          </ac:grpSpMkLst>
        </pc:grpChg>
        <pc:cxnChg chg="mod">
          <ac:chgData name="adilton junio" userId="66b3fade76ecdf97" providerId="LiveId" clId="{A46F4E48-C705-44C9-A099-EA6ACF000FB9}" dt="2024-07-17T15:15:28.693" v="1908" actId="1076"/>
          <ac:cxnSpMkLst>
            <pc:docMk/>
            <pc:sldMk cId="1270672191" sldId="273"/>
            <ac:cxnSpMk id="38" creationId="{9FB481F4-35E9-69F5-AFF2-76FD7F6D7837}"/>
          </ac:cxnSpMkLst>
        </pc:cxnChg>
        <pc:cxnChg chg="del mod topLvl">
          <ac:chgData name="adilton junio" userId="66b3fade76ecdf97" providerId="LiveId" clId="{A46F4E48-C705-44C9-A099-EA6ACF000FB9}" dt="2024-07-17T15:10:49.579" v="1796" actId="478"/>
          <ac:cxnSpMkLst>
            <pc:docMk/>
            <pc:sldMk cId="1270672191" sldId="273"/>
            <ac:cxnSpMk id="41" creationId="{EB755AF7-7755-FA9A-94B8-CA11D902E00D}"/>
          </ac:cxnSpMkLst>
        </pc:cxnChg>
        <pc:cxnChg chg="mod topLvl">
          <ac:chgData name="adilton junio" userId="66b3fade76ecdf97" providerId="LiveId" clId="{A46F4E48-C705-44C9-A099-EA6ACF000FB9}" dt="2024-07-17T15:15:24.072" v="1906" actId="14100"/>
          <ac:cxnSpMkLst>
            <pc:docMk/>
            <pc:sldMk cId="1270672191" sldId="273"/>
            <ac:cxnSpMk id="45" creationId="{4B976358-D9FD-1545-5FF0-AF658E00DA3B}"/>
          </ac:cxnSpMkLst>
        </pc:cxnChg>
        <pc:cxnChg chg="mod topLvl">
          <ac:chgData name="adilton junio" userId="66b3fade76ecdf97" providerId="LiveId" clId="{A46F4E48-C705-44C9-A099-EA6ACF000FB9}" dt="2024-07-17T15:15:03.204" v="1899" actId="14100"/>
          <ac:cxnSpMkLst>
            <pc:docMk/>
            <pc:sldMk cId="1270672191" sldId="273"/>
            <ac:cxnSpMk id="50" creationId="{9533CE13-CCBA-C2A4-A9E6-EC5F30E5C72A}"/>
          </ac:cxnSpMkLst>
        </pc:cxnChg>
        <pc:cxnChg chg="mod">
          <ac:chgData name="adilton junio" userId="66b3fade76ecdf97" providerId="LiveId" clId="{A46F4E48-C705-44C9-A099-EA6ACF000FB9}" dt="2024-07-17T15:13:12.970" v="1861"/>
          <ac:cxnSpMkLst>
            <pc:docMk/>
            <pc:sldMk cId="1270672191" sldId="273"/>
            <ac:cxnSpMk id="57" creationId="{F0A5718E-8917-EF50-0BA7-8A16E001DDE0}"/>
          </ac:cxnSpMkLst>
        </pc:cxnChg>
      </pc:sldChg>
      <pc:sldChg chg="addSp delSp modSp add mod ord">
        <pc:chgData name="adilton junio" userId="66b3fade76ecdf97" providerId="LiveId" clId="{A46F4E48-C705-44C9-A099-EA6ACF000FB9}" dt="2024-07-17T20:05:18.608" v="4242" actId="478"/>
        <pc:sldMkLst>
          <pc:docMk/>
          <pc:sldMk cId="1630422409" sldId="274"/>
        </pc:sldMkLst>
        <pc:spChg chg="add mod">
          <ac:chgData name="adilton junio" userId="66b3fade76ecdf97" providerId="LiveId" clId="{A46F4E48-C705-44C9-A099-EA6ACF000FB9}" dt="2024-07-17T15:49:11.405" v="2352"/>
          <ac:spMkLst>
            <pc:docMk/>
            <pc:sldMk cId="1630422409" sldId="274"/>
            <ac:spMk id="2" creationId="{1DB5A856-5198-C319-1FFD-099988BCC2E6}"/>
          </ac:spMkLst>
        </pc:spChg>
        <pc:spChg chg="add mod">
          <ac:chgData name="adilton junio" userId="66b3fade76ecdf97" providerId="LiveId" clId="{A46F4E48-C705-44C9-A099-EA6ACF000FB9}" dt="2024-07-17T15:49:11.405" v="2352"/>
          <ac:spMkLst>
            <pc:docMk/>
            <pc:sldMk cId="1630422409" sldId="274"/>
            <ac:spMk id="3" creationId="{917E3E46-208F-5149-1632-24D255A1806C}"/>
          </ac:spMkLst>
        </pc:spChg>
        <pc:spChg chg="add mod">
          <ac:chgData name="adilton junio" userId="66b3fade76ecdf97" providerId="LiveId" clId="{A46F4E48-C705-44C9-A099-EA6ACF000FB9}" dt="2024-07-17T15:49:11.405" v="2352"/>
          <ac:spMkLst>
            <pc:docMk/>
            <pc:sldMk cId="1630422409" sldId="274"/>
            <ac:spMk id="5" creationId="{D3DEB593-5547-FB9F-FF2F-70E6AEE7C4CF}"/>
          </ac:spMkLst>
        </pc:spChg>
        <pc:spChg chg="add mod">
          <ac:chgData name="adilton junio" userId="66b3fade76ecdf97" providerId="LiveId" clId="{A46F4E48-C705-44C9-A099-EA6ACF000FB9}" dt="2024-07-17T15:49:11.405" v="2352"/>
          <ac:spMkLst>
            <pc:docMk/>
            <pc:sldMk cId="1630422409" sldId="274"/>
            <ac:spMk id="7" creationId="{DFB5B515-79FF-AF65-7850-7E5054927DDB}"/>
          </ac:spMkLst>
        </pc:spChg>
        <pc:spChg chg="add mod">
          <ac:chgData name="adilton junio" userId="66b3fade76ecdf97" providerId="LiveId" clId="{A46F4E48-C705-44C9-A099-EA6ACF000FB9}" dt="2024-07-17T15:57:39.390" v="2426"/>
          <ac:spMkLst>
            <pc:docMk/>
            <pc:sldMk cId="1630422409" sldId="274"/>
            <ac:spMk id="10" creationId="{3647C786-1AFC-B9BF-904E-058F8AD29A93}"/>
          </ac:spMkLst>
        </pc:spChg>
        <pc:spChg chg="add mod">
          <ac:chgData name="adilton junio" userId="66b3fade76ecdf97" providerId="LiveId" clId="{A46F4E48-C705-44C9-A099-EA6ACF000FB9}" dt="2024-07-17T15:57:39.390" v="2426"/>
          <ac:spMkLst>
            <pc:docMk/>
            <pc:sldMk cId="1630422409" sldId="274"/>
            <ac:spMk id="11" creationId="{3B5C30A8-1145-32B0-B96E-D61A198D1419}"/>
          </ac:spMkLst>
        </pc:spChg>
        <pc:spChg chg="add mod">
          <ac:chgData name="adilton junio" userId="66b3fade76ecdf97" providerId="LiveId" clId="{A46F4E48-C705-44C9-A099-EA6ACF000FB9}" dt="2024-07-17T15:57:39.390" v="2426"/>
          <ac:spMkLst>
            <pc:docMk/>
            <pc:sldMk cId="1630422409" sldId="274"/>
            <ac:spMk id="12" creationId="{30088623-D4BD-4366-7213-A71353230F40}"/>
          </ac:spMkLst>
        </pc:spChg>
        <pc:spChg chg="add mod">
          <ac:chgData name="adilton junio" userId="66b3fade76ecdf97" providerId="LiveId" clId="{A46F4E48-C705-44C9-A099-EA6ACF000FB9}" dt="2024-07-17T15:57:39.390" v="2426"/>
          <ac:spMkLst>
            <pc:docMk/>
            <pc:sldMk cId="1630422409" sldId="274"/>
            <ac:spMk id="13" creationId="{1E8EAED9-5815-287E-0D98-93F94274223E}"/>
          </ac:spMkLst>
        </pc:spChg>
        <pc:spChg chg="mod">
          <ac:chgData name="adilton junio" userId="66b3fade76ecdf97" providerId="LiveId" clId="{A46F4E48-C705-44C9-A099-EA6ACF000FB9}" dt="2024-07-17T16:21:02.832" v="2845" actId="693"/>
          <ac:spMkLst>
            <pc:docMk/>
            <pc:sldMk cId="1630422409" sldId="274"/>
            <ac:spMk id="14" creationId="{94D5144B-E0E6-8D48-55E3-0B5A16C49B15}"/>
          </ac:spMkLst>
        </pc:spChg>
        <pc:spChg chg="add mod">
          <ac:chgData name="adilton junio" userId="66b3fade76ecdf97" providerId="LiveId" clId="{A46F4E48-C705-44C9-A099-EA6ACF000FB9}" dt="2024-07-17T16:13:20.084" v="2733" actId="20577"/>
          <ac:spMkLst>
            <pc:docMk/>
            <pc:sldMk cId="1630422409" sldId="274"/>
            <ac:spMk id="15" creationId="{FE575891-7567-E326-A2A2-3838D9129D13}"/>
          </ac:spMkLst>
        </pc:spChg>
        <pc:spChg chg="add del mod">
          <ac:chgData name="adilton junio" userId="66b3fade76ecdf97" providerId="LiveId" clId="{A46F4E48-C705-44C9-A099-EA6ACF000FB9}" dt="2024-07-17T16:11:19.853" v="2652" actId="478"/>
          <ac:spMkLst>
            <pc:docMk/>
            <pc:sldMk cId="1630422409" sldId="274"/>
            <ac:spMk id="16" creationId="{169D4B81-FB46-C3B1-0434-5690B65C6254}"/>
          </ac:spMkLst>
        </pc:spChg>
        <pc:spChg chg="add del mod">
          <ac:chgData name="adilton junio" userId="66b3fade76ecdf97" providerId="LiveId" clId="{A46F4E48-C705-44C9-A099-EA6ACF000FB9}" dt="2024-07-17T16:11:19.853" v="2652" actId="478"/>
          <ac:spMkLst>
            <pc:docMk/>
            <pc:sldMk cId="1630422409" sldId="274"/>
            <ac:spMk id="17" creationId="{D9AFFBBF-1106-AFF6-0758-4189C023994A}"/>
          </ac:spMkLst>
        </pc:spChg>
        <pc:spChg chg="del mod">
          <ac:chgData name="adilton junio" userId="66b3fade76ecdf97" providerId="LiveId" clId="{A46F4E48-C705-44C9-A099-EA6ACF000FB9}" dt="2024-07-17T16:14:26.900" v="2750" actId="478"/>
          <ac:spMkLst>
            <pc:docMk/>
            <pc:sldMk cId="1630422409" sldId="274"/>
            <ac:spMk id="18" creationId="{55254BAB-9DE3-54E5-C42C-F5DBAE4432FF}"/>
          </ac:spMkLst>
        </pc:spChg>
        <pc:spChg chg="del">
          <ac:chgData name="adilton junio" userId="66b3fade76ecdf97" providerId="LiveId" clId="{A46F4E48-C705-44C9-A099-EA6ACF000FB9}" dt="2024-07-17T15:36:51.768" v="2251" actId="478"/>
          <ac:spMkLst>
            <pc:docMk/>
            <pc:sldMk cId="1630422409" sldId="274"/>
            <ac:spMk id="19" creationId="{839CBF87-0713-E3FD-6F4E-E3F16CE31027}"/>
          </ac:spMkLst>
        </pc:spChg>
        <pc:spChg chg="del">
          <ac:chgData name="adilton junio" userId="66b3fade76ecdf97" providerId="LiveId" clId="{A46F4E48-C705-44C9-A099-EA6ACF000FB9}" dt="2024-07-17T15:36:51.768" v="2251" actId="478"/>
          <ac:spMkLst>
            <pc:docMk/>
            <pc:sldMk cId="1630422409" sldId="274"/>
            <ac:spMk id="20" creationId="{5FE0C7CC-AE87-FA0E-B84D-749F9AD42BB8}"/>
          </ac:spMkLst>
        </pc:spChg>
        <pc:spChg chg="add del mod">
          <ac:chgData name="adilton junio" userId="66b3fade76ecdf97" providerId="LiveId" clId="{A46F4E48-C705-44C9-A099-EA6ACF000FB9}" dt="2024-07-17T16:11:19.853" v="2652" actId="478"/>
          <ac:spMkLst>
            <pc:docMk/>
            <pc:sldMk cId="1630422409" sldId="274"/>
            <ac:spMk id="21" creationId="{05CC984C-1DE1-3A77-41E8-3595F2044500}"/>
          </ac:spMkLst>
        </pc:spChg>
        <pc:spChg chg="add mod">
          <ac:chgData name="adilton junio" userId="66b3fade76ecdf97" providerId="LiveId" clId="{A46F4E48-C705-44C9-A099-EA6ACF000FB9}" dt="2024-07-17T17:00:20.946" v="2980" actId="20577"/>
          <ac:spMkLst>
            <pc:docMk/>
            <pc:sldMk cId="1630422409" sldId="274"/>
            <ac:spMk id="22" creationId="{2E681D8B-2D12-8F34-236D-10DDFFEEBD4E}"/>
          </ac:spMkLst>
        </pc:spChg>
        <pc:spChg chg="add mod">
          <ac:chgData name="adilton junio" userId="66b3fade76ecdf97" providerId="LiveId" clId="{A46F4E48-C705-44C9-A099-EA6ACF000FB9}" dt="2024-07-17T16:22:15.344" v="2853" actId="20577"/>
          <ac:spMkLst>
            <pc:docMk/>
            <pc:sldMk cId="1630422409" sldId="274"/>
            <ac:spMk id="23" creationId="{B24280F9-EB39-F074-6E63-8C7D3C8875A2}"/>
          </ac:spMkLst>
        </pc:spChg>
        <pc:spChg chg="add mod">
          <ac:chgData name="adilton junio" userId="66b3fade76ecdf97" providerId="LiveId" clId="{A46F4E48-C705-44C9-A099-EA6ACF000FB9}" dt="2024-07-17T16:22:21.554" v="2856" actId="20577"/>
          <ac:spMkLst>
            <pc:docMk/>
            <pc:sldMk cId="1630422409" sldId="274"/>
            <ac:spMk id="24" creationId="{90D32FCC-9584-B139-A613-4ABFA69CAFD5}"/>
          </ac:spMkLst>
        </pc:spChg>
        <pc:spChg chg="add mod">
          <ac:chgData name="adilton junio" userId="66b3fade76ecdf97" providerId="LiveId" clId="{A46F4E48-C705-44C9-A099-EA6ACF000FB9}" dt="2024-07-17T16:22:47.057" v="2859" actId="20577"/>
          <ac:spMkLst>
            <pc:docMk/>
            <pc:sldMk cId="1630422409" sldId="274"/>
            <ac:spMk id="25" creationId="{0CB5022C-A688-733F-44D9-60BAA37CE597}"/>
          </ac:spMkLst>
        </pc:spChg>
        <pc:spChg chg="mod">
          <ac:chgData name="adilton junio" userId="66b3fade76ecdf97" providerId="LiveId" clId="{A46F4E48-C705-44C9-A099-EA6ACF000FB9}" dt="2024-07-17T16:15:11.190" v="2797" actId="1036"/>
          <ac:spMkLst>
            <pc:docMk/>
            <pc:sldMk cId="1630422409" sldId="274"/>
            <ac:spMk id="26" creationId="{3249032C-AFD4-E5EC-9AED-73A0B0E1E087}"/>
          </ac:spMkLst>
        </pc:spChg>
        <pc:spChg chg="del mod">
          <ac:chgData name="adilton junio" userId="66b3fade76ecdf97" providerId="LiveId" clId="{A46F4E48-C705-44C9-A099-EA6ACF000FB9}" dt="2024-07-17T16:14:54.809" v="2791" actId="478"/>
          <ac:spMkLst>
            <pc:docMk/>
            <pc:sldMk cId="1630422409" sldId="274"/>
            <ac:spMk id="27" creationId="{5C4D3DDB-4C41-563B-455D-4982819E54E6}"/>
          </ac:spMkLst>
        </pc:spChg>
        <pc:spChg chg="del mod">
          <ac:chgData name="adilton junio" userId="66b3fade76ecdf97" providerId="LiveId" clId="{A46F4E48-C705-44C9-A099-EA6ACF000FB9}" dt="2024-07-17T16:54:58.777" v="2949" actId="478"/>
          <ac:spMkLst>
            <pc:docMk/>
            <pc:sldMk cId="1630422409" sldId="274"/>
            <ac:spMk id="28" creationId="{048128AB-AB96-9B6D-3935-8C2C875D1B8E}"/>
          </ac:spMkLst>
        </pc:spChg>
        <pc:spChg chg="mod">
          <ac:chgData name="adilton junio" userId="66b3fade76ecdf97" providerId="LiveId" clId="{A46F4E48-C705-44C9-A099-EA6ACF000FB9}" dt="2024-07-17T18:26:57.380" v="3711" actId="20577"/>
          <ac:spMkLst>
            <pc:docMk/>
            <pc:sldMk cId="1630422409" sldId="274"/>
            <ac:spMk id="32" creationId="{4DB6C471-4B75-88CB-D110-8FD209D315E5}"/>
          </ac:spMkLst>
        </pc:spChg>
        <pc:spChg chg="add mod">
          <ac:chgData name="adilton junio" userId="66b3fade76ecdf97" providerId="LiveId" clId="{A46F4E48-C705-44C9-A099-EA6ACF000FB9}" dt="2024-07-17T16:24:02.319" v="2865"/>
          <ac:spMkLst>
            <pc:docMk/>
            <pc:sldMk cId="1630422409" sldId="274"/>
            <ac:spMk id="34" creationId="{E3C9281C-AB31-B6DA-850D-29A3764D0DF8}"/>
          </ac:spMkLst>
        </pc:spChg>
        <pc:spChg chg="add mod">
          <ac:chgData name="adilton junio" userId="66b3fade76ecdf97" providerId="LiveId" clId="{A46F4E48-C705-44C9-A099-EA6ACF000FB9}" dt="2024-07-17T16:24:17.476" v="2891" actId="164"/>
          <ac:spMkLst>
            <pc:docMk/>
            <pc:sldMk cId="1630422409" sldId="274"/>
            <ac:spMk id="35" creationId="{14B214F7-A59E-B555-E985-04636425BEAF}"/>
          </ac:spMkLst>
        </pc:spChg>
        <pc:spChg chg="mod">
          <ac:chgData name="adilton junio" userId="66b3fade76ecdf97" providerId="LiveId" clId="{A46F4E48-C705-44C9-A099-EA6ACF000FB9}" dt="2024-07-17T16:23:25.364" v="2864" actId="1076"/>
          <ac:spMkLst>
            <pc:docMk/>
            <pc:sldMk cId="1630422409" sldId="274"/>
            <ac:spMk id="39" creationId="{722828E4-8B91-0A39-CDD0-DC9E056B71E6}"/>
          </ac:spMkLst>
        </pc:spChg>
        <pc:spChg chg="add mod">
          <ac:chgData name="adilton junio" userId="66b3fade76ecdf97" providerId="LiveId" clId="{A46F4E48-C705-44C9-A099-EA6ACF000FB9}" dt="2024-07-17T16:24:51.537" v="2898" actId="1076"/>
          <ac:spMkLst>
            <pc:docMk/>
            <pc:sldMk cId="1630422409" sldId="274"/>
            <ac:spMk id="40" creationId="{9C1A9DD7-93DB-EA3C-A5BE-29A6158F003E}"/>
          </ac:spMkLst>
        </pc:spChg>
        <pc:spChg chg="mod">
          <ac:chgData name="adilton junio" userId="66b3fade76ecdf97" providerId="LiveId" clId="{A46F4E48-C705-44C9-A099-EA6ACF000FB9}" dt="2024-07-17T16:21:24.189" v="2848" actId="693"/>
          <ac:spMkLst>
            <pc:docMk/>
            <pc:sldMk cId="1630422409" sldId="274"/>
            <ac:spMk id="42" creationId="{0220C587-7538-B23F-245C-2DFF839669C3}"/>
          </ac:spMkLst>
        </pc:spChg>
        <pc:spChg chg="mod">
          <ac:chgData name="adilton junio" userId="66b3fade76ecdf97" providerId="LiveId" clId="{A46F4E48-C705-44C9-A099-EA6ACF000FB9}" dt="2024-07-17T16:21:34.701" v="2850" actId="693"/>
          <ac:spMkLst>
            <pc:docMk/>
            <pc:sldMk cId="1630422409" sldId="274"/>
            <ac:spMk id="43" creationId="{2131EC99-1D04-0D88-502E-04CBF261A5A7}"/>
          </ac:spMkLst>
        </pc:spChg>
        <pc:spChg chg="mod">
          <ac:chgData name="adilton junio" userId="66b3fade76ecdf97" providerId="LiveId" clId="{A46F4E48-C705-44C9-A099-EA6ACF000FB9}" dt="2024-07-17T16:15:11.190" v="2797" actId="1036"/>
          <ac:spMkLst>
            <pc:docMk/>
            <pc:sldMk cId="1630422409" sldId="274"/>
            <ac:spMk id="44" creationId="{1F45A3DF-0A88-4A87-4A97-268249D1CA97}"/>
          </ac:spMkLst>
        </pc:spChg>
        <pc:spChg chg="mod">
          <ac:chgData name="adilton junio" userId="66b3fade76ecdf97" providerId="LiveId" clId="{A46F4E48-C705-44C9-A099-EA6ACF000FB9}" dt="2024-07-17T16:24:56.907" v="2900"/>
          <ac:spMkLst>
            <pc:docMk/>
            <pc:sldMk cId="1630422409" sldId="274"/>
            <ac:spMk id="47" creationId="{A4124BDE-4BBA-B5DE-8648-E3BDC4E81DE4}"/>
          </ac:spMkLst>
        </pc:spChg>
        <pc:spChg chg="mod">
          <ac:chgData name="adilton junio" userId="66b3fade76ecdf97" providerId="LiveId" clId="{A46F4E48-C705-44C9-A099-EA6ACF000FB9}" dt="2024-07-17T16:24:56.907" v="2900"/>
          <ac:spMkLst>
            <pc:docMk/>
            <pc:sldMk cId="1630422409" sldId="274"/>
            <ac:spMk id="48" creationId="{73F21828-599D-DC78-D518-53C149407C72}"/>
          </ac:spMkLst>
        </pc:spChg>
        <pc:spChg chg="mod">
          <ac:chgData name="adilton junio" userId="66b3fade76ecdf97" providerId="LiveId" clId="{A46F4E48-C705-44C9-A099-EA6ACF000FB9}" dt="2024-07-17T16:25:00.806" v="2902"/>
          <ac:spMkLst>
            <pc:docMk/>
            <pc:sldMk cId="1630422409" sldId="274"/>
            <ac:spMk id="51" creationId="{FE2BA826-67F2-ADC0-B2E8-70D52FFB49F5}"/>
          </ac:spMkLst>
        </pc:spChg>
        <pc:spChg chg="mod">
          <ac:chgData name="adilton junio" userId="66b3fade76ecdf97" providerId="LiveId" clId="{A46F4E48-C705-44C9-A099-EA6ACF000FB9}" dt="2024-07-17T16:25:00.806" v="2902"/>
          <ac:spMkLst>
            <pc:docMk/>
            <pc:sldMk cId="1630422409" sldId="274"/>
            <ac:spMk id="52" creationId="{014B1110-65BB-83C2-1F0E-65F21B09F11F}"/>
          </ac:spMkLst>
        </pc:spChg>
        <pc:spChg chg="mod">
          <ac:chgData name="adilton junio" userId="66b3fade76ecdf97" providerId="LiveId" clId="{A46F4E48-C705-44C9-A099-EA6ACF000FB9}" dt="2024-07-17T16:25:09.250" v="2905"/>
          <ac:spMkLst>
            <pc:docMk/>
            <pc:sldMk cId="1630422409" sldId="274"/>
            <ac:spMk id="54" creationId="{98BAF521-14DB-0DDD-C2B6-1DB210A9BF83}"/>
          </ac:spMkLst>
        </pc:spChg>
        <pc:spChg chg="mod">
          <ac:chgData name="adilton junio" userId="66b3fade76ecdf97" providerId="LiveId" clId="{A46F4E48-C705-44C9-A099-EA6ACF000FB9}" dt="2024-07-17T16:25:09.250" v="2905"/>
          <ac:spMkLst>
            <pc:docMk/>
            <pc:sldMk cId="1630422409" sldId="274"/>
            <ac:spMk id="55" creationId="{E41C0CA8-A014-98C6-39F0-A653995DC34E}"/>
          </ac:spMkLst>
        </pc:spChg>
        <pc:spChg chg="add mod">
          <ac:chgData name="adilton junio" userId="66b3fade76ecdf97" providerId="LiveId" clId="{A46F4E48-C705-44C9-A099-EA6ACF000FB9}" dt="2024-07-17T16:26:01.144" v="2928" actId="164"/>
          <ac:spMkLst>
            <pc:docMk/>
            <pc:sldMk cId="1630422409" sldId="274"/>
            <ac:spMk id="56" creationId="{27B7F45F-0A58-E36F-0CE7-EF69E31D51D3}"/>
          </ac:spMkLst>
        </pc:spChg>
        <pc:spChg chg="mod topLvl">
          <ac:chgData name="adilton junio" userId="66b3fade76ecdf97" providerId="LiveId" clId="{A46F4E48-C705-44C9-A099-EA6ACF000FB9}" dt="2024-07-17T16:53:54.247" v="2942" actId="165"/>
          <ac:spMkLst>
            <pc:docMk/>
            <pc:sldMk cId="1630422409" sldId="274"/>
            <ac:spMk id="60" creationId="{8367181B-B174-7222-9059-AD9CC7B667D9}"/>
          </ac:spMkLst>
        </pc:spChg>
        <pc:spChg chg="mod">
          <ac:chgData name="adilton junio" userId="66b3fade76ecdf97" providerId="LiveId" clId="{A46F4E48-C705-44C9-A099-EA6ACF000FB9}" dt="2024-07-17T16:53:54.247" v="2942" actId="165"/>
          <ac:spMkLst>
            <pc:docMk/>
            <pc:sldMk cId="1630422409" sldId="274"/>
            <ac:spMk id="61" creationId="{A92396E5-A5D1-1FEA-76A9-E176AE7DEEDB}"/>
          </ac:spMkLst>
        </pc:spChg>
        <pc:spChg chg="mod">
          <ac:chgData name="adilton junio" userId="66b3fade76ecdf97" providerId="LiveId" clId="{A46F4E48-C705-44C9-A099-EA6ACF000FB9}" dt="2024-07-17T16:53:54.247" v="2942" actId="165"/>
          <ac:spMkLst>
            <pc:docMk/>
            <pc:sldMk cId="1630422409" sldId="274"/>
            <ac:spMk id="62" creationId="{7B3B77B0-4027-F8FB-6DFD-58C96E710B3F}"/>
          </ac:spMkLst>
        </pc:spChg>
        <pc:spChg chg="del">
          <ac:chgData name="adilton junio" userId="66b3fade76ecdf97" providerId="LiveId" clId="{A46F4E48-C705-44C9-A099-EA6ACF000FB9}" dt="2024-07-17T15:36:53.050" v="2252" actId="478"/>
          <ac:spMkLst>
            <pc:docMk/>
            <pc:sldMk cId="1630422409" sldId="274"/>
            <ac:spMk id="63" creationId="{DB647140-62A7-6CF5-D4C1-650B3171CFAC}"/>
          </ac:spMkLst>
        </pc:spChg>
        <pc:spChg chg="mod">
          <ac:chgData name="adilton junio" userId="66b3fade76ecdf97" providerId="LiveId" clId="{A46F4E48-C705-44C9-A099-EA6ACF000FB9}" dt="2024-07-17T16:53:30.062" v="2938" actId="20577"/>
          <ac:spMkLst>
            <pc:docMk/>
            <pc:sldMk cId="1630422409" sldId="274"/>
            <ac:spMk id="66" creationId="{103A5FD8-1C86-1CCC-FA77-7168A55B09CC}"/>
          </ac:spMkLst>
        </pc:spChg>
        <pc:spChg chg="mod">
          <ac:chgData name="adilton junio" userId="66b3fade76ecdf97" providerId="LiveId" clId="{A46F4E48-C705-44C9-A099-EA6ACF000FB9}" dt="2024-07-17T16:26:13.224" v="2931" actId="571"/>
          <ac:spMkLst>
            <pc:docMk/>
            <pc:sldMk cId="1630422409" sldId="274"/>
            <ac:spMk id="67" creationId="{05E59004-D7D4-347B-AB8C-B21BE4DD3485}"/>
          </ac:spMkLst>
        </pc:spChg>
        <pc:spChg chg="mod">
          <ac:chgData name="adilton junio" userId="66b3fade76ecdf97" providerId="LiveId" clId="{A46F4E48-C705-44C9-A099-EA6ACF000FB9}" dt="2024-07-17T16:26:13.224" v="2931" actId="571"/>
          <ac:spMkLst>
            <pc:docMk/>
            <pc:sldMk cId="1630422409" sldId="274"/>
            <ac:spMk id="68" creationId="{71F265C2-8540-8CE3-9E21-D95BF119043A}"/>
          </ac:spMkLst>
        </pc:spChg>
        <pc:spChg chg="add mod">
          <ac:chgData name="adilton junio" userId="66b3fade76ecdf97" providerId="LiveId" clId="{A46F4E48-C705-44C9-A099-EA6ACF000FB9}" dt="2024-07-17T17:44:33.895" v="3193" actId="1035"/>
          <ac:spMkLst>
            <pc:docMk/>
            <pc:sldMk cId="1630422409" sldId="274"/>
            <ac:spMk id="69" creationId="{FC60B356-1ADE-381F-211A-58EAAC72A0C0}"/>
          </ac:spMkLst>
        </pc:spChg>
        <pc:spChg chg="add del mod">
          <ac:chgData name="adilton junio" userId="66b3fade76ecdf97" providerId="LiveId" clId="{A46F4E48-C705-44C9-A099-EA6ACF000FB9}" dt="2024-07-17T17:47:29.573" v="3248" actId="478"/>
          <ac:spMkLst>
            <pc:docMk/>
            <pc:sldMk cId="1630422409" sldId="274"/>
            <ac:spMk id="70" creationId="{9B1CA937-986C-2942-F587-D7D1777D1C93}"/>
          </ac:spMkLst>
        </pc:spChg>
        <pc:spChg chg="add mod">
          <ac:chgData name="adilton junio" userId="66b3fade76ecdf97" providerId="LiveId" clId="{A46F4E48-C705-44C9-A099-EA6ACF000FB9}" dt="2024-07-17T17:35:39.558" v="3086" actId="571"/>
          <ac:spMkLst>
            <pc:docMk/>
            <pc:sldMk cId="1630422409" sldId="274"/>
            <ac:spMk id="71" creationId="{1D769649-D16B-C84E-FA75-69808126C0A6}"/>
          </ac:spMkLst>
        </pc:spChg>
        <pc:spChg chg="add mod">
          <ac:chgData name="adilton junio" userId="66b3fade76ecdf97" providerId="LiveId" clId="{A46F4E48-C705-44C9-A099-EA6ACF000FB9}" dt="2024-07-17T17:41:17.750" v="3177" actId="1036"/>
          <ac:spMkLst>
            <pc:docMk/>
            <pc:sldMk cId="1630422409" sldId="274"/>
            <ac:spMk id="72" creationId="{2B2252D7-BDB0-0800-4153-D51498FB71FE}"/>
          </ac:spMkLst>
        </pc:spChg>
        <pc:spChg chg="add mod">
          <ac:chgData name="adilton junio" userId="66b3fade76ecdf97" providerId="LiveId" clId="{A46F4E48-C705-44C9-A099-EA6ACF000FB9}" dt="2024-07-17T17:47:48.671" v="3267" actId="20577"/>
          <ac:spMkLst>
            <pc:docMk/>
            <pc:sldMk cId="1630422409" sldId="274"/>
            <ac:spMk id="73" creationId="{65843819-16A7-23E6-11AF-74F186A3000C}"/>
          </ac:spMkLst>
        </pc:spChg>
        <pc:spChg chg="add mod">
          <ac:chgData name="adilton junio" userId="66b3fade76ecdf97" providerId="LiveId" clId="{A46F4E48-C705-44C9-A099-EA6ACF000FB9}" dt="2024-07-17T17:47:34.325" v="3260" actId="1036"/>
          <ac:spMkLst>
            <pc:docMk/>
            <pc:sldMk cId="1630422409" sldId="274"/>
            <ac:spMk id="74" creationId="{70751F3A-EE5D-6903-6D46-1FBEB1F8DE30}"/>
          </ac:spMkLst>
        </pc:spChg>
        <pc:spChg chg="add del mod">
          <ac:chgData name="adilton junio" userId="66b3fade76ecdf97" providerId="LiveId" clId="{A46F4E48-C705-44C9-A099-EA6ACF000FB9}" dt="2024-07-17T20:05:18.608" v="4242" actId="478"/>
          <ac:spMkLst>
            <pc:docMk/>
            <pc:sldMk cId="1630422409" sldId="274"/>
            <ac:spMk id="75" creationId="{36552A90-CCAA-81FC-54BB-9C3AAC8F6BE8}"/>
          </ac:spMkLst>
        </pc:spChg>
        <pc:spChg chg="mod">
          <ac:chgData name="adilton junio" userId="66b3fade76ecdf97" providerId="LiveId" clId="{A46F4E48-C705-44C9-A099-EA6ACF000FB9}" dt="2024-07-17T16:19:04.320" v="2832" actId="20577"/>
          <ac:spMkLst>
            <pc:docMk/>
            <pc:sldMk cId="1630422409" sldId="274"/>
            <ac:spMk id="92" creationId="{389AD4BA-DE4A-1658-2487-F94C2EEF6666}"/>
          </ac:spMkLst>
        </pc:spChg>
        <pc:spChg chg="add del mod">
          <ac:chgData name="adilton junio" userId="66b3fade76ecdf97" providerId="LiveId" clId="{A46F4E48-C705-44C9-A099-EA6ACF000FB9}" dt="2024-07-17T16:14:28.125" v="2751" actId="478"/>
          <ac:spMkLst>
            <pc:docMk/>
            <pc:sldMk cId="1630422409" sldId="274"/>
            <ac:spMk id="94" creationId="{D1D8FCDA-4632-6080-1621-67CDF796C564}"/>
          </ac:spMkLst>
        </pc:spChg>
        <pc:grpChg chg="mod">
          <ac:chgData name="adilton junio" userId="66b3fade76ecdf97" providerId="LiveId" clId="{A46F4E48-C705-44C9-A099-EA6ACF000FB9}" dt="2024-07-17T16:15:11.190" v="2797" actId="1036"/>
          <ac:grpSpMkLst>
            <pc:docMk/>
            <pc:sldMk cId="1630422409" sldId="274"/>
            <ac:grpSpMk id="36" creationId="{8B61572D-4DAE-FEF2-F897-F074964BFA5C}"/>
          </ac:grpSpMkLst>
        </pc:grpChg>
        <pc:grpChg chg="add mod">
          <ac:chgData name="adilton junio" userId="66b3fade76ecdf97" providerId="LiveId" clId="{A46F4E48-C705-44C9-A099-EA6ACF000FB9}" dt="2024-07-17T16:26:01.144" v="2928" actId="164"/>
          <ac:grpSpMkLst>
            <pc:docMk/>
            <pc:sldMk cId="1630422409" sldId="274"/>
            <ac:grpSpMk id="41" creationId="{36A261E2-3099-F4AE-050A-E4A3777B8FD3}"/>
          </ac:grpSpMkLst>
        </pc:grpChg>
        <pc:grpChg chg="add mod">
          <ac:chgData name="adilton junio" userId="66b3fade76ecdf97" providerId="LiveId" clId="{A46F4E48-C705-44C9-A099-EA6ACF000FB9}" dt="2024-07-17T16:25:20.306" v="2910" actId="1076"/>
          <ac:grpSpMkLst>
            <pc:docMk/>
            <pc:sldMk cId="1630422409" sldId="274"/>
            <ac:grpSpMk id="46" creationId="{13715915-2C02-FAC2-B966-EBCC35C77179}"/>
          </ac:grpSpMkLst>
        </pc:grpChg>
        <pc:grpChg chg="add mod">
          <ac:chgData name="adilton junio" userId="66b3fade76ecdf97" providerId="LiveId" clId="{A46F4E48-C705-44C9-A099-EA6ACF000FB9}" dt="2024-07-17T16:25:19.196" v="2909" actId="1076"/>
          <ac:grpSpMkLst>
            <pc:docMk/>
            <pc:sldMk cId="1630422409" sldId="274"/>
            <ac:grpSpMk id="49" creationId="{ECF2EEBF-857C-2292-67A1-847DE667AF69}"/>
          </ac:grpSpMkLst>
        </pc:grpChg>
        <pc:grpChg chg="add mod">
          <ac:chgData name="adilton junio" userId="66b3fade76ecdf97" providerId="LiveId" clId="{A46F4E48-C705-44C9-A099-EA6ACF000FB9}" dt="2024-07-17T16:25:17.868" v="2907" actId="1076"/>
          <ac:grpSpMkLst>
            <pc:docMk/>
            <pc:sldMk cId="1630422409" sldId="274"/>
            <ac:grpSpMk id="53" creationId="{457BC55B-CDA0-047C-9688-4F75CC84C2E9}"/>
          </ac:grpSpMkLst>
        </pc:grpChg>
        <pc:grpChg chg="add mod">
          <ac:chgData name="adilton junio" userId="66b3fade76ecdf97" providerId="LiveId" clId="{A46F4E48-C705-44C9-A099-EA6ACF000FB9}" dt="2024-07-17T16:26:01.144" v="2928" actId="164"/>
          <ac:grpSpMkLst>
            <pc:docMk/>
            <pc:sldMk cId="1630422409" sldId="274"/>
            <ac:grpSpMk id="57" creationId="{1EACEB1E-8569-0ADF-A8AF-4D5D62DB2487}"/>
          </ac:grpSpMkLst>
        </pc:grpChg>
        <pc:grpChg chg="add del mod">
          <ac:chgData name="adilton junio" userId="66b3fade76ecdf97" providerId="LiveId" clId="{A46F4E48-C705-44C9-A099-EA6ACF000FB9}" dt="2024-07-17T16:53:54.247" v="2942" actId="165"/>
          <ac:grpSpMkLst>
            <pc:docMk/>
            <pc:sldMk cId="1630422409" sldId="274"/>
            <ac:grpSpMk id="58" creationId="{2BE5D60F-E02F-551C-8718-DCB5EEA141F4}"/>
          </ac:grpSpMkLst>
        </pc:grpChg>
        <pc:grpChg chg="mod topLvl">
          <ac:chgData name="adilton junio" userId="66b3fade76ecdf97" providerId="LiveId" clId="{A46F4E48-C705-44C9-A099-EA6ACF000FB9}" dt="2024-07-17T16:53:59.793" v="2944" actId="1035"/>
          <ac:grpSpMkLst>
            <pc:docMk/>
            <pc:sldMk cId="1630422409" sldId="274"/>
            <ac:grpSpMk id="59" creationId="{EA77A0B7-2E7F-36CC-53CB-59515E22ED8F}"/>
          </ac:grpSpMkLst>
        </pc:grpChg>
        <pc:grpChg chg="add mod">
          <ac:chgData name="adilton junio" userId="66b3fade76ecdf97" providerId="LiveId" clId="{A46F4E48-C705-44C9-A099-EA6ACF000FB9}" dt="2024-07-17T16:54:13.914" v="2948" actId="1076"/>
          <ac:grpSpMkLst>
            <pc:docMk/>
            <pc:sldMk cId="1630422409" sldId="274"/>
            <ac:grpSpMk id="64" creationId="{20ED0C21-A564-8B2B-7F3E-561F7B10F9B6}"/>
          </ac:grpSpMkLst>
        </pc:grpChg>
        <pc:grpChg chg="mod">
          <ac:chgData name="adilton junio" userId="66b3fade76ecdf97" providerId="LiveId" clId="{A46F4E48-C705-44C9-A099-EA6ACF000FB9}" dt="2024-07-17T16:26:13.224" v="2931" actId="571"/>
          <ac:grpSpMkLst>
            <pc:docMk/>
            <pc:sldMk cId="1630422409" sldId="274"/>
            <ac:grpSpMk id="65" creationId="{3FCAB255-2CBA-DE91-7761-95CF02D95D33}"/>
          </ac:grpSpMkLst>
        </pc:grpChg>
        <pc:cxnChg chg="mod">
          <ac:chgData name="adilton junio" userId="66b3fade76ecdf97" providerId="LiveId" clId="{A46F4E48-C705-44C9-A099-EA6ACF000FB9}" dt="2024-07-17T16:15:11.190" v="2797" actId="1036"/>
          <ac:cxnSpMkLst>
            <pc:docMk/>
            <pc:sldMk cId="1630422409" sldId="274"/>
            <ac:cxnSpMk id="45" creationId="{4B976358-D9FD-1545-5FF0-AF658E00DA3B}"/>
          </ac:cxnSpMkLst>
        </pc:cxnChg>
        <pc:cxnChg chg="mod">
          <ac:chgData name="adilton junio" userId="66b3fade76ecdf97" providerId="LiveId" clId="{A46F4E48-C705-44C9-A099-EA6ACF000FB9}" dt="2024-07-17T16:15:11.190" v="2797" actId="1036"/>
          <ac:cxnSpMkLst>
            <pc:docMk/>
            <pc:sldMk cId="1630422409" sldId="274"/>
            <ac:cxnSpMk id="50" creationId="{9533CE13-CCBA-C2A4-A9E6-EC5F30E5C72A}"/>
          </ac:cxnSpMkLst>
        </pc:cxnChg>
      </pc:sldChg>
      <pc:sldChg chg="addSp delSp modSp add mod ord">
        <pc:chgData name="adilton junio" userId="66b3fade76ecdf97" providerId="LiveId" clId="{A46F4E48-C705-44C9-A099-EA6ACF000FB9}" dt="2024-07-17T20:53:44.416" v="4984" actId="20577"/>
        <pc:sldMkLst>
          <pc:docMk/>
          <pc:sldMk cId="473031735" sldId="275"/>
        </pc:sldMkLst>
        <pc:spChg chg="add mod">
          <ac:chgData name="adilton junio" userId="66b3fade76ecdf97" providerId="LiveId" clId="{A46F4E48-C705-44C9-A099-EA6ACF000FB9}" dt="2024-07-17T16:14:04.973" v="2734"/>
          <ac:spMkLst>
            <pc:docMk/>
            <pc:sldMk cId="473031735" sldId="275"/>
            <ac:spMk id="2" creationId="{241CB4CE-83C8-19C5-74B3-B0898ED76721}"/>
          </ac:spMkLst>
        </pc:spChg>
        <pc:spChg chg="mod">
          <ac:chgData name="adilton junio" userId="66b3fade76ecdf97" providerId="LiveId" clId="{A46F4E48-C705-44C9-A099-EA6ACF000FB9}" dt="2024-07-17T16:14:17.745" v="2749" actId="1035"/>
          <ac:spMkLst>
            <pc:docMk/>
            <pc:sldMk cId="473031735" sldId="275"/>
            <ac:spMk id="15" creationId="{FE575891-7567-E326-A2A2-3838D9129D13}"/>
          </ac:spMkLst>
        </pc:spChg>
        <pc:spChg chg="mod">
          <ac:chgData name="adilton junio" userId="66b3fade76ecdf97" providerId="LiveId" clId="{A46F4E48-C705-44C9-A099-EA6ACF000FB9}" dt="2024-07-17T16:14:17.745" v="2749" actId="1035"/>
          <ac:spMkLst>
            <pc:docMk/>
            <pc:sldMk cId="473031735" sldId="275"/>
            <ac:spMk id="16" creationId="{169D4B81-FB46-C3B1-0434-5690B65C6254}"/>
          </ac:spMkLst>
        </pc:spChg>
        <pc:spChg chg="mod">
          <ac:chgData name="adilton junio" userId="66b3fade76ecdf97" providerId="LiveId" clId="{A46F4E48-C705-44C9-A099-EA6ACF000FB9}" dt="2024-07-17T16:14:17.745" v="2749" actId="1035"/>
          <ac:spMkLst>
            <pc:docMk/>
            <pc:sldMk cId="473031735" sldId="275"/>
            <ac:spMk id="17" creationId="{D9AFFBBF-1106-AFF6-0758-4189C023994A}"/>
          </ac:spMkLst>
        </pc:spChg>
        <pc:spChg chg="del">
          <ac:chgData name="adilton junio" userId="66b3fade76ecdf97" providerId="LiveId" clId="{A46F4E48-C705-44C9-A099-EA6ACF000FB9}" dt="2024-07-17T16:09:07.801" v="2651" actId="478"/>
          <ac:spMkLst>
            <pc:docMk/>
            <pc:sldMk cId="473031735" sldId="275"/>
            <ac:spMk id="18" creationId="{55254BAB-9DE3-54E5-C42C-F5DBAE4432FF}"/>
          </ac:spMkLst>
        </pc:spChg>
        <pc:spChg chg="mod">
          <ac:chgData name="adilton junio" userId="66b3fade76ecdf97" providerId="LiveId" clId="{A46F4E48-C705-44C9-A099-EA6ACF000FB9}" dt="2024-07-17T16:14:17.745" v="2749" actId="1035"/>
          <ac:spMkLst>
            <pc:docMk/>
            <pc:sldMk cId="473031735" sldId="275"/>
            <ac:spMk id="21" creationId="{05CC984C-1DE1-3A77-41E8-3595F2044500}"/>
          </ac:spMkLst>
        </pc:spChg>
        <pc:spChg chg="mod">
          <ac:chgData name="adilton junio" userId="66b3fade76ecdf97" providerId="LiveId" clId="{A46F4E48-C705-44C9-A099-EA6ACF000FB9}" dt="2024-07-17T20:43:34.385" v="4721" actId="20577"/>
          <ac:spMkLst>
            <pc:docMk/>
            <pc:sldMk cId="473031735" sldId="275"/>
            <ac:spMk id="27" creationId="{5C4D3DDB-4C41-563B-455D-4982819E54E6}"/>
          </ac:spMkLst>
        </pc:spChg>
        <pc:spChg chg="mod">
          <ac:chgData name="adilton junio" userId="66b3fade76ecdf97" providerId="LiveId" clId="{A46F4E48-C705-44C9-A099-EA6ACF000FB9}" dt="2024-07-17T20:53:44.416" v="4984" actId="20577"/>
          <ac:spMkLst>
            <pc:docMk/>
            <pc:sldMk cId="473031735" sldId="275"/>
            <ac:spMk id="28" creationId="{048128AB-AB96-9B6D-3935-8C2C875D1B8E}"/>
          </ac:spMkLst>
        </pc:spChg>
        <pc:spChg chg="mod">
          <ac:chgData name="adilton junio" userId="66b3fade76ecdf97" providerId="LiveId" clId="{A46F4E48-C705-44C9-A099-EA6ACF000FB9}" dt="2024-07-17T18:26:55.034" v="3710" actId="20577"/>
          <ac:spMkLst>
            <pc:docMk/>
            <pc:sldMk cId="473031735" sldId="275"/>
            <ac:spMk id="32" creationId="{4DB6C471-4B75-88CB-D110-8FD209D315E5}"/>
          </ac:spMkLst>
        </pc:spChg>
        <pc:spChg chg="mod">
          <ac:chgData name="adilton junio" userId="66b3fade76ecdf97" providerId="LiveId" clId="{A46F4E48-C705-44C9-A099-EA6ACF000FB9}" dt="2024-07-17T16:14:14.556" v="2739" actId="14100"/>
          <ac:spMkLst>
            <pc:docMk/>
            <pc:sldMk cId="473031735" sldId="275"/>
            <ac:spMk id="92" creationId="{389AD4BA-DE4A-1658-2487-F94C2EEF6666}"/>
          </ac:spMkLst>
        </pc:spChg>
        <pc:spChg chg="mod">
          <ac:chgData name="adilton junio" userId="66b3fade76ecdf97" providerId="LiveId" clId="{A46F4E48-C705-44C9-A099-EA6ACF000FB9}" dt="2024-07-17T16:18:54.344" v="2819" actId="20577"/>
          <ac:spMkLst>
            <pc:docMk/>
            <pc:sldMk cId="473031735" sldId="275"/>
            <ac:spMk id="94" creationId="{D1D8FCDA-4632-6080-1621-67CDF796C564}"/>
          </ac:spMkLst>
        </pc:spChg>
      </pc:sldChg>
      <pc:sldChg chg="addSp delSp modSp add mod">
        <pc:chgData name="adilton junio" userId="66b3fade76ecdf97" providerId="LiveId" clId="{A46F4E48-C705-44C9-A099-EA6ACF000FB9}" dt="2024-07-17T18:44:02.905" v="3908" actId="1036"/>
        <pc:sldMkLst>
          <pc:docMk/>
          <pc:sldMk cId="2749496167" sldId="276"/>
        </pc:sldMkLst>
        <pc:spChg chg="add mod">
          <ac:chgData name="adilton junio" userId="66b3fade76ecdf97" providerId="LiveId" clId="{A46F4E48-C705-44C9-A099-EA6ACF000FB9}" dt="2024-07-17T18:03:25.239" v="3557" actId="1035"/>
          <ac:spMkLst>
            <pc:docMk/>
            <pc:sldMk cId="2749496167" sldId="276"/>
            <ac:spMk id="2" creationId="{5F4E5046-FAD1-4CA8-3416-68707FD9EB48}"/>
          </ac:spMkLst>
        </pc:spChg>
        <pc:spChg chg="add mod">
          <ac:chgData name="adilton junio" userId="66b3fade76ecdf97" providerId="LiveId" clId="{A46F4E48-C705-44C9-A099-EA6ACF000FB9}" dt="2024-07-17T18:03:25.239" v="3557" actId="1035"/>
          <ac:spMkLst>
            <pc:docMk/>
            <pc:sldMk cId="2749496167" sldId="276"/>
            <ac:spMk id="3" creationId="{3BFA5389-C648-E072-8A98-9F62C7AC95E2}"/>
          </ac:spMkLst>
        </pc:spChg>
        <pc:spChg chg="add mod">
          <ac:chgData name="adilton junio" userId="66b3fade76ecdf97" providerId="LiveId" clId="{A46F4E48-C705-44C9-A099-EA6ACF000FB9}" dt="2024-07-17T18:03:59.887" v="3588" actId="1036"/>
          <ac:spMkLst>
            <pc:docMk/>
            <pc:sldMk cId="2749496167" sldId="276"/>
            <ac:spMk id="5" creationId="{47EC93A1-8D66-50F2-3F44-1DA036EED29C}"/>
          </ac:spMkLst>
        </pc:spChg>
        <pc:spChg chg="add mod">
          <ac:chgData name="adilton junio" userId="66b3fade76ecdf97" providerId="LiveId" clId="{A46F4E48-C705-44C9-A099-EA6ACF000FB9}" dt="2024-07-17T18:43:05.381" v="3905" actId="20577"/>
          <ac:spMkLst>
            <pc:docMk/>
            <pc:sldMk cId="2749496167" sldId="276"/>
            <ac:spMk id="7" creationId="{D96D10D0-D58C-B778-D303-CD2BD1C13C16}"/>
          </ac:spMkLst>
        </pc:spChg>
        <pc:spChg chg="add mod">
          <ac:chgData name="adilton junio" userId="66b3fade76ecdf97" providerId="LiveId" clId="{A46F4E48-C705-44C9-A099-EA6ACF000FB9}" dt="2024-07-17T18:03:57.383" v="3584" actId="1036"/>
          <ac:spMkLst>
            <pc:docMk/>
            <pc:sldMk cId="2749496167" sldId="276"/>
            <ac:spMk id="10" creationId="{D86EA7A2-A1C0-1258-B263-A2F345916762}"/>
          </ac:spMkLst>
        </pc:spChg>
        <pc:spChg chg="add mod">
          <ac:chgData name="adilton junio" userId="66b3fade76ecdf97" providerId="LiveId" clId="{A46F4E48-C705-44C9-A099-EA6ACF000FB9}" dt="2024-07-17T18:08:42.795" v="3647" actId="6549"/>
          <ac:spMkLst>
            <pc:docMk/>
            <pc:sldMk cId="2749496167" sldId="276"/>
            <ac:spMk id="11" creationId="{66802B92-6147-8246-DAFF-70970DA63A8A}"/>
          </ac:spMkLst>
        </pc:spChg>
        <pc:spChg chg="add mod">
          <ac:chgData name="adilton junio" userId="66b3fade76ecdf97" providerId="LiveId" clId="{A46F4E48-C705-44C9-A099-EA6ACF000FB9}" dt="2024-07-17T18:05:37.218" v="3606" actId="114"/>
          <ac:spMkLst>
            <pc:docMk/>
            <pc:sldMk cId="2749496167" sldId="276"/>
            <ac:spMk id="12" creationId="{A5E1EE2E-2929-C14A-5422-046D2B505A32}"/>
          </ac:spMkLst>
        </pc:spChg>
        <pc:spChg chg="del">
          <ac:chgData name="adilton junio" userId="66b3fade76ecdf97" providerId="LiveId" clId="{A46F4E48-C705-44C9-A099-EA6ACF000FB9}" dt="2024-07-17T18:03:05.226" v="3419" actId="478"/>
          <ac:spMkLst>
            <pc:docMk/>
            <pc:sldMk cId="2749496167" sldId="276"/>
            <ac:spMk id="15" creationId="{FE575891-7567-E326-A2A2-3838D9129D13}"/>
          </ac:spMkLst>
        </pc:spChg>
        <pc:spChg chg="del mod">
          <ac:chgData name="adilton junio" userId="66b3fade76ecdf97" providerId="LiveId" clId="{A46F4E48-C705-44C9-A099-EA6ACF000FB9}" dt="2024-07-17T18:03:03.641" v="3418" actId="478"/>
          <ac:spMkLst>
            <pc:docMk/>
            <pc:sldMk cId="2749496167" sldId="276"/>
            <ac:spMk id="22" creationId="{2E681D8B-2D12-8F34-236D-10DDFFEEBD4E}"/>
          </ac:spMkLst>
        </pc:spChg>
        <pc:spChg chg="mod">
          <ac:chgData name="adilton junio" userId="66b3fade76ecdf97" providerId="LiveId" clId="{A46F4E48-C705-44C9-A099-EA6ACF000FB9}" dt="2024-07-17T18:26:59.239" v="3712" actId="20577"/>
          <ac:spMkLst>
            <pc:docMk/>
            <pc:sldMk cId="2749496167" sldId="276"/>
            <ac:spMk id="32" creationId="{4DB6C471-4B75-88CB-D110-8FD209D315E5}"/>
          </ac:spMkLst>
        </pc:spChg>
        <pc:spChg chg="del">
          <ac:chgData name="adilton junio" userId="66b3fade76ecdf97" providerId="LiveId" clId="{A46F4E48-C705-44C9-A099-EA6ACF000FB9}" dt="2024-07-17T17:48:53.120" v="3270" actId="478"/>
          <ac:spMkLst>
            <pc:docMk/>
            <pc:sldMk cId="2749496167" sldId="276"/>
            <ac:spMk id="69" creationId="{FC60B356-1ADE-381F-211A-58EAAC72A0C0}"/>
          </ac:spMkLst>
        </pc:spChg>
        <pc:spChg chg="mod">
          <ac:chgData name="adilton junio" userId="66b3fade76ecdf97" providerId="LiveId" clId="{A46F4E48-C705-44C9-A099-EA6ACF000FB9}" dt="2024-07-17T18:44:02.905" v="3908" actId="1036"/>
          <ac:spMkLst>
            <pc:docMk/>
            <pc:sldMk cId="2749496167" sldId="276"/>
            <ac:spMk id="70" creationId="{9B1CA937-986C-2942-F587-D7D1777D1C93}"/>
          </ac:spMkLst>
        </pc:spChg>
        <pc:spChg chg="del">
          <ac:chgData name="adilton junio" userId="66b3fade76ecdf97" providerId="LiveId" clId="{A46F4E48-C705-44C9-A099-EA6ACF000FB9}" dt="2024-07-17T17:48:52.396" v="3269" actId="478"/>
          <ac:spMkLst>
            <pc:docMk/>
            <pc:sldMk cId="2749496167" sldId="276"/>
            <ac:spMk id="72" creationId="{2B2252D7-BDB0-0800-4153-D51498FB71FE}"/>
          </ac:spMkLst>
        </pc:spChg>
        <pc:spChg chg="del">
          <ac:chgData name="adilton junio" userId="66b3fade76ecdf97" providerId="LiveId" clId="{A46F4E48-C705-44C9-A099-EA6ACF000FB9}" dt="2024-07-17T17:48:51.225" v="3268" actId="478"/>
          <ac:spMkLst>
            <pc:docMk/>
            <pc:sldMk cId="2749496167" sldId="276"/>
            <ac:spMk id="73" creationId="{65843819-16A7-23E6-11AF-74F186A3000C}"/>
          </ac:spMkLst>
        </pc:spChg>
        <pc:spChg chg="del">
          <ac:chgData name="adilton junio" userId="66b3fade76ecdf97" providerId="LiveId" clId="{A46F4E48-C705-44C9-A099-EA6ACF000FB9}" dt="2024-07-17T17:50:46.024" v="3330" actId="478"/>
          <ac:spMkLst>
            <pc:docMk/>
            <pc:sldMk cId="2749496167" sldId="276"/>
            <ac:spMk id="74" creationId="{70751F3A-EE5D-6903-6D46-1FBEB1F8DE30}"/>
          </ac:spMkLst>
        </pc:spChg>
      </pc:sldChg>
      <pc:sldChg chg="addSp delSp modSp add mod ord">
        <pc:chgData name="adilton junio" userId="66b3fade76ecdf97" providerId="LiveId" clId="{A46F4E48-C705-44C9-A099-EA6ACF000FB9}" dt="2024-07-17T19:49:11.530" v="4240" actId="1038"/>
        <pc:sldMkLst>
          <pc:docMk/>
          <pc:sldMk cId="518384142" sldId="277"/>
        </pc:sldMkLst>
        <pc:spChg chg="add mod">
          <ac:chgData name="adilton junio" userId="66b3fade76ecdf97" providerId="LiveId" clId="{A46F4E48-C705-44C9-A099-EA6ACF000FB9}" dt="2024-07-17T18:38:26.136" v="3880"/>
          <ac:spMkLst>
            <pc:docMk/>
            <pc:sldMk cId="518384142" sldId="277"/>
            <ac:spMk id="2" creationId="{51BAFE5B-9882-7D88-CF15-32FF36FA252C}"/>
          </ac:spMkLst>
        </pc:spChg>
        <pc:spChg chg="add mod">
          <ac:chgData name="adilton junio" userId="66b3fade76ecdf97" providerId="LiveId" clId="{A46F4E48-C705-44C9-A099-EA6ACF000FB9}" dt="2024-07-17T18:39:41.102" v="3896"/>
          <ac:spMkLst>
            <pc:docMk/>
            <pc:sldMk cId="518384142" sldId="277"/>
            <ac:spMk id="3" creationId="{7B305DCE-2540-6FFB-DD07-5D1F64AD9DD5}"/>
          </ac:spMkLst>
        </pc:spChg>
        <pc:spChg chg="mod">
          <ac:chgData name="adilton junio" userId="66b3fade76ecdf97" providerId="LiveId" clId="{A46F4E48-C705-44C9-A099-EA6ACF000FB9}" dt="2024-07-17T19:49:11.530" v="4240" actId="1038"/>
          <ac:spMkLst>
            <pc:docMk/>
            <pc:sldMk cId="518384142" sldId="277"/>
            <ac:spMk id="9" creationId="{6712AAAE-5D61-5AD9-F1A7-A27ACC47ED61}"/>
          </ac:spMkLst>
        </pc:spChg>
        <pc:spChg chg="del">
          <ac:chgData name="adilton junio" userId="66b3fade76ecdf97" providerId="LiveId" clId="{A46F4E48-C705-44C9-A099-EA6ACF000FB9}" dt="2024-07-17T18:29:50.409" v="3722" actId="478"/>
          <ac:spMkLst>
            <pc:docMk/>
            <pc:sldMk cId="518384142" sldId="277"/>
            <ac:spMk id="22" creationId="{2E681D8B-2D12-8F34-236D-10DDFFEEBD4E}"/>
          </ac:spMkLst>
        </pc:spChg>
        <pc:spChg chg="mod">
          <ac:chgData name="adilton junio" userId="66b3fade76ecdf97" providerId="LiveId" clId="{A46F4E48-C705-44C9-A099-EA6ACF000FB9}" dt="2024-07-17T18:38:58.046" v="3884" actId="6549"/>
          <ac:spMkLst>
            <pc:docMk/>
            <pc:sldMk cId="518384142" sldId="277"/>
            <ac:spMk id="69" creationId="{FC60B356-1ADE-381F-211A-58EAAC72A0C0}"/>
          </ac:spMkLst>
        </pc:spChg>
        <pc:spChg chg="mod">
          <ac:chgData name="adilton junio" userId="66b3fade76ecdf97" providerId="LiveId" clId="{A46F4E48-C705-44C9-A099-EA6ACF000FB9}" dt="2024-07-17T18:46:45.488" v="3930" actId="20577"/>
          <ac:spMkLst>
            <pc:docMk/>
            <pc:sldMk cId="518384142" sldId="277"/>
            <ac:spMk id="72" creationId="{2B2252D7-BDB0-0800-4153-D51498FB71FE}"/>
          </ac:spMkLst>
        </pc:spChg>
        <pc:spChg chg="mod">
          <ac:chgData name="adilton junio" userId="66b3fade76ecdf97" providerId="LiveId" clId="{A46F4E48-C705-44C9-A099-EA6ACF000FB9}" dt="2024-07-17T18:36:28.109" v="3833" actId="20577"/>
          <ac:spMkLst>
            <pc:docMk/>
            <pc:sldMk cId="518384142" sldId="277"/>
            <ac:spMk id="73" creationId="{65843819-16A7-23E6-11AF-74F186A3000C}"/>
          </ac:spMkLst>
        </pc:spChg>
        <pc:spChg chg="del mod">
          <ac:chgData name="adilton junio" userId="66b3fade76ecdf97" providerId="LiveId" clId="{A46F4E48-C705-44C9-A099-EA6ACF000FB9}" dt="2024-07-17T18:35:10.741" v="3805" actId="478"/>
          <ac:spMkLst>
            <pc:docMk/>
            <pc:sldMk cId="518384142" sldId="277"/>
            <ac:spMk id="74" creationId="{70751F3A-EE5D-6903-6D46-1FBEB1F8DE30}"/>
          </ac:spMkLst>
        </pc:spChg>
      </pc:sldChg>
      <pc:sldChg chg="addSp delSp modSp add mod">
        <pc:chgData name="adilton junio" userId="66b3fade76ecdf97" providerId="LiveId" clId="{A46F4E48-C705-44C9-A099-EA6ACF000FB9}" dt="2024-07-17T21:13:29.820" v="5352" actId="20577"/>
        <pc:sldMkLst>
          <pc:docMk/>
          <pc:sldMk cId="4288203392" sldId="278"/>
        </pc:sldMkLst>
        <pc:spChg chg="del mod">
          <ac:chgData name="adilton junio" userId="66b3fade76ecdf97" providerId="LiveId" clId="{A46F4E48-C705-44C9-A099-EA6ACF000FB9}" dt="2024-07-17T18:47:09.999" v="3934" actId="478"/>
          <ac:spMkLst>
            <pc:docMk/>
            <pc:sldMk cId="4288203392" sldId="278"/>
            <ac:spMk id="2" creationId="{51BAFE5B-9882-7D88-CF15-32FF36FA252C}"/>
          </ac:spMkLst>
        </pc:spChg>
        <pc:spChg chg="mod">
          <ac:chgData name="adilton junio" userId="66b3fade76ecdf97" providerId="LiveId" clId="{A46F4E48-C705-44C9-A099-EA6ACF000FB9}" dt="2024-07-17T20:10:13.101" v="4316" actId="1035"/>
          <ac:spMkLst>
            <pc:docMk/>
            <pc:sldMk cId="4288203392" sldId="278"/>
            <ac:spMk id="3" creationId="{7B305DCE-2540-6FFB-DD07-5D1F64AD9DD5}"/>
          </ac:spMkLst>
        </pc:spChg>
        <pc:spChg chg="add mod">
          <ac:chgData name="adilton junio" userId="66b3fade76ecdf97" providerId="LiveId" clId="{A46F4E48-C705-44C9-A099-EA6ACF000FB9}" dt="2024-07-17T20:10:13.101" v="4316" actId="1035"/>
          <ac:spMkLst>
            <pc:docMk/>
            <pc:sldMk cId="4288203392" sldId="278"/>
            <ac:spMk id="5" creationId="{8063A2EC-67DF-16FC-04C9-17B22464C224}"/>
          </ac:spMkLst>
        </pc:spChg>
        <pc:spChg chg="add mod">
          <ac:chgData name="adilton junio" userId="66b3fade76ecdf97" providerId="LiveId" clId="{A46F4E48-C705-44C9-A099-EA6ACF000FB9}" dt="2024-07-17T21:13:29.820" v="5352" actId="20577"/>
          <ac:spMkLst>
            <pc:docMk/>
            <pc:sldMk cId="4288203392" sldId="278"/>
            <ac:spMk id="7" creationId="{F0A6077C-E2D4-6983-8AF3-FF77E566AD4D}"/>
          </ac:spMkLst>
        </pc:spChg>
        <pc:spChg chg="mod">
          <ac:chgData name="adilton junio" userId="66b3fade76ecdf97" providerId="LiveId" clId="{A46F4E48-C705-44C9-A099-EA6ACF000FB9}" dt="2024-07-17T19:48:50.595" v="4235" actId="14100"/>
          <ac:spMkLst>
            <pc:docMk/>
            <pc:sldMk cId="4288203392" sldId="278"/>
            <ac:spMk id="9" creationId="{6712AAAE-5D61-5AD9-F1A7-A27ACC47ED61}"/>
          </ac:spMkLst>
        </pc:spChg>
        <pc:spChg chg="add mod">
          <ac:chgData name="adilton junio" userId="66b3fade76ecdf97" providerId="LiveId" clId="{A46F4E48-C705-44C9-A099-EA6ACF000FB9}" dt="2024-07-17T20:26:03.738" v="4400" actId="1036"/>
          <ac:spMkLst>
            <pc:docMk/>
            <pc:sldMk cId="4288203392" sldId="278"/>
            <ac:spMk id="11" creationId="{5D62F853-91CD-03F9-8832-E48B9134B710}"/>
          </ac:spMkLst>
        </pc:spChg>
        <pc:spChg chg="add del mod">
          <ac:chgData name="adilton junio" userId="66b3fade76ecdf97" providerId="LiveId" clId="{A46F4E48-C705-44C9-A099-EA6ACF000FB9}" dt="2024-07-17T19:28:04.266" v="4202" actId="478"/>
          <ac:spMkLst>
            <pc:docMk/>
            <pc:sldMk cId="4288203392" sldId="278"/>
            <ac:spMk id="12" creationId="{52060C66-368A-3488-C163-C19B618C0584}"/>
          </ac:spMkLst>
        </pc:spChg>
        <pc:spChg chg="add mod">
          <ac:chgData name="adilton junio" userId="66b3fade76ecdf97" providerId="LiveId" clId="{A46F4E48-C705-44C9-A099-EA6ACF000FB9}" dt="2024-07-17T20:06:53.296" v="4298" actId="207"/>
          <ac:spMkLst>
            <pc:docMk/>
            <pc:sldMk cId="4288203392" sldId="278"/>
            <ac:spMk id="19" creationId="{539B2072-3B39-0823-247A-9D5C70C2ED12}"/>
          </ac:spMkLst>
        </pc:spChg>
        <pc:spChg chg="add mod">
          <ac:chgData name="adilton junio" userId="66b3fade76ecdf97" providerId="LiveId" clId="{A46F4E48-C705-44C9-A099-EA6ACF000FB9}" dt="2024-07-17T20:06:57.634" v="4299" actId="207"/>
          <ac:spMkLst>
            <pc:docMk/>
            <pc:sldMk cId="4288203392" sldId="278"/>
            <ac:spMk id="20" creationId="{B9AD4F47-8CB5-19A3-6B32-40BC37FCC7A4}"/>
          </ac:spMkLst>
        </pc:spChg>
        <pc:spChg chg="add mod">
          <ac:chgData name="adilton junio" userId="66b3fade76ecdf97" providerId="LiveId" clId="{A46F4E48-C705-44C9-A099-EA6ACF000FB9}" dt="2024-07-17T20:26:03.738" v="4400" actId="1036"/>
          <ac:spMkLst>
            <pc:docMk/>
            <pc:sldMk cId="4288203392" sldId="278"/>
            <ac:spMk id="21" creationId="{17E1618A-749C-EA94-05BE-DD3DF72928BB}"/>
          </ac:spMkLst>
        </pc:spChg>
        <pc:spChg chg="add mod">
          <ac:chgData name="adilton junio" userId="66b3fade76ecdf97" providerId="LiveId" clId="{A46F4E48-C705-44C9-A099-EA6ACF000FB9}" dt="2024-07-17T20:26:03.738" v="4400" actId="1036"/>
          <ac:spMkLst>
            <pc:docMk/>
            <pc:sldMk cId="4288203392" sldId="278"/>
            <ac:spMk id="22" creationId="{306180F9-5365-457C-1C00-53DC7C021842}"/>
          </ac:spMkLst>
        </pc:spChg>
        <pc:spChg chg="add del mod">
          <ac:chgData name="adilton junio" userId="66b3fade76ecdf97" providerId="LiveId" clId="{A46F4E48-C705-44C9-A099-EA6ACF000FB9}" dt="2024-07-17T20:54:31.939" v="4986" actId="478"/>
          <ac:spMkLst>
            <pc:docMk/>
            <pc:sldMk cId="4288203392" sldId="278"/>
            <ac:spMk id="28" creationId="{A15C927B-3422-F1A0-EEB8-DBA02555C9B5}"/>
          </ac:spMkLst>
        </pc:spChg>
        <pc:spChg chg="add del mod">
          <ac:chgData name="adilton junio" userId="66b3fade76ecdf97" providerId="LiveId" clId="{A46F4E48-C705-44C9-A099-EA6ACF000FB9}" dt="2024-07-17T20:54:31.939" v="4986" actId="478"/>
          <ac:spMkLst>
            <pc:docMk/>
            <pc:sldMk cId="4288203392" sldId="278"/>
            <ac:spMk id="34" creationId="{60DA8235-591F-55FE-F9E2-AFF701BBDB95}"/>
          </ac:spMkLst>
        </pc:spChg>
        <pc:spChg chg="add mod">
          <ac:chgData name="adilton junio" userId="66b3fade76ecdf97" providerId="LiveId" clId="{A46F4E48-C705-44C9-A099-EA6ACF000FB9}" dt="2024-07-17T20:26:14.514" v="4402" actId="1076"/>
          <ac:spMkLst>
            <pc:docMk/>
            <pc:sldMk cId="4288203392" sldId="278"/>
            <ac:spMk id="46" creationId="{D591BF2E-8C0A-C419-B04A-191ACA539A58}"/>
          </ac:spMkLst>
        </pc:spChg>
        <pc:spChg chg="mod">
          <ac:chgData name="adilton junio" userId="66b3fade76ecdf97" providerId="LiveId" clId="{A46F4E48-C705-44C9-A099-EA6ACF000FB9}" dt="2024-07-17T18:48:12.632" v="3946" actId="1076"/>
          <ac:spMkLst>
            <pc:docMk/>
            <pc:sldMk cId="4288203392" sldId="278"/>
            <ac:spMk id="69" creationId="{FC60B356-1ADE-381F-211A-58EAAC72A0C0}"/>
          </ac:spMkLst>
        </pc:spChg>
        <pc:spChg chg="del">
          <ac:chgData name="adilton junio" userId="66b3fade76ecdf97" providerId="LiveId" clId="{A46F4E48-C705-44C9-A099-EA6ACF000FB9}" dt="2024-07-17T18:47:09.108" v="3932" actId="478"/>
          <ac:spMkLst>
            <pc:docMk/>
            <pc:sldMk cId="4288203392" sldId="278"/>
            <ac:spMk id="72" creationId="{2B2252D7-BDB0-0800-4153-D51498FB71FE}"/>
          </ac:spMkLst>
        </pc:spChg>
        <pc:spChg chg="del">
          <ac:chgData name="adilton junio" userId="66b3fade76ecdf97" providerId="LiveId" clId="{A46F4E48-C705-44C9-A099-EA6ACF000FB9}" dt="2024-07-17T18:47:08.546" v="3931" actId="478"/>
          <ac:spMkLst>
            <pc:docMk/>
            <pc:sldMk cId="4288203392" sldId="278"/>
            <ac:spMk id="73" creationId="{65843819-16A7-23E6-11AF-74F186A3000C}"/>
          </ac:spMkLst>
        </pc:spChg>
        <pc:picChg chg="add del mod modCrop">
          <ac:chgData name="adilton junio" userId="66b3fade76ecdf97" providerId="LiveId" clId="{A46F4E48-C705-44C9-A099-EA6ACF000FB9}" dt="2024-07-17T19:47:45.886" v="4222" actId="478"/>
          <ac:picMkLst>
            <pc:docMk/>
            <pc:sldMk cId="4288203392" sldId="278"/>
            <ac:picMk id="16" creationId="{1789DC4A-675D-471C-4F59-6CB686BAD84C}"/>
          </ac:picMkLst>
        </pc:picChg>
        <pc:picChg chg="add mod modCrop">
          <ac:chgData name="adilton junio" userId="66b3fade76ecdf97" providerId="LiveId" clId="{A46F4E48-C705-44C9-A099-EA6ACF000FB9}" dt="2024-07-17T20:26:03.738" v="4400" actId="1036"/>
          <ac:picMkLst>
            <pc:docMk/>
            <pc:sldMk cId="4288203392" sldId="278"/>
            <ac:picMk id="18" creationId="{D71D12F1-159A-B1FC-AB79-D11B7B21EE77}"/>
          </ac:picMkLst>
        </pc:picChg>
      </pc:sldChg>
      <pc:sldChg chg="addSp delSp modSp add mod">
        <pc:chgData name="adilton junio" userId="66b3fade76ecdf97" providerId="LiveId" clId="{A46F4E48-C705-44C9-A099-EA6ACF000FB9}" dt="2024-07-17T21:14:26.498" v="5363" actId="6549"/>
        <pc:sldMkLst>
          <pc:docMk/>
          <pc:sldMk cId="3354174528" sldId="279"/>
        </pc:sldMkLst>
        <pc:spChg chg="add mod">
          <ac:chgData name="adilton junio" userId="66b3fade76ecdf97" providerId="LiveId" clId="{A46F4E48-C705-44C9-A099-EA6ACF000FB9}" dt="2024-07-17T20:58:44.626" v="5147" actId="1076"/>
          <ac:spMkLst>
            <pc:docMk/>
            <pc:sldMk cId="3354174528" sldId="279"/>
            <ac:spMk id="2" creationId="{DA8CF963-DFBA-191D-6226-8C319EF88352}"/>
          </ac:spMkLst>
        </pc:spChg>
        <pc:spChg chg="del">
          <ac:chgData name="adilton junio" userId="66b3fade76ecdf97" providerId="LiveId" clId="{A46F4E48-C705-44C9-A099-EA6ACF000FB9}" dt="2024-07-17T20:31:09.684" v="4464" actId="478"/>
          <ac:spMkLst>
            <pc:docMk/>
            <pc:sldMk cId="3354174528" sldId="279"/>
            <ac:spMk id="3" creationId="{7B305DCE-2540-6FFB-DD07-5D1F64AD9DD5}"/>
          </ac:spMkLst>
        </pc:spChg>
        <pc:spChg chg="del">
          <ac:chgData name="adilton junio" userId="66b3fade76ecdf97" providerId="LiveId" clId="{A46F4E48-C705-44C9-A099-EA6ACF000FB9}" dt="2024-07-17T20:31:09.684" v="4464" actId="478"/>
          <ac:spMkLst>
            <pc:docMk/>
            <pc:sldMk cId="3354174528" sldId="279"/>
            <ac:spMk id="5" creationId="{8063A2EC-67DF-16FC-04C9-17B22464C224}"/>
          </ac:spMkLst>
        </pc:spChg>
        <pc:spChg chg="del">
          <ac:chgData name="adilton junio" userId="66b3fade76ecdf97" providerId="LiveId" clId="{A46F4E48-C705-44C9-A099-EA6ACF000FB9}" dt="2024-07-17T20:31:09.684" v="4464" actId="478"/>
          <ac:spMkLst>
            <pc:docMk/>
            <pc:sldMk cId="3354174528" sldId="279"/>
            <ac:spMk id="7" creationId="{F0A6077C-E2D4-6983-8AF3-FF77E566AD4D}"/>
          </ac:spMkLst>
        </pc:spChg>
        <pc:spChg chg="add mod">
          <ac:chgData name="adilton junio" userId="66b3fade76ecdf97" providerId="LiveId" clId="{A46F4E48-C705-44C9-A099-EA6ACF000FB9}" dt="2024-07-17T20:59:06.412" v="5149" actId="1076"/>
          <ac:spMkLst>
            <pc:docMk/>
            <pc:sldMk cId="3354174528" sldId="279"/>
            <ac:spMk id="10" creationId="{2ECC959B-2CB3-08E2-D335-48580B8FCF25}"/>
          </ac:spMkLst>
        </pc:spChg>
        <pc:spChg chg="del">
          <ac:chgData name="adilton junio" userId="66b3fade76ecdf97" providerId="LiveId" clId="{A46F4E48-C705-44C9-A099-EA6ACF000FB9}" dt="2024-07-17T20:31:09.684" v="4464" actId="478"/>
          <ac:spMkLst>
            <pc:docMk/>
            <pc:sldMk cId="3354174528" sldId="279"/>
            <ac:spMk id="11" creationId="{5D62F853-91CD-03F9-8832-E48B9134B710}"/>
          </ac:spMkLst>
        </pc:spChg>
        <pc:spChg chg="add mod">
          <ac:chgData name="adilton junio" userId="66b3fade76ecdf97" providerId="LiveId" clId="{A46F4E48-C705-44C9-A099-EA6ACF000FB9}" dt="2024-07-17T20:58:44.626" v="5147" actId="1076"/>
          <ac:spMkLst>
            <pc:docMk/>
            <pc:sldMk cId="3354174528" sldId="279"/>
            <ac:spMk id="12" creationId="{86EAF052-B16C-E1BE-D275-B3CA6D5CD179}"/>
          </ac:spMkLst>
        </pc:spChg>
        <pc:spChg chg="add mod">
          <ac:chgData name="adilton junio" userId="66b3fade76ecdf97" providerId="LiveId" clId="{A46F4E48-C705-44C9-A099-EA6ACF000FB9}" dt="2024-07-17T21:05:04.732" v="5249" actId="1076"/>
          <ac:spMkLst>
            <pc:docMk/>
            <pc:sldMk cId="3354174528" sldId="279"/>
            <ac:spMk id="13" creationId="{AC6F5E15-18DC-4E9E-DF3F-AA1C67C44FC4}"/>
          </ac:spMkLst>
        </pc:spChg>
        <pc:spChg chg="del">
          <ac:chgData name="adilton junio" userId="66b3fade76ecdf97" providerId="LiveId" clId="{A46F4E48-C705-44C9-A099-EA6ACF000FB9}" dt="2024-07-17T20:54:38.683" v="4988" actId="478"/>
          <ac:spMkLst>
            <pc:docMk/>
            <pc:sldMk cId="3354174528" sldId="279"/>
            <ac:spMk id="14" creationId="{94D5144B-E0E6-8D48-55E3-0B5A16C49B15}"/>
          </ac:spMkLst>
        </pc:spChg>
        <pc:spChg chg="del">
          <ac:chgData name="adilton junio" userId="66b3fade76ecdf97" providerId="LiveId" clId="{A46F4E48-C705-44C9-A099-EA6ACF000FB9}" dt="2024-07-17T20:31:09.684" v="4464" actId="478"/>
          <ac:spMkLst>
            <pc:docMk/>
            <pc:sldMk cId="3354174528" sldId="279"/>
            <ac:spMk id="15" creationId="{FE575891-7567-E326-A2A2-3838D9129D13}"/>
          </ac:spMkLst>
        </pc:spChg>
        <pc:spChg chg="add mod">
          <ac:chgData name="adilton junio" userId="66b3fade76ecdf97" providerId="LiveId" clId="{A46F4E48-C705-44C9-A099-EA6ACF000FB9}" dt="2024-07-17T20:58:44.626" v="5147" actId="1076"/>
          <ac:spMkLst>
            <pc:docMk/>
            <pc:sldMk cId="3354174528" sldId="279"/>
            <ac:spMk id="16" creationId="{48FA6079-991B-4683-141A-93E337636B1A}"/>
          </ac:spMkLst>
        </pc:spChg>
        <pc:spChg chg="add mod">
          <ac:chgData name="adilton junio" userId="66b3fade76ecdf97" providerId="LiveId" clId="{A46F4E48-C705-44C9-A099-EA6ACF000FB9}" dt="2024-07-17T20:59:18.210" v="5150" actId="1076"/>
          <ac:spMkLst>
            <pc:docMk/>
            <pc:sldMk cId="3354174528" sldId="279"/>
            <ac:spMk id="17" creationId="{07CEF847-8888-F5EF-1FA6-DDC6B4A36C1B}"/>
          </ac:spMkLst>
        </pc:spChg>
        <pc:spChg chg="del">
          <ac:chgData name="adilton junio" userId="66b3fade76ecdf97" providerId="LiveId" clId="{A46F4E48-C705-44C9-A099-EA6ACF000FB9}" dt="2024-07-17T20:54:38.683" v="4988" actId="478"/>
          <ac:spMkLst>
            <pc:docMk/>
            <pc:sldMk cId="3354174528" sldId="279"/>
            <ac:spMk id="19" creationId="{539B2072-3B39-0823-247A-9D5C70C2ED12}"/>
          </ac:spMkLst>
        </pc:spChg>
        <pc:spChg chg="del">
          <ac:chgData name="adilton junio" userId="66b3fade76ecdf97" providerId="LiveId" clId="{A46F4E48-C705-44C9-A099-EA6ACF000FB9}" dt="2024-07-17T20:54:38.683" v="4988" actId="478"/>
          <ac:spMkLst>
            <pc:docMk/>
            <pc:sldMk cId="3354174528" sldId="279"/>
            <ac:spMk id="20" creationId="{B9AD4F47-8CB5-19A3-6B32-40BC37FCC7A4}"/>
          </ac:spMkLst>
        </pc:spChg>
        <pc:spChg chg="del">
          <ac:chgData name="adilton junio" userId="66b3fade76ecdf97" providerId="LiveId" clId="{A46F4E48-C705-44C9-A099-EA6ACF000FB9}" dt="2024-07-17T20:31:09.684" v="4464" actId="478"/>
          <ac:spMkLst>
            <pc:docMk/>
            <pc:sldMk cId="3354174528" sldId="279"/>
            <ac:spMk id="21" creationId="{17E1618A-749C-EA94-05BE-DD3DF72928BB}"/>
          </ac:spMkLst>
        </pc:spChg>
        <pc:spChg chg="del">
          <ac:chgData name="adilton junio" userId="66b3fade76ecdf97" providerId="LiveId" clId="{A46F4E48-C705-44C9-A099-EA6ACF000FB9}" dt="2024-07-17T20:31:09.684" v="4464" actId="478"/>
          <ac:spMkLst>
            <pc:docMk/>
            <pc:sldMk cId="3354174528" sldId="279"/>
            <ac:spMk id="22" creationId="{306180F9-5365-457C-1C00-53DC7C021842}"/>
          </ac:spMkLst>
        </pc:spChg>
        <pc:spChg chg="del">
          <ac:chgData name="adilton junio" userId="66b3fade76ecdf97" providerId="LiveId" clId="{A46F4E48-C705-44C9-A099-EA6ACF000FB9}" dt="2024-07-17T20:54:38.683" v="4988" actId="478"/>
          <ac:spMkLst>
            <pc:docMk/>
            <pc:sldMk cId="3354174528" sldId="279"/>
            <ac:spMk id="23" creationId="{B24280F9-EB39-F074-6E63-8C7D3C8875A2}"/>
          </ac:spMkLst>
        </pc:spChg>
        <pc:spChg chg="del">
          <ac:chgData name="adilton junio" userId="66b3fade76ecdf97" providerId="LiveId" clId="{A46F4E48-C705-44C9-A099-EA6ACF000FB9}" dt="2024-07-17T20:54:38.683" v="4988" actId="478"/>
          <ac:spMkLst>
            <pc:docMk/>
            <pc:sldMk cId="3354174528" sldId="279"/>
            <ac:spMk id="24" creationId="{90D32FCC-9584-B139-A613-4ABFA69CAFD5}"/>
          </ac:spMkLst>
        </pc:spChg>
        <pc:spChg chg="del">
          <ac:chgData name="adilton junio" userId="66b3fade76ecdf97" providerId="LiveId" clId="{A46F4E48-C705-44C9-A099-EA6ACF000FB9}" dt="2024-07-17T20:54:38.683" v="4988" actId="478"/>
          <ac:spMkLst>
            <pc:docMk/>
            <pc:sldMk cId="3354174528" sldId="279"/>
            <ac:spMk id="25" creationId="{0CB5022C-A688-733F-44D9-60BAA37CE597}"/>
          </ac:spMkLst>
        </pc:spChg>
        <pc:spChg chg="del">
          <ac:chgData name="adilton junio" userId="66b3fade76ecdf97" providerId="LiveId" clId="{A46F4E48-C705-44C9-A099-EA6ACF000FB9}" dt="2024-07-17T20:54:38.683" v="4988" actId="478"/>
          <ac:spMkLst>
            <pc:docMk/>
            <pc:sldMk cId="3354174528" sldId="279"/>
            <ac:spMk id="26" creationId="{3249032C-AFD4-E5EC-9AED-73A0B0E1E087}"/>
          </ac:spMkLst>
        </pc:spChg>
        <pc:spChg chg="add mod">
          <ac:chgData name="adilton junio" userId="66b3fade76ecdf97" providerId="LiveId" clId="{A46F4E48-C705-44C9-A099-EA6ACF000FB9}" dt="2024-07-17T20:59:18.210" v="5150" actId="1076"/>
          <ac:spMkLst>
            <pc:docMk/>
            <pc:sldMk cId="3354174528" sldId="279"/>
            <ac:spMk id="27" creationId="{50F9B6F9-FE68-B0A1-8D70-A34D008534BB}"/>
          </ac:spMkLst>
        </pc:spChg>
        <pc:spChg chg="del">
          <ac:chgData name="adilton junio" userId="66b3fade76ecdf97" providerId="LiveId" clId="{A46F4E48-C705-44C9-A099-EA6ACF000FB9}" dt="2024-07-17T20:54:36.712" v="4987" actId="478"/>
          <ac:spMkLst>
            <pc:docMk/>
            <pc:sldMk cId="3354174528" sldId="279"/>
            <ac:spMk id="28" creationId="{A15C927B-3422-F1A0-EEB8-DBA02555C9B5}"/>
          </ac:spMkLst>
        </pc:spChg>
        <pc:spChg chg="del">
          <ac:chgData name="adilton junio" userId="66b3fade76ecdf97" providerId="LiveId" clId="{A46F4E48-C705-44C9-A099-EA6ACF000FB9}" dt="2024-07-17T20:54:36.712" v="4987" actId="478"/>
          <ac:spMkLst>
            <pc:docMk/>
            <pc:sldMk cId="3354174528" sldId="279"/>
            <ac:spMk id="34" creationId="{60DA8235-591F-55FE-F9E2-AFF701BBDB95}"/>
          </ac:spMkLst>
        </pc:spChg>
        <pc:spChg chg="del">
          <ac:chgData name="adilton junio" userId="66b3fade76ecdf97" providerId="LiveId" clId="{A46F4E48-C705-44C9-A099-EA6ACF000FB9}" dt="2024-07-17T20:54:38.683" v="4988" actId="478"/>
          <ac:spMkLst>
            <pc:docMk/>
            <pc:sldMk cId="3354174528" sldId="279"/>
            <ac:spMk id="39" creationId="{722828E4-8B91-0A39-CDD0-DC9E056B71E6}"/>
          </ac:spMkLst>
        </pc:spChg>
        <pc:spChg chg="del">
          <ac:chgData name="adilton junio" userId="66b3fade76ecdf97" providerId="LiveId" clId="{A46F4E48-C705-44C9-A099-EA6ACF000FB9}" dt="2024-07-17T20:54:38.683" v="4988" actId="478"/>
          <ac:spMkLst>
            <pc:docMk/>
            <pc:sldMk cId="3354174528" sldId="279"/>
            <ac:spMk id="42" creationId="{0220C587-7538-B23F-245C-2DFF839669C3}"/>
          </ac:spMkLst>
        </pc:spChg>
        <pc:spChg chg="del">
          <ac:chgData name="adilton junio" userId="66b3fade76ecdf97" providerId="LiveId" clId="{A46F4E48-C705-44C9-A099-EA6ACF000FB9}" dt="2024-07-17T20:54:38.683" v="4988" actId="478"/>
          <ac:spMkLst>
            <pc:docMk/>
            <pc:sldMk cId="3354174528" sldId="279"/>
            <ac:spMk id="43" creationId="{2131EC99-1D04-0D88-502E-04CBF261A5A7}"/>
          </ac:spMkLst>
        </pc:spChg>
        <pc:spChg chg="del">
          <ac:chgData name="adilton junio" userId="66b3fade76ecdf97" providerId="LiveId" clId="{A46F4E48-C705-44C9-A099-EA6ACF000FB9}" dt="2024-07-17T20:54:38.683" v="4988" actId="478"/>
          <ac:spMkLst>
            <pc:docMk/>
            <pc:sldMk cId="3354174528" sldId="279"/>
            <ac:spMk id="44" creationId="{1F45A3DF-0A88-4A87-4A97-268249D1CA97}"/>
          </ac:spMkLst>
        </pc:spChg>
        <pc:spChg chg="del">
          <ac:chgData name="adilton junio" userId="66b3fade76ecdf97" providerId="LiveId" clId="{A46F4E48-C705-44C9-A099-EA6ACF000FB9}" dt="2024-07-17T20:31:09.684" v="4464" actId="478"/>
          <ac:spMkLst>
            <pc:docMk/>
            <pc:sldMk cId="3354174528" sldId="279"/>
            <ac:spMk id="46" creationId="{D591BF2E-8C0A-C419-B04A-191ACA539A58}"/>
          </ac:spMkLst>
        </pc:spChg>
        <pc:spChg chg="add mod">
          <ac:chgData name="adilton junio" userId="66b3fade76ecdf97" providerId="LiveId" clId="{A46F4E48-C705-44C9-A099-EA6ACF000FB9}" dt="2024-07-17T20:59:20.258" v="5151" actId="1035"/>
          <ac:spMkLst>
            <pc:docMk/>
            <pc:sldMk cId="3354174528" sldId="279"/>
            <ac:spMk id="47" creationId="{0E950DE1-C6C8-5F2E-4F3E-042649CB4B1C}"/>
          </ac:spMkLst>
        </pc:spChg>
        <pc:spChg chg="add del mod">
          <ac:chgData name="adilton junio" userId="66b3fade76ecdf97" providerId="LiveId" clId="{A46F4E48-C705-44C9-A099-EA6ACF000FB9}" dt="2024-07-17T20:51:13.654" v="4912" actId="478"/>
          <ac:spMkLst>
            <pc:docMk/>
            <pc:sldMk cId="3354174528" sldId="279"/>
            <ac:spMk id="48" creationId="{DB48D5D2-CE80-0F8D-2587-6B3208A49A95}"/>
          </ac:spMkLst>
        </pc:spChg>
        <pc:spChg chg="add del mod">
          <ac:chgData name="adilton junio" userId="66b3fade76ecdf97" providerId="LiveId" clId="{A46F4E48-C705-44C9-A099-EA6ACF000FB9}" dt="2024-07-17T20:51:13.654" v="4912" actId="478"/>
          <ac:spMkLst>
            <pc:docMk/>
            <pc:sldMk cId="3354174528" sldId="279"/>
            <ac:spMk id="49" creationId="{A62C6FB3-8D91-D1C8-C267-1ED6DE798AB0}"/>
          </ac:spMkLst>
        </pc:spChg>
        <pc:spChg chg="add mod">
          <ac:chgData name="adilton junio" userId="66b3fade76ecdf97" providerId="LiveId" clId="{A46F4E48-C705-44C9-A099-EA6ACF000FB9}" dt="2024-07-17T21:14:26.498" v="5363" actId="6549"/>
          <ac:spMkLst>
            <pc:docMk/>
            <pc:sldMk cId="3354174528" sldId="279"/>
            <ac:spMk id="51" creationId="{C2B293B5-7F56-F9D2-9B12-0AD0544FF3FC}"/>
          </ac:spMkLst>
        </pc:spChg>
        <pc:spChg chg="add mod">
          <ac:chgData name="adilton junio" userId="66b3fade76ecdf97" providerId="LiveId" clId="{A46F4E48-C705-44C9-A099-EA6ACF000FB9}" dt="2024-07-17T21:11:02.578" v="5344" actId="6549"/>
          <ac:spMkLst>
            <pc:docMk/>
            <pc:sldMk cId="3354174528" sldId="279"/>
            <ac:spMk id="52" creationId="{4EF34342-3A16-41A5-661C-6076FEB49EAA}"/>
          </ac:spMkLst>
        </pc:spChg>
        <pc:spChg chg="add mod">
          <ac:chgData name="adilton junio" userId="66b3fade76ecdf97" providerId="LiveId" clId="{A46F4E48-C705-44C9-A099-EA6ACF000FB9}" dt="2024-07-17T21:04:15.061" v="5247" actId="14100"/>
          <ac:spMkLst>
            <pc:docMk/>
            <pc:sldMk cId="3354174528" sldId="279"/>
            <ac:spMk id="53" creationId="{9BC13F89-A614-8E97-21B6-C1B2DD8295AA}"/>
          </ac:spMkLst>
        </pc:spChg>
        <pc:spChg chg="del">
          <ac:chgData name="adilton junio" userId="66b3fade76ecdf97" providerId="LiveId" clId="{A46F4E48-C705-44C9-A099-EA6ACF000FB9}" dt="2024-07-17T20:54:38.683" v="4988" actId="478"/>
          <ac:spMkLst>
            <pc:docMk/>
            <pc:sldMk cId="3354174528" sldId="279"/>
            <ac:spMk id="60" creationId="{8367181B-B174-7222-9059-AD9CC7B667D9}"/>
          </ac:spMkLst>
        </pc:spChg>
        <pc:spChg chg="del">
          <ac:chgData name="adilton junio" userId="66b3fade76ecdf97" providerId="LiveId" clId="{A46F4E48-C705-44C9-A099-EA6ACF000FB9}" dt="2024-07-17T20:31:09.684" v="4464" actId="478"/>
          <ac:spMkLst>
            <pc:docMk/>
            <pc:sldMk cId="3354174528" sldId="279"/>
            <ac:spMk id="69" creationId="{FC60B356-1ADE-381F-211A-58EAAC72A0C0}"/>
          </ac:spMkLst>
        </pc:spChg>
        <pc:grpChg chg="del">
          <ac:chgData name="adilton junio" userId="66b3fade76ecdf97" providerId="LiveId" clId="{A46F4E48-C705-44C9-A099-EA6ACF000FB9}" dt="2024-07-17T20:54:38.683" v="4988" actId="478"/>
          <ac:grpSpMkLst>
            <pc:docMk/>
            <pc:sldMk cId="3354174528" sldId="279"/>
            <ac:grpSpMk id="36" creationId="{8B61572D-4DAE-FEF2-F897-F074964BFA5C}"/>
          </ac:grpSpMkLst>
        </pc:grpChg>
        <pc:grpChg chg="del">
          <ac:chgData name="adilton junio" userId="66b3fade76ecdf97" providerId="LiveId" clId="{A46F4E48-C705-44C9-A099-EA6ACF000FB9}" dt="2024-07-17T20:54:38.683" v="4988" actId="478"/>
          <ac:grpSpMkLst>
            <pc:docMk/>
            <pc:sldMk cId="3354174528" sldId="279"/>
            <ac:grpSpMk id="57" creationId="{1EACEB1E-8569-0ADF-A8AF-4D5D62DB2487}"/>
          </ac:grpSpMkLst>
        </pc:grpChg>
        <pc:grpChg chg="del">
          <ac:chgData name="adilton junio" userId="66b3fade76ecdf97" providerId="LiveId" clId="{A46F4E48-C705-44C9-A099-EA6ACF000FB9}" dt="2024-07-17T20:54:38.683" v="4988" actId="478"/>
          <ac:grpSpMkLst>
            <pc:docMk/>
            <pc:sldMk cId="3354174528" sldId="279"/>
            <ac:grpSpMk id="59" creationId="{EA77A0B7-2E7F-36CC-53CB-59515E22ED8F}"/>
          </ac:grpSpMkLst>
        </pc:grpChg>
        <pc:grpChg chg="del">
          <ac:chgData name="adilton junio" userId="66b3fade76ecdf97" providerId="LiveId" clId="{A46F4E48-C705-44C9-A099-EA6ACF000FB9}" dt="2024-07-17T20:54:38.683" v="4988" actId="478"/>
          <ac:grpSpMkLst>
            <pc:docMk/>
            <pc:sldMk cId="3354174528" sldId="279"/>
            <ac:grpSpMk id="64" creationId="{20ED0C21-A564-8B2B-7F3E-561F7B10F9B6}"/>
          </ac:grpSpMkLst>
        </pc:grpChg>
        <pc:picChg chg="del">
          <ac:chgData name="adilton junio" userId="66b3fade76ecdf97" providerId="LiveId" clId="{A46F4E48-C705-44C9-A099-EA6ACF000FB9}" dt="2024-07-17T20:31:09.684" v="4464" actId="478"/>
          <ac:picMkLst>
            <pc:docMk/>
            <pc:sldMk cId="3354174528" sldId="279"/>
            <ac:picMk id="18" creationId="{D71D12F1-159A-B1FC-AB79-D11B7B21EE77}"/>
          </ac:picMkLst>
        </pc:picChg>
        <pc:cxnChg chg="del mod">
          <ac:chgData name="adilton junio" userId="66b3fade76ecdf97" providerId="LiveId" clId="{A46F4E48-C705-44C9-A099-EA6ACF000FB9}" dt="2024-07-17T20:54:38.683" v="4988" actId="478"/>
          <ac:cxnSpMkLst>
            <pc:docMk/>
            <pc:sldMk cId="3354174528" sldId="279"/>
            <ac:cxnSpMk id="45" creationId="{4B976358-D9FD-1545-5FF0-AF658E00DA3B}"/>
          </ac:cxnSpMkLst>
        </pc:cxnChg>
        <pc:cxnChg chg="del mod">
          <ac:chgData name="adilton junio" userId="66b3fade76ecdf97" providerId="LiveId" clId="{A46F4E48-C705-44C9-A099-EA6ACF000FB9}" dt="2024-07-17T20:54:38.683" v="4988" actId="478"/>
          <ac:cxnSpMkLst>
            <pc:docMk/>
            <pc:sldMk cId="3354174528" sldId="279"/>
            <ac:cxnSpMk id="50" creationId="{9533CE13-CCBA-C2A4-A9E6-EC5F30E5C72A}"/>
          </ac:cxnSpMkLst>
        </pc:cxnChg>
      </pc:sldChg>
    </pc:docChg>
  </pc:docChgLst>
  <pc:docChgLst>
    <pc:chgData name="adilton junio" userId="66b3fade76ecdf97" providerId="LiveId" clId="{F3496230-9008-429C-AE45-C6C5CB853630}"/>
    <pc:docChg chg="undo custSel addSld modSld sldOrd">
      <pc:chgData name="adilton junio" userId="66b3fade76ecdf97" providerId="LiveId" clId="{F3496230-9008-429C-AE45-C6C5CB853630}" dt="2024-07-16T14:44:37.893" v="342"/>
      <pc:docMkLst>
        <pc:docMk/>
      </pc:docMkLst>
      <pc:sldChg chg="delSp mod">
        <pc:chgData name="adilton junio" userId="66b3fade76ecdf97" providerId="LiveId" clId="{F3496230-9008-429C-AE45-C6C5CB853630}" dt="2024-07-16T14:43:21.901" v="256" actId="21"/>
        <pc:sldMkLst>
          <pc:docMk/>
          <pc:sldMk cId="519801105" sldId="265"/>
        </pc:sldMkLst>
        <pc:grpChg chg="del">
          <ac:chgData name="adilton junio" userId="66b3fade76ecdf97" providerId="LiveId" clId="{F3496230-9008-429C-AE45-C6C5CB853630}" dt="2024-07-16T14:43:21.901" v="256" actId="21"/>
          <ac:grpSpMkLst>
            <pc:docMk/>
            <pc:sldMk cId="519801105" sldId="265"/>
            <ac:grpSpMk id="13" creationId="{33D1CCA9-C701-8F48-AB0F-762A7BC6A610}"/>
          </ac:grpSpMkLst>
        </pc:grpChg>
      </pc:sldChg>
      <pc:sldChg chg="addSp delSp modSp new mod ord">
        <pc:chgData name="adilton junio" userId="66b3fade76ecdf97" providerId="LiveId" clId="{F3496230-9008-429C-AE45-C6C5CB853630}" dt="2024-07-16T14:03:47.822" v="152" actId="6549"/>
        <pc:sldMkLst>
          <pc:docMk/>
          <pc:sldMk cId="2638793871" sldId="266"/>
        </pc:sldMkLst>
        <pc:spChg chg="del">
          <ac:chgData name="adilton junio" userId="66b3fade76ecdf97" providerId="LiveId" clId="{F3496230-9008-429C-AE45-C6C5CB853630}" dt="2024-07-16T13:53:01.168" v="4" actId="478"/>
          <ac:spMkLst>
            <pc:docMk/>
            <pc:sldMk cId="2638793871" sldId="266"/>
            <ac:spMk id="2" creationId="{EC663550-2C37-262B-E2BA-425D09DD29BE}"/>
          </ac:spMkLst>
        </pc:spChg>
        <pc:spChg chg="del">
          <ac:chgData name="adilton junio" userId="66b3fade76ecdf97" providerId="LiveId" clId="{F3496230-9008-429C-AE45-C6C5CB853630}" dt="2024-07-16T13:53:00.720" v="3" actId="478"/>
          <ac:spMkLst>
            <pc:docMk/>
            <pc:sldMk cId="2638793871" sldId="266"/>
            <ac:spMk id="3" creationId="{1AD2B9FB-4802-4379-54C2-F10B9C380F18}"/>
          </ac:spMkLst>
        </pc:spChg>
        <pc:spChg chg="add mod">
          <ac:chgData name="adilton junio" userId="66b3fade76ecdf97" providerId="LiveId" clId="{F3496230-9008-429C-AE45-C6C5CB853630}" dt="2024-07-16T14:03:47.822" v="152" actId="6549"/>
          <ac:spMkLst>
            <pc:docMk/>
            <pc:sldMk cId="2638793871" sldId="266"/>
            <ac:spMk id="7" creationId="{31D06EC5-8553-0F5A-D878-AF0600CAF2F8}"/>
          </ac:spMkLst>
        </pc:spChg>
        <pc:picChg chg="add mod">
          <ac:chgData name="adilton junio" userId="66b3fade76ecdf97" providerId="LiveId" clId="{F3496230-9008-429C-AE45-C6C5CB853630}" dt="2024-07-16T13:53:21.898" v="7" actId="962"/>
          <ac:picMkLst>
            <pc:docMk/>
            <pc:sldMk cId="2638793871" sldId="266"/>
            <ac:picMk id="5" creationId="{0BE23913-79BD-9474-5788-E7ED9ADC8697}"/>
          </ac:picMkLst>
        </pc:picChg>
      </pc:sldChg>
      <pc:sldChg chg="addSp delSp modSp new mod">
        <pc:chgData name="adilton junio" userId="66b3fade76ecdf97" providerId="LiveId" clId="{F3496230-9008-429C-AE45-C6C5CB853630}" dt="2024-07-16T14:11:27.679" v="243"/>
        <pc:sldMkLst>
          <pc:docMk/>
          <pc:sldMk cId="617235767" sldId="267"/>
        </pc:sldMkLst>
        <pc:spChg chg="del">
          <ac:chgData name="adilton junio" userId="66b3fade76ecdf97" providerId="LiveId" clId="{F3496230-9008-429C-AE45-C6C5CB853630}" dt="2024-07-16T13:58:29.645" v="97" actId="478"/>
          <ac:spMkLst>
            <pc:docMk/>
            <pc:sldMk cId="617235767" sldId="267"/>
            <ac:spMk id="2" creationId="{3EAFEF55-6DBE-41CE-4D49-D286333910B3}"/>
          </ac:spMkLst>
        </pc:spChg>
        <pc:spChg chg="del">
          <ac:chgData name="adilton junio" userId="66b3fade76ecdf97" providerId="LiveId" clId="{F3496230-9008-429C-AE45-C6C5CB853630}" dt="2024-07-16T13:58:28.700" v="96" actId="478"/>
          <ac:spMkLst>
            <pc:docMk/>
            <pc:sldMk cId="617235767" sldId="267"/>
            <ac:spMk id="3" creationId="{2F1B6BAA-CEC8-4A63-340D-E7E12F3C5DF7}"/>
          </ac:spMkLst>
        </pc:spChg>
        <pc:spChg chg="add mod">
          <ac:chgData name="adilton junio" userId="66b3fade76ecdf97" providerId="LiveId" clId="{F3496230-9008-429C-AE45-C6C5CB853630}" dt="2024-07-16T13:58:59.977" v="102" actId="14100"/>
          <ac:spMkLst>
            <pc:docMk/>
            <pc:sldMk cId="617235767" sldId="267"/>
            <ac:spMk id="4" creationId="{310BE2A7-F3D2-24C6-A415-EA4964A8FD02}"/>
          </ac:spMkLst>
        </pc:spChg>
        <pc:spChg chg="add del mod">
          <ac:chgData name="adilton junio" userId="66b3fade76ecdf97" providerId="LiveId" clId="{F3496230-9008-429C-AE45-C6C5CB853630}" dt="2024-07-16T14:04:21.938" v="153" actId="478"/>
          <ac:spMkLst>
            <pc:docMk/>
            <pc:sldMk cId="617235767" sldId="267"/>
            <ac:spMk id="7" creationId="{384F6631-5697-D248-56FF-E17C463D8543}"/>
          </ac:spMkLst>
        </pc:spChg>
        <pc:spChg chg="add mod">
          <ac:chgData name="adilton junio" userId="66b3fade76ecdf97" providerId="LiveId" clId="{F3496230-9008-429C-AE45-C6C5CB853630}" dt="2024-07-16T14:02:57.186" v="148" actId="1076"/>
          <ac:spMkLst>
            <pc:docMk/>
            <pc:sldMk cId="617235767" sldId="267"/>
            <ac:spMk id="8" creationId="{9BEF1642-B655-7CAD-CD9D-3570B3E8A5FE}"/>
          </ac:spMkLst>
        </pc:spChg>
        <pc:spChg chg="add mod">
          <ac:chgData name="adilton junio" userId="66b3fade76ecdf97" providerId="LiveId" clId="{F3496230-9008-429C-AE45-C6C5CB853630}" dt="2024-07-16T14:04:26.469" v="154" actId="1076"/>
          <ac:spMkLst>
            <pc:docMk/>
            <pc:sldMk cId="617235767" sldId="267"/>
            <ac:spMk id="9" creationId="{6712AAAE-5D61-5AD9-F1A7-A27ACC47ED61}"/>
          </ac:spMkLst>
        </pc:spChg>
        <pc:spChg chg="mod">
          <ac:chgData name="adilton junio" userId="66b3fade76ecdf97" providerId="LiveId" clId="{F3496230-9008-429C-AE45-C6C5CB853630}" dt="2024-07-16T14:02:13.409" v="137" actId="27803"/>
          <ac:spMkLst>
            <pc:docMk/>
            <pc:sldMk cId="617235767" sldId="267"/>
            <ac:spMk id="11" creationId="{BF2902C4-8A04-4075-9FC3-BA04CA508335}"/>
          </ac:spMkLst>
        </pc:spChg>
        <pc:spChg chg="mod">
          <ac:chgData name="adilton junio" userId="66b3fade76ecdf97" providerId="LiveId" clId="{F3496230-9008-429C-AE45-C6C5CB853630}" dt="2024-07-16T14:02:13.409" v="137" actId="27803"/>
          <ac:spMkLst>
            <pc:docMk/>
            <pc:sldMk cId="617235767" sldId="267"/>
            <ac:spMk id="12" creationId="{B5440BA2-B495-45A3-0411-026721D3C01B}"/>
          </ac:spMkLst>
        </pc:spChg>
        <pc:spChg chg="mod">
          <ac:chgData name="adilton junio" userId="66b3fade76ecdf97" providerId="LiveId" clId="{F3496230-9008-429C-AE45-C6C5CB853630}" dt="2024-07-16T14:02:13.409" v="137" actId="27803"/>
          <ac:spMkLst>
            <pc:docMk/>
            <pc:sldMk cId="617235767" sldId="267"/>
            <ac:spMk id="13" creationId="{F2C1D4B7-6904-40EA-1821-C33BA11FDB0C}"/>
          </ac:spMkLst>
        </pc:spChg>
        <pc:spChg chg="mod">
          <ac:chgData name="adilton junio" userId="66b3fade76ecdf97" providerId="LiveId" clId="{F3496230-9008-429C-AE45-C6C5CB853630}" dt="2024-07-16T14:02:13.409" v="137" actId="27803"/>
          <ac:spMkLst>
            <pc:docMk/>
            <pc:sldMk cId="617235767" sldId="267"/>
            <ac:spMk id="14" creationId="{DC8250C4-3749-5EA9-A0A1-CE36524694BC}"/>
          </ac:spMkLst>
        </pc:spChg>
        <pc:spChg chg="mod">
          <ac:chgData name="adilton junio" userId="66b3fade76ecdf97" providerId="LiveId" clId="{F3496230-9008-429C-AE45-C6C5CB853630}" dt="2024-07-16T14:02:42.025" v="142" actId="1076"/>
          <ac:spMkLst>
            <pc:docMk/>
            <pc:sldMk cId="617235767" sldId="267"/>
            <ac:spMk id="15" creationId="{40531122-E032-C745-4B89-098B622A75FB}"/>
          </ac:spMkLst>
        </pc:spChg>
        <pc:spChg chg="mod">
          <ac:chgData name="adilton junio" userId="66b3fade76ecdf97" providerId="LiveId" clId="{F3496230-9008-429C-AE45-C6C5CB853630}" dt="2024-07-16T14:02:13.409" v="137" actId="27803"/>
          <ac:spMkLst>
            <pc:docMk/>
            <pc:sldMk cId="617235767" sldId="267"/>
            <ac:spMk id="18" creationId="{0239249E-BCB5-F1CE-6C80-4698C28F9180}"/>
          </ac:spMkLst>
        </pc:spChg>
        <pc:spChg chg="mod">
          <ac:chgData name="adilton junio" userId="66b3fade76ecdf97" providerId="LiveId" clId="{F3496230-9008-429C-AE45-C6C5CB853630}" dt="2024-07-16T14:02:13.409" v="137" actId="27803"/>
          <ac:spMkLst>
            <pc:docMk/>
            <pc:sldMk cId="617235767" sldId="267"/>
            <ac:spMk id="19" creationId="{C12EFCF1-B8DC-9E94-B9BC-B3A84DBB7C6C}"/>
          </ac:spMkLst>
        </pc:spChg>
        <pc:spChg chg="mod">
          <ac:chgData name="adilton junio" userId="66b3fade76ecdf97" providerId="LiveId" clId="{F3496230-9008-429C-AE45-C6C5CB853630}" dt="2024-07-16T14:02:13.409" v="137" actId="27803"/>
          <ac:spMkLst>
            <pc:docMk/>
            <pc:sldMk cId="617235767" sldId="267"/>
            <ac:spMk id="20" creationId="{49D53B7A-C37E-F81F-AA55-D6EB0056CF04}"/>
          </ac:spMkLst>
        </pc:spChg>
        <pc:spChg chg="mod">
          <ac:chgData name="adilton junio" userId="66b3fade76ecdf97" providerId="LiveId" clId="{F3496230-9008-429C-AE45-C6C5CB853630}" dt="2024-07-16T14:02:13.409" v="137" actId="27803"/>
          <ac:spMkLst>
            <pc:docMk/>
            <pc:sldMk cId="617235767" sldId="267"/>
            <ac:spMk id="21" creationId="{0F401C2E-EEB9-2308-FF59-7C1D05F0D78E}"/>
          </ac:spMkLst>
        </pc:spChg>
        <pc:spChg chg="mod">
          <ac:chgData name="adilton junio" userId="66b3fade76ecdf97" providerId="LiveId" clId="{F3496230-9008-429C-AE45-C6C5CB853630}" dt="2024-07-16T14:02:13.409" v="137" actId="27803"/>
          <ac:spMkLst>
            <pc:docMk/>
            <pc:sldMk cId="617235767" sldId="267"/>
            <ac:spMk id="22" creationId="{25ECFED2-A829-7DB8-C95F-2707D7152DED}"/>
          </ac:spMkLst>
        </pc:spChg>
        <pc:spChg chg="mod">
          <ac:chgData name="adilton junio" userId="66b3fade76ecdf97" providerId="LiveId" clId="{F3496230-9008-429C-AE45-C6C5CB853630}" dt="2024-07-16T14:02:13.409" v="137" actId="27803"/>
          <ac:spMkLst>
            <pc:docMk/>
            <pc:sldMk cId="617235767" sldId="267"/>
            <ac:spMk id="23" creationId="{421336BA-E4CE-1010-73D5-DB2211448460}"/>
          </ac:spMkLst>
        </pc:spChg>
        <pc:spChg chg="mod">
          <ac:chgData name="adilton junio" userId="66b3fade76ecdf97" providerId="LiveId" clId="{F3496230-9008-429C-AE45-C6C5CB853630}" dt="2024-07-16T14:02:13.409" v="137" actId="27803"/>
          <ac:spMkLst>
            <pc:docMk/>
            <pc:sldMk cId="617235767" sldId="267"/>
            <ac:spMk id="24" creationId="{CBEAED9E-3D8D-7968-5E08-BDC83230C5B8}"/>
          </ac:spMkLst>
        </pc:spChg>
        <pc:spChg chg="mod">
          <ac:chgData name="adilton junio" userId="66b3fade76ecdf97" providerId="LiveId" clId="{F3496230-9008-429C-AE45-C6C5CB853630}" dt="2024-07-16T14:02:13.409" v="137" actId="27803"/>
          <ac:spMkLst>
            <pc:docMk/>
            <pc:sldMk cId="617235767" sldId="267"/>
            <ac:spMk id="25" creationId="{9C912427-B972-FE92-ED96-E8DB4ABFCF60}"/>
          </ac:spMkLst>
        </pc:spChg>
        <pc:spChg chg="mod">
          <ac:chgData name="adilton junio" userId="66b3fade76ecdf97" providerId="LiveId" clId="{F3496230-9008-429C-AE45-C6C5CB853630}" dt="2024-07-16T14:02:13.409" v="137" actId="27803"/>
          <ac:spMkLst>
            <pc:docMk/>
            <pc:sldMk cId="617235767" sldId="267"/>
            <ac:spMk id="26" creationId="{BB4707C3-5840-C6CB-7AD3-4F4C75345781}"/>
          </ac:spMkLst>
        </pc:spChg>
        <pc:spChg chg="mod">
          <ac:chgData name="adilton junio" userId="66b3fade76ecdf97" providerId="LiveId" clId="{F3496230-9008-429C-AE45-C6C5CB853630}" dt="2024-07-16T14:02:13.409" v="137" actId="27803"/>
          <ac:spMkLst>
            <pc:docMk/>
            <pc:sldMk cId="617235767" sldId="267"/>
            <ac:spMk id="27" creationId="{E0614A92-4C36-0ACD-64BC-E6354E8C7FED}"/>
          </ac:spMkLst>
        </pc:spChg>
        <pc:spChg chg="mod">
          <ac:chgData name="adilton junio" userId="66b3fade76ecdf97" providerId="LiveId" clId="{F3496230-9008-429C-AE45-C6C5CB853630}" dt="2024-07-16T14:02:13.409" v="137" actId="27803"/>
          <ac:spMkLst>
            <pc:docMk/>
            <pc:sldMk cId="617235767" sldId="267"/>
            <ac:spMk id="28" creationId="{AB723152-6DB0-5FF1-8783-7128CAA0DDB1}"/>
          </ac:spMkLst>
        </pc:spChg>
        <pc:spChg chg="mod">
          <ac:chgData name="adilton junio" userId="66b3fade76ecdf97" providerId="LiveId" clId="{F3496230-9008-429C-AE45-C6C5CB853630}" dt="2024-07-16T14:02:13.409" v="137" actId="27803"/>
          <ac:spMkLst>
            <pc:docMk/>
            <pc:sldMk cId="617235767" sldId="267"/>
            <ac:spMk id="29" creationId="{55E3CB32-CF8D-2024-53CE-7D040F40B296}"/>
          </ac:spMkLst>
        </pc:spChg>
        <pc:spChg chg="mod">
          <ac:chgData name="adilton junio" userId="66b3fade76ecdf97" providerId="LiveId" clId="{F3496230-9008-429C-AE45-C6C5CB853630}" dt="2024-07-16T14:02:13.409" v="137" actId="27803"/>
          <ac:spMkLst>
            <pc:docMk/>
            <pc:sldMk cId="617235767" sldId="267"/>
            <ac:spMk id="30" creationId="{CD98EE19-48A1-B1A9-531F-9005A70D2FCC}"/>
          </ac:spMkLst>
        </pc:spChg>
        <pc:spChg chg="mod">
          <ac:chgData name="adilton junio" userId="66b3fade76ecdf97" providerId="LiveId" clId="{F3496230-9008-429C-AE45-C6C5CB853630}" dt="2024-07-16T14:02:13.409" v="137" actId="27803"/>
          <ac:spMkLst>
            <pc:docMk/>
            <pc:sldMk cId="617235767" sldId="267"/>
            <ac:spMk id="31" creationId="{09D1F830-6908-B150-203D-89D60E791039}"/>
          </ac:spMkLst>
        </pc:spChg>
        <pc:spChg chg="mod">
          <ac:chgData name="adilton junio" userId="66b3fade76ecdf97" providerId="LiveId" clId="{F3496230-9008-429C-AE45-C6C5CB853630}" dt="2024-07-16T14:02:13.409" v="137" actId="27803"/>
          <ac:spMkLst>
            <pc:docMk/>
            <pc:sldMk cId="617235767" sldId="267"/>
            <ac:spMk id="32" creationId="{5DA1AAEA-E46B-5A4B-DA8D-E987D90D6951}"/>
          </ac:spMkLst>
        </pc:spChg>
        <pc:spChg chg="mod">
          <ac:chgData name="adilton junio" userId="66b3fade76ecdf97" providerId="LiveId" clId="{F3496230-9008-429C-AE45-C6C5CB853630}" dt="2024-07-16T14:02:13.409" v="137" actId="27803"/>
          <ac:spMkLst>
            <pc:docMk/>
            <pc:sldMk cId="617235767" sldId="267"/>
            <ac:spMk id="33" creationId="{970A9208-8571-5A97-063B-BDC43602823A}"/>
          </ac:spMkLst>
        </pc:spChg>
        <pc:spChg chg="mod">
          <ac:chgData name="adilton junio" userId="66b3fade76ecdf97" providerId="LiveId" clId="{F3496230-9008-429C-AE45-C6C5CB853630}" dt="2024-07-16T14:02:13.409" v="137" actId="27803"/>
          <ac:spMkLst>
            <pc:docMk/>
            <pc:sldMk cId="617235767" sldId="267"/>
            <ac:spMk id="34" creationId="{E2F2002B-3830-A896-2C7D-618822A99098}"/>
          </ac:spMkLst>
        </pc:spChg>
        <pc:spChg chg="mod">
          <ac:chgData name="adilton junio" userId="66b3fade76ecdf97" providerId="LiveId" clId="{F3496230-9008-429C-AE45-C6C5CB853630}" dt="2024-07-16T14:02:13.409" v="137" actId="27803"/>
          <ac:spMkLst>
            <pc:docMk/>
            <pc:sldMk cId="617235767" sldId="267"/>
            <ac:spMk id="35" creationId="{447E7501-B89B-16AC-D4E1-41D5C81A6A74}"/>
          </ac:spMkLst>
        </pc:spChg>
        <pc:spChg chg="mod">
          <ac:chgData name="adilton junio" userId="66b3fade76ecdf97" providerId="LiveId" clId="{F3496230-9008-429C-AE45-C6C5CB853630}" dt="2024-07-16T14:02:13.409" v="137" actId="27803"/>
          <ac:spMkLst>
            <pc:docMk/>
            <pc:sldMk cId="617235767" sldId="267"/>
            <ac:spMk id="36" creationId="{E3716BDA-D9B0-05DD-8A55-B51830D8E729}"/>
          </ac:spMkLst>
        </pc:spChg>
        <pc:spChg chg="mod">
          <ac:chgData name="adilton junio" userId="66b3fade76ecdf97" providerId="LiveId" clId="{F3496230-9008-429C-AE45-C6C5CB853630}" dt="2024-07-16T14:02:13.409" v="137" actId="27803"/>
          <ac:spMkLst>
            <pc:docMk/>
            <pc:sldMk cId="617235767" sldId="267"/>
            <ac:spMk id="38" creationId="{BB75EFEB-8B7A-45A3-9990-363B94D6EA08}"/>
          </ac:spMkLst>
        </pc:spChg>
        <pc:spChg chg="mod">
          <ac:chgData name="adilton junio" userId="66b3fade76ecdf97" providerId="LiveId" clId="{F3496230-9008-429C-AE45-C6C5CB853630}" dt="2024-07-16T14:02:13.409" v="137" actId="27803"/>
          <ac:spMkLst>
            <pc:docMk/>
            <pc:sldMk cId="617235767" sldId="267"/>
            <ac:spMk id="39" creationId="{76CE2130-CF19-8A24-E8AE-2ABAD52EFF9B}"/>
          </ac:spMkLst>
        </pc:spChg>
        <pc:spChg chg="mod">
          <ac:chgData name="adilton junio" userId="66b3fade76ecdf97" providerId="LiveId" clId="{F3496230-9008-429C-AE45-C6C5CB853630}" dt="2024-07-16T14:02:13.409" v="137" actId="27803"/>
          <ac:spMkLst>
            <pc:docMk/>
            <pc:sldMk cId="617235767" sldId="267"/>
            <ac:spMk id="40" creationId="{1D0FE968-8A8C-CD48-4F67-89762659D31A}"/>
          </ac:spMkLst>
        </pc:spChg>
        <pc:spChg chg="mod">
          <ac:chgData name="adilton junio" userId="66b3fade76ecdf97" providerId="LiveId" clId="{F3496230-9008-429C-AE45-C6C5CB853630}" dt="2024-07-16T14:02:13.409" v="137" actId="27803"/>
          <ac:spMkLst>
            <pc:docMk/>
            <pc:sldMk cId="617235767" sldId="267"/>
            <ac:spMk id="41" creationId="{39F7ACFC-19C8-A72B-A592-89DDE8C908B0}"/>
          </ac:spMkLst>
        </pc:spChg>
        <pc:spChg chg="mod">
          <ac:chgData name="adilton junio" userId="66b3fade76ecdf97" providerId="LiveId" clId="{F3496230-9008-429C-AE45-C6C5CB853630}" dt="2024-07-16T14:02:13.409" v="137" actId="27803"/>
          <ac:spMkLst>
            <pc:docMk/>
            <pc:sldMk cId="617235767" sldId="267"/>
            <ac:spMk id="42" creationId="{72A0DD4A-F3E8-BDBE-9F64-7A23AEF86B03}"/>
          </ac:spMkLst>
        </pc:spChg>
        <pc:spChg chg="mod">
          <ac:chgData name="adilton junio" userId="66b3fade76ecdf97" providerId="LiveId" clId="{F3496230-9008-429C-AE45-C6C5CB853630}" dt="2024-07-16T14:02:13.409" v="137" actId="27803"/>
          <ac:spMkLst>
            <pc:docMk/>
            <pc:sldMk cId="617235767" sldId="267"/>
            <ac:spMk id="43" creationId="{27DE4D1E-7004-83EF-2264-8FBD18B1E5DC}"/>
          </ac:spMkLst>
        </pc:spChg>
        <pc:spChg chg="mod">
          <ac:chgData name="adilton junio" userId="66b3fade76ecdf97" providerId="LiveId" clId="{F3496230-9008-429C-AE45-C6C5CB853630}" dt="2024-07-16T14:02:13.409" v="137" actId="27803"/>
          <ac:spMkLst>
            <pc:docMk/>
            <pc:sldMk cId="617235767" sldId="267"/>
            <ac:spMk id="44" creationId="{5B1BBB0B-B2EC-3D90-2223-E9C4227E4E6C}"/>
          </ac:spMkLst>
        </pc:spChg>
        <pc:spChg chg="mod">
          <ac:chgData name="adilton junio" userId="66b3fade76ecdf97" providerId="LiveId" clId="{F3496230-9008-429C-AE45-C6C5CB853630}" dt="2024-07-16T14:02:13.409" v="137" actId="27803"/>
          <ac:spMkLst>
            <pc:docMk/>
            <pc:sldMk cId="617235767" sldId="267"/>
            <ac:spMk id="45" creationId="{10E73FCE-3E0E-ED92-2F0B-77B680CBECCD}"/>
          </ac:spMkLst>
        </pc:spChg>
        <pc:spChg chg="mod">
          <ac:chgData name="adilton junio" userId="66b3fade76ecdf97" providerId="LiveId" clId="{F3496230-9008-429C-AE45-C6C5CB853630}" dt="2024-07-16T14:02:13.409" v="137" actId="27803"/>
          <ac:spMkLst>
            <pc:docMk/>
            <pc:sldMk cId="617235767" sldId="267"/>
            <ac:spMk id="46" creationId="{8296BB9D-6BC0-6E22-41A4-C75DB857C796}"/>
          </ac:spMkLst>
        </pc:spChg>
        <pc:spChg chg="mod">
          <ac:chgData name="adilton junio" userId="66b3fade76ecdf97" providerId="LiveId" clId="{F3496230-9008-429C-AE45-C6C5CB853630}" dt="2024-07-16T14:02:13.409" v="137" actId="27803"/>
          <ac:spMkLst>
            <pc:docMk/>
            <pc:sldMk cId="617235767" sldId="267"/>
            <ac:spMk id="47" creationId="{32151E32-D507-6AD6-64C0-14357E48490F}"/>
          </ac:spMkLst>
        </pc:spChg>
        <pc:spChg chg="mod">
          <ac:chgData name="adilton junio" userId="66b3fade76ecdf97" providerId="LiveId" clId="{F3496230-9008-429C-AE45-C6C5CB853630}" dt="2024-07-16T14:02:13.409" v="137" actId="27803"/>
          <ac:spMkLst>
            <pc:docMk/>
            <pc:sldMk cId="617235767" sldId="267"/>
            <ac:spMk id="48" creationId="{4E498CDD-F49A-A82F-336B-2B5F3E82685B}"/>
          </ac:spMkLst>
        </pc:spChg>
        <pc:spChg chg="mod">
          <ac:chgData name="adilton junio" userId="66b3fade76ecdf97" providerId="LiveId" clId="{F3496230-9008-429C-AE45-C6C5CB853630}" dt="2024-07-16T14:02:13.409" v="137" actId="27803"/>
          <ac:spMkLst>
            <pc:docMk/>
            <pc:sldMk cId="617235767" sldId="267"/>
            <ac:spMk id="49" creationId="{9526D7EA-F1FF-6FD1-D5C0-847AE23CB25B}"/>
          </ac:spMkLst>
        </pc:spChg>
        <pc:spChg chg="mod">
          <ac:chgData name="adilton junio" userId="66b3fade76ecdf97" providerId="LiveId" clId="{F3496230-9008-429C-AE45-C6C5CB853630}" dt="2024-07-16T14:02:13.409" v="137" actId="27803"/>
          <ac:spMkLst>
            <pc:docMk/>
            <pc:sldMk cId="617235767" sldId="267"/>
            <ac:spMk id="50" creationId="{6AC62998-6A7C-ADB1-3F59-129F297BF39F}"/>
          </ac:spMkLst>
        </pc:spChg>
        <pc:spChg chg="mod">
          <ac:chgData name="adilton junio" userId="66b3fade76ecdf97" providerId="LiveId" clId="{F3496230-9008-429C-AE45-C6C5CB853630}" dt="2024-07-16T14:02:13.409" v="137" actId="27803"/>
          <ac:spMkLst>
            <pc:docMk/>
            <pc:sldMk cId="617235767" sldId="267"/>
            <ac:spMk id="54" creationId="{54E5B363-A841-EC44-1CAB-597B29F61233}"/>
          </ac:spMkLst>
        </pc:spChg>
        <pc:spChg chg="mod">
          <ac:chgData name="adilton junio" userId="66b3fade76ecdf97" providerId="LiveId" clId="{F3496230-9008-429C-AE45-C6C5CB853630}" dt="2024-07-16T14:02:13.409" v="137" actId="27803"/>
          <ac:spMkLst>
            <pc:docMk/>
            <pc:sldMk cId="617235767" sldId="267"/>
            <ac:spMk id="55" creationId="{86C985F0-E921-E8E3-8717-CD1738A25524}"/>
          </ac:spMkLst>
        </pc:spChg>
        <pc:spChg chg="mod">
          <ac:chgData name="adilton junio" userId="66b3fade76ecdf97" providerId="LiveId" clId="{F3496230-9008-429C-AE45-C6C5CB853630}" dt="2024-07-16T14:02:13.409" v="137" actId="27803"/>
          <ac:spMkLst>
            <pc:docMk/>
            <pc:sldMk cId="617235767" sldId="267"/>
            <ac:spMk id="56" creationId="{ACB1CC27-7301-4888-332F-DB7CB674F09E}"/>
          </ac:spMkLst>
        </pc:spChg>
        <pc:spChg chg="mod">
          <ac:chgData name="adilton junio" userId="66b3fade76ecdf97" providerId="LiveId" clId="{F3496230-9008-429C-AE45-C6C5CB853630}" dt="2024-07-16T14:02:13.409" v="137" actId="27803"/>
          <ac:spMkLst>
            <pc:docMk/>
            <pc:sldMk cId="617235767" sldId="267"/>
            <ac:spMk id="57" creationId="{294E2423-3AEF-8DC9-35B2-863AE4F94405}"/>
          </ac:spMkLst>
        </pc:spChg>
        <pc:spChg chg="mod">
          <ac:chgData name="adilton junio" userId="66b3fade76ecdf97" providerId="LiveId" clId="{F3496230-9008-429C-AE45-C6C5CB853630}" dt="2024-07-16T14:02:13.409" v="137" actId="27803"/>
          <ac:spMkLst>
            <pc:docMk/>
            <pc:sldMk cId="617235767" sldId="267"/>
            <ac:spMk id="58" creationId="{56FA571B-431E-0057-9761-9537CB438BF6}"/>
          </ac:spMkLst>
        </pc:spChg>
        <pc:spChg chg="mod">
          <ac:chgData name="adilton junio" userId="66b3fade76ecdf97" providerId="LiveId" clId="{F3496230-9008-429C-AE45-C6C5CB853630}" dt="2024-07-16T14:02:13.409" v="137" actId="27803"/>
          <ac:spMkLst>
            <pc:docMk/>
            <pc:sldMk cId="617235767" sldId="267"/>
            <ac:spMk id="59" creationId="{4A35F4FF-AE06-53CE-D213-E5629DFAE02F}"/>
          </ac:spMkLst>
        </pc:spChg>
        <pc:spChg chg="mod">
          <ac:chgData name="adilton junio" userId="66b3fade76ecdf97" providerId="LiveId" clId="{F3496230-9008-429C-AE45-C6C5CB853630}" dt="2024-07-16T14:02:13.409" v="137" actId="27803"/>
          <ac:spMkLst>
            <pc:docMk/>
            <pc:sldMk cId="617235767" sldId="267"/>
            <ac:spMk id="60" creationId="{F4D36E34-E351-A513-C4A1-000744F24185}"/>
          </ac:spMkLst>
        </pc:spChg>
        <pc:spChg chg="mod">
          <ac:chgData name="adilton junio" userId="66b3fade76ecdf97" providerId="LiveId" clId="{F3496230-9008-429C-AE45-C6C5CB853630}" dt="2024-07-16T14:02:13.409" v="137" actId="27803"/>
          <ac:spMkLst>
            <pc:docMk/>
            <pc:sldMk cId="617235767" sldId="267"/>
            <ac:spMk id="61" creationId="{E4CDBB66-136D-9826-14BB-13664EEB1FB4}"/>
          </ac:spMkLst>
        </pc:spChg>
        <pc:spChg chg="mod">
          <ac:chgData name="adilton junio" userId="66b3fade76ecdf97" providerId="LiveId" clId="{F3496230-9008-429C-AE45-C6C5CB853630}" dt="2024-07-16T14:02:13.409" v="137" actId="27803"/>
          <ac:spMkLst>
            <pc:docMk/>
            <pc:sldMk cId="617235767" sldId="267"/>
            <ac:spMk id="62" creationId="{9500D386-A256-7B11-CEA2-CC2EA1BEB790}"/>
          </ac:spMkLst>
        </pc:spChg>
        <pc:spChg chg="mod">
          <ac:chgData name="adilton junio" userId="66b3fade76ecdf97" providerId="LiveId" clId="{F3496230-9008-429C-AE45-C6C5CB853630}" dt="2024-07-16T14:02:13.409" v="137" actId="27803"/>
          <ac:spMkLst>
            <pc:docMk/>
            <pc:sldMk cId="617235767" sldId="267"/>
            <ac:spMk id="63" creationId="{30380DB2-3FD0-EED4-9F3C-958E1EBD7026}"/>
          </ac:spMkLst>
        </pc:spChg>
        <pc:spChg chg="add del mod">
          <ac:chgData name="adilton junio" userId="66b3fade76ecdf97" providerId="LiveId" clId="{F3496230-9008-429C-AE45-C6C5CB853630}" dt="2024-07-16T14:02:41.568" v="141" actId="478"/>
          <ac:spMkLst>
            <pc:docMk/>
            <pc:sldMk cId="617235767" sldId="267"/>
            <ac:spMk id="64" creationId="{9775D5F5-32F9-730E-BEB9-D7265CF360EE}"/>
          </ac:spMkLst>
        </pc:spChg>
        <pc:spChg chg="mod">
          <ac:chgData name="adilton junio" userId="66b3fade76ecdf97" providerId="LiveId" clId="{F3496230-9008-429C-AE45-C6C5CB853630}" dt="2024-07-16T14:02:13.409" v="137" actId="27803"/>
          <ac:spMkLst>
            <pc:docMk/>
            <pc:sldMk cId="617235767" sldId="267"/>
            <ac:spMk id="65" creationId="{EFD262B5-1A9F-45D6-9CD0-B334B8AB0058}"/>
          </ac:spMkLst>
        </pc:spChg>
        <pc:spChg chg="mod">
          <ac:chgData name="adilton junio" userId="66b3fade76ecdf97" providerId="LiveId" clId="{F3496230-9008-429C-AE45-C6C5CB853630}" dt="2024-07-16T14:02:13.409" v="137" actId="27803"/>
          <ac:spMkLst>
            <pc:docMk/>
            <pc:sldMk cId="617235767" sldId="267"/>
            <ac:spMk id="66" creationId="{98F6443E-F305-67C2-5C8F-07B04C3953EA}"/>
          </ac:spMkLst>
        </pc:spChg>
        <pc:spChg chg="mod">
          <ac:chgData name="adilton junio" userId="66b3fade76ecdf97" providerId="LiveId" clId="{F3496230-9008-429C-AE45-C6C5CB853630}" dt="2024-07-16T14:02:13.409" v="137" actId="27803"/>
          <ac:spMkLst>
            <pc:docMk/>
            <pc:sldMk cId="617235767" sldId="267"/>
            <ac:spMk id="67" creationId="{F516B622-210C-BC2A-01E5-5FE2C3271D4F}"/>
          </ac:spMkLst>
        </pc:spChg>
        <pc:spChg chg="mod">
          <ac:chgData name="adilton junio" userId="66b3fade76ecdf97" providerId="LiveId" clId="{F3496230-9008-429C-AE45-C6C5CB853630}" dt="2024-07-16T14:02:13.409" v="137" actId="27803"/>
          <ac:spMkLst>
            <pc:docMk/>
            <pc:sldMk cId="617235767" sldId="267"/>
            <ac:spMk id="68" creationId="{F5DF12F4-096F-3BA7-E77B-813BAEA62C4E}"/>
          </ac:spMkLst>
        </pc:spChg>
        <pc:spChg chg="mod">
          <ac:chgData name="adilton junio" userId="66b3fade76ecdf97" providerId="LiveId" clId="{F3496230-9008-429C-AE45-C6C5CB853630}" dt="2024-07-16T14:02:13.409" v="137" actId="27803"/>
          <ac:spMkLst>
            <pc:docMk/>
            <pc:sldMk cId="617235767" sldId="267"/>
            <ac:spMk id="69" creationId="{1F505F65-14B6-020D-B3F4-61D259632A4F}"/>
          </ac:spMkLst>
        </pc:spChg>
        <pc:spChg chg="mod">
          <ac:chgData name="adilton junio" userId="66b3fade76ecdf97" providerId="LiveId" clId="{F3496230-9008-429C-AE45-C6C5CB853630}" dt="2024-07-16T14:02:13.409" v="137" actId="27803"/>
          <ac:spMkLst>
            <pc:docMk/>
            <pc:sldMk cId="617235767" sldId="267"/>
            <ac:spMk id="70" creationId="{85ADAB94-3F67-802E-18FF-DD3EEE42ADB8}"/>
          </ac:spMkLst>
        </pc:spChg>
        <pc:spChg chg="mod">
          <ac:chgData name="adilton junio" userId="66b3fade76ecdf97" providerId="LiveId" clId="{F3496230-9008-429C-AE45-C6C5CB853630}" dt="2024-07-16T14:02:13.409" v="137" actId="27803"/>
          <ac:spMkLst>
            <pc:docMk/>
            <pc:sldMk cId="617235767" sldId="267"/>
            <ac:spMk id="71" creationId="{A965A993-500D-E217-4082-9D4F2AD220EB}"/>
          </ac:spMkLst>
        </pc:spChg>
        <pc:spChg chg="mod">
          <ac:chgData name="adilton junio" userId="66b3fade76ecdf97" providerId="LiveId" clId="{F3496230-9008-429C-AE45-C6C5CB853630}" dt="2024-07-16T14:02:13.409" v="137" actId="27803"/>
          <ac:spMkLst>
            <pc:docMk/>
            <pc:sldMk cId="617235767" sldId="267"/>
            <ac:spMk id="72" creationId="{C1F01A41-8F0C-18B8-9AE0-DFF88A98F041}"/>
          </ac:spMkLst>
        </pc:spChg>
        <pc:spChg chg="mod">
          <ac:chgData name="adilton junio" userId="66b3fade76ecdf97" providerId="LiveId" clId="{F3496230-9008-429C-AE45-C6C5CB853630}" dt="2024-07-16T14:02:13.409" v="137" actId="27803"/>
          <ac:spMkLst>
            <pc:docMk/>
            <pc:sldMk cId="617235767" sldId="267"/>
            <ac:spMk id="74" creationId="{45F40FC5-FFF5-766C-985B-1EF97793D375}"/>
          </ac:spMkLst>
        </pc:spChg>
        <pc:spChg chg="mod">
          <ac:chgData name="adilton junio" userId="66b3fade76ecdf97" providerId="LiveId" clId="{F3496230-9008-429C-AE45-C6C5CB853630}" dt="2024-07-16T14:02:13.409" v="137" actId="27803"/>
          <ac:spMkLst>
            <pc:docMk/>
            <pc:sldMk cId="617235767" sldId="267"/>
            <ac:spMk id="75" creationId="{58C7962C-5CB4-4013-51DE-92B4C484B147}"/>
          </ac:spMkLst>
        </pc:spChg>
        <pc:spChg chg="mod">
          <ac:chgData name="adilton junio" userId="66b3fade76ecdf97" providerId="LiveId" clId="{F3496230-9008-429C-AE45-C6C5CB853630}" dt="2024-07-16T14:02:13.409" v="137" actId="27803"/>
          <ac:spMkLst>
            <pc:docMk/>
            <pc:sldMk cId="617235767" sldId="267"/>
            <ac:spMk id="76" creationId="{AC5960F4-8F50-5C96-1FD8-5894018D8D9E}"/>
          </ac:spMkLst>
        </pc:spChg>
        <pc:spChg chg="mod">
          <ac:chgData name="adilton junio" userId="66b3fade76ecdf97" providerId="LiveId" clId="{F3496230-9008-429C-AE45-C6C5CB853630}" dt="2024-07-16T14:02:13.409" v="137" actId="27803"/>
          <ac:spMkLst>
            <pc:docMk/>
            <pc:sldMk cId="617235767" sldId="267"/>
            <ac:spMk id="77" creationId="{D21793C2-E5A5-5F71-C4A6-630EA4225DFA}"/>
          </ac:spMkLst>
        </pc:spChg>
        <pc:spChg chg="mod">
          <ac:chgData name="adilton junio" userId="66b3fade76ecdf97" providerId="LiveId" clId="{F3496230-9008-429C-AE45-C6C5CB853630}" dt="2024-07-16T14:02:13.409" v="137" actId="27803"/>
          <ac:spMkLst>
            <pc:docMk/>
            <pc:sldMk cId="617235767" sldId="267"/>
            <ac:spMk id="78" creationId="{F6B20A73-A0D3-997C-7866-5993DC817403}"/>
          </ac:spMkLst>
        </pc:spChg>
        <pc:spChg chg="mod">
          <ac:chgData name="adilton junio" userId="66b3fade76ecdf97" providerId="LiveId" clId="{F3496230-9008-429C-AE45-C6C5CB853630}" dt="2024-07-16T14:02:13.409" v="137" actId="27803"/>
          <ac:spMkLst>
            <pc:docMk/>
            <pc:sldMk cId="617235767" sldId="267"/>
            <ac:spMk id="79" creationId="{EAE0B35B-F488-57D4-A93C-B6989B5029B8}"/>
          </ac:spMkLst>
        </pc:spChg>
        <pc:spChg chg="mod">
          <ac:chgData name="adilton junio" userId="66b3fade76ecdf97" providerId="LiveId" clId="{F3496230-9008-429C-AE45-C6C5CB853630}" dt="2024-07-16T14:02:13.409" v="137" actId="27803"/>
          <ac:spMkLst>
            <pc:docMk/>
            <pc:sldMk cId="617235767" sldId="267"/>
            <ac:spMk id="80" creationId="{D670CABC-7D72-C5D1-EDBE-B7BF18ECC929}"/>
          </ac:spMkLst>
        </pc:spChg>
        <pc:spChg chg="mod">
          <ac:chgData name="adilton junio" userId="66b3fade76ecdf97" providerId="LiveId" clId="{F3496230-9008-429C-AE45-C6C5CB853630}" dt="2024-07-16T14:02:13.409" v="137" actId="27803"/>
          <ac:spMkLst>
            <pc:docMk/>
            <pc:sldMk cId="617235767" sldId="267"/>
            <ac:spMk id="81" creationId="{08F5BF75-599A-D69A-7286-00F303CA8612}"/>
          </ac:spMkLst>
        </pc:spChg>
        <pc:spChg chg="mod">
          <ac:chgData name="adilton junio" userId="66b3fade76ecdf97" providerId="LiveId" clId="{F3496230-9008-429C-AE45-C6C5CB853630}" dt="2024-07-16T14:02:13.409" v="137" actId="27803"/>
          <ac:spMkLst>
            <pc:docMk/>
            <pc:sldMk cId="617235767" sldId="267"/>
            <ac:spMk id="82" creationId="{E479E548-78D4-EA2E-2214-171FA0902649}"/>
          </ac:spMkLst>
        </pc:spChg>
        <pc:spChg chg="mod">
          <ac:chgData name="adilton junio" userId="66b3fade76ecdf97" providerId="LiveId" clId="{F3496230-9008-429C-AE45-C6C5CB853630}" dt="2024-07-16T14:02:13.409" v="137" actId="27803"/>
          <ac:spMkLst>
            <pc:docMk/>
            <pc:sldMk cId="617235767" sldId="267"/>
            <ac:spMk id="83" creationId="{644DF8E8-C5D2-415A-3678-B4D027A01618}"/>
          </ac:spMkLst>
        </pc:spChg>
        <pc:spChg chg="mod">
          <ac:chgData name="adilton junio" userId="66b3fade76ecdf97" providerId="LiveId" clId="{F3496230-9008-429C-AE45-C6C5CB853630}" dt="2024-07-16T14:02:13.409" v="137" actId="27803"/>
          <ac:spMkLst>
            <pc:docMk/>
            <pc:sldMk cId="617235767" sldId="267"/>
            <ac:spMk id="84" creationId="{8DFE5228-20E8-5254-9F4E-587D0031A8DB}"/>
          </ac:spMkLst>
        </pc:spChg>
        <pc:spChg chg="mod">
          <ac:chgData name="adilton junio" userId="66b3fade76ecdf97" providerId="LiveId" clId="{F3496230-9008-429C-AE45-C6C5CB853630}" dt="2024-07-16T14:02:13.409" v="137" actId="27803"/>
          <ac:spMkLst>
            <pc:docMk/>
            <pc:sldMk cId="617235767" sldId="267"/>
            <ac:spMk id="85" creationId="{17747EEA-71C3-D91C-C14A-C2801101625D}"/>
          </ac:spMkLst>
        </pc:spChg>
        <pc:spChg chg="mod">
          <ac:chgData name="adilton junio" userId="66b3fade76ecdf97" providerId="LiveId" clId="{F3496230-9008-429C-AE45-C6C5CB853630}" dt="2024-07-16T14:02:13.409" v="137" actId="27803"/>
          <ac:spMkLst>
            <pc:docMk/>
            <pc:sldMk cId="617235767" sldId="267"/>
            <ac:spMk id="86" creationId="{AFCE1B3F-1095-719A-AA9A-5BC70A7FD061}"/>
          </ac:spMkLst>
        </pc:spChg>
        <pc:spChg chg="mod">
          <ac:chgData name="adilton junio" userId="66b3fade76ecdf97" providerId="LiveId" clId="{F3496230-9008-429C-AE45-C6C5CB853630}" dt="2024-07-16T14:02:13.409" v="137" actId="27803"/>
          <ac:spMkLst>
            <pc:docMk/>
            <pc:sldMk cId="617235767" sldId="267"/>
            <ac:spMk id="87" creationId="{792AB56A-55B9-A866-E80A-49E93B742842}"/>
          </ac:spMkLst>
        </pc:spChg>
        <pc:spChg chg="mod">
          <ac:chgData name="adilton junio" userId="66b3fade76ecdf97" providerId="LiveId" clId="{F3496230-9008-429C-AE45-C6C5CB853630}" dt="2024-07-16T14:02:13.409" v="137" actId="27803"/>
          <ac:spMkLst>
            <pc:docMk/>
            <pc:sldMk cId="617235767" sldId="267"/>
            <ac:spMk id="88" creationId="{61D1AEC4-1566-CA9B-CC0B-612B12D6CA0E}"/>
          </ac:spMkLst>
        </pc:spChg>
        <pc:spChg chg="mod">
          <ac:chgData name="adilton junio" userId="66b3fade76ecdf97" providerId="LiveId" clId="{F3496230-9008-429C-AE45-C6C5CB853630}" dt="2024-07-16T14:02:13.409" v="137" actId="27803"/>
          <ac:spMkLst>
            <pc:docMk/>
            <pc:sldMk cId="617235767" sldId="267"/>
            <ac:spMk id="89" creationId="{DBE06A12-EAE5-4F14-17D5-FA81BD982954}"/>
          </ac:spMkLst>
        </pc:spChg>
        <pc:spChg chg="mod">
          <ac:chgData name="adilton junio" userId="66b3fade76ecdf97" providerId="LiveId" clId="{F3496230-9008-429C-AE45-C6C5CB853630}" dt="2024-07-16T14:02:13.409" v="137" actId="27803"/>
          <ac:spMkLst>
            <pc:docMk/>
            <pc:sldMk cId="617235767" sldId="267"/>
            <ac:spMk id="90" creationId="{4458FDE2-9B9E-7AAD-B1B6-CFBA2626B8C7}"/>
          </ac:spMkLst>
        </pc:spChg>
        <pc:spChg chg="mod">
          <ac:chgData name="adilton junio" userId="66b3fade76ecdf97" providerId="LiveId" clId="{F3496230-9008-429C-AE45-C6C5CB853630}" dt="2024-07-16T14:02:13.409" v="137" actId="27803"/>
          <ac:spMkLst>
            <pc:docMk/>
            <pc:sldMk cId="617235767" sldId="267"/>
            <ac:spMk id="91" creationId="{1EDC3B1A-715A-5ADB-A3DB-ABB16C8DE3CE}"/>
          </ac:spMkLst>
        </pc:spChg>
        <pc:spChg chg="add mod">
          <ac:chgData name="adilton junio" userId="66b3fade76ecdf97" providerId="LiveId" clId="{F3496230-9008-429C-AE45-C6C5CB853630}" dt="2024-07-16T14:11:27.679" v="243"/>
          <ac:spMkLst>
            <pc:docMk/>
            <pc:sldMk cId="617235767" sldId="267"/>
            <ac:spMk id="92" creationId="{389AD4BA-DE4A-1658-2487-F94C2EEF6666}"/>
          </ac:spMkLst>
        </pc:spChg>
        <pc:spChg chg="add mod">
          <ac:chgData name="adilton junio" userId="66b3fade76ecdf97" providerId="LiveId" clId="{F3496230-9008-429C-AE45-C6C5CB853630}" dt="2024-07-16T14:08:26.853" v="207" actId="14100"/>
          <ac:spMkLst>
            <pc:docMk/>
            <pc:sldMk cId="617235767" sldId="267"/>
            <ac:spMk id="94" creationId="{D1D8FCDA-4632-6080-1621-67CDF796C564}"/>
          </ac:spMkLst>
        </pc:spChg>
        <pc:grpChg chg="mod">
          <ac:chgData name="adilton junio" userId="66b3fade76ecdf97" providerId="LiveId" clId="{F3496230-9008-429C-AE45-C6C5CB853630}" dt="2024-07-16T14:02:42.245" v="143" actId="1076"/>
          <ac:grpSpMkLst>
            <pc:docMk/>
            <pc:sldMk cId="617235767" sldId="267"/>
            <ac:grpSpMk id="10" creationId="{CA00779F-5C2E-A5A6-5C0F-3C7F7E86B71D}"/>
          </ac:grpSpMkLst>
        </pc:grpChg>
        <pc:grpChg chg="mod">
          <ac:chgData name="adilton junio" userId="66b3fade76ecdf97" providerId="LiveId" clId="{F3496230-9008-429C-AE45-C6C5CB853630}" dt="2024-07-16T14:02:13.409" v="137" actId="27803"/>
          <ac:grpSpMkLst>
            <pc:docMk/>
            <pc:sldMk cId="617235767" sldId="267"/>
            <ac:grpSpMk id="16" creationId="{DD7D3B0C-1B45-E98E-2B37-EF0F59548D68}"/>
          </ac:grpSpMkLst>
        </pc:grpChg>
        <pc:grpChg chg="mod">
          <ac:chgData name="adilton junio" userId="66b3fade76ecdf97" providerId="LiveId" clId="{F3496230-9008-429C-AE45-C6C5CB853630}" dt="2024-07-16T14:02:13.409" v="137" actId="27803"/>
          <ac:grpSpMkLst>
            <pc:docMk/>
            <pc:sldMk cId="617235767" sldId="267"/>
            <ac:grpSpMk id="17" creationId="{9FA2592B-4619-3E03-BD15-59572DE2CB26}"/>
          </ac:grpSpMkLst>
        </pc:grpChg>
        <pc:grpChg chg="mod">
          <ac:chgData name="adilton junio" userId="66b3fade76ecdf97" providerId="LiveId" clId="{F3496230-9008-429C-AE45-C6C5CB853630}" dt="2024-07-16T14:02:13.409" v="137" actId="27803"/>
          <ac:grpSpMkLst>
            <pc:docMk/>
            <pc:sldMk cId="617235767" sldId="267"/>
            <ac:grpSpMk id="37" creationId="{EAFEC043-1355-D93A-E101-D54A3390E2A0}"/>
          </ac:grpSpMkLst>
        </pc:grpChg>
        <pc:grpChg chg="mod">
          <ac:chgData name="adilton junio" userId="66b3fade76ecdf97" providerId="LiveId" clId="{F3496230-9008-429C-AE45-C6C5CB853630}" dt="2024-07-16T14:02:13.409" v="137" actId="27803"/>
          <ac:grpSpMkLst>
            <pc:docMk/>
            <pc:sldMk cId="617235767" sldId="267"/>
            <ac:grpSpMk id="51" creationId="{AA844BD8-83BD-DC7B-233D-3415C4FCB705}"/>
          </ac:grpSpMkLst>
        </pc:grpChg>
        <pc:grpChg chg="mod">
          <ac:chgData name="adilton junio" userId="66b3fade76ecdf97" providerId="LiveId" clId="{F3496230-9008-429C-AE45-C6C5CB853630}" dt="2024-07-16T14:02:13.409" v="137" actId="27803"/>
          <ac:grpSpMkLst>
            <pc:docMk/>
            <pc:sldMk cId="617235767" sldId="267"/>
            <ac:grpSpMk id="52" creationId="{5DBF2003-0A9D-0C9D-AB08-9C7C3000FA5F}"/>
          </ac:grpSpMkLst>
        </pc:grpChg>
        <pc:grpChg chg="mod">
          <ac:chgData name="adilton junio" userId="66b3fade76ecdf97" providerId="LiveId" clId="{F3496230-9008-429C-AE45-C6C5CB853630}" dt="2024-07-16T14:02:13.409" v="137" actId="27803"/>
          <ac:grpSpMkLst>
            <pc:docMk/>
            <pc:sldMk cId="617235767" sldId="267"/>
            <ac:grpSpMk id="53" creationId="{123F3A27-943D-2BA8-9298-574E6BA20EE4}"/>
          </ac:grpSpMkLst>
        </pc:grpChg>
        <pc:grpChg chg="mod">
          <ac:chgData name="adilton junio" userId="66b3fade76ecdf97" providerId="LiveId" clId="{F3496230-9008-429C-AE45-C6C5CB853630}" dt="2024-07-16T14:02:13.409" v="137" actId="27803"/>
          <ac:grpSpMkLst>
            <pc:docMk/>
            <pc:sldMk cId="617235767" sldId="267"/>
            <ac:grpSpMk id="73" creationId="{6270C93C-9851-A2E9-26DF-F44CD8CCECB6}"/>
          </ac:grpSpMkLst>
        </pc:grpChg>
        <pc:picChg chg="add del mod modCrop">
          <ac:chgData name="adilton junio" userId="66b3fade76ecdf97" providerId="LiveId" clId="{F3496230-9008-429C-AE45-C6C5CB853630}" dt="2024-07-16T14:03:38.316" v="151" actId="1076"/>
          <ac:picMkLst>
            <pc:docMk/>
            <pc:sldMk cId="617235767" sldId="267"/>
            <ac:picMk id="6" creationId="{9DA9C8AB-72FF-D7D8-7E4D-1C5ECDBF0C8D}"/>
          </ac:picMkLst>
        </pc:picChg>
      </pc:sldChg>
      <pc:sldChg chg="modSp add mod">
        <pc:chgData name="adilton junio" userId="66b3fade76ecdf97" providerId="LiveId" clId="{F3496230-9008-429C-AE45-C6C5CB853630}" dt="2024-07-16T14:10:53.054" v="240" actId="948"/>
        <pc:sldMkLst>
          <pc:docMk/>
          <pc:sldMk cId="929919720" sldId="268"/>
        </pc:sldMkLst>
        <pc:spChg chg="mod">
          <ac:chgData name="adilton junio" userId="66b3fade76ecdf97" providerId="LiveId" clId="{F3496230-9008-429C-AE45-C6C5CB853630}" dt="2024-07-16T14:08:59.712" v="220" actId="20577"/>
          <ac:spMkLst>
            <pc:docMk/>
            <pc:sldMk cId="929919720" sldId="268"/>
            <ac:spMk id="92" creationId="{389AD4BA-DE4A-1658-2487-F94C2EEF6666}"/>
          </ac:spMkLst>
        </pc:spChg>
        <pc:spChg chg="mod">
          <ac:chgData name="adilton junio" userId="66b3fade76ecdf97" providerId="LiveId" clId="{F3496230-9008-429C-AE45-C6C5CB853630}" dt="2024-07-16T14:10:53.054" v="240" actId="948"/>
          <ac:spMkLst>
            <pc:docMk/>
            <pc:sldMk cId="929919720" sldId="268"/>
            <ac:spMk id="94" creationId="{D1D8FCDA-4632-6080-1621-67CDF796C564}"/>
          </ac:spMkLst>
        </pc:spChg>
      </pc:sldChg>
      <pc:sldChg chg="addSp modSp add mod">
        <pc:chgData name="adilton junio" userId="66b3fade76ecdf97" providerId="LiveId" clId="{F3496230-9008-429C-AE45-C6C5CB853630}" dt="2024-07-16T14:44:37.893" v="342"/>
        <pc:sldMkLst>
          <pc:docMk/>
          <pc:sldMk cId="488082418" sldId="269"/>
        </pc:sldMkLst>
        <pc:spChg chg="mod">
          <ac:chgData name="adilton junio" userId="66b3fade76ecdf97" providerId="LiveId" clId="{F3496230-9008-429C-AE45-C6C5CB853630}" dt="2024-07-16T14:43:31.037" v="258"/>
          <ac:spMkLst>
            <pc:docMk/>
            <pc:sldMk cId="488082418" sldId="269"/>
            <ac:spMk id="5" creationId="{C4C62FA0-2554-C740-B43F-6979E70E9F6C}"/>
          </ac:spMkLst>
        </pc:spChg>
        <pc:spChg chg="mod">
          <ac:chgData name="adilton junio" userId="66b3fade76ecdf97" providerId="LiveId" clId="{F3496230-9008-429C-AE45-C6C5CB853630}" dt="2024-07-16T14:43:31.037" v="258"/>
          <ac:spMkLst>
            <pc:docMk/>
            <pc:sldMk cId="488082418" sldId="269"/>
            <ac:spMk id="7" creationId="{D5AB4974-7F33-2D29-24EC-EF0F440B000C}"/>
          </ac:spMkLst>
        </pc:spChg>
        <pc:spChg chg="mod">
          <ac:chgData name="adilton junio" userId="66b3fade76ecdf97" providerId="LiveId" clId="{F3496230-9008-429C-AE45-C6C5CB853630}" dt="2024-07-16T14:43:31.037" v="258"/>
          <ac:spMkLst>
            <pc:docMk/>
            <pc:sldMk cId="488082418" sldId="269"/>
            <ac:spMk id="11" creationId="{E41E8B59-2FDB-5188-1767-1E09A35552F3}"/>
          </ac:spMkLst>
        </pc:spChg>
        <pc:spChg chg="mod">
          <ac:chgData name="adilton junio" userId="66b3fade76ecdf97" providerId="LiveId" clId="{F3496230-9008-429C-AE45-C6C5CB853630}" dt="2024-07-16T14:43:31.037" v="258"/>
          <ac:spMkLst>
            <pc:docMk/>
            <pc:sldMk cId="488082418" sldId="269"/>
            <ac:spMk id="12" creationId="{5440CEF9-E9C8-DE55-99A2-893903DCC911}"/>
          </ac:spMkLst>
        </pc:spChg>
        <pc:spChg chg="mod">
          <ac:chgData name="adilton junio" userId="66b3fade76ecdf97" providerId="LiveId" clId="{F3496230-9008-429C-AE45-C6C5CB853630}" dt="2024-07-16T14:43:31.037" v="258"/>
          <ac:spMkLst>
            <pc:docMk/>
            <pc:sldMk cId="488082418" sldId="269"/>
            <ac:spMk id="40" creationId="{758CB222-ED5A-3FEA-69FB-61051C83702E}"/>
          </ac:spMkLst>
        </pc:spChg>
        <pc:spChg chg="mod">
          <ac:chgData name="adilton junio" userId="66b3fade76ecdf97" providerId="LiveId" clId="{F3496230-9008-429C-AE45-C6C5CB853630}" dt="2024-07-16T14:43:31.037" v="258"/>
          <ac:spMkLst>
            <pc:docMk/>
            <pc:sldMk cId="488082418" sldId="269"/>
            <ac:spMk id="51" creationId="{F69A3152-00B5-2F7C-B322-DD009CCAF487}"/>
          </ac:spMkLst>
        </pc:spChg>
        <pc:spChg chg="mod">
          <ac:chgData name="adilton junio" userId="66b3fade76ecdf97" providerId="LiveId" clId="{F3496230-9008-429C-AE45-C6C5CB853630}" dt="2024-07-16T14:11:36.280" v="255" actId="6549"/>
          <ac:spMkLst>
            <pc:docMk/>
            <pc:sldMk cId="488082418" sldId="269"/>
            <ac:spMk id="92" creationId="{389AD4BA-DE4A-1658-2487-F94C2EEF6666}"/>
          </ac:spMkLst>
        </pc:spChg>
        <pc:spChg chg="mod">
          <ac:chgData name="adilton junio" userId="66b3fade76ecdf97" providerId="LiveId" clId="{F3496230-9008-429C-AE45-C6C5CB853630}" dt="2024-07-16T14:44:37.893" v="342"/>
          <ac:spMkLst>
            <pc:docMk/>
            <pc:sldMk cId="488082418" sldId="269"/>
            <ac:spMk id="94" creationId="{D1D8FCDA-4632-6080-1621-67CDF796C564}"/>
          </ac:spMkLst>
        </pc:spChg>
        <pc:grpChg chg="add mod">
          <ac:chgData name="adilton junio" userId="66b3fade76ecdf97" providerId="LiveId" clId="{F3496230-9008-429C-AE45-C6C5CB853630}" dt="2024-07-16T14:43:34.863" v="259" actId="1076"/>
          <ac:grpSpMkLst>
            <pc:docMk/>
            <pc:sldMk cId="488082418" sldId="269"/>
            <ac:grpSpMk id="13" creationId="{33D1CCA9-C701-8F48-AB0F-762A7BC6A610}"/>
          </ac:grpSpMkLst>
        </pc:grpChg>
        <pc:cxnChg chg="mod">
          <ac:chgData name="adilton junio" userId="66b3fade76ecdf97" providerId="LiveId" clId="{F3496230-9008-429C-AE45-C6C5CB853630}" dt="2024-07-16T14:43:31.037" v="258"/>
          <ac:cxnSpMkLst>
            <pc:docMk/>
            <pc:sldMk cId="488082418" sldId="269"/>
            <ac:cxnSpMk id="2" creationId="{F029EF53-C5A2-C3CA-453D-3BA24274A7BE}"/>
          </ac:cxnSpMkLst>
        </pc:cxnChg>
        <pc:cxnChg chg="mod">
          <ac:chgData name="adilton junio" userId="66b3fade76ecdf97" providerId="LiveId" clId="{F3496230-9008-429C-AE45-C6C5CB853630}" dt="2024-07-16T14:43:31.037" v="258"/>
          <ac:cxnSpMkLst>
            <pc:docMk/>
            <pc:sldMk cId="488082418" sldId="269"/>
            <ac:cxnSpMk id="3" creationId="{F0AF39B9-F471-9A1B-89DE-97EA4078C2C5}"/>
          </ac:cxnSpMkLst>
        </pc:cxnChg>
      </pc:sldChg>
    </pc:docChg>
  </pc:docChgLst>
  <pc:docChgLst>
    <pc:chgData name="adilton junio" userId="66b3fade76ecdf97" providerId="LiveId" clId="{C262079B-8E42-4F33-9AA1-261C49D5EA05}"/>
    <pc:docChg chg="undo custSel addSld delSld modSld">
      <pc:chgData name="adilton junio" userId="66b3fade76ecdf97" providerId="LiveId" clId="{C262079B-8E42-4F33-9AA1-261C49D5EA05}" dt="2024-07-11T14:10:55.054" v="762"/>
      <pc:docMkLst>
        <pc:docMk/>
      </pc:docMkLst>
      <pc:sldChg chg="addSp delSp modSp mod">
        <pc:chgData name="adilton junio" userId="66b3fade76ecdf97" providerId="LiveId" clId="{C262079B-8E42-4F33-9AA1-261C49D5EA05}" dt="2024-07-09T12:07:18.974" v="18" actId="1076"/>
        <pc:sldMkLst>
          <pc:docMk/>
          <pc:sldMk cId="1157765011" sldId="260"/>
        </pc:sldMkLst>
        <pc:spChg chg="mod">
          <ac:chgData name="adilton junio" userId="66b3fade76ecdf97" providerId="LiveId" clId="{C262079B-8E42-4F33-9AA1-261C49D5EA05}" dt="2024-07-09T11:51:46.990" v="6"/>
          <ac:spMkLst>
            <pc:docMk/>
            <pc:sldMk cId="1157765011" sldId="260"/>
            <ac:spMk id="6" creationId="{25B72799-784B-4BDD-CD2F-E91B2C30512F}"/>
          </ac:spMkLst>
        </pc:spChg>
        <pc:spChg chg="mod">
          <ac:chgData name="adilton junio" userId="66b3fade76ecdf97" providerId="LiveId" clId="{C262079B-8E42-4F33-9AA1-261C49D5EA05}" dt="2024-07-09T11:51:46.990" v="6"/>
          <ac:spMkLst>
            <pc:docMk/>
            <pc:sldMk cId="1157765011" sldId="260"/>
            <ac:spMk id="11" creationId="{854DF1A6-29CF-ADFD-1652-7A7E86438E60}"/>
          </ac:spMkLst>
        </pc:spChg>
        <pc:spChg chg="mod">
          <ac:chgData name="adilton junio" userId="66b3fade76ecdf97" providerId="LiveId" clId="{C262079B-8E42-4F33-9AA1-261C49D5EA05}" dt="2024-07-09T11:51:46.990" v="6"/>
          <ac:spMkLst>
            <pc:docMk/>
            <pc:sldMk cId="1157765011" sldId="260"/>
            <ac:spMk id="13" creationId="{85EEEDD1-389D-1FDD-563F-DF600D0216F2}"/>
          </ac:spMkLst>
        </pc:spChg>
        <pc:spChg chg="mod">
          <ac:chgData name="adilton junio" userId="66b3fade76ecdf97" providerId="LiveId" clId="{C262079B-8E42-4F33-9AA1-261C49D5EA05}" dt="2024-07-09T11:51:46.990" v="6"/>
          <ac:spMkLst>
            <pc:docMk/>
            <pc:sldMk cId="1157765011" sldId="260"/>
            <ac:spMk id="14" creationId="{C5FDCF11-F370-2A5E-22AE-98AC8888AF60}"/>
          </ac:spMkLst>
        </pc:spChg>
        <pc:spChg chg="mod">
          <ac:chgData name="adilton junio" userId="66b3fade76ecdf97" providerId="LiveId" clId="{C262079B-8E42-4F33-9AA1-261C49D5EA05}" dt="2024-07-09T11:51:46.990" v="6"/>
          <ac:spMkLst>
            <pc:docMk/>
            <pc:sldMk cId="1157765011" sldId="260"/>
            <ac:spMk id="15" creationId="{68E2780F-4533-1598-767C-86CC54BE18F5}"/>
          </ac:spMkLst>
        </pc:spChg>
        <pc:spChg chg="mod">
          <ac:chgData name="adilton junio" userId="66b3fade76ecdf97" providerId="LiveId" clId="{C262079B-8E42-4F33-9AA1-261C49D5EA05}" dt="2024-07-09T11:51:46.990" v="6"/>
          <ac:spMkLst>
            <pc:docMk/>
            <pc:sldMk cId="1157765011" sldId="260"/>
            <ac:spMk id="17" creationId="{7D73C70C-EFE5-EA63-7279-A04490FEDF4B}"/>
          </ac:spMkLst>
        </pc:spChg>
        <pc:spChg chg="mod">
          <ac:chgData name="adilton junio" userId="66b3fade76ecdf97" providerId="LiveId" clId="{C262079B-8E42-4F33-9AA1-261C49D5EA05}" dt="2024-07-09T11:51:46.990" v="6"/>
          <ac:spMkLst>
            <pc:docMk/>
            <pc:sldMk cId="1157765011" sldId="260"/>
            <ac:spMk id="19" creationId="{4096B257-F400-9BDB-7753-0768761BFA61}"/>
          </ac:spMkLst>
        </pc:spChg>
        <pc:spChg chg="mod">
          <ac:chgData name="adilton junio" userId="66b3fade76ecdf97" providerId="LiveId" clId="{C262079B-8E42-4F33-9AA1-261C49D5EA05}" dt="2024-07-09T11:51:46.990" v="6"/>
          <ac:spMkLst>
            <pc:docMk/>
            <pc:sldMk cId="1157765011" sldId="260"/>
            <ac:spMk id="21" creationId="{32D38350-B56C-A005-A5EA-4DB579FA011F}"/>
          </ac:spMkLst>
        </pc:spChg>
        <pc:spChg chg="mod">
          <ac:chgData name="adilton junio" userId="66b3fade76ecdf97" providerId="LiveId" clId="{C262079B-8E42-4F33-9AA1-261C49D5EA05}" dt="2024-07-09T11:51:46.990" v="6"/>
          <ac:spMkLst>
            <pc:docMk/>
            <pc:sldMk cId="1157765011" sldId="260"/>
            <ac:spMk id="22" creationId="{2C67F8E4-1719-7E0A-B929-E420FC5A419C}"/>
          </ac:spMkLst>
        </pc:spChg>
        <pc:spChg chg="del">
          <ac:chgData name="adilton junio" userId="66b3fade76ecdf97" providerId="LiveId" clId="{C262079B-8E42-4F33-9AA1-261C49D5EA05}" dt="2024-07-09T11:51:25.514" v="0" actId="478"/>
          <ac:spMkLst>
            <pc:docMk/>
            <pc:sldMk cId="1157765011" sldId="260"/>
            <ac:spMk id="24" creationId="{519010FE-A28D-ED13-24AD-648D44AE4C64}"/>
          </ac:spMkLst>
        </pc:spChg>
        <pc:spChg chg="del">
          <ac:chgData name="adilton junio" userId="66b3fade76ecdf97" providerId="LiveId" clId="{C262079B-8E42-4F33-9AA1-261C49D5EA05}" dt="2024-07-09T11:51:25.514" v="0" actId="478"/>
          <ac:spMkLst>
            <pc:docMk/>
            <pc:sldMk cId="1157765011" sldId="260"/>
            <ac:spMk id="26" creationId="{EE4B653B-E909-6FDF-6EFE-AEF0DADEF3E3}"/>
          </ac:spMkLst>
        </pc:spChg>
        <pc:spChg chg="del">
          <ac:chgData name="adilton junio" userId="66b3fade76ecdf97" providerId="LiveId" clId="{C262079B-8E42-4F33-9AA1-261C49D5EA05}" dt="2024-07-09T11:51:25.514" v="0" actId="478"/>
          <ac:spMkLst>
            <pc:docMk/>
            <pc:sldMk cId="1157765011" sldId="260"/>
            <ac:spMk id="27" creationId="{BFE1C83B-9FA0-F85D-AADF-72DFC9173092}"/>
          </ac:spMkLst>
        </pc:spChg>
        <pc:spChg chg="del">
          <ac:chgData name="adilton junio" userId="66b3fade76ecdf97" providerId="LiveId" clId="{C262079B-8E42-4F33-9AA1-261C49D5EA05}" dt="2024-07-09T11:51:25.514" v="0" actId="478"/>
          <ac:spMkLst>
            <pc:docMk/>
            <pc:sldMk cId="1157765011" sldId="260"/>
            <ac:spMk id="28" creationId="{981A3500-9298-24EF-3DB2-3620D9F67319}"/>
          </ac:spMkLst>
        </pc:spChg>
        <pc:spChg chg="del">
          <ac:chgData name="adilton junio" userId="66b3fade76ecdf97" providerId="LiveId" clId="{C262079B-8E42-4F33-9AA1-261C49D5EA05}" dt="2024-07-09T11:51:25.514" v="0" actId="478"/>
          <ac:spMkLst>
            <pc:docMk/>
            <pc:sldMk cId="1157765011" sldId="260"/>
            <ac:spMk id="58" creationId="{85BB0B71-AFDA-32E2-DA28-2E9CE38FA807}"/>
          </ac:spMkLst>
        </pc:spChg>
        <pc:spChg chg="del">
          <ac:chgData name="adilton junio" userId="66b3fade76ecdf97" providerId="LiveId" clId="{C262079B-8E42-4F33-9AA1-261C49D5EA05}" dt="2024-07-09T11:51:25.514" v="0" actId="478"/>
          <ac:spMkLst>
            <pc:docMk/>
            <pc:sldMk cId="1157765011" sldId="260"/>
            <ac:spMk id="59" creationId="{2535DFEC-93F5-B833-596D-76FA1DCDBD93}"/>
          </ac:spMkLst>
        </pc:spChg>
        <pc:spChg chg="del">
          <ac:chgData name="adilton junio" userId="66b3fade76ecdf97" providerId="LiveId" clId="{C262079B-8E42-4F33-9AA1-261C49D5EA05}" dt="2024-07-09T11:51:25.514" v="0" actId="478"/>
          <ac:spMkLst>
            <pc:docMk/>
            <pc:sldMk cId="1157765011" sldId="260"/>
            <ac:spMk id="60" creationId="{FEE6F5D0-4A78-C203-9D5C-B02650C1FFCB}"/>
          </ac:spMkLst>
        </pc:spChg>
        <pc:spChg chg="del">
          <ac:chgData name="adilton junio" userId="66b3fade76ecdf97" providerId="LiveId" clId="{C262079B-8E42-4F33-9AA1-261C49D5EA05}" dt="2024-07-09T11:51:25.514" v="0" actId="478"/>
          <ac:spMkLst>
            <pc:docMk/>
            <pc:sldMk cId="1157765011" sldId="260"/>
            <ac:spMk id="61" creationId="{2503BB47-C833-3BA3-6672-45EA462454E9}"/>
          </ac:spMkLst>
        </pc:spChg>
        <pc:spChg chg="del">
          <ac:chgData name="adilton junio" userId="66b3fade76ecdf97" providerId="LiveId" clId="{C262079B-8E42-4F33-9AA1-261C49D5EA05}" dt="2024-07-09T11:51:25.514" v="0" actId="478"/>
          <ac:spMkLst>
            <pc:docMk/>
            <pc:sldMk cId="1157765011" sldId="260"/>
            <ac:spMk id="62" creationId="{9D3C219B-D1E2-2F5C-3CE6-097F0E7848ED}"/>
          </ac:spMkLst>
        </pc:spChg>
        <pc:grpChg chg="add mod">
          <ac:chgData name="adilton junio" userId="66b3fade76ecdf97" providerId="LiveId" clId="{C262079B-8E42-4F33-9AA1-261C49D5EA05}" dt="2024-07-09T11:51:46.990" v="6"/>
          <ac:grpSpMkLst>
            <pc:docMk/>
            <pc:sldMk cId="1157765011" sldId="260"/>
            <ac:grpSpMk id="4" creationId="{5C62A87D-F27D-776E-0685-377AA07C25E6}"/>
          </ac:grpSpMkLst>
        </pc:grpChg>
        <pc:grpChg chg="mod">
          <ac:chgData name="adilton junio" userId="66b3fade76ecdf97" providerId="LiveId" clId="{C262079B-8E42-4F33-9AA1-261C49D5EA05}" dt="2024-07-09T11:51:46.990" v="6"/>
          <ac:grpSpMkLst>
            <pc:docMk/>
            <pc:sldMk cId="1157765011" sldId="260"/>
            <ac:grpSpMk id="5" creationId="{B418F9AF-B675-71FC-6EA9-151C486004EE}"/>
          </ac:grpSpMkLst>
        </pc:grpChg>
        <pc:grpChg chg="mod">
          <ac:chgData name="adilton junio" userId="66b3fade76ecdf97" providerId="LiveId" clId="{C262079B-8E42-4F33-9AA1-261C49D5EA05}" dt="2024-07-09T11:51:46.990" v="6"/>
          <ac:grpSpMkLst>
            <pc:docMk/>
            <pc:sldMk cId="1157765011" sldId="260"/>
            <ac:grpSpMk id="7" creationId="{044F132B-D637-F216-CECE-D08756F00200}"/>
          </ac:grpSpMkLst>
        </pc:grpChg>
        <pc:grpChg chg="mod">
          <ac:chgData name="adilton junio" userId="66b3fade76ecdf97" providerId="LiveId" clId="{C262079B-8E42-4F33-9AA1-261C49D5EA05}" dt="2024-07-09T11:51:46.990" v="6"/>
          <ac:grpSpMkLst>
            <pc:docMk/>
            <pc:sldMk cId="1157765011" sldId="260"/>
            <ac:grpSpMk id="8" creationId="{B6C16B9E-7660-3EE6-0DE5-D12494D316D6}"/>
          </ac:grpSpMkLst>
        </pc:grpChg>
        <pc:grpChg chg="mod">
          <ac:chgData name="adilton junio" userId="66b3fade76ecdf97" providerId="LiveId" clId="{C262079B-8E42-4F33-9AA1-261C49D5EA05}" dt="2024-07-09T11:51:46.990" v="6"/>
          <ac:grpSpMkLst>
            <pc:docMk/>
            <pc:sldMk cId="1157765011" sldId="260"/>
            <ac:grpSpMk id="9" creationId="{3E1FD49F-D08F-36CE-2DE3-163CB7D32295}"/>
          </ac:grpSpMkLst>
        </pc:grpChg>
        <pc:grpChg chg="mod">
          <ac:chgData name="adilton junio" userId="66b3fade76ecdf97" providerId="LiveId" clId="{C262079B-8E42-4F33-9AA1-261C49D5EA05}" dt="2024-07-09T11:51:46.990" v="6"/>
          <ac:grpSpMkLst>
            <pc:docMk/>
            <pc:sldMk cId="1157765011" sldId="260"/>
            <ac:grpSpMk id="10" creationId="{2399B849-1589-412C-4962-57317E17402B}"/>
          </ac:grpSpMkLst>
        </pc:grpChg>
        <pc:picChg chg="add del mod">
          <ac:chgData name="adilton junio" userId="66b3fade76ecdf97" providerId="LiveId" clId="{C262079B-8E42-4F33-9AA1-261C49D5EA05}" dt="2024-07-09T12:06:59.752" v="8" actId="478"/>
          <ac:picMkLst>
            <pc:docMk/>
            <pc:sldMk cId="1157765011" sldId="260"/>
            <ac:picMk id="3" creationId="{3CC1BFB1-437C-F3AE-88A0-144910D502B7}"/>
          </ac:picMkLst>
        </pc:picChg>
        <pc:picChg chg="add mod">
          <ac:chgData name="adilton junio" userId="66b3fade76ecdf97" providerId="LiveId" clId="{C262079B-8E42-4F33-9AA1-261C49D5EA05}" dt="2024-07-09T12:07:18.974" v="18" actId="1076"/>
          <ac:picMkLst>
            <pc:docMk/>
            <pc:sldMk cId="1157765011" sldId="260"/>
            <ac:picMk id="25" creationId="{AF015A9F-E8B6-3883-6C4F-8B5CCF3E1743}"/>
          </ac:picMkLst>
        </pc:picChg>
        <pc:picChg chg="del">
          <ac:chgData name="adilton junio" userId="66b3fade76ecdf97" providerId="LiveId" clId="{C262079B-8E42-4F33-9AA1-261C49D5EA05}" dt="2024-07-09T11:51:34.095" v="3" actId="478"/>
          <ac:picMkLst>
            <pc:docMk/>
            <pc:sldMk cId="1157765011" sldId="260"/>
            <ac:picMk id="110" creationId="{28E6BA5D-18FD-7AD0-9B5C-C194F7251D9A}"/>
          </ac:picMkLst>
        </pc:picChg>
        <pc:cxnChg chg="mod">
          <ac:chgData name="adilton junio" userId="66b3fade76ecdf97" providerId="LiveId" clId="{C262079B-8E42-4F33-9AA1-261C49D5EA05}" dt="2024-07-09T11:51:46.990" v="6"/>
          <ac:cxnSpMkLst>
            <pc:docMk/>
            <pc:sldMk cId="1157765011" sldId="260"/>
            <ac:cxnSpMk id="12" creationId="{B8A5B252-CF86-24D4-C8F9-87361D387AB8}"/>
          </ac:cxnSpMkLst>
        </pc:cxnChg>
        <pc:cxnChg chg="mod">
          <ac:chgData name="adilton junio" userId="66b3fade76ecdf97" providerId="LiveId" clId="{C262079B-8E42-4F33-9AA1-261C49D5EA05}" dt="2024-07-09T11:51:46.990" v="6"/>
          <ac:cxnSpMkLst>
            <pc:docMk/>
            <pc:sldMk cId="1157765011" sldId="260"/>
            <ac:cxnSpMk id="16" creationId="{F66AC23B-F9E1-A736-876B-8C830B352A1B}"/>
          </ac:cxnSpMkLst>
        </pc:cxnChg>
        <pc:cxnChg chg="mod">
          <ac:chgData name="adilton junio" userId="66b3fade76ecdf97" providerId="LiveId" clId="{C262079B-8E42-4F33-9AA1-261C49D5EA05}" dt="2024-07-09T11:51:46.990" v="6"/>
          <ac:cxnSpMkLst>
            <pc:docMk/>
            <pc:sldMk cId="1157765011" sldId="260"/>
            <ac:cxnSpMk id="18" creationId="{F253055D-73BC-BC5E-DE5E-81E06284BA7B}"/>
          </ac:cxnSpMkLst>
        </pc:cxnChg>
        <pc:cxnChg chg="mod">
          <ac:chgData name="adilton junio" userId="66b3fade76ecdf97" providerId="LiveId" clId="{C262079B-8E42-4F33-9AA1-261C49D5EA05}" dt="2024-07-09T11:51:46.990" v="6"/>
          <ac:cxnSpMkLst>
            <pc:docMk/>
            <pc:sldMk cId="1157765011" sldId="260"/>
            <ac:cxnSpMk id="20" creationId="{4B8DC4AF-3295-8623-710A-368D5F5294D8}"/>
          </ac:cxnSpMkLst>
        </pc:cxnChg>
      </pc:sldChg>
      <pc:sldChg chg="new del">
        <pc:chgData name="adilton junio" userId="66b3fade76ecdf97" providerId="LiveId" clId="{C262079B-8E42-4F33-9AA1-261C49D5EA05}" dt="2024-07-11T13:27:15.815" v="20" actId="680"/>
        <pc:sldMkLst>
          <pc:docMk/>
          <pc:sldMk cId="1040094665" sldId="261"/>
        </pc:sldMkLst>
      </pc:sldChg>
      <pc:sldChg chg="addSp delSp modSp add mod">
        <pc:chgData name="adilton junio" userId="66b3fade76ecdf97" providerId="LiveId" clId="{C262079B-8E42-4F33-9AA1-261C49D5EA05}" dt="2024-07-11T14:10:55.054" v="762"/>
        <pc:sldMkLst>
          <pc:docMk/>
          <pc:sldMk cId="2120586955" sldId="261"/>
        </pc:sldMkLst>
        <pc:spChg chg="del mod topLvl">
          <ac:chgData name="adilton junio" userId="66b3fade76ecdf97" providerId="LiveId" clId="{C262079B-8E42-4F33-9AA1-261C49D5EA05}" dt="2024-07-11T14:08:37.935" v="688" actId="478"/>
          <ac:spMkLst>
            <pc:docMk/>
            <pc:sldMk cId="2120586955" sldId="261"/>
            <ac:spMk id="2" creationId="{1BC54203-E03E-9308-A2D2-0DE0F523E969}"/>
          </ac:spMkLst>
        </pc:spChg>
        <pc:spChg chg="add del mod topLvl">
          <ac:chgData name="adilton junio" userId="66b3fade76ecdf97" providerId="LiveId" clId="{C262079B-8E42-4F33-9AA1-261C49D5EA05}" dt="2024-07-11T13:56:32.062" v="460" actId="164"/>
          <ac:spMkLst>
            <pc:docMk/>
            <pc:sldMk cId="2120586955" sldId="261"/>
            <ac:spMk id="6" creationId="{25B72799-784B-4BDD-CD2F-E91B2C30512F}"/>
          </ac:spMkLst>
        </pc:spChg>
        <pc:spChg chg="add del">
          <ac:chgData name="adilton junio" userId="66b3fade76ecdf97" providerId="LiveId" clId="{C262079B-8E42-4F33-9AA1-261C49D5EA05}" dt="2024-07-11T13:28:31.075" v="42" actId="478"/>
          <ac:spMkLst>
            <pc:docMk/>
            <pc:sldMk cId="2120586955" sldId="261"/>
            <ac:spMk id="9" creationId="{FCF34CC1-C390-8556-DDB1-EE7EDA0A4E50}"/>
          </ac:spMkLst>
        </pc:spChg>
        <pc:spChg chg="del">
          <ac:chgData name="adilton junio" userId="66b3fade76ecdf97" providerId="LiveId" clId="{C262079B-8E42-4F33-9AA1-261C49D5EA05}" dt="2024-07-11T13:27:20.854" v="22" actId="478"/>
          <ac:spMkLst>
            <pc:docMk/>
            <pc:sldMk cId="2120586955" sldId="261"/>
            <ac:spMk id="10" creationId="{2E02A9AD-579A-E323-E9BC-8004C367E95D}"/>
          </ac:spMkLst>
        </pc:spChg>
        <pc:spChg chg="del">
          <ac:chgData name="adilton junio" userId="66b3fade76ecdf97" providerId="LiveId" clId="{C262079B-8E42-4F33-9AA1-261C49D5EA05}" dt="2024-07-11T13:27:20.854" v="22" actId="478"/>
          <ac:spMkLst>
            <pc:docMk/>
            <pc:sldMk cId="2120586955" sldId="261"/>
            <ac:spMk id="11" creationId="{6553E2D4-010D-248E-95BD-E3FE9B0794B7}"/>
          </ac:spMkLst>
        </pc:spChg>
        <pc:spChg chg="add mod">
          <ac:chgData name="adilton junio" userId="66b3fade76ecdf97" providerId="LiveId" clId="{C262079B-8E42-4F33-9AA1-261C49D5EA05}" dt="2024-07-11T13:56:42.858" v="473" actId="164"/>
          <ac:spMkLst>
            <pc:docMk/>
            <pc:sldMk cId="2120586955" sldId="261"/>
            <ac:spMk id="12" creationId="{2BC69956-E7A5-8480-5760-3140D4899415}"/>
          </ac:spMkLst>
        </pc:spChg>
        <pc:spChg chg="add mod ord">
          <ac:chgData name="adilton junio" userId="66b3fade76ecdf97" providerId="LiveId" clId="{C262079B-8E42-4F33-9AA1-261C49D5EA05}" dt="2024-07-11T14:04:45.380" v="645" actId="166"/>
          <ac:spMkLst>
            <pc:docMk/>
            <pc:sldMk cId="2120586955" sldId="261"/>
            <ac:spMk id="13" creationId="{5FE68206-7DAC-58F0-27D4-2EF657CA7E6E}"/>
          </ac:spMkLst>
        </pc:spChg>
        <pc:spChg chg="del mod">
          <ac:chgData name="adilton junio" userId="66b3fade76ecdf97" providerId="LiveId" clId="{C262079B-8E42-4F33-9AA1-261C49D5EA05}" dt="2024-07-11T13:27:47.515" v="32" actId="478"/>
          <ac:spMkLst>
            <pc:docMk/>
            <pc:sldMk cId="2120586955" sldId="261"/>
            <ac:spMk id="17" creationId="{7D73C70C-EFE5-EA63-7279-A04490FEDF4B}"/>
          </ac:spMkLst>
        </pc:spChg>
        <pc:spChg chg="del mod">
          <ac:chgData name="adilton junio" userId="66b3fade76ecdf97" providerId="LiveId" clId="{C262079B-8E42-4F33-9AA1-261C49D5EA05}" dt="2024-07-11T13:27:37.620" v="25" actId="478"/>
          <ac:spMkLst>
            <pc:docMk/>
            <pc:sldMk cId="2120586955" sldId="261"/>
            <ac:spMk id="19" creationId="{4096B257-F400-9BDB-7753-0768761BFA61}"/>
          </ac:spMkLst>
        </pc:spChg>
        <pc:spChg chg="del mod">
          <ac:chgData name="adilton junio" userId="66b3fade76ecdf97" providerId="LiveId" clId="{C262079B-8E42-4F33-9AA1-261C49D5EA05}" dt="2024-07-11T13:27:54.640" v="34" actId="478"/>
          <ac:spMkLst>
            <pc:docMk/>
            <pc:sldMk cId="2120586955" sldId="261"/>
            <ac:spMk id="21" creationId="{32D38350-B56C-A005-A5EA-4DB579FA011F}"/>
          </ac:spMkLst>
        </pc:spChg>
        <pc:spChg chg="del mod">
          <ac:chgData name="adilton junio" userId="66b3fade76ecdf97" providerId="LiveId" clId="{C262079B-8E42-4F33-9AA1-261C49D5EA05}" dt="2024-07-11T13:27:58.110" v="37" actId="478"/>
          <ac:spMkLst>
            <pc:docMk/>
            <pc:sldMk cId="2120586955" sldId="261"/>
            <ac:spMk id="22" creationId="{2C67F8E4-1719-7E0A-B929-E420FC5A419C}"/>
          </ac:spMkLst>
        </pc:spChg>
        <pc:spChg chg="del mod">
          <ac:chgData name="adilton junio" userId="66b3fade76ecdf97" providerId="LiveId" clId="{C262079B-8E42-4F33-9AA1-261C49D5EA05}" dt="2024-07-11T13:27:42.577" v="28" actId="478"/>
          <ac:spMkLst>
            <pc:docMk/>
            <pc:sldMk cId="2120586955" sldId="261"/>
            <ac:spMk id="26" creationId="{FC42B46F-907E-AC08-685F-E331AA7CFEE1}"/>
          </ac:spMkLst>
        </pc:spChg>
        <pc:spChg chg="del mod">
          <ac:chgData name="adilton junio" userId="66b3fade76ecdf97" providerId="LiveId" clId="{C262079B-8E42-4F33-9AA1-261C49D5EA05}" dt="2024-07-11T13:27:44.180" v="29" actId="478"/>
          <ac:spMkLst>
            <pc:docMk/>
            <pc:sldMk cId="2120586955" sldId="261"/>
            <ac:spMk id="27" creationId="{ACEAE7C5-12B0-97DD-90C8-0886F08AC5CE}"/>
          </ac:spMkLst>
        </pc:spChg>
        <pc:spChg chg="mod">
          <ac:chgData name="adilton junio" userId="66b3fade76ecdf97" providerId="LiveId" clId="{C262079B-8E42-4F33-9AA1-261C49D5EA05}" dt="2024-07-11T13:27:29.928" v="23" actId="165"/>
          <ac:spMkLst>
            <pc:docMk/>
            <pc:sldMk cId="2120586955" sldId="261"/>
            <ac:spMk id="32" creationId="{56258F3E-B884-A72D-9330-3FB344429180}"/>
          </ac:spMkLst>
        </pc:spChg>
        <pc:spChg chg="mod">
          <ac:chgData name="adilton junio" userId="66b3fade76ecdf97" providerId="LiveId" clId="{C262079B-8E42-4F33-9AA1-261C49D5EA05}" dt="2024-07-11T13:27:29.928" v="23" actId="165"/>
          <ac:spMkLst>
            <pc:docMk/>
            <pc:sldMk cId="2120586955" sldId="261"/>
            <ac:spMk id="33" creationId="{7661BF03-F0F7-F240-ABF6-5CB8A1C6A158}"/>
          </ac:spMkLst>
        </pc:spChg>
        <pc:spChg chg="del mod topLvl">
          <ac:chgData name="adilton junio" userId="66b3fade76ecdf97" providerId="LiveId" clId="{C262079B-8E42-4F33-9AA1-261C49D5EA05}" dt="2024-07-11T13:28:06.548" v="40" actId="478"/>
          <ac:spMkLst>
            <pc:docMk/>
            <pc:sldMk cId="2120586955" sldId="261"/>
            <ac:spMk id="58" creationId="{E646922A-7770-46CC-0674-6F0475EDB0BC}"/>
          </ac:spMkLst>
        </pc:spChg>
        <pc:spChg chg="del">
          <ac:chgData name="adilton junio" userId="66b3fade76ecdf97" providerId="LiveId" clId="{C262079B-8E42-4F33-9AA1-261C49D5EA05}" dt="2024-07-11T13:27:20.854" v="22" actId="478"/>
          <ac:spMkLst>
            <pc:docMk/>
            <pc:sldMk cId="2120586955" sldId="261"/>
            <ac:spMk id="62" creationId="{0E6851ED-F623-B242-432C-FEFF6156689D}"/>
          </ac:spMkLst>
        </pc:spChg>
        <pc:spChg chg="del">
          <ac:chgData name="adilton junio" userId="66b3fade76ecdf97" providerId="LiveId" clId="{C262079B-8E42-4F33-9AA1-261C49D5EA05}" dt="2024-07-11T13:27:20.854" v="22" actId="478"/>
          <ac:spMkLst>
            <pc:docMk/>
            <pc:sldMk cId="2120586955" sldId="261"/>
            <ac:spMk id="63" creationId="{8828E7B0-85CE-BDDA-07F3-7044E1CFE515}"/>
          </ac:spMkLst>
        </pc:spChg>
        <pc:spChg chg="add del">
          <ac:chgData name="adilton junio" userId="66b3fade76ecdf97" providerId="LiveId" clId="{C262079B-8E42-4F33-9AA1-261C49D5EA05}" dt="2024-07-11T13:48:32.264" v="320" actId="478"/>
          <ac:spMkLst>
            <pc:docMk/>
            <pc:sldMk cId="2120586955" sldId="261"/>
            <ac:spMk id="113" creationId="{0ABA996D-8752-1A12-35A8-4C14C165A8C9}"/>
          </ac:spMkLst>
        </pc:spChg>
        <pc:spChg chg="add mod ord">
          <ac:chgData name="adilton junio" userId="66b3fade76ecdf97" providerId="LiveId" clId="{C262079B-8E42-4F33-9AA1-261C49D5EA05}" dt="2024-07-11T14:04:41.732" v="644" actId="167"/>
          <ac:spMkLst>
            <pc:docMk/>
            <pc:sldMk cId="2120586955" sldId="261"/>
            <ac:spMk id="114" creationId="{2647D9C4-CF84-8DD7-0786-8D34B5826FFA}"/>
          </ac:spMkLst>
        </pc:spChg>
        <pc:spChg chg="add del mod">
          <ac:chgData name="adilton junio" userId="66b3fade76ecdf97" providerId="LiveId" clId="{C262079B-8E42-4F33-9AA1-261C49D5EA05}" dt="2024-07-11T13:50:58.390" v="333" actId="478"/>
          <ac:spMkLst>
            <pc:docMk/>
            <pc:sldMk cId="2120586955" sldId="261"/>
            <ac:spMk id="115" creationId="{C60D3A0E-8645-647D-7E97-D529B5AF6A69}"/>
          </ac:spMkLst>
        </pc:spChg>
        <pc:spChg chg="add mod">
          <ac:chgData name="adilton junio" userId="66b3fade76ecdf97" providerId="LiveId" clId="{C262079B-8E42-4F33-9AA1-261C49D5EA05}" dt="2024-07-11T13:56:32.062" v="460" actId="164"/>
          <ac:spMkLst>
            <pc:docMk/>
            <pc:sldMk cId="2120586955" sldId="261"/>
            <ac:spMk id="116" creationId="{04F99EF5-D378-A697-E211-BD95A4D7EACA}"/>
          </ac:spMkLst>
        </pc:spChg>
        <pc:spChg chg="add mod">
          <ac:chgData name="adilton junio" userId="66b3fade76ecdf97" providerId="LiveId" clId="{C262079B-8E42-4F33-9AA1-261C49D5EA05}" dt="2024-07-11T13:56:32.062" v="460" actId="164"/>
          <ac:spMkLst>
            <pc:docMk/>
            <pc:sldMk cId="2120586955" sldId="261"/>
            <ac:spMk id="117" creationId="{ED20AE49-A3FA-8DAA-267E-E4322CBCC2B0}"/>
          </ac:spMkLst>
        </pc:spChg>
        <pc:spChg chg="mod topLvl">
          <ac:chgData name="adilton junio" userId="66b3fade76ecdf97" providerId="LiveId" clId="{C262079B-8E42-4F33-9AA1-261C49D5EA05}" dt="2024-07-11T13:59:38.470" v="613" actId="20577"/>
          <ac:spMkLst>
            <pc:docMk/>
            <pc:sldMk cId="2120586955" sldId="261"/>
            <ac:spMk id="123" creationId="{7ECB4E05-DA77-9E87-39D0-349B35E76954}"/>
          </ac:spMkLst>
        </pc:spChg>
        <pc:spChg chg="mod">
          <ac:chgData name="adilton junio" userId="66b3fade76ecdf97" providerId="LiveId" clId="{C262079B-8E42-4F33-9AA1-261C49D5EA05}" dt="2024-07-11T13:53:09.407" v="360" actId="165"/>
          <ac:spMkLst>
            <pc:docMk/>
            <pc:sldMk cId="2120586955" sldId="261"/>
            <ac:spMk id="124" creationId="{66686869-97F7-18E4-66E8-A7903F07152F}"/>
          </ac:spMkLst>
        </pc:spChg>
        <pc:spChg chg="mod">
          <ac:chgData name="adilton junio" userId="66b3fade76ecdf97" providerId="LiveId" clId="{C262079B-8E42-4F33-9AA1-261C49D5EA05}" dt="2024-07-11T13:53:09.407" v="360" actId="165"/>
          <ac:spMkLst>
            <pc:docMk/>
            <pc:sldMk cId="2120586955" sldId="261"/>
            <ac:spMk id="125" creationId="{92D6FACC-71CE-97D7-7A78-BEEC1A097AB1}"/>
          </ac:spMkLst>
        </pc:spChg>
        <pc:spChg chg="mod">
          <ac:chgData name="adilton junio" userId="66b3fade76ecdf97" providerId="LiveId" clId="{C262079B-8E42-4F33-9AA1-261C49D5EA05}" dt="2024-07-11T13:59:38.470" v="613" actId="20577"/>
          <ac:spMkLst>
            <pc:docMk/>
            <pc:sldMk cId="2120586955" sldId="261"/>
            <ac:spMk id="127" creationId="{E311051D-7051-9D7D-4E65-08D8411D2BB1}"/>
          </ac:spMkLst>
        </pc:spChg>
        <pc:spChg chg="del mod">
          <ac:chgData name="adilton junio" userId="66b3fade76ecdf97" providerId="LiveId" clId="{C262079B-8E42-4F33-9AA1-261C49D5EA05}" dt="2024-07-11T13:53:26.651" v="365" actId="478"/>
          <ac:spMkLst>
            <pc:docMk/>
            <pc:sldMk cId="2120586955" sldId="261"/>
            <ac:spMk id="128" creationId="{6B646801-7E7E-2B3B-7E5B-6F33777B84A2}"/>
          </ac:spMkLst>
        </pc:spChg>
        <pc:spChg chg="del mod">
          <ac:chgData name="adilton junio" userId="66b3fade76ecdf97" providerId="LiveId" clId="{C262079B-8E42-4F33-9AA1-261C49D5EA05}" dt="2024-07-11T13:53:24.999" v="364" actId="478"/>
          <ac:spMkLst>
            <pc:docMk/>
            <pc:sldMk cId="2120586955" sldId="261"/>
            <ac:spMk id="130" creationId="{96653074-1584-EEC7-A275-58A843F72F49}"/>
          </ac:spMkLst>
        </pc:spChg>
        <pc:spChg chg="mod">
          <ac:chgData name="adilton junio" userId="66b3fade76ecdf97" providerId="LiveId" clId="{C262079B-8E42-4F33-9AA1-261C49D5EA05}" dt="2024-07-11T13:59:38.470" v="613" actId="20577"/>
          <ac:spMkLst>
            <pc:docMk/>
            <pc:sldMk cId="2120586955" sldId="261"/>
            <ac:spMk id="132" creationId="{8481E6AD-0D3A-0433-A1D0-36EE15F02962}"/>
          </ac:spMkLst>
        </pc:spChg>
        <pc:spChg chg="del mod">
          <ac:chgData name="adilton junio" userId="66b3fade76ecdf97" providerId="LiveId" clId="{C262079B-8E42-4F33-9AA1-261C49D5EA05}" dt="2024-07-11T13:59:31.179" v="609" actId="478"/>
          <ac:spMkLst>
            <pc:docMk/>
            <pc:sldMk cId="2120586955" sldId="261"/>
            <ac:spMk id="135" creationId="{3FDB1E9F-1189-3F03-AA97-CAFBBC2D8771}"/>
          </ac:spMkLst>
        </pc:spChg>
        <pc:spChg chg="del mod">
          <ac:chgData name="adilton junio" userId="66b3fade76ecdf97" providerId="LiveId" clId="{C262079B-8E42-4F33-9AA1-261C49D5EA05}" dt="2024-07-11T14:10:50.933" v="759" actId="478"/>
          <ac:spMkLst>
            <pc:docMk/>
            <pc:sldMk cId="2120586955" sldId="261"/>
            <ac:spMk id="137" creationId="{02A5C4E3-12D0-295F-B46D-460FB3B908A3}"/>
          </ac:spMkLst>
        </pc:spChg>
        <pc:spChg chg="mod">
          <ac:chgData name="adilton junio" userId="66b3fade76ecdf97" providerId="LiveId" clId="{C262079B-8E42-4F33-9AA1-261C49D5EA05}" dt="2024-07-11T14:02:26.586" v="634" actId="692"/>
          <ac:spMkLst>
            <pc:docMk/>
            <pc:sldMk cId="2120586955" sldId="261"/>
            <ac:spMk id="139" creationId="{3AE8E163-D75D-09A9-3119-CC139912AE94}"/>
          </ac:spMkLst>
        </pc:spChg>
        <pc:spChg chg="mod">
          <ac:chgData name="adilton junio" userId="66b3fade76ecdf97" providerId="LiveId" clId="{C262079B-8E42-4F33-9AA1-261C49D5EA05}" dt="2024-07-11T13:59:38.470" v="613" actId="20577"/>
          <ac:spMkLst>
            <pc:docMk/>
            <pc:sldMk cId="2120586955" sldId="261"/>
            <ac:spMk id="140" creationId="{331E8971-A7DB-DEE4-A08E-0F0E34B11721}"/>
          </ac:spMkLst>
        </pc:spChg>
        <pc:spChg chg="mod">
          <ac:chgData name="adilton junio" userId="66b3fade76ecdf97" providerId="LiveId" clId="{C262079B-8E42-4F33-9AA1-261C49D5EA05}" dt="2024-07-11T13:56:17.005" v="432"/>
          <ac:spMkLst>
            <pc:docMk/>
            <pc:sldMk cId="2120586955" sldId="261"/>
            <ac:spMk id="147" creationId="{2AA7250A-2AC6-08E0-B821-754049FF6C4E}"/>
          </ac:spMkLst>
        </pc:spChg>
        <pc:spChg chg="mod">
          <ac:chgData name="adilton junio" userId="66b3fade76ecdf97" providerId="LiveId" clId="{C262079B-8E42-4F33-9AA1-261C49D5EA05}" dt="2024-07-11T13:56:17.005" v="432"/>
          <ac:spMkLst>
            <pc:docMk/>
            <pc:sldMk cId="2120586955" sldId="261"/>
            <ac:spMk id="149" creationId="{CBB258FF-EE59-991F-27EF-C9DE5299AD10}"/>
          </ac:spMkLst>
        </pc:spChg>
        <pc:spChg chg="mod">
          <ac:chgData name="adilton junio" userId="66b3fade76ecdf97" providerId="LiveId" clId="{C262079B-8E42-4F33-9AA1-261C49D5EA05}" dt="2024-07-11T13:56:17.005" v="432"/>
          <ac:spMkLst>
            <pc:docMk/>
            <pc:sldMk cId="2120586955" sldId="261"/>
            <ac:spMk id="151" creationId="{C9822F8C-8335-6871-EE6E-BFEB6E462838}"/>
          </ac:spMkLst>
        </pc:spChg>
        <pc:spChg chg="mod">
          <ac:chgData name="adilton junio" userId="66b3fade76ecdf97" providerId="LiveId" clId="{C262079B-8E42-4F33-9AA1-261C49D5EA05}" dt="2024-07-11T13:56:17.005" v="432"/>
          <ac:spMkLst>
            <pc:docMk/>
            <pc:sldMk cId="2120586955" sldId="261"/>
            <ac:spMk id="154" creationId="{13327AAB-629B-D51D-5365-C4B1DC34B93F}"/>
          </ac:spMkLst>
        </pc:spChg>
        <pc:spChg chg="mod">
          <ac:chgData name="adilton junio" userId="66b3fade76ecdf97" providerId="LiveId" clId="{C262079B-8E42-4F33-9AA1-261C49D5EA05}" dt="2024-07-11T13:56:17.005" v="432"/>
          <ac:spMkLst>
            <pc:docMk/>
            <pc:sldMk cId="2120586955" sldId="261"/>
            <ac:spMk id="156" creationId="{20A9BE5C-BEC9-B7F9-6265-754245F96C69}"/>
          </ac:spMkLst>
        </pc:spChg>
        <pc:spChg chg="mod">
          <ac:chgData name="adilton junio" userId="66b3fade76ecdf97" providerId="LiveId" clId="{C262079B-8E42-4F33-9AA1-261C49D5EA05}" dt="2024-07-11T13:56:17.005" v="432"/>
          <ac:spMkLst>
            <pc:docMk/>
            <pc:sldMk cId="2120586955" sldId="261"/>
            <ac:spMk id="158" creationId="{0DE4BCE7-94FE-0940-6A35-707CDED7562E}"/>
          </ac:spMkLst>
        </pc:spChg>
        <pc:spChg chg="mod">
          <ac:chgData name="adilton junio" userId="66b3fade76ecdf97" providerId="LiveId" clId="{C262079B-8E42-4F33-9AA1-261C49D5EA05}" dt="2024-07-11T13:56:17.005" v="432"/>
          <ac:spMkLst>
            <pc:docMk/>
            <pc:sldMk cId="2120586955" sldId="261"/>
            <ac:spMk id="159" creationId="{CDDB72D6-F136-C16D-B098-7DD4633771AB}"/>
          </ac:spMkLst>
        </pc:spChg>
        <pc:spChg chg="add del mod">
          <ac:chgData name="adilton junio" userId="66b3fade76ecdf97" providerId="LiveId" clId="{C262079B-8E42-4F33-9AA1-261C49D5EA05}" dt="2024-07-11T13:58:49.088" v="590" actId="478"/>
          <ac:spMkLst>
            <pc:docMk/>
            <pc:sldMk cId="2120586955" sldId="261"/>
            <ac:spMk id="167" creationId="{199A97C4-8E67-04D3-952B-33AD06E422AD}"/>
          </ac:spMkLst>
        </pc:spChg>
        <pc:spChg chg="add del mod">
          <ac:chgData name="adilton junio" userId="66b3fade76ecdf97" providerId="LiveId" clId="{C262079B-8E42-4F33-9AA1-261C49D5EA05}" dt="2024-07-11T14:10:52.426" v="760" actId="478"/>
          <ac:spMkLst>
            <pc:docMk/>
            <pc:sldMk cId="2120586955" sldId="261"/>
            <ac:spMk id="168" creationId="{BA05DBC3-FDC0-8B7D-5DB6-BA6C76847D43}"/>
          </ac:spMkLst>
        </pc:spChg>
        <pc:spChg chg="add del mod">
          <ac:chgData name="adilton junio" userId="66b3fade76ecdf97" providerId="LiveId" clId="{C262079B-8E42-4F33-9AA1-261C49D5EA05}" dt="2024-07-11T14:10:54.122" v="761" actId="478"/>
          <ac:spMkLst>
            <pc:docMk/>
            <pc:sldMk cId="2120586955" sldId="261"/>
            <ac:spMk id="169" creationId="{6816814C-1A0F-94B5-81A0-8B5FB182D4B8}"/>
          </ac:spMkLst>
        </pc:spChg>
        <pc:spChg chg="add mod">
          <ac:chgData name="adilton junio" userId="66b3fade76ecdf97" providerId="LiveId" clId="{C262079B-8E42-4F33-9AA1-261C49D5EA05}" dt="2024-07-11T14:08:41.020" v="689" actId="1076"/>
          <ac:spMkLst>
            <pc:docMk/>
            <pc:sldMk cId="2120586955" sldId="261"/>
            <ac:spMk id="171" creationId="{C51584BB-4D20-E7C5-944E-45BA36E0EFDC}"/>
          </ac:spMkLst>
        </pc:spChg>
        <pc:spChg chg="add mod">
          <ac:chgData name="adilton junio" userId="66b3fade76ecdf97" providerId="LiveId" clId="{C262079B-8E42-4F33-9AA1-261C49D5EA05}" dt="2024-07-11T14:10:55.054" v="762"/>
          <ac:spMkLst>
            <pc:docMk/>
            <pc:sldMk cId="2120586955" sldId="261"/>
            <ac:spMk id="172" creationId="{35C0F33A-A1C5-AD0E-E746-D6935B34155E}"/>
          </ac:spMkLst>
        </pc:spChg>
        <pc:spChg chg="add mod">
          <ac:chgData name="adilton junio" userId="66b3fade76ecdf97" providerId="LiveId" clId="{C262079B-8E42-4F33-9AA1-261C49D5EA05}" dt="2024-07-11T14:10:55.054" v="762"/>
          <ac:spMkLst>
            <pc:docMk/>
            <pc:sldMk cId="2120586955" sldId="261"/>
            <ac:spMk id="173" creationId="{7D8493CB-66CC-0911-8C85-BBB3889870F4}"/>
          </ac:spMkLst>
        </pc:spChg>
        <pc:spChg chg="add mod">
          <ac:chgData name="adilton junio" userId="66b3fade76ecdf97" providerId="LiveId" clId="{C262079B-8E42-4F33-9AA1-261C49D5EA05}" dt="2024-07-11T14:10:55.054" v="762"/>
          <ac:spMkLst>
            <pc:docMk/>
            <pc:sldMk cId="2120586955" sldId="261"/>
            <ac:spMk id="174" creationId="{DA770B05-FAB2-2306-FFDF-B422DD0514C5}"/>
          </ac:spMkLst>
        </pc:spChg>
        <pc:grpChg chg="del mod">
          <ac:chgData name="adilton junio" userId="66b3fade76ecdf97" providerId="LiveId" clId="{C262079B-8E42-4F33-9AA1-261C49D5EA05}" dt="2024-07-11T13:27:58.110" v="37" actId="478"/>
          <ac:grpSpMkLst>
            <pc:docMk/>
            <pc:sldMk cId="2120586955" sldId="261"/>
            <ac:grpSpMk id="4" creationId="{5C62A87D-F27D-776E-0685-377AA07C25E6}"/>
          </ac:grpSpMkLst>
        </pc:grpChg>
        <pc:grpChg chg="del mod">
          <ac:chgData name="adilton junio" userId="66b3fade76ecdf97" providerId="LiveId" clId="{C262079B-8E42-4F33-9AA1-261C49D5EA05}" dt="2024-07-11T13:27:54.640" v="34" actId="478"/>
          <ac:grpSpMkLst>
            <pc:docMk/>
            <pc:sldMk cId="2120586955" sldId="261"/>
            <ac:grpSpMk id="5" creationId="{B418F9AF-B675-71FC-6EA9-151C486004EE}"/>
          </ac:grpSpMkLst>
        </pc:grpChg>
        <pc:grpChg chg="del mod">
          <ac:chgData name="adilton junio" userId="66b3fade76ecdf97" providerId="LiveId" clId="{C262079B-8E42-4F33-9AA1-261C49D5EA05}" dt="2024-07-11T13:27:36.555" v="24" actId="478"/>
          <ac:grpSpMkLst>
            <pc:docMk/>
            <pc:sldMk cId="2120586955" sldId="261"/>
            <ac:grpSpMk id="7" creationId="{044F132B-D637-F216-CECE-D08756F00200}"/>
          </ac:grpSpMkLst>
        </pc:grpChg>
        <pc:grpChg chg="del mod">
          <ac:chgData name="adilton junio" userId="66b3fade76ecdf97" providerId="LiveId" clId="{C262079B-8E42-4F33-9AA1-261C49D5EA05}" dt="2024-07-11T13:27:47.515" v="32" actId="478"/>
          <ac:grpSpMkLst>
            <pc:docMk/>
            <pc:sldMk cId="2120586955" sldId="261"/>
            <ac:grpSpMk id="8" creationId="{B6C16B9E-7660-3EE6-0DE5-D12494D316D6}"/>
          </ac:grpSpMkLst>
        </pc:grpChg>
        <pc:grpChg chg="add del mod topLvl">
          <ac:chgData name="adilton junio" userId="66b3fade76ecdf97" providerId="LiveId" clId="{C262079B-8E42-4F33-9AA1-261C49D5EA05}" dt="2024-07-11T13:32:57.546" v="93" actId="165"/>
          <ac:grpSpMkLst>
            <pc:docMk/>
            <pc:sldMk cId="2120586955" sldId="261"/>
            <ac:grpSpMk id="30" creationId="{6C4B7435-0FE7-28BC-5535-D4AE1F148FF0}"/>
          </ac:grpSpMkLst>
        </pc:grpChg>
        <pc:grpChg chg="del mod topLvl">
          <ac:chgData name="adilton junio" userId="66b3fade76ecdf97" providerId="LiveId" clId="{C262079B-8E42-4F33-9AA1-261C49D5EA05}" dt="2024-07-11T13:27:40.024" v="27" actId="478"/>
          <ac:grpSpMkLst>
            <pc:docMk/>
            <pc:sldMk cId="2120586955" sldId="261"/>
            <ac:grpSpMk id="31" creationId="{9AC1ADB9-1565-6BE8-3236-B09C888AB229}"/>
          </ac:grpSpMkLst>
        </pc:grpChg>
        <pc:grpChg chg="del">
          <ac:chgData name="adilton junio" userId="66b3fade76ecdf97" providerId="LiveId" clId="{C262079B-8E42-4F33-9AA1-261C49D5EA05}" dt="2024-07-11T13:27:29.928" v="23" actId="165"/>
          <ac:grpSpMkLst>
            <pc:docMk/>
            <pc:sldMk cId="2120586955" sldId="261"/>
            <ac:grpSpMk id="61" creationId="{26CA0D58-E63A-2E4E-9FCD-D6B39F2F38DA}"/>
          </ac:grpSpMkLst>
        </pc:grpChg>
        <pc:grpChg chg="del">
          <ac:chgData name="adilton junio" userId="66b3fade76ecdf97" providerId="LiveId" clId="{C262079B-8E42-4F33-9AA1-261C49D5EA05}" dt="2024-07-11T13:27:20.854" v="22" actId="478"/>
          <ac:grpSpMkLst>
            <pc:docMk/>
            <pc:sldMk cId="2120586955" sldId="261"/>
            <ac:grpSpMk id="65" creationId="{279673C1-722B-EC4B-80C2-0A09F8222520}"/>
          </ac:grpSpMkLst>
        </pc:grpChg>
        <pc:grpChg chg="del">
          <ac:chgData name="adilton junio" userId="66b3fade76ecdf97" providerId="LiveId" clId="{C262079B-8E42-4F33-9AA1-261C49D5EA05}" dt="2024-07-11T13:27:20.854" v="22" actId="478"/>
          <ac:grpSpMkLst>
            <pc:docMk/>
            <pc:sldMk cId="2120586955" sldId="261"/>
            <ac:grpSpMk id="71" creationId="{09C146E2-CE1B-CF19-12CA-E31EE945F65C}"/>
          </ac:grpSpMkLst>
        </pc:grpChg>
        <pc:grpChg chg="add del mod">
          <ac:chgData name="adilton junio" userId="66b3fade76ecdf97" providerId="LiveId" clId="{C262079B-8E42-4F33-9AA1-261C49D5EA05}" dt="2024-07-11T13:53:09.407" v="360" actId="165"/>
          <ac:grpSpMkLst>
            <pc:docMk/>
            <pc:sldMk cId="2120586955" sldId="261"/>
            <ac:grpSpMk id="120" creationId="{3B30F4A5-6A1C-3CCF-B588-AFEA6B7CCBF7}"/>
          </ac:grpSpMkLst>
        </pc:grpChg>
        <pc:grpChg chg="mod topLvl">
          <ac:chgData name="adilton junio" userId="66b3fade76ecdf97" providerId="LiveId" clId="{C262079B-8E42-4F33-9AA1-261C49D5EA05}" dt="2024-07-11T13:59:38.470" v="613" actId="20577"/>
          <ac:grpSpMkLst>
            <pc:docMk/>
            <pc:sldMk cId="2120586955" sldId="261"/>
            <ac:grpSpMk id="121" creationId="{59D820B7-2936-D40E-FD09-093A1CEB49B2}"/>
          </ac:grpSpMkLst>
        </pc:grpChg>
        <pc:grpChg chg="del mod topLvl">
          <ac:chgData name="adilton junio" userId="66b3fade76ecdf97" providerId="LiveId" clId="{C262079B-8E42-4F33-9AA1-261C49D5EA05}" dt="2024-07-11T13:53:21.414" v="361" actId="478"/>
          <ac:grpSpMkLst>
            <pc:docMk/>
            <pc:sldMk cId="2120586955" sldId="261"/>
            <ac:grpSpMk id="122" creationId="{816E690F-BFA9-E092-A6AC-BA8C37EE073B}"/>
          </ac:grpSpMkLst>
        </pc:grpChg>
        <pc:grpChg chg="mod">
          <ac:chgData name="adilton junio" userId="66b3fade76ecdf97" providerId="LiveId" clId="{C262079B-8E42-4F33-9AA1-261C49D5EA05}" dt="2024-07-11T13:59:38.470" v="613" actId="20577"/>
          <ac:grpSpMkLst>
            <pc:docMk/>
            <pc:sldMk cId="2120586955" sldId="261"/>
            <ac:grpSpMk id="126" creationId="{AED72AB0-810E-911A-62D3-B00487D1D983}"/>
          </ac:grpSpMkLst>
        </pc:grpChg>
        <pc:grpChg chg="mod">
          <ac:chgData name="adilton junio" userId="66b3fade76ecdf97" providerId="LiveId" clId="{C262079B-8E42-4F33-9AA1-261C49D5EA05}" dt="2024-07-11T13:59:38.470" v="613" actId="20577"/>
          <ac:grpSpMkLst>
            <pc:docMk/>
            <pc:sldMk cId="2120586955" sldId="261"/>
            <ac:grpSpMk id="131" creationId="{13FC108D-50E6-7D92-8E9E-220DFE859217}"/>
          </ac:grpSpMkLst>
        </pc:grpChg>
        <pc:grpChg chg="del mod">
          <ac:chgData name="adilton junio" userId="66b3fade76ecdf97" providerId="LiveId" clId="{C262079B-8E42-4F33-9AA1-261C49D5EA05}" dt="2024-07-11T14:10:54.122" v="761" actId="478"/>
          <ac:grpSpMkLst>
            <pc:docMk/>
            <pc:sldMk cId="2120586955" sldId="261"/>
            <ac:grpSpMk id="133" creationId="{1A0CADEB-8EBF-3099-D20E-AAC44805CB78}"/>
          </ac:grpSpMkLst>
        </pc:grpChg>
        <pc:grpChg chg="del mod">
          <ac:chgData name="adilton junio" userId="66b3fade76ecdf97" providerId="LiveId" clId="{C262079B-8E42-4F33-9AA1-261C49D5EA05}" dt="2024-07-11T13:59:31.179" v="609" actId="478"/>
          <ac:grpSpMkLst>
            <pc:docMk/>
            <pc:sldMk cId="2120586955" sldId="261"/>
            <ac:grpSpMk id="134" creationId="{58076BEC-9C64-D556-59B1-7D146908A0DB}"/>
          </ac:grpSpMkLst>
        </pc:grpChg>
        <pc:grpChg chg="add mod">
          <ac:chgData name="adilton junio" userId="66b3fade76ecdf97" providerId="LiveId" clId="{C262079B-8E42-4F33-9AA1-261C49D5EA05}" dt="2024-07-11T13:59:50.317" v="614" actId="164"/>
          <ac:grpSpMkLst>
            <pc:docMk/>
            <pc:sldMk cId="2120586955" sldId="261"/>
            <ac:grpSpMk id="144" creationId="{8C1F7062-89F6-10C8-9BC5-6D3E1E4E166A}"/>
          </ac:grpSpMkLst>
        </pc:grpChg>
        <pc:grpChg chg="add del mod">
          <ac:chgData name="adilton junio" userId="66b3fade76ecdf97" providerId="LiveId" clId="{C262079B-8E42-4F33-9AA1-261C49D5EA05}" dt="2024-07-11T13:57:57.971" v="574" actId="478"/>
          <ac:grpSpMkLst>
            <pc:docMk/>
            <pc:sldMk cId="2120586955" sldId="261"/>
            <ac:grpSpMk id="145" creationId="{7DA4DDC0-631C-6CF0-2A19-B86C4FAB9654}"/>
          </ac:grpSpMkLst>
        </pc:grpChg>
        <pc:grpChg chg="mod">
          <ac:chgData name="adilton junio" userId="66b3fade76ecdf97" providerId="LiveId" clId="{C262079B-8E42-4F33-9AA1-261C49D5EA05}" dt="2024-07-11T13:56:17.005" v="432"/>
          <ac:grpSpMkLst>
            <pc:docMk/>
            <pc:sldMk cId="2120586955" sldId="261"/>
            <ac:grpSpMk id="146" creationId="{89997158-7B95-B6BC-04A6-789ACF4A8045}"/>
          </ac:grpSpMkLst>
        </pc:grpChg>
        <pc:grpChg chg="mod">
          <ac:chgData name="adilton junio" userId="66b3fade76ecdf97" providerId="LiveId" clId="{C262079B-8E42-4F33-9AA1-261C49D5EA05}" dt="2024-07-11T13:56:17.005" v="432"/>
          <ac:grpSpMkLst>
            <pc:docMk/>
            <pc:sldMk cId="2120586955" sldId="261"/>
            <ac:grpSpMk id="148" creationId="{54D75AE2-B1BB-0FE1-754C-3C4F463F0452}"/>
          </ac:grpSpMkLst>
        </pc:grpChg>
        <pc:grpChg chg="mod">
          <ac:chgData name="adilton junio" userId="66b3fade76ecdf97" providerId="LiveId" clId="{C262079B-8E42-4F33-9AA1-261C49D5EA05}" dt="2024-07-11T13:56:17.005" v="432"/>
          <ac:grpSpMkLst>
            <pc:docMk/>
            <pc:sldMk cId="2120586955" sldId="261"/>
            <ac:grpSpMk id="150" creationId="{3E27E78F-082C-31A3-FC99-1A4AAD499225}"/>
          </ac:grpSpMkLst>
        </pc:grpChg>
        <pc:grpChg chg="mod">
          <ac:chgData name="adilton junio" userId="66b3fade76ecdf97" providerId="LiveId" clId="{C262079B-8E42-4F33-9AA1-261C49D5EA05}" dt="2024-07-11T13:56:17.005" v="432"/>
          <ac:grpSpMkLst>
            <pc:docMk/>
            <pc:sldMk cId="2120586955" sldId="261"/>
            <ac:grpSpMk id="152" creationId="{F9531A26-4922-8B03-8A0B-EE2500FF179F}"/>
          </ac:grpSpMkLst>
        </pc:grpChg>
        <pc:grpChg chg="mod">
          <ac:chgData name="adilton junio" userId="66b3fade76ecdf97" providerId="LiveId" clId="{C262079B-8E42-4F33-9AA1-261C49D5EA05}" dt="2024-07-11T13:56:17.005" v="432"/>
          <ac:grpSpMkLst>
            <pc:docMk/>
            <pc:sldMk cId="2120586955" sldId="261"/>
            <ac:grpSpMk id="153" creationId="{B1205C0C-8CDA-F4FB-9327-2E2BB63E8FCC}"/>
          </ac:grpSpMkLst>
        </pc:grpChg>
        <pc:grpChg chg="add mod">
          <ac:chgData name="adilton junio" userId="66b3fade76ecdf97" providerId="LiveId" clId="{C262079B-8E42-4F33-9AA1-261C49D5EA05}" dt="2024-07-11T13:56:42.858" v="473" actId="164"/>
          <ac:grpSpMkLst>
            <pc:docMk/>
            <pc:sldMk cId="2120586955" sldId="261"/>
            <ac:grpSpMk id="160" creationId="{BD0CBD65-AB50-C5FC-B65C-06020A6EB235}"/>
          </ac:grpSpMkLst>
        </pc:grpChg>
        <pc:grpChg chg="add mod">
          <ac:chgData name="adilton junio" userId="66b3fade76ecdf97" providerId="LiveId" clId="{C262079B-8E42-4F33-9AA1-261C49D5EA05}" dt="2024-07-11T14:06:54.525" v="676" actId="1076"/>
          <ac:grpSpMkLst>
            <pc:docMk/>
            <pc:sldMk cId="2120586955" sldId="261"/>
            <ac:grpSpMk id="161" creationId="{7A77D41C-4CC1-B999-2856-B4118C33C414}"/>
          </ac:grpSpMkLst>
        </pc:grpChg>
        <pc:grpChg chg="add mod">
          <ac:chgData name="adilton junio" userId="66b3fade76ecdf97" providerId="LiveId" clId="{C262079B-8E42-4F33-9AA1-261C49D5EA05}" dt="2024-07-11T13:59:50.317" v="614" actId="164"/>
          <ac:grpSpMkLst>
            <pc:docMk/>
            <pc:sldMk cId="2120586955" sldId="261"/>
            <ac:grpSpMk id="170" creationId="{90E60433-267B-8243-E2C2-ED8592DAF3CF}"/>
          </ac:grpSpMkLst>
        </pc:grpChg>
        <pc:cxnChg chg="del mod">
          <ac:chgData name="adilton junio" userId="66b3fade76ecdf97" providerId="LiveId" clId="{C262079B-8E42-4F33-9AA1-261C49D5EA05}" dt="2024-07-11T13:27:38.690" v="26" actId="478"/>
          <ac:cxnSpMkLst>
            <pc:docMk/>
            <pc:sldMk cId="2120586955" sldId="261"/>
            <ac:cxnSpMk id="3" creationId="{B5DA88E5-DFAC-4413-9EA3-5B5EAE05FC5C}"/>
          </ac:cxnSpMkLst>
        </pc:cxnChg>
        <pc:cxnChg chg="add del mod">
          <ac:chgData name="adilton junio" userId="66b3fade76ecdf97" providerId="LiveId" clId="{C262079B-8E42-4F33-9AA1-261C49D5EA05}" dt="2024-07-11T13:43:26.977" v="265" actId="478"/>
          <ac:cxnSpMkLst>
            <pc:docMk/>
            <pc:sldMk cId="2120586955" sldId="261"/>
            <ac:cxnSpMk id="15" creationId="{62E2F7DF-5169-BAA3-922B-16A52150A3E3}"/>
          </ac:cxnSpMkLst>
        </pc:cxnChg>
        <pc:cxnChg chg="add del mod">
          <ac:chgData name="adilton junio" userId="66b3fade76ecdf97" providerId="LiveId" clId="{C262079B-8E42-4F33-9AA1-261C49D5EA05}" dt="2024-07-11T13:46:12.657" v="301" actId="478"/>
          <ac:cxnSpMkLst>
            <pc:docMk/>
            <pc:sldMk cId="2120586955" sldId="261"/>
            <ac:cxnSpMk id="16" creationId="{611668D1-D22D-DF9D-FE9C-45943D074E09}"/>
          </ac:cxnSpMkLst>
        </pc:cxnChg>
        <pc:cxnChg chg="del mod">
          <ac:chgData name="adilton junio" userId="66b3fade76ecdf97" providerId="LiveId" clId="{C262079B-8E42-4F33-9AA1-261C49D5EA05}" dt="2024-07-11T13:27:48.668" v="33" actId="478"/>
          <ac:cxnSpMkLst>
            <pc:docMk/>
            <pc:sldMk cId="2120586955" sldId="261"/>
            <ac:cxnSpMk id="18" creationId="{F253055D-73BC-BC5E-DE5E-81E06284BA7B}"/>
          </ac:cxnSpMkLst>
        </pc:cxnChg>
        <pc:cxnChg chg="del mod">
          <ac:chgData name="adilton junio" userId="66b3fade76ecdf97" providerId="LiveId" clId="{C262079B-8E42-4F33-9AA1-261C49D5EA05}" dt="2024-07-11T13:27:36.555" v="24" actId="478"/>
          <ac:cxnSpMkLst>
            <pc:docMk/>
            <pc:sldMk cId="2120586955" sldId="261"/>
            <ac:cxnSpMk id="20" creationId="{4B8DC4AF-3295-8623-710A-368D5F5294D8}"/>
          </ac:cxnSpMkLst>
        </pc:cxnChg>
        <pc:cxnChg chg="add del mod">
          <ac:chgData name="adilton junio" userId="66b3fade76ecdf97" providerId="LiveId" clId="{C262079B-8E42-4F33-9AA1-261C49D5EA05}" dt="2024-07-11T13:31:57.230" v="74" actId="478"/>
          <ac:cxnSpMkLst>
            <pc:docMk/>
            <pc:sldMk cId="2120586955" sldId="261"/>
            <ac:cxnSpMk id="29" creationId="{1473ECC1-5445-2A80-D3DA-4C3C9DB2A2A2}"/>
          </ac:cxnSpMkLst>
        </pc:cxnChg>
        <pc:cxnChg chg="add del mod">
          <ac:chgData name="adilton junio" userId="66b3fade76ecdf97" providerId="LiveId" clId="{C262079B-8E42-4F33-9AA1-261C49D5EA05}" dt="2024-07-11T13:31:56.045" v="73" actId="478"/>
          <ac:cxnSpMkLst>
            <pc:docMk/>
            <pc:sldMk cId="2120586955" sldId="261"/>
            <ac:cxnSpMk id="35" creationId="{782E126E-CC5C-B6CE-3C7F-8EB93A5D6822}"/>
          </ac:cxnSpMkLst>
        </pc:cxnChg>
        <pc:cxnChg chg="add del mod">
          <ac:chgData name="adilton junio" userId="66b3fade76ecdf97" providerId="LiveId" clId="{C262079B-8E42-4F33-9AA1-261C49D5EA05}" dt="2024-07-11T13:38:04.242" v="216" actId="478"/>
          <ac:cxnSpMkLst>
            <pc:docMk/>
            <pc:sldMk cId="2120586955" sldId="261"/>
            <ac:cxnSpMk id="36" creationId="{A6DDAB6B-66E7-DD18-3F67-A03704D85F9A}"/>
          </ac:cxnSpMkLst>
        </pc:cxnChg>
        <pc:cxnChg chg="add del mod">
          <ac:chgData name="adilton junio" userId="66b3fade76ecdf97" providerId="LiveId" clId="{C262079B-8E42-4F33-9AA1-261C49D5EA05}" dt="2024-07-11T13:41:42.356" v="245" actId="478"/>
          <ac:cxnSpMkLst>
            <pc:docMk/>
            <pc:sldMk cId="2120586955" sldId="261"/>
            <ac:cxnSpMk id="40" creationId="{B1272802-A56A-CDF7-0666-AB7FEC461678}"/>
          </ac:cxnSpMkLst>
        </pc:cxnChg>
        <pc:cxnChg chg="mod">
          <ac:chgData name="adilton junio" userId="66b3fade76ecdf97" providerId="LiveId" clId="{C262079B-8E42-4F33-9AA1-261C49D5EA05}" dt="2024-07-11T13:27:20.854" v="22" actId="478"/>
          <ac:cxnSpMkLst>
            <pc:docMk/>
            <pc:sldMk cId="2120586955" sldId="261"/>
            <ac:cxnSpMk id="43" creationId="{70FF4037-3FC2-5010-F8AD-77CBA46D0041}"/>
          </ac:cxnSpMkLst>
        </pc:cxnChg>
        <pc:cxnChg chg="add del mod">
          <ac:chgData name="adilton junio" userId="66b3fade76ecdf97" providerId="LiveId" clId="{C262079B-8E42-4F33-9AA1-261C49D5EA05}" dt="2024-07-11T13:38:05.010" v="217" actId="478"/>
          <ac:cxnSpMkLst>
            <pc:docMk/>
            <pc:sldMk cId="2120586955" sldId="261"/>
            <ac:cxnSpMk id="45" creationId="{8E61F0A7-3700-91F3-4E6D-3B0C70F35694}"/>
          </ac:cxnSpMkLst>
        </pc:cxnChg>
        <pc:cxnChg chg="add del mod">
          <ac:chgData name="adilton junio" userId="66b3fade76ecdf97" providerId="LiveId" clId="{C262079B-8E42-4F33-9AA1-261C49D5EA05}" dt="2024-07-11T13:38:08.581" v="219" actId="478"/>
          <ac:cxnSpMkLst>
            <pc:docMk/>
            <pc:sldMk cId="2120586955" sldId="261"/>
            <ac:cxnSpMk id="46" creationId="{F9DF6F65-B933-64E8-55DD-3018DE19E609}"/>
          </ac:cxnSpMkLst>
        </pc:cxnChg>
        <pc:cxnChg chg="mod">
          <ac:chgData name="adilton junio" userId="66b3fade76ecdf97" providerId="LiveId" clId="{C262079B-8E42-4F33-9AA1-261C49D5EA05}" dt="2024-07-11T13:27:20.854" v="22" actId="478"/>
          <ac:cxnSpMkLst>
            <pc:docMk/>
            <pc:sldMk cId="2120586955" sldId="261"/>
            <ac:cxnSpMk id="53" creationId="{1BED5C77-E7A0-06C2-836A-9D7B819B805D}"/>
          </ac:cxnSpMkLst>
        </pc:cxnChg>
        <pc:cxnChg chg="mod">
          <ac:chgData name="adilton junio" userId="66b3fade76ecdf97" providerId="LiveId" clId="{C262079B-8E42-4F33-9AA1-261C49D5EA05}" dt="2024-07-11T13:27:20.854" v="22" actId="478"/>
          <ac:cxnSpMkLst>
            <pc:docMk/>
            <pc:sldMk cId="2120586955" sldId="261"/>
            <ac:cxnSpMk id="55" creationId="{04185AC0-818D-AE1B-A94A-422B918EC5CB}"/>
          </ac:cxnSpMkLst>
        </pc:cxnChg>
        <pc:cxnChg chg="add del mod">
          <ac:chgData name="adilton junio" userId="66b3fade76ecdf97" providerId="LiveId" clId="{C262079B-8E42-4F33-9AA1-261C49D5EA05}" dt="2024-07-11T13:41:14.709" v="240" actId="478"/>
          <ac:cxnSpMkLst>
            <pc:docMk/>
            <pc:sldMk cId="2120586955" sldId="261"/>
            <ac:cxnSpMk id="67" creationId="{F72C3CA7-6D07-21D1-E1E8-9A7A62CF274D}"/>
          </ac:cxnSpMkLst>
        </pc:cxnChg>
        <pc:cxnChg chg="add mod">
          <ac:chgData name="adilton junio" userId="66b3fade76ecdf97" providerId="LiveId" clId="{C262079B-8E42-4F33-9AA1-261C49D5EA05}" dt="2024-07-11T13:56:32.062" v="460" actId="164"/>
          <ac:cxnSpMkLst>
            <pc:docMk/>
            <pc:sldMk cId="2120586955" sldId="261"/>
            <ac:cxnSpMk id="68" creationId="{A6622E68-7F92-1997-AD65-245DEBC48999}"/>
          </ac:cxnSpMkLst>
        </pc:cxnChg>
        <pc:cxnChg chg="add del mod">
          <ac:chgData name="adilton junio" userId="66b3fade76ecdf97" providerId="LiveId" clId="{C262079B-8E42-4F33-9AA1-261C49D5EA05}" dt="2024-07-11T13:46:47.791" v="310" actId="478"/>
          <ac:cxnSpMkLst>
            <pc:docMk/>
            <pc:sldMk cId="2120586955" sldId="261"/>
            <ac:cxnSpMk id="69" creationId="{C10A4BFD-48F4-57A7-4239-21A41FA1B83C}"/>
          </ac:cxnSpMkLst>
        </pc:cxnChg>
        <pc:cxnChg chg="add del mod">
          <ac:chgData name="adilton junio" userId="66b3fade76ecdf97" providerId="LiveId" clId="{C262079B-8E42-4F33-9AA1-261C49D5EA05}" dt="2024-07-11T13:41:42.744" v="246" actId="478"/>
          <ac:cxnSpMkLst>
            <pc:docMk/>
            <pc:sldMk cId="2120586955" sldId="261"/>
            <ac:cxnSpMk id="79" creationId="{B021E469-C59C-F371-FBD4-55EA69E11586}"/>
          </ac:cxnSpMkLst>
        </pc:cxnChg>
        <pc:cxnChg chg="add mod">
          <ac:chgData name="adilton junio" userId="66b3fade76ecdf97" providerId="LiveId" clId="{C262079B-8E42-4F33-9AA1-261C49D5EA05}" dt="2024-07-11T13:56:32.062" v="460" actId="164"/>
          <ac:cxnSpMkLst>
            <pc:docMk/>
            <pc:sldMk cId="2120586955" sldId="261"/>
            <ac:cxnSpMk id="80" creationId="{B4229E36-1A6F-F82B-A7D3-D1680F8A4231}"/>
          </ac:cxnSpMkLst>
        </pc:cxnChg>
        <pc:cxnChg chg="add del mod">
          <ac:chgData name="adilton junio" userId="66b3fade76ecdf97" providerId="LiveId" clId="{C262079B-8E42-4F33-9AA1-261C49D5EA05}" dt="2024-07-11T13:44:05.466" v="274" actId="478"/>
          <ac:cxnSpMkLst>
            <pc:docMk/>
            <pc:sldMk cId="2120586955" sldId="261"/>
            <ac:cxnSpMk id="81" creationId="{293C88C0-E417-E23E-F76F-CA67C230677E}"/>
          </ac:cxnSpMkLst>
        </pc:cxnChg>
        <pc:cxnChg chg="add del mod">
          <ac:chgData name="adilton junio" userId="66b3fade76ecdf97" providerId="LiveId" clId="{C262079B-8E42-4F33-9AA1-261C49D5EA05}" dt="2024-07-11T13:44:58.603" v="279" actId="478"/>
          <ac:cxnSpMkLst>
            <pc:docMk/>
            <pc:sldMk cId="2120586955" sldId="261"/>
            <ac:cxnSpMk id="85" creationId="{6C68C10E-101E-F7E0-7B19-211C4DEA7CD6}"/>
          </ac:cxnSpMkLst>
        </pc:cxnChg>
        <pc:cxnChg chg="add del mod">
          <ac:chgData name="adilton junio" userId="66b3fade76ecdf97" providerId="LiveId" clId="{C262079B-8E42-4F33-9AA1-261C49D5EA05}" dt="2024-07-11T13:44:59.817" v="280" actId="478"/>
          <ac:cxnSpMkLst>
            <pc:docMk/>
            <pc:sldMk cId="2120586955" sldId="261"/>
            <ac:cxnSpMk id="92" creationId="{F183B4A5-BB84-42E0-2A82-1F1E7DFA1BD0}"/>
          </ac:cxnSpMkLst>
        </pc:cxnChg>
        <pc:cxnChg chg="add mod">
          <ac:chgData name="adilton junio" userId="66b3fade76ecdf97" providerId="LiveId" clId="{C262079B-8E42-4F33-9AA1-261C49D5EA05}" dt="2024-07-11T13:56:32.062" v="460" actId="164"/>
          <ac:cxnSpMkLst>
            <pc:docMk/>
            <pc:sldMk cId="2120586955" sldId="261"/>
            <ac:cxnSpMk id="105" creationId="{8408FE9A-8149-ECE9-612F-1F94EB82BB5C}"/>
          </ac:cxnSpMkLst>
        </pc:cxnChg>
        <pc:cxnChg chg="add mod">
          <ac:chgData name="adilton junio" userId="66b3fade76ecdf97" providerId="LiveId" clId="{C262079B-8E42-4F33-9AA1-261C49D5EA05}" dt="2024-07-11T13:56:32.062" v="460" actId="164"/>
          <ac:cxnSpMkLst>
            <pc:docMk/>
            <pc:sldMk cId="2120586955" sldId="261"/>
            <ac:cxnSpMk id="110" creationId="{C051690B-467C-DB90-6679-155B9107C175}"/>
          </ac:cxnSpMkLst>
        </pc:cxnChg>
        <pc:cxnChg chg="add mod">
          <ac:chgData name="adilton junio" userId="66b3fade76ecdf97" providerId="LiveId" clId="{C262079B-8E42-4F33-9AA1-261C49D5EA05}" dt="2024-07-11T14:06:57.283" v="677" actId="1076"/>
          <ac:cxnSpMkLst>
            <pc:docMk/>
            <pc:sldMk cId="2120586955" sldId="261"/>
            <ac:cxnSpMk id="111" creationId="{9E0D02A9-822D-89DF-B0DB-7D08363B23CE}"/>
          </ac:cxnSpMkLst>
        </pc:cxnChg>
        <pc:cxnChg chg="add mod">
          <ac:chgData name="adilton junio" userId="66b3fade76ecdf97" providerId="LiveId" clId="{C262079B-8E42-4F33-9AA1-261C49D5EA05}" dt="2024-07-11T13:56:32.062" v="460" actId="164"/>
          <ac:cxnSpMkLst>
            <pc:docMk/>
            <pc:sldMk cId="2120586955" sldId="261"/>
            <ac:cxnSpMk id="112" creationId="{0940CB65-B5E8-478B-D33A-EE427C73664F}"/>
          </ac:cxnSpMkLst>
        </pc:cxnChg>
        <pc:cxnChg chg="del mod">
          <ac:chgData name="adilton junio" userId="66b3fade76ecdf97" providerId="LiveId" clId="{C262079B-8E42-4F33-9AA1-261C49D5EA05}" dt="2024-07-11T13:53:23.014" v="363" actId="478"/>
          <ac:cxnSpMkLst>
            <pc:docMk/>
            <pc:sldMk cId="2120586955" sldId="261"/>
            <ac:cxnSpMk id="129" creationId="{05218C25-0B69-AA7F-A504-9F9CE4DBF68E}"/>
          </ac:cxnSpMkLst>
        </pc:cxnChg>
        <pc:cxnChg chg="mod">
          <ac:chgData name="adilton junio" userId="66b3fade76ecdf97" providerId="LiveId" clId="{C262079B-8E42-4F33-9AA1-261C49D5EA05}" dt="2024-07-11T13:59:38.470" v="613" actId="20577"/>
          <ac:cxnSpMkLst>
            <pc:docMk/>
            <pc:sldMk cId="2120586955" sldId="261"/>
            <ac:cxnSpMk id="136" creationId="{7B892499-E20F-CABF-04F5-8C9C8242FE7D}"/>
          </ac:cxnSpMkLst>
        </pc:cxnChg>
        <pc:cxnChg chg="mod">
          <ac:chgData name="adilton junio" userId="66b3fade76ecdf97" providerId="LiveId" clId="{C262079B-8E42-4F33-9AA1-261C49D5EA05}" dt="2024-07-11T13:59:38.470" v="613" actId="20577"/>
          <ac:cxnSpMkLst>
            <pc:docMk/>
            <pc:sldMk cId="2120586955" sldId="261"/>
            <ac:cxnSpMk id="138" creationId="{945A3A09-56EB-FB27-4F59-D3F1AD729F9D}"/>
          </ac:cxnSpMkLst>
        </pc:cxnChg>
        <pc:cxnChg chg="mod">
          <ac:chgData name="adilton junio" userId="66b3fade76ecdf97" providerId="LiveId" clId="{C262079B-8E42-4F33-9AA1-261C49D5EA05}" dt="2024-07-11T13:57:57.971" v="574" actId="478"/>
          <ac:cxnSpMkLst>
            <pc:docMk/>
            <pc:sldMk cId="2120586955" sldId="261"/>
            <ac:cxnSpMk id="155" creationId="{74912529-1C5D-6E53-C35E-AB05DAB76790}"/>
          </ac:cxnSpMkLst>
        </pc:cxnChg>
        <pc:cxnChg chg="mod">
          <ac:chgData name="adilton junio" userId="66b3fade76ecdf97" providerId="LiveId" clId="{C262079B-8E42-4F33-9AA1-261C49D5EA05}" dt="2024-07-11T13:57:57.971" v="574" actId="478"/>
          <ac:cxnSpMkLst>
            <pc:docMk/>
            <pc:sldMk cId="2120586955" sldId="261"/>
            <ac:cxnSpMk id="157" creationId="{AFA96390-A006-C61B-5867-9AC646D6809B}"/>
          </ac:cxnSpMkLst>
        </pc:cxnChg>
        <pc:cxnChg chg="add mod">
          <ac:chgData name="adilton junio" userId="66b3fade76ecdf97" providerId="LiveId" clId="{C262079B-8E42-4F33-9AA1-261C49D5EA05}" dt="2024-07-11T13:59:50.317" v="614" actId="164"/>
          <ac:cxnSpMkLst>
            <pc:docMk/>
            <pc:sldMk cId="2120586955" sldId="261"/>
            <ac:cxnSpMk id="162" creationId="{B4C37EF6-10E4-8345-A7B2-37DE85F8F0A0}"/>
          </ac:cxnSpMkLst>
        </pc:cxnChg>
      </pc:sldChg>
      <pc:sldChg chg="addSp delSp modSp add mod">
        <pc:chgData name="adilton junio" userId="66b3fade76ecdf97" providerId="LiveId" clId="{C262079B-8E42-4F33-9AA1-261C49D5EA05}" dt="2024-07-11T14:10:33.382" v="758"/>
        <pc:sldMkLst>
          <pc:docMk/>
          <pc:sldMk cId="3045026756" sldId="262"/>
        </pc:sldMkLst>
        <pc:spChg chg="del mod">
          <ac:chgData name="adilton junio" userId="66b3fade76ecdf97" providerId="LiveId" clId="{C262079B-8E42-4F33-9AA1-261C49D5EA05}" dt="2024-07-11T14:09:01.992" v="690" actId="478"/>
          <ac:spMkLst>
            <pc:docMk/>
            <pc:sldMk cId="3045026756" sldId="262"/>
            <ac:spMk id="2" creationId="{1BC54203-E03E-9308-A2D2-0DE0F523E969}"/>
          </ac:spMkLst>
        </pc:spChg>
        <pc:spChg chg="add mod">
          <ac:chgData name="adilton junio" userId="66b3fade76ecdf97" providerId="LiveId" clId="{C262079B-8E42-4F33-9AA1-261C49D5EA05}" dt="2024-07-11T14:09:59.695" v="751" actId="164"/>
          <ac:spMkLst>
            <pc:docMk/>
            <pc:sldMk cId="3045026756" sldId="262"/>
            <ac:spMk id="3" creationId="{FF4546B2-826A-1C84-8EA2-C6A33627DE5C}"/>
          </ac:spMkLst>
        </pc:spChg>
        <pc:spChg chg="add mod">
          <ac:chgData name="adilton junio" userId="66b3fade76ecdf97" providerId="LiveId" clId="{C262079B-8E42-4F33-9AA1-261C49D5EA05}" dt="2024-07-11T14:09:59.695" v="751" actId="164"/>
          <ac:spMkLst>
            <pc:docMk/>
            <pc:sldMk cId="3045026756" sldId="262"/>
            <ac:spMk id="4" creationId="{0625CC88-5BC8-1E7C-8472-F3EB914C9941}"/>
          </ac:spMkLst>
        </pc:spChg>
        <pc:spChg chg="add mod">
          <ac:chgData name="adilton junio" userId="66b3fade76ecdf97" providerId="LiveId" clId="{C262079B-8E42-4F33-9AA1-261C49D5EA05}" dt="2024-07-11T14:09:59.695" v="751" actId="164"/>
          <ac:spMkLst>
            <pc:docMk/>
            <pc:sldMk cId="3045026756" sldId="262"/>
            <ac:spMk id="5" creationId="{63842A86-4820-B1CC-E8A7-38EA09792165}"/>
          </ac:spMkLst>
        </pc:spChg>
        <pc:spChg chg="mod">
          <ac:chgData name="adilton junio" userId="66b3fade76ecdf97" providerId="LiveId" clId="{C262079B-8E42-4F33-9AA1-261C49D5EA05}" dt="2024-07-11T14:06:38.550" v="672" actId="206"/>
          <ac:spMkLst>
            <pc:docMk/>
            <pc:sldMk cId="3045026756" sldId="262"/>
            <ac:spMk id="6" creationId="{25B72799-784B-4BDD-CD2F-E91B2C30512F}"/>
          </ac:spMkLst>
        </pc:spChg>
        <pc:spChg chg="mod ord">
          <ac:chgData name="adilton junio" userId="66b3fade76ecdf97" providerId="LiveId" clId="{C262079B-8E42-4F33-9AA1-261C49D5EA05}" dt="2024-07-11T14:06:46.799" v="674" actId="166"/>
          <ac:spMkLst>
            <pc:docMk/>
            <pc:sldMk cId="3045026756" sldId="262"/>
            <ac:spMk id="12" creationId="{2BC69956-E7A5-8480-5760-3140D4899415}"/>
          </ac:spMkLst>
        </pc:spChg>
        <pc:spChg chg="ord">
          <ac:chgData name="adilton junio" userId="66b3fade76ecdf97" providerId="LiveId" clId="{C262079B-8E42-4F33-9AA1-261C49D5EA05}" dt="2024-07-11T14:04:53.952" v="647" actId="166"/>
          <ac:spMkLst>
            <pc:docMk/>
            <pc:sldMk cId="3045026756" sldId="262"/>
            <ac:spMk id="13" creationId="{5FE68206-7DAC-58F0-27D4-2EF657CA7E6E}"/>
          </ac:spMkLst>
        </pc:spChg>
        <pc:spChg chg="add mod">
          <ac:chgData name="adilton junio" userId="66b3fade76ecdf97" providerId="LiveId" clId="{C262079B-8E42-4F33-9AA1-261C49D5EA05}" dt="2024-07-11T14:09:02.344" v="691"/>
          <ac:spMkLst>
            <pc:docMk/>
            <pc:sldMk cId="3045026756" sldId="262"/>
            <ac:spMk id="14" creationId="{B46706F1-6102-28EC-5B77-F107FE9C4E6D}"/>
          </ac:spMkLst>
        </pc:spChg>
        <pc:spChg chg="add mod">
          <ac:chgData name="adilton junio" userId="66b3fade76ecdf97" providerId="LiveId" clId="{C262079B-8E42-4F33-9AA1-261C49D5EA05}" dt="2024-07-11T14:10:33.382" v="758"/>
          <ac:spMkLst>
            <pc:docMk/>
            <pc:sldMk cId="3045026756" sldId="262"/>
            <ac:spMk id="16" creationId="{793C0E1B-39CC-21A2-8DBA-8A17C20A74DC}"/>
          </ac:spMkLst>
        </pc:spChg>
        <pc:spChg chg="mod ord">
          <ac:chgData name="adilton junio" userId="66b3fade76ecdf97" providerId="LiveId" clId="{C262079B-8E42-4F33-9AA1-261C49D5EA05}" dt="2024-07-11T14:06:44.174" v="673" actId="167"/>
          <ac:spMkLst>
            <pc:docMk/>
            <pc:sldMk cId="3045026756" sldId="262"/>
            <ac:spMk id="114" creationId="{2647D9C4-CF84-8DD7-0786-8D34B5826FFA}"/>
          </ac:spMkLst>
        </pc:spChg>
        <pc:spChg chg="del mod">
          <ac:chgData name="adilton junio" userId="66b3fade76ecdf97" providerId="LiveId" clId="{C262079B-8E42-4F33-9AA1-261C49D5EA05}" dt="2024-07-11T14:10:33.166" v="757" actId="478"/>
          <ac:spMkLst>
            <pc:docMk/>
            <pc:sldMk cId="3045026756" sldId="262"/>
            <ac:spMk id="116" creationId="{04F99EF5-D378-A697-E211-BD95A4D7EACA}"/>
          </ac:spMkLst>
        </pc:spChg>
        <pc:spChg chg="mod">
          <ac:chgData name="adilton junio" userId="66b3fade76ecdf97" providerId="LiveId" clId="{C262079B-8E42-4F33-9AA1-261C49D5EA05}" dt="2024-07-11T14:07:42.698" v="679" actId="1076"/>
          <ac:spMkLst>
            <pc:docMk/>
            <pc:sldMk cId="3045026756" sldId="262"/>
            <ac:spMk id="117" creationId="{ED20AE49-A3FA-8DAA-267E-E4322CBCC2B0}"/>
          </ac:spMkLst>
        </pc:spChg>
        <pc:spChg chg="del">
          <ac:chgData name="adilton junio" userId="66b3fade76ecdf97" providerId="LiveId" clId="{C262079B-8E42-4F33-9AA1-261C49D5EA05}" dt="2024-07-11T14:00:10.770" v="616" actId="478"/>
          <ac:spMkLst>
            <pc:docMk/>
            <pc:sldMk cId="3045026756" sldId="262"/>
            <ac:spMk id="135" creationId="{3FDB1E9F-1189-3F03-AA97-CAFBBC2D8771}"/>
          </ac:spMkLst>
        </pc:spChg>
        <pc:spChg chg="del">
          <ac:chgData name="adilton junio" userId="66b3fade76ecdf97" providerId="LiveId" clId="{C262079B-8E42-4F33-9AA1-261C49D5EA05}" dt="2024-07-11T14:00:09.315" v="615" actId="478"/>
          <ac:spMkLst>
            <pc:docMk/>
            <pc:sldMk cId="3045026756" sldId="262"/>
            <ac:spMk id="137" creationId="{02A5C4E3-12D0-295F-B46D-460FB3B908A3}"/>
          </ac:spMkLst>
        </pc:spChg>
        <pc:spChg chg="mod">
          <ac:chgData name="adilton junio" userId="66b3fade76ecdf97" providerId="LiveId" clId="{C262079B-8E42-4F33-9AA1-261C49D5EA05}" dt="2024-07-11T13:57:33.182" v="554" actId="692"/>
          <ac:spMkLst>
            <pc:docMk/>
            <pc:sldMk cId="3045026756" sldId="262"/>
            <ac:spMk id="139" creationId="{3AE8E163-D75D-09A9-3119-CC139912AE94}"/>
          </ac:spMkLst>
        </pc:spChg>
        <pc:spChg chg="mod">
          <ac:chgData name="adilton junio" userId="66b3fade76ecdf97" providerId="LiveId" clId="{C262079B-8E42-4F33-9AA1-261C49D5EA05}" dt="2024-07-11T14:02:45.320" v="643" actId="692"/>
          <ac:spMkLst>
            <pc:docMk/>
            <pc:sldMk cId="3045026756" sldId="262"/>
            <ac:spMk id="140" creationId="{331E8971-A7DB-DEE4-A08E-0F0E34B11721}"/>
          </ac:spMkLst>
        </pc:spChg>
        <pc:grpChg chg="add mod">
          <ac:chgData name="adilton junio" userId="66b3fade76ecdf97" providerId="LiveId" clId="{C262079B-8E42-4F33-9AA1-261C49D5EA05}" dt="2024-07-11T14:10:03.675" v="756" actId="1038"/>
          <ac:grpSpMkLst>
            <pc:docMk/>
            <pc:sldMk cId="3045026756" sldId="262"/>
            <ac:grpSpMk id="15" creationId="{15DF5F09-A499-CB53-1384-90FBA640E26C}"/>
          </ac:grpSpMkLst>
        </pc:grpChg>
        <pc:grpChg chg="del">
          <ac:chgData name="adilton junio" userId="66b3fade76ecdf97" providerId="LiveId" clId="{C262079B-8E42-4F33-9AA1-261C49D5EA05}" dt="2024-07-11T14:00:09.315" v="615" actId="478"/>
          <ac:grpSpMkLst>
            <pc:docMk/>
            <pc:sldMk cId="3045026756" sldId="262"/>
            <ac:grpSpMk id="133" creationId="{1A0CADEB-8EBF-3099-D20E-AAC44805CB78}"/>
          </ac:grpSpMkLst>
        </pc:grpChg>
        <pc:grpChg chg="del">
          <ac:chgData name="adilton junio" userId="66b3fade76ecdf97" providerId="LiveId" clId="{C262079B-8E42-4F33-9AA1-261C49D5EA05}" dt="2024-07-11T14:00:10.770" v="616" actId="478"/>
          <ac:grpSpMkLst>
            <pc:docMk/>
            <pc:sldMk cId="3045026756" sldId="262"/>
            <ac:grpSpMk id="134" creationId="{58076BEC-9C64-D556-59B1-7D146908A0DB}"/>
          </ac:grpSpMkLst>
        </pc:grpChg>
        <pc:grpChg chg="mod">
          <ac:chgData name="adilton junio" userId="66b3fade76ecdf97" providerId="LiveId" clId="{C262079B-8E42-4F33-9AA1-261C49D5EA05}" dt="2024-07-11T14:09:59.695" v="751" actId="164"/>
          <ac:grpSpMkLst>
            <pc:docMk/>
            <pc:sldMk cId="3045026756" sldId="262"/>
            <ac:grpSpMk id="144" creationId="{8C1F7062-89F6-10C8-9BC5-6D3E1E4E166A}"/>
          </ac:grpSpMkLst>
        </pc:grpChg>
        <pc:grpChg chg="del">
          <ac:chgData name="adilton junio" userId="66b3fade76ecdf97" providerId="LiveId" clId="{C262079B-8E42-4F33-9AA1-261C49D5EA05}" dt="2024-07-11T13:56:58.467" v="477" actId="478"/>
          <ac:grpSpMkLst>
            <pc:docMk/>
            <pc:sldMk cId="3045026756" sldId="262"/>
            <ac:grpSpMk id="145" creationId="{7DA4DDC0-631C-6CF0-2A19-B86C4FAB9654}"/>
          </ac:grpSpMkLst>
        </pc:grpChg>
        <pc:grpChg chg="mod">
          <ac:chgData name="adilton junio" userId="66b3fade76ecdf97" providerId="LiveId" clId="{C262079B-8E42-4F33-9AA1-261C49D5EA05}" dt="2024-07-11T14:06:38.550" v="672" actId="206"/>
          <ac:grpSpMkLst>
            <pc:docMk/>
            <pc:sldMk cId="3045026756" sldId="262"/>
            <ac:grpSpMk id="160" creationId="{BD0CBD65-AB50-C5FC-B65C-06020A6EB235}"/>
          </ac:grpSpMkLst>
        </pc:grpChg>
        <pc:grpChg chg="mod">
          <ac:chgData name="adilton junio" userId="66b3fade76ecdf97" providerId="LiveId" clId="{C262079B-8E42-4F33-9AA1-261C49D5EA05}" dt="2024-07-11T14:06:38.550" v="672" actId="206"/>
          <ac:grpSpMkLst>
            <pc:docMk/>
            <pc:sldMk cId="3045026756" sldId="262"/>
            <ac:grpSpMk id="161" creationId="{7A77D41C-4CC1-B999-2856-B4118C33C414}"/>
          </ac:grpSpMkLst>
        </pc:grpChg>
        <pc:cxnChg chg="add mod">
          <ac:chgData name="adilton junio" userId="66b3fade76ecdf97" providerId="LiveId" clId="{C262079B-8E42-4F33-9AA1-261C49D5EA05}" dt="2024-07-11T14:09:59.695" v="751" actId="164"/>
          <ac:cxnSpMkLst>
            <pc:docMk/>
            <pc:sldMk cId="3045026756" sldId="262"/>
            <ac:cxnSpMk id="7" creationId="{A9E49643-9481-0FA9-4F46-BAEDEEC93C6C}"/>
          </ac:cxnSpMkLst>
        </pc:cxnChg>
        <pc:cxnChg chg="add del">
          <ac:chgData name="adilton junio" userId="66b3fade76ecdf97" providerId="LiveId" clId="{C262079B-8E42-4F33-9AA1-261C49D5EA05}" dt="2024-07-11T14:08:04.786" v="682" actId="478"/>
          <ac:cxnSpMkLst>
            <pc:docMk/>
            <pc:sldMk cId="3045026756" sldId="262"/>
            <ac:cxnSpMk id="11" creationId="{B903A6DF-0BE4-199F-4665-9655CDB73631}"/>
          </ac:cxnSpMkLst>
        </pc:cxnChg>
        <pc:cxnChg chg="mod">
          <ac:chgData name="adilton junio" userId="66b3fade76ecdf97" providerId="LiveId" clId="{C262079B-8E42-4F33-9AA1-261C49D5EA05}" dt="2024-07-11T14:06:38.550" v="672" actId="206"/>
          <ac:cxnSpMkLst>
            <pc:docMk/>
            <pc:sldMk cId="3045026756" sldId="262"/>
            <ac:cxnSpMk id="68" creationId="{A6622E68-7F92-1997-AD65-245DEBC48999}"/>
          </ac:cxnSpMkLst>
        </pc:cxnChg>
        <pc:cxnChg chg="mod">
          <ac:chgData name="adilton junio" userId="66b3fade76ecdf97" providerId="LiveId" clId="{C262079B-8E42-4F33-9AA1-261C49D5EA05}" dt="2024-07-11T14:06:38.550" v="672" actId="206"/>
          <ac:cxnSpMkLst>
            <pc:docMk/>
            <pc:sldMk cId="3045026756" sldId="262"/>
            <ac:cxnSpMk id="80" creationId="{B4229E36-1A6F-F82B-A7D3-D1680F8A4231}"/>
          </ac:cxnSpMkLst>
        </pc:cxnChg>
        <pc:cxnChg chg="mod">
          <ac:chgData name="adilton junio" userId="66b3fade76ecdf97" providerId="LiveId" clId="{C262079B-8E42-4F33-9AA1-261C49D5EA05}" dt="2024-07-11T14:06:38.550" v="672" actId="206"/>
          <ac:cxnSpMkLst>
            <pc:docMk/>
            <pc:sldMk cId="3045026756" sldId="262"/>
            <ac:cxnSpMk id="105" creationId="{8408FE9A-8149-ECE9-612F-1F94EB82BB5C}"/>
          </ac:cxnSpMkLst>
        </pc:cxnChg>
        <pc:cxnChg chg="mod">
          <ac:chgData name="adilton junio" userId="66b3fade76ecdf97" providerId="LiveId" clId="{C262079B-8E42-4F33-9AA1-261C49D5EA05}" dt="2024-07-11T14:06:38.550" v="672" actId="206"/>
          <ac:cxnSpMkLst>
            <pc:docMk/>
            <pc:sldMk cId="3045026756" sldId="262"/>
            <ac:cxnSpMk id="110" creationId="{C051690B-467C-DB90-6679-155B9107C175}"/>
          </ac:cxnSpMkLst>
        </pc:cxnChg>
        <pc:cxnChg chg="mod">
          <ac:chgData name="adilton junio" userId="66b3fade76ecdf97" providerId="LiveId" clId="{C262079B-8E42-4F33-9AA1-261C49D5EA05}" dt="2024-07-11T14:07:04.076" v="678" actId="1076"/>
          <ac:cxnSpMkLst>
            <pc:docMk/>
            <pc:sldMk cId="3045026756" sldId="262"/>
            <ac:cxnSpMk id="111" creationId="{9E0D02A9-822D-89DF-B0DB-7D08363B23CE}"/>
          </ac:cxnSpMkLst>
        </pc:cxnChg>
        <pc:cxnChg chg="mod">
          <ac:chgData name="adilton junio" userId="66b3fade76ecdf97" providerId="LiveId" clId="{C262079B-8E42-4F33-9AA1-261C49D5EA05}" dt="2024-07-11T14:06:38.550" v="672" actId="206"/>
          <ac:cxnSpMkLst>
            <pc:docMk/>
            <pc:sldMk cId="3045026756" sldId="262"/>
            <ac:cxnSpMk id="112" creationId="{0940CB65-B5E8-478B-D33A-EE427C73664F}"/>
          </ac:cxnSpMkLst>
        </pc:cxnChg>
        <pc:cxnChg chg="mod">
          <ac:chgData name="adilton junio" userId="66b3fade76ecdf97" providerId="LiveId" clId="{C262079B-8E42-4F33-9AA1-261C49D5EA05}" dt="2024-07-11T13:56:58.467" v="477" actId="478"/>
          <ac:cxnSpMkLst>
            <pc:docMk/>
            <pc:sldMk cId="3045026756" sldId="262"/>
            <ac:cxnSpMk id="155" creationId="{74912529-1C5D-6E53-C35E-AB05DAB76790}"/>
          </ac:cxnSpMkLst>
        </pc:cxnChg>
        <pc:cxnChg chg="mod">
          <ac:chgData name="adilton junio" userId="66b3fade76ecdf97" providerId="LiveId" clId="{C262079B-8E42-4F33-9AA1-261C49D5EA05}" dt="2024-07-11T13:56:58.467" v="477" actId="478"/>
          <ac:cxnSpMkLst>
            <pc:docMk/>
            <pc:sldMk cId="3045026756" sldId="262"/>
            <ac:cxnSpMk id="157" creationId="{AFA96390-A006-C61B-5867-9AC646D6809B}"/>
          </ac:cxnSpMkLst>
        </pc:cxnChg>
      </pc:sldChg>
      <pc:sldChg chg="new del">
        <pc:chgData name="adilton junio" userId="66b3fade76ecdf97" providerId="LiveId" clId="{C262079B-8E42-4F33-9AA1-261C49D5EA05}" dt="2024-07-11T13:56:49.319" v="475" actId="680"/>
        <pc:sldMkLst>
          <pc:docMk/>
          <pc:sldMk cId="3874032683" sldId="262"/>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5E4A63D-641C-DE73-7C3A-1207C9018D2E}"/>
              </a:ext>
            </a:extLst>
          </p:cNvPr>
          <p:cNvSpPr>
            <a:spLocks noGrp="1"/>
          </p:cNvSpPr>
          <p:nvPr>
            <p:ph type="ctrTitle"/>
          </p:nvPr>
        </p:nvSpPr>
        <p:spPr>
          <a:xfrm>
            <a:off x="1524000" y="1122363"/>
            <a:ext cx="9144000" cy="2387600"/>
          </a:xfrm>
        </p:spPr>
        <p:txBody>
          <a:bodyPr anchor="b"/>
          <a:lstStyle>
            <a:lvl1pPr algn="ctr">
              <a:defRPr sz="6000"/>
            </a:lvl1pPr>
          </a:lstStyle>
          <a:p>
            <a:r>
              <a:rPr lang="pt-BR"/>
              <a:t>Clique para editar o título Mestre</a:t>
            </a:r>
          </a:p>
        </p:txBody>
      </p:sp>
      <p:sp>
        <p:nvSpPr>
          <p:cNvPr id="3" name="Subtítulo 2">
            <a:extLst>
              <a:ext uri="{FF2B5EF4-FFF2-40B4-BE49-F238E27FC236}">
                <a16:creationId xmlns:a16="http://schemas.microsoft.com/office/drawing/2014/main" id="{FFE832FC-D4DC-5BD0-8D33-09082E2526B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p>
        </p:txBody>
      </p:sp>
      <p:sp>
        <p:nvSpPr>
          <p:cNvPr id="4" name="Espaço Reservado para Data 3">
            <a:extLst>
              <a:ext uri="{FF2B5EF4-FFF2-40B4-BE49-F238E27FC236}">
                <a16:creationId xmlns:a16="http://schemas.microsoft.com/office/drawing/2014/main" id="{9F67DBD9-1E4E-31FA-562B-388CA634743B}"/>
              </a:ext>
            </a:extLst>
          </p:cNvPr>
          <p:cNvSpPr>
            <a:spLocks noGrp="1"/>
          </p:cNvSpPr>
          <p:nvPr>
            <p:ph type="dt" sz="half" idx="10"/>
          </p:nvPr>
        </p:nvSpPr>
        <p:spPr/>
        <p:txBody>
          <a:bodyPr/>
          <a:lstStyle/>
          <a:p>
            <a:fld id="{890BF836-F845-4043-9535-B2C99B84784A}" type="datetimeFigureOut">
              <a:rPr lang="pt-BR" smtClean="0"/>
              <a:t>17/07/2024</a:t>
            </a:fld>
            <a:endParaRPr lang="pt-BR"/>
          </a:p>
        </p:txBody>
      </p:sp>
      <p:sp>
        <p:nvSpPr>
          <p:cNvPr id="5" name="Espaço Reservado para Rodapé 4">
            <a:extLst>
              <a:ext uri="{FF2B5EF4-FFF2-40B4-BE49-F238E27FC236}">
                <a16:creationId xmlns:a16="http://schemas.microsoft.com/office/drawing/2014/main" id="{84EE6CC2-AC7B-781C-9713-3BCCD66CAB60}"/>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480E3791-BB45-0167-9AEE-181117432C0A}"/>
              </a:ext>
            </a:extLst>
          </p:cNvPr>
          <p:cNvSpPr>
            <a:spLocks noGrp="1"/>
          </p:cNvSpPr>
          <p:nvPr>
            <p:ph type="sldNum" sz="quarter" idx="12"/>
          </p:nvPr>
        </p:nvSpPr>
        <p:spPr/>
        <p:txBody>
          <a:bodyPr/>
          <a:lstStyle/>
          <a:p>
            <a:fld id="{D18DEA0E-85EA-456D-AFA7-CB3476B579EB}" type="slidenum">
              <a:rPr lang="pt-BR" smtClean="0"/>
              <a:t>‹nº›</a:t>
            </a:fld>
            <a:endParaRPr lang="pt-BR"/>
          </a:p>
        </p:txBody>
      </p:sp>
    </p:spTree>
    <p:extLst>
      <p:ext uri="{BB962C8B-B14F-4D97-AF65-F5344CB8AC3E}">
        <p14:creationId xmlns:p14="http://schemas.microsoft.com/office/powerpoint/2010/main" val="516931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85085BE-55AF-88BE-27A7-BF89D813C84E}"/>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45C50C24-978D-3C85-68E2-57C3725DA871}"/>
              </a:ext>
            </a:extLst>
          </p:cNvPr>
          <p:cNvSpPr>
            <a:spLocks noGrp="1"/>
          </p:cNvSpPr>
          <p:nvPr>
            <p:ph idx="1"/>
          </p:nvPr>
        </p:nvSpPr>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C21290FE-E5BC-45E4-6279-07ECBADBCF86}"/>
              </a:ext>
            </a:extLst>
          </p:cNvPr>
          <p:cNvSpPr>
            <a:spLocks noGrp="1"/>
          </p:cNvSpPr>
          <p:nvPr>
            <p:ph type="dt" sz="half" idx="10"/>
          </p:nvPr>
        </p:nvSpPr>
        <p:spPr/>
        <p:txBody>
          <a:bodyPr/>
          <a:lstStyle/>
          <a:p>
            <a:fld id="{890BF836-F845-4043-9535-B2C99B84784A}" type="datetimeFigureOut">
              <a:rPr lang="pt-BR" smtClean="0"/>
              <a:t>17/07/2024</a:t>
            </a:fld>
            <a:endParaRPr lang="pt-BR"/>
          </a:p>
        </p:txBody>
      </p:sp>
      <p:sp>
        <p:nvSpPr>
          <p:cNvPr id="5" name="Espaço Reservado para Rodapé 4">
            <a:extLst>
              <a:ext uri="{FF2B5EF4-FFF2-40B4-BE49-F238E27FC236}">
                <a16:creationId xmlns:a16="http://schemas.microsoft.com/office/drawing/2014/main" id="{FBEAC7AB-9977-3D85-0D4C-89B931C40D56}"/>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C8AC40E6-5F84-328D-DA7D-2DFB1EB59E8F}"/>
              </a:ext>
            </a:extLst>
          </p:cNvPr>
          <p:cNvSpPr>
            <a:spLocks noGrp="1"/>
          </p:cNvSpPr>
          <p:nvPr>
            <p:ph type="sldNum" sz="quarter" idx="12"/>
          </p:nvPr>
        </p:nvSpPr>
        <p:spPr/>
        <p:txBody>
          <a:bodyPr/>
          <a:lstStyle/>
          <a:p>
            <a:fld id="{D18DEA0E-85EA-456D-AFA7-CB3476B579EB}" type="slidenum">
              <a:rPr lang="pt-BR" smtClean="0"/>
              <a:t>‹nº›</a:t>
            </a:fld>
            <a:endParaRPr lang="pt-BR"/>
          </a:p>
        </p:txBody>
      </p:sp>
    </p:spTree>
    <p:extLst>
      <p:ext uri="{BB962C8B-B14F-4D97-AF65-F5344CB8AC3E}">
        <p14:creationId xmlns:p14="http://schemas.microsoft.com/office/powerpoint/2010/main" val="12674252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256E4A8-272C-10ED-C2CB-1F5B25672341}"/>
              </a:ext>
            </a:extLst>
          </p:cNvPr>
          <p:cNvSpPr>
            <a:spLocks noGrp="1"/>
          </p:cNvSpPr>
          <p:nvPr>
            <p:ph type="title"/>
          </p:nvPr>
        </p:nvSpPr>
        <p:spPr>
          <a:xfrm>
            <a:off x="831850" y="1709738"/>
            <a:ext cx="10515600" cy="2852737"/>
          </a:xfrm>
        </p:spPr>
        <p:txBody>
          <a:bodyPr anchor="b"/>
          <a:lstStyle>
            <a:lvl1pPr>
              <a:defRPr sz="6000"/>
            </a:lvl1pPr>
          </a:lstStyle>
          <a:p>
            <a:r>
              <a:rPr lang="pt-BR"/>
              <a:t>Clique para editar o título Mestre</a:t>
            </a:r>
          </a:p>
        </p:txBody>
      </p:sp>
      <p:sp>
        <p:nvSpPr>
          <p:cNvPr id="3" name="Espaço Reservado para Texto 2">
            <a:extLst>
              <a:ext uri="{FF2B5EF4-FFF2-40B4-BE49-F238E27FC236}">
                <a16:creationId xmlns:a16="http://schemas.microsoft.com/office/drawing/2014/main" id="{FD71BDC6-5834-5978-EB63-8CEAC098185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pt-BR"/>
              <a:t>Clique para editar os estilos de texto Mestres</a:t>
            </a:r>
          </a:p>
        </p:txBody>
      </p:sp>
      <p:sp>
        <p:nvSpPr>
          <p:cNvPr id="4" name="Espaço Reservado para Data 3">
            <a:extLst>
              <a:ext uri="{FF2B5EF4-FFF2-40B4-BE49-F238E27FC236}">
                <a16:creationId xmlns:a16="http://schemas.microsoft.com/office/drawing/2014/main" id="{49EC5BC3-8AD4-A1E3-68E2-75259F20A7D6}"/>
              </a:ext>
            </a:extLst>
          </p:cNvPr>
          <p:cNvSpPr>
            <a:spLocks noGrp="1"/>
          </p:cNvSpPr>
          <p:nvPr>
            <p:ph type="dt" sz="half" idx="10"/>
          </p:nvPr>
        </p:nvSpPr>
        <p:spPr/>
        <p:txBody>
          <a:bodyPr/>
          <a:lstStyle/>
          <a:p>
            <a:fld id="{890BF836-F845-4043-9535-B2C99B84784A}" type="datetimeFigureOut">
              <a:rPr lang="pt-BR" smtClean="0"/>
              <a:t>17/07/2024</a:t>
            </a:fld>
            <a:endParaRPr lang="pt-BR"/>
          </a:p>
        </p:txBody>
      </p:sp>
      <p:sp>
        <p:nvSpPr>
          <p:cNvPr id="5" name="Espaço Reservado para Rodapé 4">
            <a:extLst>
              <a:ext uri="{FF2B5EF4-FFF2-40B4-BE49-F238E27FC236}">
                <a16:creationId xmlns:a16="http://schemas.microsoft.com/office/drawing/2014/main" id="{BC4F2B7F-7731-FC52-7423-1AD13ED9725F}"/>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F527B2C8-0013-81B3-690E-31A517AE1E4D}"/>
              </a:ext>
            </a:extLst>
          </p:cNvPr>
          <p:cNvSpPr>
            <a:spLocks noGrp="1"/>
          </p:cNvSpPr>
          <p:nvPr>
            <p:ph type="sldNum" sz="quarter" idx="12"/>
          </p:nvPr>
        </p:nvSpPr>
        <p:spPr/>
        <p:txBody>
          <a:bodyPr/>
          <a:lstStyle/>
          <a:p>
            <a:fld id="{D18DEA0E-85EA-456D-AFA7-CB3476B579EB}" type="slidenum">
              <a:rPr lang="pt-BR" smtClean="0"/>
              <a:t>‹nº›</a:t>
            </a:fld>
            <a:endParaRPr lang="pt-BR"/>
          </a:p>
        </p:txBody>
      </p:sp>
    </p:spTree>
    <p:extLst>
      <p:ext uri="{BB962C8B-B14F-4D97-AF65-F5344CB8AC3E}">
        <p14:creationId xmlns:p14="http://schemas.microsoft.com/office/powerpoint/2010/main" val="5403509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A831582-9063-951D-667C-D122374F6A70}"/>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AC67DBE6-234B-236C-EB69-FB97BA73EC45}"/>
              </a:ext>
            </a:extLst>
          </p:cNvPr>
          <p:cNvSpPr>
            <a:spLocks noGrp="1"/>
          </p:cNvSpPr>
          <p:nvPr>
            <p:ph sz="half" idx="1"/>
          </p:nvPr>
        </p:nvSpPr>
        <p:spPr>
          <a:xfrm>
            <a:off x="838200" y="1825625"/>
            <a:ext cx="5181600"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a:extLst>
              <a:ext uri="{FF2B5EF4-FFF2-40B4-BE49-F238E27FC236}">
                <a16:creationId xmlns:a16="http://schemas.microsoft.com/office/drawing/2014/main" id="{CD3F6A77-39D9-D434-29C8-C3D986DD1566}"/>
              </a:ext>
            </a:extLst>
          </p:cNvPr>
          <p:cNvSpPr>
            <a:spLocks noGrp="1"/>
          </p:cNvSpPr>
          <p:nvPr>
            <p:ph sz="half" idx="2"/>
          </p:nvPr>
        </p:nvSpPr>
        <p:spPr>
          <a:xfrm>
            <a:off x="6172200" y="1825625"/>
            <a:ext cx="5181600"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Data 4">
            <a:extLst>
              <a:ext uri="{FF2B5EF4-FFF2-40B4-BE49-F238E27FC236}">
                <a16:creationId xmlns:a16="http://schemas.microsoft.com/office/drawing/2014/main" id="{EAC7B818-9AA4-D0F9-0B65-F52EFD5C4975}"/>
              </a:ext>
            </a:extLst>
          </p:cNvPr>
          <p:cNvSpPr>
            <a:spLocks noGrp="1"/>
          </p:cNvSpPr>
          <p:nvPr>
            <p:ph type="dt" sz="half" idx="10"/>
          </p:nvPr>
        </p:nvSpPr>
        <p:spPr/>
        <p:txBody>
          <a:bodyPr/>
          <a:lstStyle/>
          <a:p>
            <a:fld id="{890BF836-F845-4043-9535-B2C99B84784A}" type="datetimeFigureOut">
              <a:rPr lang="pt-BR" smtClean="0"/>
              <a:t>17/07/2024</a:t>
            </a:fld>
            <a:endParaRPr lang="pt-BR"/>
          </a:p>
        </p:txBody>
      </p:sp>
      <p:sp>
        <p:nvSpPr>
          <p:cNvPr id="6" name="Espaço Reservado para Rodapé 5">
            <a:extLst>
              <a:ext uri="{FF2B5EF4-FFF2-40B4-BE49-F238E27FC236}">
                <a16:creationId xmlns:a16="http://schemas.microsoft.com/office/drawing/2014/main" id="{B64572E7-5D15-7D42-EF38-9EA36C40126D}"/>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7758E0F8-6AAE-9D27-6E06-019F6AE6ECD3}"/>
              </a:ext>
            </a:extLst>
          </p:cNvPr>
          <p:cNvSpPr>
            <a:spLocks noGrp="1"/>
          </p:cNvSpPr>
          <p:nvPr>
            <p:ph type="sldNum" sz="quarter" idx="12"/>
          </p:nvPr>
        </p:nvSpPr>
        <p:spPr/>
        <p:txBody>
          <a:bodyPr/>
          <a:lstStyle/>
          <a:p>
            <a:fld id="{D18DEA0E-85EA-456D-AFA7-CB3476B579EB}" type="slidenum">
              <a:rPr lang="pt-BR" smtClean="0"/>
              <a:t>‹nº›</a:t>
            </a:fld>
            <a:endParaRPr lang="pt-BR"/>
          </a:p>
        </p:txBody>
      </p:sp>
    </p:spTree>
    <p:extLst>
      <p:ext uri="{BB962C8B-B14F-4D97-AF65-F5344CB8AC3E}">
        <p14:creationId xmlns:p14="http://schemas.microsoft.com/office/powerpoint/2010/main" val="5320542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773CDBA-056C-82E7-A806-499BE959C1C0}"/>
              </a:ext>
            </a:extLst>
          </p:cNvPr>
          <p:cNvSpPr>
            <a:spLocks noGrp="1"/>
          </p:cNvSpPr>
          <p:nvPr>
            <p:ph type="title"/>
          </p:nvPr>
        </p:nvSpPr>
        <p:spPr>
          <a:xfrm>
            <a:off x="839788" y="365125"/>
            <a:ext cx="10515600" cy="1325563"/>
          </a:xfrm>
        </p:spPr>
        <p:txBody>
          <a:bodyPr/>
          <a:lstStyle/>
          <a:p>
            <a:r>
              <a:rPr lang="pt-BR"/>
              <a:t>Clique para editar o título Mestre</a:t>
            </a:r>
          </a:p>
        </p:txBody>
      </p:sp>
      <p:sp>
        <p:nvSpPr>
          <p:cNvPr id="3" name="Espaço Reservado para Texto 2">
            <a:extLst>
              <a:ext uri="{FF2B5EF4-FFF2-40B4-BE49-F238E27FC236}">
                <a16:creationId xmlns:a16="http://schemas.microsoft.com/office/drawing/2014/main" id="{B1C47778-7B78-F910-2851-1E61CF41969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4" name="Espaço Reservado para Conteúdo 3">
            <a:extLst>
              <a:ext uri="{FF2B5EF4-FFF2-40B4-BE49-F238E27FC236}">
                <a16:creationId xmlns:a16="http://schemas.microsoft.com/office/drawing/2014/main" id="{0D6C57F0-512A-F129-F5C9-C11C1F943C94}"/>
              </a:ext>
            </a:extLst>
          </p:cNvPr>
          <p:cNvSpPr>
            <a:spLocks noGrp="1"/>
          </p:cNvSpPr>
          <p:nvPr>
            <p:ph sz="half" idx="2"/>
          </p:nvPr>
        </p:nvSpPr>
        <p:spPr>
          <a:xfrm>
            <a:off x="839788" y="2505075"/>
            <a:ext cx="5157787"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Texto 4">
            <a:extLst>
              <a:ext uri="{FF2B5EF4-FFF2-40B4-BE49-F238E27FC236}">
                <a16:creationId xmlns:a16="http://schemas.microsoft.com/office/drawing/2014/main" id="{1BF276BF-4F56-1C86-9E7D-2BEA92AB5D5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6" name="Espaço Reservado para Conteúdo 5">
            <a:extLst>
              <a:ext uri="{FF2B5EF4-FFF2-40B4-BE49-F238E27FC236}">
                <a16:creationId xmlns:a16="http://schemas.microsoft.com/office/drawing/2014/main" id="{09A243FD-9B9D-602A-B587-AFCC330A67D6}"/>
              </a:ext>
            </a:extLst>
          </p:cNvPr>
          <p:cNvSpPr>
            <a:spLocks noGrp="1"/>
          </p:cNvSpPr>
          <p:nvPr>
            <p:ph sz="quarter" idx="4"/>
          </p:nvPr>
        </p:nvSpPr>
        <p:spPr>
          <a:xfrm>
            <a:off x="6172200" y="2505075"/>
            <a:ext cx="5183188"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7" name="Espaço Reservado para Data 6">
            <a:extLst>
              <a:ext uri="{FF2B5EF4-FFF2-40B4-BE49-F238E27FC236}">
                <a16:creationId xmlns:a16="http://schemas.microsoft.com/office/drawing/2014/main" id="{E7CFAF44-BCF6-F613-F03E-685BFDBBBAEE}"/>
              </a:ext>
            </a:extLst>
          </p:cNvPr>
          <p:cNvSpPr>
            <a:spLocks noGrp="1"/>
          </p:cNvSpPr>
          <p:nvPr>
            <p:ph type="dt" sz="half" idx="10"/>
          </p:nvPr>
        </p:nvSpPr>
        <p:spPr/>
        <p:txBody>
          <a:bodyPr/>
          <a:lstStyle/>
          <a:p>
            <a:fld id="{890BF836-F845-4043-9535-B2C99B84784A}" type="datetimeFigureOut">
              <a:rPr lang="pt-BR" smtClean="0"/>
              <a:t>17/07/2024</a:t>
            </a:fld>
            <a:endParaRPr lang="pt-BR"/>
          </a:p>
        </p:txBody>
      </p:sp>
      <p:sp>
        <p:nvSpPr>
          <p:cNvPr id="8" name="Espaço Reservado para Rodapé 7">
            <a:extLst>
              <a:ext uri="{FF2B5EF4-FFF2-40B4-BE49-F238E27FC236}">
                <a16:creationId xmlns:a16="http://schemas.microsoft.com/office/drawing/2014/main" id="{E74EA42B-CE6F-D44F-7C0E-8E45CF108CA3}"/>
              </a:ext>
            </a:extLst>
          </p:cNvPr>
          <p:cNvSpPr>
            <a:spLocks noGrp="1"/>
          </p:cNvSpPr>
          <p:nvPr>
            <p:ph type="ftr" sz="quarter" idx="11"/>
          </p:nvPr>
        </p:nvSpPr>
        <p:spPr/>
        <p:txBody>
          <a:bodyPr/>
          <a:lstStyle/>
          <a:p>
            <a:endParaRPr lang="pt-BR"/>
          </a:p>
        </p:txBody>
      </p:sp>
      <p:sp>
        <p:nvSpPr>
          <p:cNvPr id="9" name="Espaço Reservado para Número de Slide 8">
            <a:extLst>
              <a:ext uri="{FF2B5EF4-FFF2-40B4-BE49-F238E27FC236}">
                <a16:creationId xmlns:a16="http://schemas.microsoft.com/office/drawing/2014/main" id="{BC109F83-0AC1-ADD6-79C1-6915D8A62168}"/>
              </a:ext>
            </a:extLst>
          </p:cNvPr>
          <p:cNvSpPr>
            <a:spLocks noGrp="1"/>
          </p:cNvSpPr>
          <p:nvPr>
            <p:ph type="sldNum" sz="quarter" idx="12"/>
          </p:nvPr>
        </p:nvSpPr>
        <p:spPr/>
        <p:txBody>
          <a:bodyPr/>
          <a:lstStyle/>
          <a:p>
            <a:fld id="{D18DEA0E-85EA-456D-AFA7-CB3476B579EB}" type="slidenum">
              <a:rPr lang="pt-BR" smtClean="0"/>
              <a:t>‹nº›</a:t>
            </a:fld>
            <a:endParaRPr lang="pt-BR"/>
          </a:p>
        </p:txBody>
      </p:sp>
    </p:spTree>
    <p:extLst>
      <p:ext uri="{BB962C8B-B14F-4D97-AF65-F5344CB8AC3E}">
        <p14:creationId xmlns:p14="http://schemas.microsoft.com/office/powerpoint/2010/main" val="41526567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5D7EADE-69DC-A4BE-8ABC-B8F0ABDAEFCC}"/>
              </a:ext>
            </a:extLst>
          </p:cNvPr>
          <p:cNvSpPr>
            <a:spLocks noGrp="1"/>
          </p:cNvSpPr>
          <p:nvPr>
            <p:ph type="title"/>
          </p:nvPr>
        </p:nvSpPr>
        <p:spPr/>
        <p:txBody>
          <a:bodyPr/>
          <a:lstStyle/>
          <a:p>
            <a:r>
              <a:rPr lang="pt-BR"/>
              <a:t>Clique para editar o título Mestre</a:t>
            </a:r>
          </a:p>
        </p:txBody>
      </p:sp>
      <p:sp>
        <p:nvSpPr>
          <p:cNvPr id="3" name="Espaço Reservado para Data 2">
            <a:extLst>
              <a:ext uri="{FF2B5EF4-FFF2-40B4-BE49-F238E27FC236}">
                <a16:creationId xmlns:a16="http://schemas.microsoft.com/office/drawing/2014/main" id="{E0EB75F6-7ECB-9B73-7A14-9E842103A0AD}"/>
              </a:ext>
            </a:extLst>
          </p:cNvPr>
          <p:cNvSpPr>
            <a:spLocks noGrp="1"/>
          </p:cNvSpPr>
          <p:nvPr>
            <p:ph type="dt" sz="half" idx="10"/>
          </p:nvPr>
        </p:nvSpPr>
        <p:spPr/>
        <p:txBody>
          <a:bodyPr/>
          <a:lstStyle/>
          <a:p>
            <a:fld id="{890BF836-F845-4043-9535-B2C99B84784A}" type="datetimeFigureOut">
              <a:rPr lang="pt-BR" smtClean="0"/>
              <a:t>17/07/2024</a:t>
            </a:fld>
            <a:endParaRPr lang="pt-BR"/>
          </a:p>
        </p:txBody>
      </p:sp>
      <p:sp>
        <p:nvSpPr>
          <p:cNvPr id="4" name="Espaço Reservado para Rodapé 3">
            <a:extLst>
              <a:ext uri="{FF2B5EF4-FFF2-40B4-BE49-F238E27FC236}">
                <a16:creationId xmlns:a16="http://schemas.microsoft.com/office/drawing/2014/main" id="{0159C93C-9BE1-CA16-4006-68F427EB8403}"/>
              </a:ext>
            </a:extLst>
          </p:cNvPr>
          <p:cNvSpPr>
            <a:spLocks noGrp="1"/>
          </p:cNvSpPr>
          <p:nvPr>
            <p:ph type="ftr" sz="quarter" idx="11"/>
          </p:nvPr>
        </p:nvSpPr>
        <p:spPr/>
        <p:txBody>
          <a:bodyPr/>
          <a:lstStyle/>
          <a:p>
            <a:endParaRPr lang="pt-BR"/>
          </a:p>
        </p:txBody>
      </p:sp>
      <p:sp>
        <p:nvSpPr>
          <p:cNvPr id="5" name="Espaço Reservado para Número de Slide 4">
            <a:extLst>
              <a:ext uri="{FF2B5EF4-FFF2-40B4-BE49-F238E27FC236}">
                <a16:creationId xmlns:a16="http://schemas.microsoft.com/office/drawing/2014/main" id="{BAA8D8C6-361D-DF25-5EA1-151D9354BC49}"/>
              </a:ext>
            </a:extLst>
          </p:cNvPr>
          <p:cNvSpPr>
            <a:spLocks noGrp="1"/>
          </p:cNvSpPr>
          <p:nvPr>
            <p:ph type="sldNum" sz="quarter" idx="12"/>
          </p:nvPr>
        </p:nvSpPr>
        <p:spPr/>
        <p:txBody>
          <a:bodyPr/>
          <a:lstStyle/>
          <a:p>
            <a:fld id="{D18DEA0E-85EA-456D-AFA7-CB3476B579EB}" type="slidenum">
              <a:rPr lang="pt-BR" smtClean="0"/>
              <a:t>‹nº›</a:t>
            </a:fld>
            <a:endParaRPr lang="pt-BR"/>
          </a:p>
        </p:txBody>
      </p:sp>
    </p:spTree>
    <p:extLst>
      <p:ext uri="{BB962C8B-B14F-4D97-AF65-F5344CB8AC3E}">
        <p14:creationId xmlns:p14="http://schemas.microsoft.com/office/powerpoint/2010/main" val="39731934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a:extLst>
              <a:ext uri="{FF2B5EF4-FFF2-40B4-BE49-F238E27FC236}">
                <a16:creationId xmlns:a16="http://schemas.microsoft.com/office/drawing/2014/main" id="{58AB69FC-7E0B-24CE-A50C-B3EBEA6D7469}"/>
              </a:ext>
            </a:extLst>
          </p:cNvPr>
          <p:cNvSpPr>
            <a:spLocks noGrp="1"/>
          </p:cNvSpPr>
          <p:nvPr>
            <p:ph type="dt" sz="half" idx="10"/>
          </p:nvPr>
        </p:nvSpPr>
        <p:spPr/>
        <p:txBody>
          <a:bodyPr/>
          <a:lstStyle/>
          <a:p>
            <a:fld id="{890BF836-F845-4043-9535-B2C99B84784A}" type="datetimeFigureOut">
              <a:rPr lang="pt-BR" smtClean="0"/>
              <a:t>17/07/2024</a:t>
            </a:fld>
            <a:endParaRPr lang="pt-BR"/>
          </a:p>
        </p:txBody>
      </p:sp>
      <p:sp>
        <p:nvSpPr>
          <p:cNvPr id="3" name="Espaço Reservado para Rodapé 2">
            <a:extLst>
              <a:ext uri="{FF2B5EF4-FFF2-40B4-BE49-F238E27FC236}">
                <a16:creationId xmlns:a16="http://schemas.microsoft.com/office/drawing/2014/main" id="{9A4C1C2B-09C7-8CD9-09D7-66DED186C476}"/>
              </a:ext>
            </a:extLst>
          </p:cNvPr>
          <p:cNvSpPr>
            <a:spLocks noGrp="1"/>
          </p:cNvSpPr>
          <p:nvPr>
            <p:ph type="ftr" sz="quarter" idx="11"/>
          </p:nvPr>
        </p:nvSpPr>
        <p:spPr/>
        <p:txBody>
          <a:bodyPr/>
          <a:lstStyle/>
          <a:p>
            <a:endParaRPr lang="pt-BR"/>
          </a:p>
        </p:txBody>
      </p:sp>
      <p:sp>
        <p:nvSpPr>
          <p:cNvPr id="4" name="Espaço Reservado para Número de Slide 3">
            <a:extLst>
              <a:ext uri="{FF2B5EF4-FFF2-40B4-BE49-F238E27FC236}">
                <a16:creationId xmlns:a16="http://schemas.microsoft.com/office/drawing/2014/main" id="{3BD539CC-8ED1-8F81-AE47-47C47AF71841}"/>
              </a:ext>
            </a:extLst>
          </p:cNvPr>
          <p:cNvSpPr>
            <a:spLocks noGrp="1"/>
          </p:cNvSpPr>
          <p:nvPr>
            <p:ph type="sldNum" sz="quarter" idx="12"/>
          </p:nvPr>
        </p:nvSpPr>
        <p:spPr/>
        <p:txBody>
          <a:bodyPr/>
          <a:lstStyle/>
          <a:p>
            <a:fld id="{D18DEA0E-85EA-456D-AFA7-CB3476B579EB}" type="slidenum">
              <a:rPr lang="pt-BR" smtClean="0"/>
              <a:t>‹nº›</a:t>
            </a:fld>
            <a:endParaRPr lang="pt-BR"/>
          </a:p>
        </p:txBody>
      </p:sp>
    </p:spTree>
    <p:extLst>
      <p:ext uri="{BB962C8B-B14F-4D97-AF65-F5344CB8AC3E}">
        <p14:creationId xmlns:p14="http://schemas.microsoft.com/office/powerpoint/2010/main" val="8106003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1D521C0-2A7E-29F7-00B6-01CEAECD84DF}"/>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Conteúdo 2">
            <a:extLst>
              <a:ext uri="{FF2B5EF4-FFF2-40B4-BE49-F238E27FC236}">
                <a16:creationId xmlns:a16="http://schemas.microsoft.com/office/drawing/2014/main" id="{57A2563E-26D4-8C8D-2DF0-6BDA2DAF7BF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Texto 3">
            <a:extLst>
              <a:ext uri="{FF2B5EF4-FFF2-40B4-BE49-F238E27FC236}">
                <a16:creationId xmlns:a16="http://schemas.microsoft.com/office/drawing/2014/main" id="{B41A9A51-D4FF-E276-4879-8BD27D157C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A899D222-D077-A484-543F-099DB23429E2}"/>
              </a:ext>
            </a:extLst>
          </p:cNvPr>
          <p:cNvSpPr>
            <a:spLocks noGrp="1"/>
          </p:cNvSpPr>
          <p:nvPr>
            <p:ph type="dt" sz="half" idx="10"/>
          </p:nvPr>
        </p:nvSpPr>
        <p:spPr/>
        <p:txBody>
          <a:bodyPr/>
          <a:lstStyle/>
          <a:p>
            <a:fld id="{890BF836-F845-4043-9535-B2C99B84784A}" type="datetimeFigureOut">
              <a:rPr lang="pt-BR" smtClean="0"/>
              <a:t>17/07/2024</a:t>
            </a:fld>
            <a:endParaRPr lang="pt-BR"/>
          </a:p>
        </p:txBody>
      </p:sp>
      <p:sp>
        <p:nvSpPr>
          <p:cNvPr id="6" name="Espaço Reservado para Rodapé 5">
            <a:extLst>
              <a:ext uri="{FF2B5EF4-FFF2-40B4-BE49-F238E27FC236}">
                <a16:creationId xmlns:a16="http://schemas.microsoft.com/office/drawing/2014/main" id="{E545DF1F-8FCF-5983-3F83-13592A4305C6}"/>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F0565C37-878D-8EF7-8E42-23F01D3D40C0}"/>
              </a:ext>
            </a:extLst>
          </p:cNvPr>
          <p:cNvSpPr>
            <a:spLocks noGrp="1"/>
          </p:cNvSpPr>
          <p:nvPr>
            <p:ph type="sldNum" sz="quarter" idx="12"/>
          </p:nvPr>
        </p:nvSpPr>
        <p:spPr/>
        <p:txBody>
          <a:bodyPr/>
          <a:lstStyle/>
          <a:p>
            <a:fld id="{D18DEA0E-85EA-456D-AFA7-CB3476B579EB}" type="slidenum">
              <a:rPr lang="pt-BR" smtClean="0"/>
              <a:t>‹nº›</a:t>
            </a:fld>
            <a:endParaRPr lang="pt-BR"/>
          </a:p>
        </p:txBody>
      </p:sp>
    </p:spTree>
    <p:extLst>
      <p:ext uri="{BB962C8B-B14F-4D97-AF65-F5344CB8AC3E}">
        <p14:creationId xmlns:p14="http://schemas.microsoft.com/office/powerpoint/2010/main" val="28597155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C81A938-755A-838B-BED7-03E1F7224110}"/>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Imagem 2">
            <a:extLst>
              <a:ext uri="{FF2B5EF4-FFF2-40B4-BE49-F238E27FC236}">
                <a16:creationId xmlns:a16="http://schemas.microsoft.com/office/drawing/2014/main" id="{C7490C92-11E5-2F87-9334-4C8AC205C07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Espaço Reservado para Texto 3">
            <a:extLst>
              <a:ext uri="{FF2B5EF4-FFF2-40B4-BE49-F238E27FC236}">
                <a16:creationId xmlns:a16="http://schemas.microsoft.com/office/drawing/2014/main" id="{E738B3B2-20CE-03F7-B5D1-C8F6B0E18DF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426896E2-7A05-6E82-02F7-1F6CDB1DEBF9}"/>
              </a:ext>
            </a:extLst>
          </p:cNvPr>
          <p:cNvSpPr>
            <a:spLocks noGrp="1"/>
          </p:cNvSpPr>
          <p:nvPr>
            <p:ph type="dt" sz="half" idx="10"/>
          </p:nvPr>
        </p:nvSpPr>
        <p:spPr/>
        <p:txBody>
          <a:bodyPr/>
          <a:lstStyle/>
          <a:p>
            <a:fld id="{890BF836-F845-4043-9535-B2C99B84784A}" type="datetimeFigureOut">
              <a:rPr lang="pt-BR" smtClean="0"/>
              <a:t>17/07/2024</a:t>
            </a:fld>
            <a:endParaRPr lang="pt-BR"/>
          </a:p>
        </p:txBody>
      </p:sp>
      <p:sp>
        <p:nvSpPr>
          <p:cNvPr id="6" name="Espaço Reservado para Rodapé 5">
            <a:extLst>
              <a:ext uri="{FF2B5EF4-FFF2-40B4-BE49-F238E27FC236}">
                <a16:creationId xmlns:a16="http://schemas.microsoft.com/office/drawing/2014/main" id="{90562F6F-1A2C-51A4-BA05-2CC025CAC635}"/>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F4B6572A-FA8F-ED58-8E82-8F975E28FD1E}"/>
              </a:ext>
            </a:extLst>
          </p:cNvPr>
          <p:cNvSpPr>
            <a:spLocks noGrp="1"/>
          </p:cNvSpPr>
          <p:nvPr>
            <p:ph type="sldNum" sz="quarter" idx="12"/>
          </p:nvPr>
        </p:nvSpPr>
        <p:spPr/>
        <p:txBody>
          <a:bodyPr/>
          <a:lstStyle/>
          <a:p>
            <a:fld id="{D18DEA0E-85EA-456D-AFA7-CB3476B579EB}" type="slidenum">
              <a:rPr lang="pt-BR" smtClean="0"/>
              <a:t>‹nº›</a:t>
            </a:fld>
            <a:endParaRPr lang="pt-BR"/>
          </a:p>
        </p:txBody>
      </p:sp>
    </p:spTree>
    <p:extLst>
      <p:ext uri="{BB962C8B-B14F-4D97-AF65-F5344CB8AC3E}">
        <p14:creationId xmlns:p14="http://schemas.microsoft.com/office/powerpoint/2010/main" val="33148902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9F3FC8F-7924-0160-FAD7-A85324B72A5F}"/>
              </a:ext>
            </a:extLst>
          </p:cNvPr>
          <p:cNvSpPr>
            <a:spLocks noGrp="1"/>
          </p:cNvSpPr>
          <p:nvPr>
            <p:ph type="title"/>
          </p:nvPr>
        </p:nvSpPr>
        <p:spPr/>
        <p:txBody>
          <a:bodyPr/>
          <a:lstStyle/>
          <a:p>
            <a:r>
              <a:rPr lang="pt-BR"/>
              <a:t>Clique para editar o título Mestre</a:t>
            </a:r>
          </a:p>
        </p:txBody>
      </p:sp>
      <p:sp>
        <p:nvSpPr>
          <p:cNvPr id="3" name="Espaço Reservado para Texto Vertical 2">
            <a:extLst>
              <a:ext uri="{FF2B5EF4-FFF2-40B4-BE49-F238E27FC236}">
                <a16:creationId xmlns:a16="http://schemas.microsoft.com/office/drawing/2014/main" id="{A6B613E6-30C6-2173-C1C9-BB5B5BA9BED4}"/>
              </a:ext>
            </a:extLst>
          </p:cNvPr>
          <p:cNvSpPr>
            <a:spLocks noGrp="1"/>
          </p:cNvSpPr>
          <p:nvPr>
            <p:ph type="body" orient="vert" idx="1"/>
          </p:nvPr>
        </p:nvSpPr>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43C70993-D9BB-A83F-33BA-C81C88217113}"/>
              </a:ext>
            </a:extLst>
          </p:cNvPr>
          <p:cNvSpPr>
            <a:spLocks noGrp="1"/>
          </p:cNvSpPr>
          <p:nvPr>
            <p:ph type="dt" sz="half" idx="10"/>
          </p:nvPr>
        </p:nvSpPr>
        <p:spPr/>
        <p:txBody>
          <a:bodyPr/>
          <a:lstStyle/>
          <a:p>
            <a:fld id="{890BF836-F845-4043-9535-B2C99B84784A}" type="datetimeFigureOut">
              <a:rPr lang="pt-BR" smtClean="0"/>
              <a:t>17/07/2024</a:t>
            </a:fld>
            <a:endParaRPr lang="pt-BR"/>
          </a:p>
        </p:txBody>
      </p:sp>
      <p:sp>
        <p:nvSpPr>
          <p:cNvPr id="5" name="Espaço Reservado para Rodapé 4">
            <a:extLst>
              <a:ext uri="{FF2B5EF4-FFF2-40B4-BE49-F238E27FC236}">
                <a16:creationId xmlns:a16="http://schemas.microsoft.com/office/drawing/2014/main" id="{2297F249-1F3F-7BF9-68AC-7015E122760C}"/>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BA207F9B-5D70-9448-E2B3-419F9487EE4D}"/>
              </a:ext>
            </a:extLst>
          </p:cNvPr>
          <p:cNvSpPr>
            <a:spLocks noGrp="1"/>
          </p:cNvSpPr>
          <p:nvPr>
            <p:ph type="sldNum" sz="quarter" idx="12"/>
          </p:nvPr>
        </p:nvSpPr>
        <p:spPr/>
        <p:txBody>
          <a:bodyPr/>
          <a:lstStyle/>
          <a:p>
            <a:fld id="{D18DEA0E-85EA-456D-AFA7-CB3476B579EB}" type="slidenum">
              <a:rPr lang="pt-BR" smtClean="0"/>
              <a:t>‹nº›</a:t>
            </a:fld>
            <a:endParaRPr lang="pt-BR"/>
          </a:p>
        </p:txBody>
      </p:sp>
    </p:spTree>
    <p:extLst>
      <p:ext uri="{BB962C8B-B14F-4D97-AF65-F5344CB8AC3E}">
        <p14:creationId xmlns:p14="http://schemas.microsoft.com/office/powerpoint/2010/main" val="29840510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DC424580-4294-A97B-6B88-9FDC50061C6B}"/>
              </a:ext>
            </a:extLst>
          </p:cNvPr>
          <p:cNvSpPr>
            <a:spLocks noGrp="1"/>
          </p:cNvSpPr>
          <p:nvPr>
            <p:ph type="title" orient="vert"/>
          </p:nvPr>
        </p:nvSpPr>
        <p:spPr>
          <a:xfrm>
            <a:off x="8724900" y="365125"/>
            <a:ext cx="2628900" cy="5811838"/>
          </a:xfrm>
        </p:spPr>
        <p:txBody>
          <a:bodyPr vert="eaVert"/>
          <a:lstStyle/>
          <a:p>
            <a:r>
              <a:rPr lang="pt-BR"/>
              <a:t>Clique para editar o título Mestre</a:t>
            </a:r>
          </a:p>
        </p:txBody>
      </p:sp>
      <p:sp>
        <p:nvSpPr>
          <p:cNvPr id="3" name="Espaço Reservado para Texto Vertical 2">
            <a:extLst>
              <a:ext uri="{FF2B5EF4-FFF2-40B4-BE49-F238E27FC236}">
                <a16:creationId xmlns:a16="http://schemas.microsoft.com/office/drawing/2014/main" id="{45260C74-8C3C-C6E8-91BB-638339E7ECA9}"/>
              </a:ext>
            </a:extLst>
          </p:cNvPr>
          <p:cNvSpPr>
            <a:spLocks noGrp="1"/>
          </p:cNvSpPr>
          <p:nvPr>
            <p:ph type="body" orient="vert" idx="1"/>
          </p:nvPr>
        </p:nvSpPr>
        <p:spPr>
          <a:xfrm>
            <a:off x="838200" y="365125"/>
            <a:ext cx="7734300" cy="5811838"/>
          </a:xfrm>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408035C9-2AE5-0569-30A5-49D153535C9F}"/>
              </a:ext>
            </a:extLst>
          </p:cNvPr>
          <p:cNvSpPr>
            <a:spLocks noGrp="1"/>
          </p:cNvSpPr>
          <p:nvPr>
            <p:ph type="dt" sz="half" idx="10"/>
          </p:nvPr>
        </p:nvSpPr>
        <p:spPr/>
        <p:txBody>
          <a:bodyPr/>
          <a:lstStyle/>
          <a:p>
            <a:fld id="{890BF836-F845-4043-9535-B2C99B84784A}" type="datetimeFigureOut">
              <a:rPr lang="pt-BR" smtClean="0"/>
              <a:t>17/07/2024</a:t>
            </a:fld>
            <a:endParaRPr lang="pt-BR"/>
          </a:p>
        </p:txBody>
      </p:sp>
      <p:sp>
        <p:nvSpPr>
          <p:cNvPr id="5" name="Espaço Reservado para Rodapé 4">
            <a:extLst>
              <a:ext uri="{FF2B5EF4-FFF2-40B4-BE49-F238E27FC236}">
                <a16:creationId xmlns:a16="http://schemas.microsoft.com/office/drawing/2014/main" id="{1C0C641B-B199-23BA-6588-127065C75618}"/>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254DF61E-C021-6B7E-F566-E02ED3B3EFEB}"/>
              </a:ext>
            </a:extLst>
          </p:cNvPr>
          <p:cNvSpPr>
            <a:spLocks noGrp="1"/>
          </p:cNvSpPr>
          <p:nvPr>
            <p:ph type="sldNum" sz="quarter" idx="12"/>
          </p:nvPr>
        </p:nvSpPr>
        <p:spPr/>
        <p:txBody>
          <a:bodyPr/>
          <a:lstStyle/>
          <a:p>
            <a:fld id="{D18DEA0E-85EA-456D-AFA7-CB3476B579EB}" type="slidenum">
              <a:rPr lang="pt-BR" smtClean="0"/>
              <a:t>‹nº›</a:t>
            </a:fld>
            <a:endParaRPr lang="pt-BR"/>
          </a:p>
        </p:txBody>
      </p:sp>
    </p:spTree>
    <p:extLst>
      <p:ext uri="{BB962C8B-B14F-4D97-AF65-F5344CB8AC3E}">
        <p14:creationId xmlns:p14="http://schemas.microsoft.com/office/powerpoint/2010/main" val="8851567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a:extLst>
              <a:ext uri="{FF2B5EF4-FFF2-40B4-BE49-F238E27FC236}">
                <a16:creationId xmlns:a16="http://schemas.microsoft.com/office/drawing/2014/main" id="{DDF8A63F-1A6A-DD6F-7A1B-D1C99182AE9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t-BR"/>
              <a:t>Clique para editar o título Mestre</a:t>
            </a:r>
          </a:p>
        </p:txBody>
      </p:sp>
      <p:sp>
        <p:nvSpPr>
          <p:cNvPr id="3" name="Espaço Reservado para Texto 2">
            <a:extLst>
              <a:ext uri="{FF2B5EF4-FFF2-40B4-BE49-F238E27FC236}">
                <a16:creationId xmlns:a16="http://schemas.microsoft.com/office/drawing/2014/main" id="{C1B5F54F-E10C-7F3D-F522-1AD25E1C47F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A212D7E8-1F4E-21B5-90E3-9A50BFE53EB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90BF836-F845-4043-9535-B2C99B84784A}" type="datetimeFigureOut">
              <a:rPr lang="pt-BR" smtClean="0"/>
              <a:t>17/07/2024</a:t>
            </a:fld>
            <a:endParaRPr lang="pt-BR"/>
          </a:p>
        </p:txBody>
      </p:sp>
      <p:sp>
        <p:nvSpPr>
          <p:cNvPr id="5" name="Espaço Reservado para Rodapé 4">
            <a:extLst>
              <a:ext uri="{FF2B5EF4-FFF2-40B4-BE49-F238E27FC236}">
                <a16:creationId xmlns:a16="http://schemas.microsoft.com/office/drawing/2014/main" id="{4E03E8D0-5ECF-5A08-E68C-4DCDD9822E0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pt-BR"/>
          </a:p>
        </p:txBody>
      </p:sp>
      <p:sp>
        <p:nvSpPr>
          <p:cNvPr id="6" name="Espaço Reservado para Número de Slide 5">
            <a:extLst>
              <a:ext uri="{FF2B5EF4-FFF2-40B4-BE49-F238E27FC236}">
                <a16:creationId xmlns:a16="http://schemas.microsoft.com/office/drawing/2014/main" id="{F97160F5-A781-FEF6-48E3-5D74A863A41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18DEA0E-85EA-456D-AFA7-CB3476B579EB}" type="slidenum">
              <a:rPr lang="pt-BR" smtClean="0"/>
              <a:t>‹nº›</a:t>
            </a:fld>
            <a:endParaRPr lang="pt-BR"/>
          </a:p>
        </p:txBody>
      </p:sp>
    </p:spTree>
    <p:extLst>
      <p:ext uri="{BB962C8B-B14F-4D97-AF65-F5344CB8AC3E}">
        <p14:creationId xmlns:p14="http://schemas.microsoft.com/office/powerpoint/2010/main" val="35893143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adt@ufmg.br" TargetMode="External"/><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1.png"/><Relationship Id="rId3" Type="http://schemas.openxmlformats.org/officeDocument/2006/relationships/image" Target="../media/image3.svg"/><Relationship Id="rId7" Type="http://schemas.openxmlformats.org/officeDocument/2006/relationships/image" Target="../media/image8.png"/><Relationship Id="rId12" Type="http://schemas.openxmlformats.org/officeDocument/2006/relationships/image" Target="../media/image91.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7.png"/><Relationship Id="rId11" Type="http://schemas.openxmlformats.org/officeDocument/2006/relationships/image" Target="../media/image86.png"/><Relationship Id="rId5" Type="http://schemas.openxmlformats.org/officeDocument/2006/relationships/image" Target="../media/image6.png"/><Relationship Id="rId10" Type="http://schemas.openxmlformats.org/officeDocument/2006/relationships/image" Target="../media/image10.png"/><Relationship Id="rId4" Type="http://schemas.openxmlformats.org/officeDocument/2006/relationships/image" Target="../media/image5.png"/><Relationship Id="rId9" Type="http://schemas.openxmlformats.org/officeDocument/2006/relationships/image" Target="../media/image610.png"/></Relationships>
</file>

<file path=ppt/slides/_rels/slide5.xml.rels><?xml version="1.0" encoding="UTF-8" standalone="yes"?>
<Relationships xmlns="http://schemas.openxmlformats.org/package/2006/relationships"><Relationship Id="rId8" Type="http://schemas.openxmlformats.org/officeDocument/2006/relationships/image" Target="../media/image151.png"/><Relationship Id="rId3" Type="http://schemas.openxmlformats.org/officeDocument/2006/relationships/image" Target="../media/image3.svg"/><Relationship Id="rId7" Type="http://schemas.openxmlformats.org/officeDocument/2006/relationships/image" Target="../media/image15.png"/><Relationship Id="rId12" Type="http://schemas.openxmlformats.org/officeDocument/2006/relationships/image" Target="../media/image11.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14.png"/><Relationship Id="rId11" Type="http://schemas.openxmlformats.org/officeDocument/2006/relationships/image" Target="../media/image18.png"/><Relationship Id="rId5" Type="http://schemas.openxmlformats.org/officeDocument/2006/relationships/image" Target="../media/image13.png"/><Relationship Id="rId10" Type="http://schemas.openxmlformats.org/officeDocument/2006/relationships/image" Target="../media/image17.png"/><Relationship Id="rId4" Type="http://schemas.openxmlformats.org/officeDocument/2006/relationships/image" Target="../media/image12.png"/><Relationship Id="rId9" Type="http://schemas.openxmlformats.org/officeDocument/2006/relationships/image" Target="../media/image16.png"/></Relationships>
</file>

<file path=ppt/slides/_rels/slide6.xml.rels><?xml version="1.0" encoding="UTF-8" standalone="yes"?>
<Relationships xmlns="http://schemas.openxmlformats.org/package/2006/relationships"><Relationship Id="rId8" Type="http://schemas.openxmlformats.org/officeDocument/2006/relationships/image" Target="../media/image121.png"/><Relationship Id="rId13" Type="http://schemas.openxmlformats.org/officeDocument/2006/relationships/image" Target="../media/image21.png"/><Relationship Id="rId18" Type="http://schemas.openxmlformats.org/officeDocument/2006/relationships/image" Target="../media/image27.png"/><Relationship Id="rId3" Type="http://schemas.openxmlformats.org/officeDocument/2006/relationships/image" Target="../media/image3.svg"/><Relationship Id="rId7" Type="http://schemas.openxmlformats.org/officeDocument/2006/relationships/image" Target="../media/image114.png"/><Relationship Id="rId12" Type="http://schemas.openxmlformats.org/officeDocument/2006/relationships/image" Target="../media/image11.png"/><Relationship Id="rId17" Type="http://schemas.openxmlformats.org/officeDocument/2006/relationships/image" Target="../media/image26.png"/><Relationship Id="rId2" Type="http://schemas.openxmlformats.org/officeDocument/2006/relationships/image" Target="../media/image2.png"/><Relationship Id="rId16" Type="http://schemas.openxmlformats.org/officeDocument/2006/relationships/image" Target="../media/image25.png"/><Relationship Id="rId1" Type="http://schemas.openxmlformats.org/officeDocument/2006/relationships/slideLayout" Target="../slideLayouts/slideLayout2.xml"/><Relationship Id="rId11" Type="http://schemas.openxmlformats.org/officeDocument/2006/relationships/image" Target="../media/image24.png"/><Relationship Id="rId6" Type="http://schemas.openxmlformats.org/officeDocument/2006/relationships/image" Target="../media/image101.png"/><Relationship Id="rId5" Type="http://schemas.openxmlformats.org/officeDocument/2006/relationships/image" Target="../media/image20.png"/><Relationship Id="rId15" Type="http://schemas.openxmlformats.org/officeDocument/2006/relationships/image" Target="../media/image23.png"/><Relationship Id="rId4" Type="http://schemas.openxmlformats.org/officeDocument/2006/relationships/image" Target="../media/image19.png"/><Relationship Id="rId9" Type="http://schemas.openxmlformats.org/officeDocument/2006/relationships/image" Target="../media/image182.png"/><Relationship Id="rId14" Type="http://schemas.openxmlformats.org/officeDocument/2006/relationships/image" Target="../media/image22.png"/></Relationships>
</file>

<file path=ppt/slides/_rels/slide7.xml.rels><?xml version="1.0" encoding="UTF-8" standalone="yes"?>
<Relationships xmlns="http://schemas.openxmlformats.org/package/2006/relationships"><Relationship Id="rId8" Type="http://schemas.openxmlformats.org/officeDocument/2006/relationships/image" Target="../media/image32.png"/><Relationship Id="rId13" Type="http://schemas.openxmlformats.org/officeDocument/2006/relationships/image" Target="../media/image37.png"/><Relationship Id="rId3" Type="http://schemas.openxmlformats.org/officeDocument/2006/relationships/image" Target="../media/image3.svg"/><Relationship Id="rId7" Type="http://schemas.openxmlformats.org/officeDocument/2006/relationships/image" Target="../media/image31.png"/><Relationship Id="rId12" Type="http://schemas.openxmlformats.org/officeDocument/2006/relationships/image" Target="../media/image36.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30.png"/><Relationship Id="rId11" Type="http://schemas.openxmlformats.org/officeDocument/2006/relationships/image" Target="../media/image35.png"/><Relationship Id="rId5" Type="http://schemas.openxmlformats.org/officeDocument/2006/relationships/image" Target="../media/image29.png"/><Relationship Id="rId10" Type="http://schemas.openxmlformats.org/officeDocument/2006/relationships/image" Target="../media/image34.png"/><Relationship Id="rId4" Type="http://schemas.openxmlformats.org/officeDocument/2006/relationships/image" Target="../media/image28.png"/><Relationship Id="rId9" Type="http://schemas.openxmlformats.org/officeDocument/2006/relationships/image" Target="../media/image33.png"/><Relationship Id="rId14" Type="http://schemas.openxmlformats.org/officeDocument/2006/relationships/image" Target="../media/image38.png"/></Relationships>
</file>

<file path=ppt/slides/_rels/slide8.xml.rels><?xml version="1.0" encoding="UTF-8" standalone="yes"?>
<Relationships xmlns="http://schemas.openxmlformats.org/package/2006/relationships"><Relationship Id="rId8" Type="http://schemas.openxmlformats.org/officeDocument/2006/relationships/image" Target="../media/image42.png"/><Relationship Id="rId13" Type="http://schemas.openxmlformats.org/officeDocument/2006/relationships/image" Target="../media/image47.png"/><Relationship Id="rId18" Type="http://schemas.openxmlformats.org/officeDocument/2006/relationships/image" Target="../media/image52.png"/><Relationship Id="rId3" Type="http://schemas.openxmlformats.org/officeDocument/2006/relationships/image" Target="../media/image3.svg"/><Relationship Id="rId7" Type="http://schemas.openxmlformats.org/officeDocument/2006/relationships/image" Target="../media/image32.png"/><Relationship Id="rId12" Type="http://schemas.openxmlformats.org/officeDocument/2006/relationships/image" Target="../media/image46.png"/><Relationship Id="rId17" Type="http://schemas.openxmlformats.org/officeDocument/2006/relationships/image" Target="../media/image51.png"/><Relationship Id="rId2" Type="http://schemas.openxmlformats.org/officeDocument/2006/relationships/image" Target="../media/image2.png"/><Relationship Id="rId16" Type="http://schemas.openxmlformats.org/officeDocument/2006/relationships/image" Target="../media/image50.png"/><Relationship Id="rId1" Type="http://schemas.openxmlformats.org/officeDocument/2006/relationships/slideLayout" Target="../slideLayouts/slideLayout2.xml"/><Relationship Id="rId6" Type="http://schemas.openxmlformats.org/officeDocument/2006/relationships/image" Target="../media/image41.png"/><Relationship Id="rId11" Type="http://schemas.openxmlformats.org/officeDocument/2006/relationships/image" Target="../media/image45.png"/><Relationship Id="rId5" Type="http://schemas.openxmlformats.org/officeDocument/2006/relationships/image" Target="../media/image40.png"/><Relationship Id="rId15" Type="http://schemas.openxmlformats.org/officeDocument/2006/relationships/image" Target="../media/image49.png"/><Relationship Id="rId10" Type="http://schemas.openxmlformats.org/officeDocument/2006/relationships/image" Target="../media/image44.png"/><Relationship Id="rId4" Type="http://schemas.openxmlformats.org/officeDocument/2006/relationships/image" Target="../media/image39.png"/><Relationship Id="rId9" Type="http://schemas.openxmlformats.org/officeDocument/2006/relationships/image" Target="../media/image43.png"/><Relationship Id="rId14" Type="http://schemas.openxmlformats.org/officeDocument/2006/relationships/image" Target="../media/image48.png"/></Relationships>
</file>

<file path=ppt/slides/_rels/slide9.xml.rels><?xml version="1.0" encoding="UTF-8" standalone="yes"?>
<Relationships xmlns="http://schemas.openxmlformats.org/package/2006/relationships"><Relationship Id="rId8" Type="http://schemas.openxmlformats.org/officeDocument/2006/relationships/image" Target="../media/image43.png"/><Relationship Id="rId13" Type="http://schemas.openxmlformats.org/officeDocument/2006/relationships/image" Target="../media/image48.png"/><Relationship Id="rId18" Type="http://schemas.openxmlformats.org/officeDocument/2006/relationships/image" Target="../media/image57.png"/><Relationship Id="rId3" Type="http://schemas.openxmlformats.org/officeDocument/2006/relationships/image" Target="../media/image3.svg"/><Relationship Id="rId21" Type="http://schemas.openxmlformats.org/officeDocument/2006/relationships/image" Target="../media/image60.png"/><Relationship Id="rId7" Type="http://schemas.openxmlformats.org/officeDocument/2006/relationships/image" Target="../media/image32.png"/><Relationship Id="rId12" Type="http://schemas.openxmlformats.org/officeDocument/2006/relationships/image" Target="../media/image47.png"/><Relationship Id="rId17" Type="http://schemas.openxmlformats.org/officeDocument/2006/relationships/image" Target="../media/image56.png"/><Relationship Id="rId2" Type="http://schemas.openxmlformats.org/officeDocument/2006/relationships/image" Target="../media/image2.png"/><Relationship Id="rId16" Type="http://schemas.openxmlformats.org/officeDocument/2006/relationships/image" Target="../media/image55.png"/><Relationship Id="rId20" Type="http://schemas.openxmlformats.org/officeDocument/2006/relationships/image" Target="../media/image59.png"/><Relationship Id="rId1" Type="http://schemas.openxmlformats.org/officeDocument/2006/relationships/slideLayout" Target="../slideLayouts/slideLayout2.xml"/><Relationship Id="rId6" Type="http://schemas.openxmlformats.org/officeDocument/2006/relationships/image" Target="../media/image41.png"/><Relationship Id="rId11" Type="http://schemas.openxmlformats.org/officeDocument/2006/relationships/image" Target="../media/image46.png"/><Relationship Id="rId5" Type="http://schemas.openxmlformats.org/officeDocument/2006/relationships/image" Target="../media/image40.png"/><Relationship Id="rId15" Type="http://schemas.openxmlformats.org/officeDocument/2006/relationships/image" Target="../media/image54.png"/><Relationship Id="rId10" Type="http://schemas.openxmlformats.org/officeDocument/2006/relationships/image" Target="../media/image45.png"/><Relationship Id="rId19" Type="http://schemas.openxmlformats.org/officeDocument/2006/relationships/image" Target="../media/image58.png"/><Relationship Id="rId4" Type="http://schemas.openxmlformats.org/officeDocument/2006/relationships/image" Target="../media/image39.png"/><Relationship Id="rId9" Type="http://schemas.openxmlformats.org/officeDocument/2006/relationships/image" Target="../media/image44.png"/><Relationship Id="rId14" Type="http://schemas.openxmlformats.org/officeDocument/2006/relationships/image" Target="../media/image53.png"/></Relationships>
</file>

<file path=ppt/slides/_rels/slide10.xml.rels><?xml version="1.0" encoding="UTF-8" standalone="yes"?>
<Relationships xmlns="http://schemas.openxmlformats.org/package/2006/relationships"><Relationship Id="rId8" Type="http://schemas.openxmlformats.org/officeDocument/2006/relationships/image" Target="../media/image43.png"/><Relationship Id="rId13" Type="http://schemas.openxmlformats.org/officeDocument/2006/relationships/image" Target="../media/image48.png"/><Relationship Id="rId3" Type="http://schemas.openxmlformats.org/officeDocument/2006/relationships/image" Target="../media/image3.svg"/><Relationship Id="rId7" Type="http://schemas.openxmlformats.org/officeDocument/2006/relationships/image" Target="../media/image32.png"/><Relationship Id="rId12" Type="http://schemas.openxmlformats.org/officeDocument/2006/relationships/image" Target="../media/image47.png"/><Relationship Id="rId17" Type="http://schemas.openxmlformats.org/officeDocument/2006/relationships/image" Target="../media/image64.png"/><Relationship Id="rId2" Type="http://schemas.openxmlformats.org/officeDocument/2006/relationships/image" Target="../media/image2.png"/><Relationship Id="rId16" Type="http://schemas.openxmlformats.org/officeDocument/2006/relationships/image" Target="../media/image63.png"/><Relationship Id="rId1" Type="http://schemas.openxmlformats.org/officeDocument/2006/relationships/slideLayout" Target="../slideLayouts/slideLayout2.xml"/><Relationship Id="rId6" Type="http://schemas.openxmlformats.org/officeDocument/2006/relationships/image" Target="../media/image41.png"/><Relationship Id="rId11" Type="http://schemas.openxmlformats.org/officeDocument/2006/relationships/image" Target="../media/image46.png"/><Relationship Id="rId5" Type="http://schemas.openxmlformats.org/officeDocument/2006/relationships/image" Target="../media/image40.png"/><Relationship Id="rId15" Type="http://schemas.openxmlformats.org/officeDocument/2006/relationships/image" Target="../media/image62.png"/><Relationship Id="rId10" Type="http://schemas.openxmlformats.org/officeDocument/2006/relationships/image" Target="../media/image45.png"/><Relationship Id="rId4" Type="http://schemas.openxmlformats.org/officeDocument/2006/relationships/image" Target="../media/image39.png"/><Relationship Id="rId9" Type="http://schemas.openxmlformats.org/officeDocument/2006/relationships/image" Target="../media/image44.png"/><Relationship Id="rId14" Type="http://schemas.openxmlformats.org/officeDocument/2006/relationships/image" Target="../media/image61.png"/></Relationships>
</file>

<file path=ppt/slides/_rels/slide11.xml.rels><?xml version="1.0" encoding="UTF-8" standalone="yes"?>
<Relationships xmlns="http://schemas.openxmlformats.org/package/2006/relationships"><Relationship Id="rId8" Type="http://schemas.openxmlformats.org/officeDocument/2006/relationships/image" Target="../media/image43.png"/><Relationship Id="rId13" Type="http://schemas.openxmlformats.org/officeDocument/2006/relationships/image" Target="../media/image48.png"/><Relationship Id="rId18" Type="http://schemas.openxmlformats.org/officeDocument/2006/relationships/image" Target="../media/image69.png"/><Relationship Id="rId3" Type="http://schemas.openxmlformats.org/officeDocument/2006/relationships/image" Target="../media/image3.svg"/><Relationship Id="rId21" Type="http://schemas.openxmlformats.org/officeDocument/2006/relationships/image" Target="../media/image72.png"/><Relationship Id="rId7" Type="http://schemas.openxmlformats.org/officeDocument/2006/relationships/image" Target="../media/image32.png"/><Relationship Id="rId12" Type="http://schemas.openxmlformats.org/officeDocument/2006/relationships/image" Target="../media/image47.png"/><Relationship Id="rId17" Type="http://schemas.openxmlformats.org/officeDocument/2006/relationships/image" Target="../media/image68.png"/><Relationship Id="rId2" Type="http://schemas.openxmlformats.org/officeDocument/2006/relationships/image" Target="../media/image2.png"/><Relationship Id="rId16" Type="http://schemas.openxmlformats.org/officeDocument/2006/relationships/image" Target="../media/image67.png"/><Relationship Id="rId20" Type="http://schemas.openxmlformats.org/officeDocument/2006/relationships/image" Target="../media/image71.png"/><Relationship Id="rId1" Type="http://schemas.openxmlformats.org/officeDocument/2006/relationships/slideLayout" Target="../slideLayouts/slideLayout2.xml"/><Relationship Id="rId6" Type="http://schemas.openxmlformats.org/officeDocument/2006/relationships/image" Target="../media/image41.png"/><Relationship Id="rId11" Type="http://schemas.openxmlformats.org/officeDocument/2006/relationships/image" Target="../media/image46.png"/><Relationship Id="rId5" Type="http://schemas.openxmlformats.org/officeDocument/2006/relationships/image" Target="../media/image40.png"/><Relationship Id="rId15" Type="http://schemas.openxmlformats.org/officeDocument/2006/relationships/image" Target="../media/image66.png"/><Relationship Id="rId23" Type="http://schemas.openxmlformats.org/officeDocument/2006/relationships/image" Target="../media/image74.png"/><Relationship Id="rId10" Type="http://schemas.openxmlformats.org/officeDocument/2006/relationships/image" Target="../media/image45.png"/><Relationship Id="rId19" Type="http://schemas.openxmlformats.org/officeDocument/2006/relationships/image" Target="../media/image70.svg"/><Relationship Id="rId4" Type="http://schemas.openxmlformats.org/officeDocument/2006/relationships/image" Target="../media/image39.png"/><Relationship Id="rId9" Type="http://schemas.openxmlformats.org/officeDocument/2006/relationships/image" Target="../media/image44.png"/><Relationship Id="rId14" Type="http://schemas.openxmlformats.org/officeDocument/2006/relationships/image" Target="../media/image65.png"/><Relationship Id="rId22" Type="http://schemas.openxmlformats.org/officeDocument/2006/relationships/image" Target="../media/image73.png"/></Relationships>
</file>

<file path=ppt/slides/_rels/slide12.xml.rels><?xml version="1.0" encoding="UTF-8" standalone="yes"?>
<Relationships xmlns="http://schemas.openxmlformats.org/package/2006/relationships"><Relationship Id="rId8" Type="http://schemas.openxmlformats.org/officeDocument/2006/relationships/image" Target="../media/image79.png"/><Relationship Id="rId13" Type="http://schemas.openxmlformats.org/officeDocument/2006/relationships/image" Target="../media/image84.png"/><Relationship Id="rId3" Type="http://schemas.openxmlformats.org/officeDocument/2006/relationships/image" Target="../media/image3.svg"/><Relationship Id="rId7" Type="http://schemas.openxmlformats.org/officeDocument/2006/relationships/image" Target="../media/image78.png"/><Relationship Id="rId12" Type="http://schemas.openxmlformats.org/officeDocument/2006/relationships/image" Target="../media/image83.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77.png"/><Relationship Id="rId11" Type="http://schemas.openxmlformats.org/officeDocument/2006/relationships/image" Target="../media/image82.png"/><Relationship Id="rId5" Type="http://schemas.openxmlformats.org/officeDocument/2006/relationships/image" Target="../media/image76.png"/><Relationship Id="rId10" Type="http://schemas.openxmlformats.org/officeDocument/2006/relationships/image" Target="../media/image81.png"/><Relationship Id="rId4" Type="http://schemas.openxmlformats.org/officeDocument/2006/relationships/image" Target="../media/image75.png"/><Relationship Id="rId9" Type="http://schemas.openxmlformats.org/officeDocument/2006/relationships/image" Target="../media/image80.png"/><Relationship Id="rId14" Type="http://schemas.openxmlformats.org/officeDocument/2006/relationships/image" Target="../media/image85.png"/></Relationships>
</file>

<file path=ppt/slides/_rels/slide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11.png"/><Relationship Id="rId2" Type="http://schemas.openxmlformats.org/officeDocument/2006/relationships/image" Target="../media/image113.png"/><Relationship Id="rId1" Type="http://schemas.openxmlformats.org/officeDocument/2006/relationships/slideLayout" Target="../slideLayouts/slideLayout2.xml"/><Relationship Id="rId6" Type="http://schemas.openxmlformats.org/officeDocument/2006/relationships/image" Target="../media/image511.png"/><Relationship Id="rId5" Type="http://schemas.openxmlformats.org/officeDocument/2006/relationships/image" Target="../media/image411.pn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8" Type="http://schemas.openxmlformats.org/officeDocument/2006/relationships/image" Target="../media/image70.png"/><Relationship Id="rId13" Type="http://schemas.openxmlformats.org/officeDocument/2006/relationships/image" Target="../media/image120.png"/><Relationship Id="rId18" Type="http://schemas.openxmlformats.org/officeDocument/2006/relationships/image" Target="../media/image170.png"/><Relationship Id="rId3" Type="http://schemas.openxmlformats.org/officeDocument/2006/relationships/image" Target="../media/image210.png"/><Relationship Id="rId21" Type="http://schemas.openxmlformats.org/officeDocument/2006/relationships/image" Target="../media/image190.png"/><Relationship Id="rId7" Type="http://schemas.openxmlformats.org/officeDocument/2006/relationships/image" Target="../media/image640.png"/><Relationship Id="rId12" Type="http://schemas.openxmlformats.org/officeDocument/2006/relationships/image" Target="../media/image112.png"/><Relationship Id="rId17" Type="http://schemas.openxmlformats.org/officeDocument/2006/relationships/image" Target="../media/image160.png"/><Relationship Id="rId2" Type="http://schemas.openxmlformats.org/officeDocument/2006/relationships/image" Target="../media/image111.png"/><Relationship Id="rId16" Type="http://schemas.openxmlformats.org/officeDocument/2006/relationships/image" Target="../media/image150.png"/><Relationship Id="rId20" Type="http://schemas.openxmlformats.org/officeDocument/2006/relationships/image" Target="../media/image180.png"/><Relationship Id="rId1" Type="http://schemas.openxmlformats.org/officeDocument/2006/relationships/slideLayout" Target="../slideLayouts/slideLayout2.xml"/><Relationship Id="rId6" Type="http://schemas.openxmlformats.org/officeDocument/2006/relationships/image" Target="../media/image510.png"/><Relationship Id="rId11" Type="http://schemas.openxmlformats.org/officeDocument/2006/relationships/image" Target="../media/image100.png"/><Relationship Id="rId5" Type="http://schemas.openxmlformats.org/officeDocument/2006/relationships/image" Target="../media/image410.png"/><Relationship Id="rId15" Type="http://schemas.openxmlformats.org/officeDocument/2006/relationships/image" Target="../media/image140.png"/><Relationship Id="rId10" Type="http://schemas.openxmlformats.org/officeDocument/2006/relationships/image" Target="../media/image90.png"/><Relationship Id="rId19" Type="http://schemas.openxmlformats.org/officeDocument/2006/relationships/image" Target="../media/image181.png"/><Relationship Id="rId4" Type="http://schemas.openxmlformats.org/officeDocument/2006/relationships/image" Target="../media/image310.png"/><Relationship Id="rId9" Type="http://schemas.openxmlformats.org/officeDocument/2006/relationships/image" Target="../media/image800.png"/><Relationship Id="rId14" Type="http://schemas.openxmlformats.org/officeDocument/2006/relationships/image" Target="../media/image130.png"/><Relationship Id="rId22" Type="http://schemas.openxmlformats.org/officeDocument/2006/relationships/image" Target="../media/image200.png"/></Relationships>
</file>

<file path=ppt/slides/_rels/slide16.xml.rels><?xml version="1.0" encoding="UTF-8" standalone="yes"?>
<Relationships xmlns="http://schemas.openxmlformats.org/package/2006/relationships"><Relationship Id="rId8" Type="http://schemas.openxmlformats.org/officeDocument/2006/relationships/image" Target="../media/image250.png"/><Relationship Id="rId13" Type="http://schemas.openxmlformats.org/officeDocument/2006/relationships/image" Target="../media/image290.png"/><Relationship Id="rId18" Type="http://schemas.openxmlformats.org/officeDocument/2006/relationships/image" Target="../media/image200.png"/><Relationship Id="rId26" Type="http://schemas.openxmlformats.org/officeDocument/2006/relationships/image" Target="../media/image391.png"/><Relationship Id="rId3" Type="http://schemas.openxmlformats.org/officeDocument/2006/relationships/image" Target="../media/image90.png"/><Relationship Id="rId21" Type="http://schemas.openxmlformats.org/officeDocument/2006/relationships/image" Target="../media/image341.png"/><Relationship Id="rId7" Type="http://schemas.openxmlformats.org/officeDocument/2006/relationships/image" Target="../media/image240.png"/><Relationship Id="rId12" Type="http://schemas.openxmlformats.org/officeDocument/2006/relationships/image" Target="../media/image281.png"/><Relationship Id="rId17" Type="http://schemas.openxmlformats.org/officeDocument/2006/relationships/image" Target="../media/image280.png"/><Relationship Id="rId25" Type="http://schemas.openxmlformats.org/officeDocument/2006/relationships/image" Target="../media/image381.png"/><Relationship Id="rId2" Type="http://schemas.openxmlformats.org/officeDocument/2006/relationships/image" Target="../media/image212.png"/><Relationship Id="rId16" Type="http://schemas.openxmlformats.org/officeDocument/2006/relationships/image" Target="../media/image320.png"/><Relationship Id="rId20" Type="http://schemas.openxmlformats.org/officeDocument/2006/relationships/image" Target="../media/image331.png"/><Relationship Id="rId1" Type="http://schemas.openxmlformats.org/officeDocument/2006/relationships/slideLayout" Target="../slideLayouts/slideLayout2.xml"/><Relationship Id="rId6" Type="http://schemas.openxmlformats.org/officeDocument/2006/relationships/image" Target="../media/image230.png"/><Relationship Id="rId11" Type="http://schemas.openxmlformats.org/officeDocument/2006/relationships/image" Target="../media/image270.png"/><Relationship Id="rId24" Type="http://schemas.openxmlformats.org/officeDocument/2006/relationships/image" Target="../media/image371.png"/><Relationship Id="rId5" Type="http://schemas.openxmlformats.org/officeDocument/2006/relationships/image" Target="../media/image220.png"/><Relationship Id="rId15" Type="http://schemas.openxmlformats.org/officeDocument/2006/relationships/image" Target="../media/image311.png"/><Relationship Id="rId23" Type="http://schemas.openxmlformats.org/officeDocument/2006/relationships/image" Target="../media/image361.png"/><Relationship Id="rId10" Type="http://schemas.openxmlformats.org/officeDocument/2006/relationships/image" Target="../media/image271.png"/><Relationship Id="rId19" Type="http://schemas.openxmlformats.org/officeDocument/2006/relationships/image" Target="../media/image332.png"/><Relationship Id="rId9" Type="http://schemas.openxmlformats.org/officeDocument/2006/relationships/image" Target="../media/image260.png"/><Relationship Id="rId14" Type="http://schemas.openxmlformats.org/officeDocument/2006/relationships/image" Target="../media/image300.png"/><Relationship Id="rId22" Type="http://schemas.openxmlformats.org/officeDocument/2006/relationships/image" Target="../media/image351.png"/><Relationship Id="rId27" Type="http://schemas.openxmlformats.org/officeDocument/2006/relationships/image" Target="../media/image401.png"/></Relationships>
</file>

<file path=ppt/slides/_rels/slide17.xml.rels><?xml version="1.0" encoding="UTF-8" standalone="yes"?>
<Relationships xmlns="http://schemas.openxmlformats.org/package/2006/relationships"><Relationship Id="rId8" Type="http://schemas.openxmlformats.org/officeDocument/2006/relationships/image" Target="../media/image390.png"/><Relationship Id="rId13" Type="http://schemas.openxmlformats.org/officeDocument/2006/relationships/image" Target="../media/image440.png"/><Relationship Id="rId3" Type="http://schemas.openxmlformats.org/officeDocument/2006/relationships/image" Target="../media/image340.png"/><Relationship Id="rId7" Type="http://schemas.openxmlformats.org/officeDocument/2006/relationships/image" Target="../media/image380.png"/><Relationship Id="rId12" Type="http://schemas.openxmlformats.org/officeDocument/2006/relationships/image" Target="../media/image430.png"/><Relationship Id="rId2" Type="http://schemas.openxmlformats.org/officeDocument/2006/relationships/image" Target="../media/image330.png"/><Relationship Id="rId1" Type="http://schemas.openxmlformats.org/officeDocument/2006/relationships/slideLayout" Target="../slideLayouts/slideLayout2.xml"/><Relationship Id="rId6" Type="http://schemas.openxmlformats.org/officeDocument/2006/relationships/image" Target="../media/image370.png"/><Relationship Id="rId11" Type="http://schemas.openxmlformats.org/officeDocument/2006/relationships/image" Target="../media/image420.png"/><Relationship Id="rId5" Type="http://schemas.openxmlformats.org/officeDocument/2006/relationships/image" Target="../media/image360.png"/><Relationship Id="rId10" Type="http://schemas.openxmlformats.org/officeDocument/2006/relationships/image" Target="../media/image412.png"/><Relationship Id="rId4" Type="http://schemas.openxmlformats.org/officeDocument/2006/relationships/image" Target="../media/image350.png"/><Relationship Id="rId9" Type="http://schemas.openxmlformats.org/officeDocument/2006/relationships/image" Target="../media/image400.png"/></Relationships>
</file>

<file path=ppt/slides/_rels/slide18.xml.rels><?xml version="1.0" encoding="UTF-8" standalone="yes"?>
<Relationships xmlns="http://schemas.openxmlformats.org/package/2006/relationships"><Relationship Id="rId8" Type="http://schemas.openxmlformats.org/officeDocument/2006/relationships/image" Target="../media/image512.png"/><Relationship Id="rId13" Type="http://schemas.openxmlformats.org/officeDocument/2006/relationships/image" Target="../media/image560.png"/><Relationship Id="rId3" Type="http://schemas.openxmlformats.org/officeDocument/2006/relationships/image" Target="../media/image460.png"/><Relationship Id="rId7" Type="http://schemas.openxmlformats.org/officeDocument/2006/relationships/image" Target="../media/image500.png"/><Relationship Id="rId12" Type="http://schemas.openxmlformats.org/officeDocument/2006/relationships/image" Target="../media/image550.png"/><Relationship Id="rId2" Type="http://schemas.openxmlformats.org/officeDocument/2006/relationships/image" Target="../media/image450.png"/><Relationship Id="rId1" Type="http://schemas.openxmlformats.org/officeDocument/2006/relationships/slideLayout" Target="../slideLayouts/slideLayout2.xml"/><Relationship Id="rId6" Type="http://schemas.openxmlformats.org/officeDocument/2006/relationships/image" Target="../media/image490.png"/><Relationship Id="rId11" Type="http://schemas.openxmlformats.org/officeDocument/2006/relationships/image" Target="../media/image540.png"/><Relationship Id="rId5" Type="http://schemas.openxmlformats.org/officeDocument/2006/relationships/image" Target="../media/image480.png"/><Relationship Id="rId15" Type="http://schemas.openxmlformats.org/officeDocument/2006/relationships/image" Target="../media/image570.png"/><Relationship Id="rId10" Type="http://schemas.openxmlformats.org/officeDocument/2006/relationships/image" Target="../media/image530.png"/><Relationship Id="rId9" Type="http://schemas.openxmlformats.org/officeDocument/2006/relationships/image" Target="../media/image520.png"/><Relationship Id="rId14" Type="http://schemas.openxmlformats.org/officeDocument/2006/relationships/image" Target="../media/image470.png"/></Relationships>
</file>

<file path=ppt/slides/_rels/slide19.xml.rels><?xml version="1.0" encoding="UTF-8" standalone="yes"?>
<Relationships xmlns="http://schemas.openxmlformats.org/package/2006/relationships"><Relationship Id="rId3" Type="http://schemas.openxmlformats.org/officeDocument/2006/relationships/image" Target="../media/image590.png"/><Relationship Id="rId2" Type="http://schemas.openxmlformats.org/officeDocument/2006/relationships/image" Target="../media/image580.png"/><Relationship Id="rId1" Type="http://schemas.openxmlformats.org/officeDocument/2006/relationships/slideLayout" Target="../slideLayouts/slideLayout2.xml"/><Relationship Id="rId6" Type="http://schemas.openxmlformats.org/officeDocument/2006/relationships/image" Target="../media/image620.png"/><Relationship Id="rId5" Type="http://schemas.openxmlformats.org/officeDocument/2006/relationships/image" Target="../media/image611.png"/><Relationship Id="rId4" Type="http://schemas.openxmlformats.org/officeDocument/2006/relationships/image" Target="../media/image600.png"/></Relationships>
</file>

<file path=ppt/slides/_rels/slide20.xml.rels><?xml version="1.0" encoding="UTF-8" standalone="yes"?>
<Relationships xmlns="http://schemas.openxmlformats.org/package/2006/relationships"><Relationship Id="rId3" Type="http://schemas.openxmlformats.org/officeDocument/2006/relationships/image" Target="../media/image590.png"/><Relationship Id="rId7" Type="http://schemas.openxmlformats.org/officeDocument/2006/relationships/image" Target="../media/image580.png"/><Relationship Id="rId2" Type="http://schemas.openxmlformats.org/officeDocument/2006/relationships/image" Target="../media/image630.png"/><Relationship Id="rId1" Type="http://schemas.openxmlformats.org/officeDocument/2006/relationships/slideLayout" Target="../slideLayouts/slideLayout2.xml"/><Relationship Id="rId6" Type="http://schemas.openxmlformats.org/officeDocument/2006/relationships/image" Target="../media/image620.png"/><Relationship Id="rId5" Type="http://schemas.openxmlformats.org/officeDocument/2006/relationships/image" Target="../media/image611.png"/><Relationship Id="rId4" Type="http://schemas.openxmlformats.org/officeDocument/2006/relationships/image" Target="../media/image60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m 4" descr="Forma, Círculo&#10;&#10;Descrição gerada automaticamente">
            <a:extLst>
              <a:ext uri="{FF2B5EF4-FFF2-40B4-BE49-F238E27FC236}">
                <a16:creationId xmlns:a16="http://schemas.microsoft.com/office/drawing/2014/main" id="{0BE23913-79BD-9474-5788-E7ED9ADC86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CaixaDeTexto 6">
            <a:extLst>
              <a:ext uri="{FF2B5EF4-FFF2-40B4-BE49-F238E27FC236}">
                <a16:creationId xmlns:a16="http://schemas.microsoft.com/office/drawing/2014/main" id="{31D06EC5-8553-0F5A-D878-AF0600CAF2F8}"/>
              </a:ext>
            </a:extLst>
          </p:cNvPr>
          <p:cNvSpPr txBox="1"/>
          <p:nvPr/>
        </p:nvSpPr>
        <p:spPr>
          <a:xfrm>
            <a:off x="731404" y="2060848"/>
            <a:ext cx="7741468" cy="4124206"/>
          </a:xfrm>
          <a:prstGeom prst="rect">
            <a:avLst/>
          </a:prstGeom>
          <a:noFill/>
        </p:spPr>
        <p:txBody>
          <a:bodyPr wrap="square">
            <a:spAutoFit/>
          </a:bodyPr>
          <a:lstStyle/>
          <a:p>
            <a:r>
              <a:rPr lang="pt-BR">
                <a:solidFill>
                  <a:schemeClr val="accent1">
                    <a:lumMod val="60000"/>
                    <a:lumOff val="40000"/>
                  </a:schemeClr>
                </a:solidFill>
                <a:latin typeface="Arial Black" panose="020B0A04020102020204" pitchFamily="34" charset="0"/>
              </a:rPr>
              <a:t>Method of Moments based on a surface admittance operator (MoM-SO):</a:t>
            </a:r>
          </a:p>
          <a:p>
            <a:r>
              <a:rPr lang="pt-BR" sz="1600">
                <a:solidFill>
                  <a:schemeClr val="accent1">
                    <a:lumMod val="40000"/>
                    <a:lumOff val="60000"/>
                  </a:schemeClr>
                </a:solidFill>
                <a:latin typeface="Arial Black" panose="020B0A04020102020204" pitchFamily="34" charset="0"/>
              </a:rPr>
              <a:t>An Introduction</a:t>
            </a:r>
          </a:p>
          <a:p>
            <a:endParaRPr lang="pt-BR" sz="1600">
              <a:solidFill>
                <a:schemeClr val="accent1">
                  <a:lumMod val="40000"/>
                  <a:lumOff val="60000"/>
                </a:schemeClr>
              </a:solidFill>
              <a:latin typeface="Arial Black" panose="020B0A04020102020204" pitchFamily="34" charset="0"/>
            </a:endParaRPr>
          </a:p>
          <a:p>
            <a:endParaRPr lang="pt-BR" sz="1600">
              <a:solidFill>
                <a:schemeClr val="accent1">
                  <a:lumMod val="40000"/>
                  <a:lumOff val="60000"/>
                </a:schemeClr>
              </a:solidFill>
              <a:latin typeface="Arial Black" panose="020B0A04020102020204" pitchFamily="34" charset="0"/>
            </a:endParaRPr>
          </a:p>
          <a:p>
            <a:endParaRPr lang="pt-BR"/>
          </a:p>
          <a:p>
            <a:r>
              <a:rPr lang="pt-BR"/>
              <a:t>Adilton Junio Ladeira Pereira</a:t>
            </a:r>
          </a:p>
          <a:p>
            <a:r>
              <a:rPr lang="pt-BR" sz="1600">
                <a:hlinkClick r:id="rId3"/>
              </a:rPr>
              <a:t>adt@ufmg.br</a:t>
            </a:r>
            <a:r>
              <a:rPr lang="pt-BR"/>
              <a:t> </a:t>
            </a:r>
          </a:p>
          <a:p>
            <a:r>
              <a:rPr lang="pt-BR" sz="1600"/>
              <a:t>Programa de Pós-Graduação em Engenharia Elétrica (PPGEE-UFMG)</a:t>
            </a:r>
          </a:p>
          <a:p>
            <a:endParaRPr lang="pt-BR"/>
          </a:p>
          <a:p>
            <a:endParaRPr lang="pt-BR"/>
          </a:p>
          <a:p>
            <a:endParaRPr lang="pt-BR"/>
          </a:p>
          <a:p>
            <a:endParaRPr lang="pt-BR"/>
          </a:p>
          <a:p>
            <a:endParaRPr lang="pt-BR"/>
          </a:p>
          <a:p>
            <a:r>
              <a:rPr lang="pt-BR"/>
              <a:t>Belo Horizonte, julho de 2024</a:t>
            </a:r>
          </a:p>
        </p:txBody>
      </p:sp>
    </p:spTree>
    <p:extLst>
      <p:ext uri="{BB962C8B-B14F-4D97-AF65-F5344CB8AC3E}">
        <p14:creationId xmlns:p14="http://schemas.microsoft.com/office/powerpoint/2010/main" val="26387938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310BE2A7-F3D2-24C6-A415-EA4964A8FD02}"/>
              </a:ext>
            </a:extLst>
          </p:cNvPr>
          <p:cNvSpPr/>
          <p:nvPr/>
        </p:nvSpPr>
        <p:spPr>
          <a:xfrm>
            <a:off x="0" y="0"/>
            <a:ext cx="12192000" cy="404664"/>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6" name="Gráfico 5">
            <a:extLst>
              <a:ext uri="{FF2B5EF4-FFF2-40B4-BE49-F238E27FC236}">
                <a16:creationId xmlns:a16="http://schemas.microsoft.com/office/drawing/2014/main" id="{9DA9C8AB-72FF-D7D8-7E4D-1C5ECDBF0C8D}"/>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10345" t="32228" r="13793" b="43634"/>
          <a:stretch/>
        </p:blipFill>
        <p:spPr>
          <a:xfrm>
            <a:off x="11280576" y="6489338"/>
            <a:ext cx="792088" cy="252029"/>
          </a:xfrm>
          <a:prstGeom prst="rect">
            <a:avLst/>
          </a:prstGeom>
        </p:spPr>
      </p:pic>
      <p:sp>
        <p:nvSpPr>
          <p:cNvPr id="8" name="Espaço Reservado para Rodapé 57">
            <a:extLst>
              <a:ext uri="{FF2B5EF4-FFF2-40B4-BE49-F238E27FC236}">
                <a16:creationId xmlns:a16="http://schemas.microsoft.com/office/drawing/2014/main" id="{9BEF1642-B655-7CAD-CD9D-3570B3E8A5FE}"/>
              </a:ext>
            </a:extLst>
          </p:cNvPr>
          <p:cNvSpPr>
            <a:spLocks noGrp="1"/>
          </p:cNvSpPr>
          <p:nvPr>
            <p:ph type="ftr" sz="quarter" idx="11"/>
          </p:nvPr>
        </p:nvSpPr>
        <p:spPr>
          <a:xfrm>
            <a:off x="5357918" y="6489339"/>
            <a:ext cx="1476164" cy="252029"/>
          </a:xfrm>
        </p:spPr>
        <p:txBody>
          <a:bodyPr/>
          <a:lstStyle/>
          <a:p>
            <a:r>
              <a:rPr lang="pt-BR"/>
              <a:t>© Adilton Pereira</a:t>
            </a:r>
          </a:p>
        </p:txBody>
      </p:sp>
      <p:sp>
        <p:nvSpPr>
          <p:cNvPr id="9" name="Espaço Reservado para Número de Slide 58">
            <a:extLst>
              <a:ext uri="{FF2B5EF4-FFF2-40B4-BE49-F238E27FC236}">
                <a16:creationId xmlns:a16="http://schemas.microsoft.com/office/drawing/2014/main" id="{6712AAAE-5D61-5AD9-F1A7-A27ACC47ED61}"/>
              </a:ext>
            </a:extLst>
          </p:cNvPr>
          <p:cNvSpPr>
            <a:spLocks noGrp="1"/>
          </p:cNvSpPr>
          <p:nvPr>
            <p:ph type="sldNum" sz="quarter" idx="12"/>
          </p:nvPr>
        </p:nvSpPr>
        <p:spPr>
          <a:xfrm>
            <a:off x="136798" y="6480904"/>
            <a:ext cx="258416" cy="252029"/>
          </a:xfrm>
        </p:spPr>
        <p:txBody>
          <a:bodyPr/>
          <a:lstStyle/>
          <a:p>
            <a:fld id="{6023531A-24AE-4EE7-A19A-D3968154BEE1}" type="slidenum">
              <a:rPr lang="pt-BR" smtClean="0"/>
              <a:t>2</a:t>
            </a:fld>
            <a:endParaRPr lang="pt-BR"/>
          </a:p>
        </p:txBody>
      </p:sp>
      <p:sp>
        <p:nvSpPr>
          <p:cNvPr id="92" name="CaixaDeTexto 91">
            <a:extLst>
              <a:ext uri="{FF2B5EF4-FFF2-40B4-BE49-F238E27FC236}">
                <a16:creationId xmlns:a16="http://schemas.microsoft.com/office/drawing/2014/main" id="{389AD4BA-DE4A-1658-2487-F94C2EEF6666}"/>
              </a:ext>
            </a:extLst>
          </p:cNvPr>
          <p:cNvSpPr txBox="1"/>
          <p:nvPr/>
        </p:nvSpPr>
        <p:spPr>
          <a:xfrm>
            <a:off x="479425" y="544453"/>
            <a:ext cx="5616576" cy="400110"/>
          </a:xfrm>
          <a:prstGeom prst="rect">
            <a:avLst/>
          </a:prstGeom>
          <a:noFill/>
        </p:spPr>
        <p:txBody>
          <a:bodyPr wrap="square" rtlCol="0">
            <a:spAutoFit/>
          </a:bodyPr>
          <a:lstStyle/>
          <a:p>
            <a:r>
              <a:rPr lang="pt-BR" sz="2000">
                <a:ln w="0"/>
                <a:effectLst>
                  <a:outerShdw blurRad="38100" dist="19050" dir="2700000" algn="tl" rotWithShape="0">
                    <a:schemeClr val="dk1">
                      <a:alpha val="40000"/>
                    </a:schemeClr>
                  </a:outerShdw>
                </a:effectLst>
              </a:rPr>
              <a:t>Agenda</a:t>
            </a:r>
          </a:p>
        </p:txBody>
      </p:sp>
      <p:sp>
        <p:nvSpPr>
          <p:cNvPr id="94" name="CaixaDeTexto 93">
            <a:extLst>
              <a:ext uri="{FF2B5EF4-FFF2-40B4-BE49-F238E27FC236}">
                <a16:creationId xmlns:a16="http://schemas.microsoft.com/office/drawing/2014/main" id="{D1D8FCDA-4632-6080-1621-67CDF796C564}"/>
              </a:ext>
            </a:extLst>
          </p:cNvPr>
          <p:cNvSpPr txBox="1"/>
          <p:nvPr/>
        </p:nvSpPr>
        <p:spPr>
          <a:xfrm>
            <a:off x="477565" y="1043970"/>
            <a:ext cx="9002811" cy="5409366"/>
          </a:xfrm>
          <a:prstGeom prst="rect">
            <a:avLst/>
          </a:prstGeom>
          <a:noFill/>
        </p:spPr>
        <p:txBody>
          <a:bodyPr wrap="square">
            <a:spAutoFit/>
          </a:bodyPr>
          <a:lstStyle/>
          <a:p>
            <a:pPr indent="-285750">
              <a:lnSpc>
                <a:spcPct val="150000"/>
              </a:lnSpc>
              <a:buFont typeface="Arial" panose="020B0604020202020204" pitchFamily="34" charset="0"/>
              <a:buChar char="•"/>
            </a:pPr>
            <a:r>
              <a:rPr lang="pt-BR">
                <a:solidFill>
                  <a:srgbClr val="0070C0"/>
                </a:solidFill>
                <a:latin typeface="Arial Black" panose="020B0A04020102020204" pitchFamily="34" charset="0"/>
              </a:rPr>
              <a:t>Introduction</a:t>
            </a:r>
          </a:p>
          <a:p>
            <a:pPr marL="457200" lvl="2" indent="-285750">
              <a:lnSpc>
                <a:spcPct val="150000"/>
              </a:lnSpc>
              <a:buFont typeface="Arial" panose="020B0604020202020204" pitchFamily="34" charset="0"/>
              <a:buChar char="•"/>
            </a:pPr>
            <a:r>
              <a:rPr lang="pt-BR" sz="1600">
                <a:solidFill>
                  <a:schemeClr val="accent1">
                    <a:lumMod val="60000"/>
                    <a:lumOff val="40000"/>
                  </a:schemeClr>
                </a:solidFill>
                <a:latin typeface="Arial Black" panose="020B0A04020102020204" pitchFamily="34" charset="0"/>
              </a:rPr>
              <a:t>Motivation</a:t>
            </a:r>
          </a:p>
          <a:p>
            <a:pPr marL="457200" lvl="2" indent="-285750">
              <a:lnSpc>
                <a:spcPct val="150000"/>
              </a:lnSpc>
              <a:buFont typeface="Arial" panose="020B0604020202020204" pitchFamily="34" charset="0"/>
              <a:buChar char="•"/>
            </a:pPr>
            <a:r>
              <a:rPr lang="pt-BR" sz="1600">
                <a:solidFill>
                  <a:schemeClr val="accent1">
                    <a:lumMod val="60000"/>
                    <a:lumOff val="40000"/>
                  </a:schemeClr>
                </a:solidFill>
                <a:latin typeface="Arial Black" panose="020B0A04020102020204" pitchFamily="34" charset="0"/>
              </a:rPr>
              <a:t>Differential Surface Admittance Concept</a:t>
            </a:r>
          </a:p>
          <a:p>
            <a:pPr indent="-285750">
              <a:lnSpc>
                <a:spcPct val="150000"/>
              </a:lnSpc>
              <a:buFont typeface="Arial" panose="020B0604020202020204" pitchFamily="34" charset="0"/>
              <a:buChar char="•"/>
            </a:pPr>
            <a:r>
              <a:rPr lang="en-US">
                <a:solidFill>
                  <a:srgbClr val="0070C0"/>
                </a:solidFill>
                <a:latin typeface="Arial Black" panose="020B0A04020102020204" pitchFamily="34" charset="0"/>
              </a:rPr>
              <a:t>Wires Surrounded by a Homogeneous Lossless Medium</a:t>
            </a:r>
            <a:endParaRPr lang="pt-BR">
              <a:solidFill>
                <a:srgbClr val="0070C0"/>
              </a:solidFill>
              <a:latin typeface="Arial Black" panose="020B0A04020102020204" pitchFamily="34" charset="0"/>
            </a:endParaRPr>
          </a:p>
          <a:p>
            <a:pPr marL="457200" lvl="2" indent="-285750">
              <a:lnSpc>
                <a:spcPct val="150000"/>
              </a:lnSpc>
              <a:buFont typeface="Arial" panose="020B0604020202020204" pitchFamily="34" charset="0"/>
              <a:buChar char="•"/>
            </a:pPr>
            <a:r>
              <a:rPr lang="pt-BR" sz="1600">
                <a:solidFill>
                  <a:schemeClr val="accent1">
                    <a:lumMod val="60000"/>
                    <a:lumOff val="40000"/>
                  </a:schemeClr>
                </a:solidFill>
                <a:latin typeface="Arial Black" panose="020B0A04020102020204" pitchFamily="34" charset="0"/>
              </a:rPr>
              <a:t>Problem Statement</a:t>
            </a:r>
          </a:p>
          <a:p>
            <a:pPr marL="457200" lvl="2" indent="-285750">
              <a:lnSpc>
                <a:spcPct val="150000"/>
              </a:lnSpc>
              <a:buFont typeface="Arial" panose="020B0604020202020204" pitchFamily="34" charset="0"/>
              <a:buChar char="•"/>
            </a:pPr>
            <a:r>
              <a:rPr lang="pt-BR" sz="1600">
                <a:solidFill>
                  <a:schemeClr val="accent1">
                    <a:lumMod val="60000"/>
                    <a:lumOff val="40000"/>
                  </a:schemeClr>
                </a:solidFill>
                <a:latin typeface="Arial Black" panose="020B0A04020102020204" pitchFamily="34" charset="0"/>
              </a:rPr>
              <a:t>Surface Admittance Operator</a:t>
            </a:r>
          </a:p>
          <a:p>
            <a:pPr marL="457200" lvl="2" indent="-285750">
              <a:lnSpc>
                <a:spcPct val="150000"/>
              </a:lnSpc>
              <a:buFont typeface="Arial" panose="020B0604020202020204" pitchFamily="34" charset="0"/>
              <a:buChar char="•"/>
            </a:pPr>
            <a:r>
              <a:rPr lang="pt-BR" sz="1600">
                <a:solidFill>
                  <a:schemeClr val="accent1">
                    <a:lumMod val="60000"/>
                    <a:lumOff val="40000"/>
                  </a:schemeClr>
                </a:solidFill>
                <a:latin typeface="Arial Black" panose="020B0A04020102020204" pitchFamily="34" charset="0"/>
              </a:rPr>
              <a:t>Electric Field Integral Equation</a:t>
            </a:r>
          </a:p>
          <a:p>
            <a:pPr marL="457200" lvl="2" indent="-285750">
              <a:lnSpc>
                <a:spcPct val="150000"/>
              </a:lnSpc>
              <a:buFont typeface="Arial" panose="020B0604020202020204" pitchFamily="34" charset="0"/>
              <a:buChar char="•"/>
            </a:pPr>
            <a:r>
              <a:rPr lang="pt-BR" sz="1600">
                <a:solidFill>
                  <a:schemeClr val="accent1">
                    <a:lumMod val="60000"/>
                    <a:lumOff val="40000"/>
                  </a:schemeClr>
                </a:solidFill>
                <a:latin typeface="Arial Black" panose="020B0A04020102020204" pitchFamily="34" charset="0"/>
              </a:rPr>
              <a:t>Analytic Evaluation of Discrete Green’s Function</a:t>
            </a:r>
          </a:p>
          <a:p>
            <a:pPr indent="-285750">
              <a:lnSpc>
                <a:spcPct val="150000"/>
              </a:lnSpc>
              <a:buFont typeface="Arial" panose="020B0604020202020204" pitchFamily="34" charset="0"/>
              <a:buChar char="•"/>
            </a:pPr>
            <a:r>
              <a:rPr lang="pt-BR">
                <a:solidFill>
                  <a:srgbClr val="0070C0"/>
                </a:solidFill>
                <a:latin typeface="Arial Black" panose="020B0A04020102020204" pitchFamily="34" charset="0"/>
              </a:rPr>
              <a:t>p.u.l. Impedance</a:t>
            </a:r>
          </a:p>
          <a:p>
            <a:pPr marL="457200" lvl="2" indent="-285750">
              <a:lnSpc>
                <a:spcPct val="150000"/>
              </a:lnSpc>
              <a:buFont typeface="Arial" panose="020B0604020202020204" pitchFamily="34" charset="0"/>
              <a:buChar char="•"/>
            </a:pPr>
            <a:r>
              <a:rPr lang="pt-BR" sz="1600">
                <a:solidFill>
                  <a:schemeClr val="accent1">
                    <a:lumMod val="60000"/>
                    <a:lumOff val="40000"/>
                  </a:schemeClr>
                </a:solidFill>
                <a:latin typeface="Arial Black" panose="020B0A04020102020204" pitchFamily="34" charset="0"/>
              </a:rPr>
              <a:t>Partial p.u.l. Impedance</a:t>
            </a:r>
          </a:p>
          <a:p>
            <a:pPr marL="457200" lvl="2" indent="-285750">
              <a:lnSpc>
                <a:spcPct val="150000"/>
              </a:lnSpc>
              <a:buFont typeface="Arial" panose="020B0604020202020204" pitchFamily="34" charset="0"/>
              <a:buChar char="•"/>
            </a:pPr>
            <a:r>
              <a:rPr lang="pt-BR" sz="1600">
                <a:solidFill>
                  <a:schemeClr val="accent1">
                    <a:lumMod val="60000"/>
                    <a:lumOff val="40000"/>
                  </a:schemeClr>
                </a:solidFill>
                <a:latin typeface="Arial Black" panose="020B0A04020102020204" pitchFamily="34" charset="0"/>
              </a:rPr>
              <a:t>Total p.u.l. Impedance</a:t>
            </a:r>
          </a:p>
          <a:p>
            <a:pPr indent="-285750">
              <a:lnSpc>
                <a:spcPct val="150000"/>
              </a:lnSpc>
              <a:buFont typeface="Arial" panose="020B0604020202020204" pitchFamily="34" charset="0"/>
              <a:buChar char="•"/>
            </a:pPr>
            <a:r>
              <a:rPr lang="pt-BR">
                <a:solidFill>
                  <a:srgbClr val="0070C0"/>
                </a:solidFill>
                <a:latin typeface="Arial Black" panose="020B0A04020102020204" pitchFamily="34" charset="0"/>
              </a:rPr>
              <a:t>Case Studies</a:t>
            </a:r>
          </a:p>
          <a:p>
            <a:pPr marL="457200" lvl="2" indent="-285750">
              <a:lnSpc>
                <a:spcPct val="150000"/>
              </a:lnSpc>
              <a:buFont typeface="Arial" panose="020B0604020202020204" pitchFamily="34" charset="0"/>
              <a:buChar char="•"/>
            </a:pPr>
            <a:r>
              <a:rPr lang="pt-BR" sz="1600">
                <a:solidFill>
                  <a:schemeClr val="accent1">
                    <a:lumMod val="60000"/>
                    <a:lumOff val="40000"/>
                  </a:schemeClr>
                </a:solidFill>
                <a:latin typeface="Arial Black" panose="020B0A04020102020204" pitchFamily="34" charset="0"/>
              </a:rPr>
              <a:t>Bifilar Line</a:t>
            </a:r>
          </a:p>
          <a:p>
            <a:pPr marL="457200" lvl="2" indent="-285750">
              <a:lnSpc>
                <a:spcPct val="150000"/>
              </a:lnSpc>
              <a:buFont typeface="Arial" panose="020B0604020202020204" pitchFamily="34" charset="0"/>
              <a:buChar char="•"/>
            </a:pPr>
            <a:r>
              <a:rPr lang="pt-BR" sz="1600">
                <a:solidFill>
                  <a:schemeClr val="accent1">
                    <a:lumMod val="60000"/>
                    <a:lumOff val="40000"/>
                  </a:schemeClr>
                </a:solidFill>
                <a:latin typeface="Arial Black" panose="020B0A04020102020204" pitchFamily="34" charset="0"/>
              </a:rPr>
              <a:t>Coaxial (single core) Cable</a:t>
            </a:r>
          </a:p>
        </p:txBody>
      </p:sp>
    </p:spTree>
    <p:extLst>
      <p:ext uri="{BB962C8B-B14F-4D97-AF65-F5344CB8AC3E}">
        <p14:creationId xmlns:p14="http://schemas.microsoft.com/office/powerpoint/2010/main" val="24759426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310BE2A7-F3D2-24C6-A415-EA4964A8FD02}"/>
              </a:ext>
            </a:extLst>
          </p:cNvPr>
          <p:cNvSpPr/>
          <p:nvPr/>
        </p:nvSpPr>
        <p:spPr>
          <a:xfrm>
            <a:off x="0" y="0"/>
            <a:ext cx="12192000" cy="404664"/>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6" name="Gráfico 5">
            <a:extLst>
              <a:ext uri="{FF2B5EF4-FFF2-40B4-BE49-F238E27FC236}">
                <a16:creationId xmlns:a16="http://schemas.microsoft.com/office/drawing/2014/main" id="{9DA9C8AB-72FF-D7D8-7E4D-1C5ECDBF0C8D}"/>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10345" t="32228" r="13793" b="43634"/>
          <a:stretch/>
        </p:blipFill>
        <p:spPr>
          <a:xfrm>
            <a:off x="11280576" y="6489338"/>
            <a:ext cx="792088" cy="252029"/>
          </a:xfrm>
          <a:prstGeom prst="rect">
            <a:avLst/>
          </a:prstGeom>
        </p:spPr>
      </p:pic>
      <p:sp>
        <p:nvSpPr>
          <p:cNvPr id="8" name="Espaço Reservado para Rodapé 57">
            <a:extLst>
              <a:ext uri="{FF2B5EF4-FFF2-40B4-BE49-F238E27FC236}">
                <a16:creationId xmlns:a16="http://schemas.microsoft.com/office/drawing/2014/main" id="{9BEF1642-B655-7CAD-CD9D-3570B3E8A5FE}"/>
              </a:ext>
            </a:extLst>
          </p:cNvPr>
          <p:cNvSpPr>
            <a:spLocks noGrp="1"/>
          </p:cNvSpPr>
          <p:nvPr>
            <p:ph type="ftr" sz="quarter" idx="11"/>
          </p:nvPr>
        </p:nvSpPr>
        <p:spPr>
          <a:xfrm>
            <a:off x="5357918" y="6489339"/>
            <a:ext cx="1476164" cy="252029"/>
          </a:xfrm>
        </p:spPr>
        <p:txBody>
          <a:bodyPr/>
          <a:lstStyle/>
          <a:p>
            <a:r>
              <a:rPr lang="pt-BR"/>
              <a:t>© Adilton Pereira</a:t>
            </a:r>
          </a:p>
        </p:txBody>
      </p:sp>
      <p:sp>
        <p:nvSpPr>
          <p:cNvPr id="9" name="Espaço Reservado para Número de Slide 58">
            <a:extLst>
              <a:ext uri="{FF2B5EF4-FFF2-40B4-BE49-F238E27FC236}">
                <a16:creationId xmlns:a16="http://schemas.microsoft.com/office/drawing/2014/main" id="{6712AAAE-5D61-5AD9-F1A7-A27ACC47ED61}"/>
              </a:ext>
            </a:extLst>
          </p:cNvPr>
          <p:cNvSpPr>
            <a:spLocks noGrp="1"/>
          </p:cNvSpPr>
          <p:nvPr>
            <p:ph type="sldNum" sz="quarter" idx="12"/>
          </p:nvPr>
        </p:nvSpPr>
        <p:spPr>
          <a:xfrm>
            <a:off x="136798" y="6480904"/>
            <a:ext cx="258416" cy="252029"/>
          </a:xfrm>
        </p:spPr>
        <p:txBody>
          <a:bodyPr/>
          <a:lstStyle/>
          <a:p>
            <a:fld id="{6023531A-24AE-4EE7-A19A-D3968154BEE1}" type="slidenum">
              <a:rPr lang="pt-BR" smtClean="0"/>
              <a:t>3</a:t>
            </a:fld>
            <a:endParaRPr lang="pt-BR"/>
          </a:p>
        </p:txBody>
      </p:sp>
      <mc:AlternateContent xmlns:mc="http://schemas.openxmlformats.org/markup-compatibility/2006">
        <mc:Choice xmlns:a14="http://schemas.microsoft.com/office/drawing/2010/main" Requires="a14">
          <p:sp>
            <p:nvSpPr>
              <p:cNvPr id="94" name="CaixaDeTexto 93">
                <a:extLst>
                  <a:ext uri="{FF2B5EF4-FFF2-40B4-BE49-F238E27FC236}">
                    <a16:creationId xmlns:a16="http://schemas.microsoft.com/office/drawing/2014/main" id="{D1D8FCDA-4632-6080-1621-67CDF796C564}"/>
                  </a:ext>
                </a:extLst>
              </p:cNvPr>
              <p:cNvSpPr txBox="1"/>
              <p:nvPr/>
            </p:nvSpPr>
            <p:spPr>
              <a:xfrm>
                <a:off x="479424" y="1582341"/>
                <a:ext cx="10837863" cy="2862322"/>
              </a:xfrm>
              <a:prstGeom prst="rect">
                <a:avLst/>
              </a:prstGeom>
              <a:noFill/>
            </p:spPr>
            <p:txBody>
              <a:bodyPr wrap="square">
                <a:spAutoFit/>
              </a:bodyPr>
              <a:lstStyle>
                <a:defPPr>
                  <a:defRPr lang="pt-BR"/>
                </a:defPPr>
                <a:lvl1pPr>
                  <a:defRPr sz="1600"/>
                </a:lvl1pPr>
              </a:lstStyle>
              <a:p>
                <a:r>
                  <a:rPr lang="pt-BR" sz="1800"/>
                  <a:t>MoM-SO is a numerical technique for calculating the series impedance matrix, </a:t>
                </a:r>
                <a14:m>
                  <m:oMath xmlns:m="http://schemas.openxmlformats.org/officeDocument/2006/math">
                    <m:r>
                      <a:rPr lang="pt-BR" sz="1800"/>
                      <m:t>𝒁</m:t>
                    </m:r>
                  </m:oMath>
                </a14:m>
                <a:r>
                  <a:rPr lang="pt-BR" sz="1800"/>
                  <a:t>, of systems with round conductors (wires and cables) which takes into account both skin and proximity effects. </a:t>
                </a:r>
              </a:p>
              <a:p>
                <a:endParaRPr lang="pt-BR" sz="1800"/>
              </a:p>
              <a:p>
                <a:r>
                  <a:rPr lang="pt-BR" sz="1800"/>
                  <a:t>Analytical formulation accounts only for the skin effect, assuming a symmetrical distribution of current in all conductors. However, the proximity effect can significantly affect transient voltages and should therefore be considered [1].</a:t>
                </a:r>
              </a:p>
              <a:p>
                <a:endParaRPr lang="pt-BR" sz="1800"/>
              </a:p>
              <a:p>
                <a:r>
                  <a:rPr lang="pt-BR" sz="1800"/>
                  <a:t>The surface-based approach operator (SO) requires only the discretization of the surface of the conductors, in contrast with volume-based approaches that mesh the entire cable cross-section, such as finite elements and conductor partitioning [2].</a:t>
                </a:r>
              </a:p>
            </p:txBody>
          </p:sp>
        </mc:Choice>
        <mc:Fallback>
          <p:sp>
            <p:nvSpPr>
              <p:cNvPr id="94" name="CaixaDeTexto 93">
                <a:extLst>
                  <a:ext uri="{FF2B5EF4-FFF2-40B4-BE49-F238E27FC236}">
                    <a16:creationId xmlns:a16="http://schemas.microsoft.com/office/drawing/2014/main" id="{D1D8FCDA-4632-6080-1621-67CDF796C564}"/>
                  </a:ext>
                </a:extLst>
              </p:cNvPr>
              <p:cNvSpPr txBox="1">
                <a:spLocks noRot="1" noChangeAspect="1" noMove="1" noResize="1" noEditPoints="1" noAdjustHandles="1" noChangeArrowheads="1" noChangeShapeType="1" noTextEdit="1"/>
              </p:cNvSpPr>
              <p:nvPr/>
            </p:nvSpPr>
            <p:spPr>
              <a:xfrm>
                <a:off x="479424" y="1582341"/>
                <a:ext cx="10837863" cy="2862322"/>
              </a:xfrm>
              <a:prstGeom prst="rect">
                <a:avLst/>
              </a:prstGeom>
              <a:blipFill>
                <a:blip r:embed="rId4"/>
                <a:stretch>
                  <a:fillRect l="-506" t="-1066" r="-394" b="-2772"/>
                </a:stretch>
              </a:blipFill>
            </p:spPr>
            <p:txBody>
              <a:bodyPr/>
              <a:lstStyle/>
              <a:p>
                <a:r>
                  <a:rPr lang="pt-BR">
                    <a:noFill/>
                  </a:rPr>
                  <a:t> </a:t>
                </a:r>
              </a:p>
            </p:txBody>
          </p:sp>
        </mc:Fallback>
      </mc:AlternateContent>
      <p:sp>
        <p:nvSpPr>
          <p:cNvPr id="92" name="CaixaDeTexto 91">
            <a:extLst>
              <a:ext uri="{FF2B5EF4-FFF2-40B4-BE49-F238E27FC236}">
                <a16:creationId xmlns:a16="http://schemas.microsoft.com/office/drawing/2014/main" id="{389AD4BA-DE4A-1658-2487-F94C2EEF6666}"/>
              </a:ext>
            </a:extLst>
          </p:cNvPr>
          <p:cNvSpPr txBox="1"/>
          <p:nvPr/>
        </p:nvSpPr>
        <p:spPr>
          <a:xfrm>
            <a:off x="479425" y="544453"/>
            <a:ext cx="5616576" cy="400110"/>
          </a:xfrm>
          <a:prstGeom prst="rect">
            <a:avLst/>
          </a:prstGeom>
          <a:noFill/>
        </p:spPr>
        <p:txBody>
          <a:bodyPr wrap="square" rtlCol="0">
            <a:spAutoFit/>
          </a:bodyPr>
          <a:lstStyle/>
          <a:p>
            <a:r>
              <a:rPr lang="pt-BR" sz="2000">
                <a:ln w="0"/>
                <a:effectLst>
                  <a:outerShdw blurRad="38100" dist="19050" dir="2700000" algn="tl" rotWithShape="0">
                    <a:schemeClr val="dk1">
                      <a:alpha val="40000"/>
                    </a:schemeClr>
                  </a:outerShdw>
                </a:effectLst>
              </a:rPr>
              <a:t>Motivation</a:t>
            </a:r>
          </a:p>
        </p:txBody>
      </p:sp>
      <p:grpSp>
        <p:nvGrpSpPr>
          <p:cNvPr id="11" name="Agrupar 10">
            <a:extLst>
              <a:ext uri="{FF2B5EF4-FFF2-40B4-BE49-F238E27FC236}">
                <a16:creationId xmlns:a16="http://schemas.microsoft.com/office/drawing/2014/main" id="{96FC2B6A-907E-63C0-CCB5-7DC9482E1284}"/>
              </a:ext>
            </a:extLst>
          </p:cNvPr>
          <p:cNvGrpSpPr/>
          <p:nvPr/>
        </p:nvGrpSpPr>
        <p:grpSpPr>
          <a:xfrm>
            <a:off x="479425" y="165219"/>
            <a:ext cx="10729143" cy="309340"/>
            <a:chOff x="479425" y="94899"/>
            <a:chExt cx="10729143" cy="309340"/>
          </a:xfrm>
        </p:grpSpPr>
        <p:sp>
          <p:nvSpPr>
            <p:cNvPr id="3" name="CaixaDeTexto 2">
              <a:extLst>
                <a:ext uri="{FF2B5EF4-FFF2-40B4-BE49-F238E27FC236}">
                  <a16:creationId xmlns:a16="http://schemas.microsoft.com/office/drawing/2014/main" id="{95FB76DA-5C4C-83C3-D3CB-D54A13B9EBB3}"/>
                </a:ext>
              </a:extLst>
            </p:cNvPr>
            <p:cNvSpPr txBox="1"/>
            <p:nvPr/>
          </p:nvSpPr>
          <p:spPr>
            <a:xfrm>
              <a:off x="479425" y="94899"/>
              <a:ext cx="1872160" cy="307777"/>
            </a:xfrm>
            <a:prstGeom prst="rect">
              <a:avLst/>
            </a:prstGeom>
            <a:noFill/>
          </p:spPr>
          <p:txBody>
            <a:bodyPr wrap="square">
              <a:spAutoFit/>
            </a:bodyPr>
            <a:lstStyle/>
            <a:p>
              <a:r>
                <a:rPr lang="pt-BR" sz="1400">
                  <a:solidFill>
                    <a:srgbClr val="0070C0"/>
                  </a:solidFill>
                  <a:latin typeface="Arial Black" panose="020B0A04020102020204" pitchFamily="34" charset="0"/>
                </a:rPr>
                <a:t>Introduction</a:t>
              </a:r>
            </a:p>
          </p:txBody>
        </p:sp>
        <p:sp>
          <p:nvSpPr>
            <p:cNvPr id="2" name="CaixaDeTexto 1">
              <a:extLst>
                <a:ext uri="{FF2B5EF4-FFF2-40B4-BE49-F238E27FC236}">
                  <a16:creationId xmlns:a16="http://schemas.microsoft.com/office/drawing/2014/main" id="{0C43B13E-C4EE-A25A-6982-9F0B0562FC84}"/>
                </a:ext>
              </a:extLst>
            </p:cNvPr>
            <p:cNvSpPr txBox="1"/>
            <p:nvPr/>
          </p:nvSpPr>
          <p:spPr>
            <a:xfrm>
              <a:off x="2675620" y="96462"/>
              <a:ext cx="2196244" cy="307777"/>
            </a:xfrm>
            <a:prstGeom prst="rect">
              <a:avLst/>
            </a:prstGeom>
            <a:noFill/>
          </p:spPr>
          <p:txBody>
            <a:bodyPr wrap="square">
              <a:spAutoFit/>
            </a:bodyPr>
            <a:lstStyle/>
            <a:p>
              <a:r>
                <a:rPr lang="en-US" sz="1400">
                  <a:solidFill>
                    <a:schemeClr val="tx2">
                      <a:lumMod val="25000"/>
                      <a:lumOff val="75000"/>
                    </a:schemeClr>
                  </a:solidFill>
                  <a:latin typeface="Arial Black" panose="020B0A04020102020204" pitchFamily="34" charset="0"/>
                </a:rPr>
                <a:t>Lossless Medium</a:t>
              </a:r>
              <a:endParaRPr lang="pt-BR" sz="1400">
                <a:solidFill>
                  <a:schemeClr val="tx2">
                    <a:lumMod val="25000"/>
                    <a:lumOff val="75000"/>
                  </a:schemeClr>
                </a:solidFill>
                <a:latin typeface="Arial Black" panose="020B0A04020102020204" pitchFamily="34" charset="0"/>
              </a:endParaRPr>
            </a:p>
          </p:txBody>
        </p:sp>
        <p:sp>
          <p:nvSpPr>
            <p:cNvPr id="7" name="CaixaDeTexto 6">
              <a:extLst>
                <a:ext uri="{FF2B5EF4-FFF2-40B4-BE49-F238E27FC236}">
                  <a16:creationId xmlns:a16="http://schemas.microsoft.com/office/drawing/2014/main" id="{6CFC6BC1-C2A1-3FD9-AB78-53163EB453F2}"/>
                </a:ext>
              </a:extLst>
            </p:cNvPr>
            <p:cNvSpPr txBox="1"/>
            <p:nvPr/>
          </p:nvSpPr>
          <p:spPr>
            <a:xfrm>
              <a:off x="6083101" y="94899"/>
              <a:ext cx="1957115" cy="307777"/>
            </a:xfrm>
            <a:prstGeom prst="rect">
              <a:avLst/>
            </a:prstGeom>
            <a:noFill/>
          </p:spPr>
          <p:txBody>
            <a:bodyPr wrap="square">
              <a:spAutoFit/>
            </a:bodyPr>
            <a:lstStyle/>
            <a:p>
              <a:r>
                <a:rPr lang="pt-BR" sz="1400">
                  <a:solidFill>
                    <a:schemeClr val="tx2">
                      <a:lumMod val="25000"/>
                      <a:lumOff val="75000"/>
                    </a:schemeClr>
                  </a:solidFill>
                  <a:latin typeface="Arial Black" panose="020B0A04020102020204" pitchFamily="34" charset="0"/>
                </a:rPr>
                <a:t>p.u.l. Impedance</a:t>
              </a:r>
            </a:p>
          </p:txBody>
        </p:sp>
        <p:sp>
          <p:nvSpPr>
            <p:cNvPr id="10" name="CaixaDeTexto 9">
              <a:extLst>
                <a:ext uri="{FF2B5EF4-FFF2-40B4-BE49-F238E27FC236}">
                  <a16:creationId xmlns:a16="http://schemas.microsoft.com/office/drawing/2014/main" id="{BE4C5CB9-A872-5589-E8F0-23900DB00F48}"/>
                </a:ext>
              </a:extLst>
            </p:cNvPr>
            <p:cNvSpPr txBox="1"/>
            <p:nvPr/>
          </p:nvSpPr>
          <p:spPr>
            <a:xfrm>
              <a:off x="9336408" y="96462"/>
              <a:ext cx="1872160" cy="307777"/>
            </a:xfrm>
            <a:prstGeom prst="rect">
              <a:avLst/>
            </a:prstGeom>
            <a:noFill/>
          </p:spPr>
          <p:txBody>
            <a:bodyPr wrap="square">
              <a:spAutoFit/>
            </a:bodyPr>
            <a:lstStyle/>
            <a:p>
              <a:r>
                <a:rPr lang="pt-BR" sz="1400">
                  <a:solidFill>
                    <a:schemeClr val="tx2">
                      <a:lumMod val="25000"/>
                      <a:lumOff val="75000"/>
                    </a:schemeClr>
                  </a:solidFill>
                  <a:latin typeface="Arial Black" panose="020B0A04020102020204" pitchFamily="34" charset="0"/>
                </a:rPr>
                <a:t>Case Studies</a:t>
              </a:r>
            </a:p>
          </p:txBody>
        </p:sp>
      </p:grpSp>
    </p:spTree>
    <p:extLst>
      <p:ext uri="{BB962C8B-B14F-4D97-AF65-F5344CB8AC3E}">
        <p14:creationId xmlns:p14="http://schemas.microsoft.com/office/powerpoint/2010/main" val="6172357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310BE2A7-F3D2-24C6-A415-EA4964A8FD02}"/>
              </a:ext>
            </a:extLst>
          </p:cNvPr>
          <p:cNvSpPr/>
          <p:nvPr/>
        </p:nvSpPr>
        <p:spPr>
          <a:xfrm>
            <a:off x="0" y="0"/>
            <a:ext cx="12192000" cy="404664"/>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6" name="Gráfico 5">
            <a:extLst>
              <a:ext uri="{FF2B5EF4-FFF2-40B4-BE49-F238E27FC236}">
                <a16:creationId xmlns:a16="http://schemas.microsoft.com/office/drawing/2014/main" id="{9DA9C8AB-72FF-D7D8-7E4D-1C5ECDBF0C8D}"/>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10345" t="32228" r="13793" b="43634"/>
          <a:stretch/>
        </p:blipFill>
        <p:spPr>
          <a:xfrm>
            <a:off x="11280576" y="6489338"/>
            <a:ext cx="792088" cy="252029"/>
          </a:xfrm>
          <a:prstGeom prst="rect">
            <a:avLst/>
          </a:prstGeom>
        </p:spPr>
      </p:pic>
      <p:sp>
        <p:nvSpPr>
          <p:cNvPr id="8" name="Espaço Reservado para Rodapé 57">
            <a:extLst>
              <a:ext uri="{FF2B5EF4-FFF2-40B4-BE49-F238E27FC236}">
                <a16:creationId xmlns:a16="http://schemas.microsoft.com/office/drawing/2014/main" id="{9BEF1642-B655-7CAD-CD9D-3570B3E8A5FE}"/>
              </a:ext>
            </a:extLst>
          </p:cNvPr>
          <p:cNvSpPr>
            <a:spLocks noGrp="1"/>
          </p:cNvSpPr>
          <p:nvPr>
            <p:ph type="ftr" sz="quarter" idx="11"/>
          </p:nvPr>
        </p:nvSpPr>
        <p:spPr>
          <a:xfrm>
            <a:off x="5357918" y="6489339"/>
            <a:ext cx="1476164" cy="252029"/>
          </a:xfrm>
        </p:spPr>
        <p:txBody>
          <a:bodyPr/>
          <a:lstStyle/>
          <a:p>
            <a:r>
              <a:rPr lang="pt-BR"/>
              <a:t>© Adilton Pereira</a:t>
            </a:r>
          </a:p>
        </p:txBody>
      </p:sp>
      <p:sp>
        <p:nvSpPr>
          <p:cNvPr id="9" name="Espaço Reservado para Número de Slide 58">
            <a:extLst>
              <a:ext uri="{FF2B5EF4-FFF2-40B4-BE49-F238E27FC236}">
                <a16:creationId xmlns:a16="http://schemas.microsoft.com/office/drawing/2014/main" id="{6712AAAE-5D61-5AD9-F1A7-A27ACC47ED61}"/>
              </a:ext>
            </a:extLst>
          </p:cNvPr>
          <p:cNvSpPr>
            <a:spLocks noGrp="1"/>
          </p:cNvSpPr>
          <p:nvPr>
            <p:ph type="sldNum" sz="quarter" idx="12"/>
          </p:nvPr>
        </p:nvSpPr>
        <p:spPr>
          <a:xfrm>
            <a:off x="136798" y="6480904"/>
            <a:ext cx="258416" cy="252029"/>
          </a:xfrm>
        </p:spPr>
        <p:txBody>
          <a:bodyPr/>
          <a:lstStyle/>
          <a:p>
            <a:fld id="{6023531A-24AE-4EE7-A19A-D3968154BEE1}" type="slidenum">
              <a:rPr lang="pt-BR" smtClean="0"/>
              <a:t>4</a:t>
            </a:fld>
            <a:endParaRPr lang="pt-BR"/>
          </a:p>
        </p:txBody>
      </p:sp>
      <mc:AlternateContent xmlns:mc="http://schemas.openxmlformats.org/markup-compatibility/2006">
        <mc:Choice xmlns:a14="http://schemas.microsoft.com/office/drawing/2010/main" Requires="a14">
          <p:sp>
            <p:nvSpPr>
              <p:cNvPr id="94" name="CaixaDeTexto 93">
                <a:extLst>
                  <a:ext uri="{FF2B5EF4-FFF2-40B4-BE49-F238E27FC236}">
                    <a16:creationId xmlns:a16="http://schemas.microsoft.com/office/drawing/2014/main" id="{D1D8FCDA-4632-6080-1621-67CDF796C564}"/>
                  </a:ext>
                </a:extLst>
              </p:cNvPr>
              <p:cNvSpPr txBox="1"/>
              <p:nvPr/>
            </p:nvSpPr>
            <p:spPr>
              <a:xfrm>
                <a:off x="6095999" y="1582341"/>
                <a:ext cx="5221289" cy="584775"/>
              </a:xfrm>
              <a:prstGeom prst="rect">
                <a:avLst/>
              </a:prstGeom>
              <a:noFill/>
            </p:spPr>
            <p:txBody>
              <a:bodyPr wrap="square">
                <a:spAutoFit/>
              </a:bodyPr>
              <a:lstStyle>
                <a:defPPr>
                  <a:defRPr lang="pt-BR"/>
                </a:defPPr>
                <a:lvl1pPr>
                  <a:defRPr sz="1600"/>
                </a:lvl1pPr>
              </a:lstStyle>
              <a:p>
                <a:r>
                  <a:rPr lang="pt-BR"/>
                  <a:t>On the boundary </a:t>
                </a:r>
                <a14:m>
                  <m:oMath xmlns:m="http://schemas.openxmlformats.org/officeDocument/2006/math">
                    <m:r>
                      <a:rPr lang="pt-BR"/>
                      <m:t>𝑐</m:t>
                    </m:r>
                  </m:oMath>
                </a14:m>
                <a:r>
                  <a:rPr lang="pt-BR"/>
                  <a:t>, consider the tangencial component of the magnetic field, </a:t>
                </a:r>
                <a14:m>
                  <m:oMath xmlns:m="http://schemas.openxmlformats.org/officeDocument/2006/math">
                    <m:sSub>
                      <m:sSubPr>
                        <m:ctrlPr>
                          <a:rPr lang="pt-BR"/>
                        </m:ctrlPr>
                      </m:sSubPr>
                      <m:e>
                        <m:r>
                          <a:rPr lang="pt-BR"/>
                          <m:t>𝐻</m:t>
                        </m:r>
                      </m:e>
                      <m:sub>
                        <m:r>
                          <a:rPr lang="pt-BR"/>
                          <m:t>𝑡</m:t>
                        </m:r>
                      </m:sub>
                    </m:sSub>
                  </m:oMath>
                </a14:m>
                <a:r>
                  <a:rPr lang="pt-BR"/>
                  <a:t> [3]</a:t>
                </a:r>
              </a:p>
            </p:txBody>
          </p:sp>
        </mc:Choice>
        <mc:Fallback>
          <p:sp>
            <p:nvSpPr>
              <p:cNvPr id="94" name="CaixaDeTexto 93">
                <a:extLst>
                  <a:ext uri="{FF2B5EF4-FFF2-40B4-BE49-F238E27FC236}">
                    <a16:creationId xmlns:a16="http://schemas.microsoft.com/office/drawing/2014/main" id="{D1D8FCDA-4632-6080-1621-67CDF796C564}"/>
                  </a:ext>
                </a:extLst>
              </p:cNvPr>
              <p:cNvSpPr txBox="1">
                <a:spLocks noRot="1" noChangeAspect="1" noMove="1" noResize="1" noEditPoints="1" noAdjustHandles="1" noChangeArrowheads="1" noChangeShapeType="1" noTextEdit="1"/>
              </p:cNvSpPr>
              <p:nvPr/>
            </p:nvSpPr>
            <p:spPr>
              <a:xfrm>
                <a:off x="6095999" y="1582341"/>
                <a:ext cx="5221289" cy="584775"/>
              </a:xfrm>
              <a:prstGeom prst="rect">
                <a:avLst/>
              </a:prstGeom>
              <a:blipFill>
                <a:blip r:embed="rId4"/>
                <a:stretch>
                  <a:fillRect l="-583" t="-3158" r="-1167" b="-13684"/>
                </a:stretch>
              </a:blipFill>
            </p:spPr>
            <p:txBody>
              <a:bodyPr/>
              <a:lstStyle/>
              <a:p>
                <a:r>
                  <a:rPr lang="pt-BR">
                    <a:noFill/>
                  </a:rPr>
                  <a:t> </a:t>
                </a:r>
              </a:p>
            </p:txBody>
          </p:sp>
        </mc:Fallback>
      </mc:AlternateContent>
      <p:sp>
        <p:nvSpPr>
          <p:cNvPr id="92" name="CaixaDeTexto 91">
            <a:extLst>
              <a:ext uri="{FF2B5EF4-FFF2-40B4-BE49-F238E27FC236}">
                <a16:creationId xmlns:a16="http://schemas.microsoft.com/office/drawing/2014/main" id="{389AD4BA-DE4A-1658-2487-F94C2EEF6666}"/>
              </a:ext>
            </a:extLst>
          </p:cNvPr>
          <p:cNvSpPr txBox="1"/>
          <p:nvPr/>
        </p:nvSpPr>
        <p:spPr>
          <a:xfrm>
            <a:off x="479425" y="544453"/>
            <a:ext cx="5616576" cy="400110"/>
          </a:xfrm>
          <a:prstGeom prst="rect">
            <a:avLst/>
          </a:prstGeom>
          <a:noFill/>
        </p:spPr>
        <p:txBody>
          <a:bodyPr wrap="square" rtlCol="0">
            <a:spAutoFit/>
          </a:bodyPr>
          <a:lstStyle/>
          <a:p>
            <a:r>
              <a:rPr lang="pt-BR" sz="2000">
                <a:ln w="0"/>
                <a:effectLst>
                  <a:outerShdw blurRad="38100" dist="19050" dir="2700000" algn="tl" rotWithShape="0">
                    <a:schemeClr val="dk1">
                      <a:alpha val="40000"/>
                    </a:schemeClr>
                  </a:outerShdw>
                </a:effectLst>
              </a:rPr>
              <a:t>Differential Surface Admittance Concept</a:t>
            </a:r>
          </a:p>
        </p:txBody>
      </p:sp>
      <mc:AlternateContent xmlns:mc="http://schemas.openxmlformats.org/markup-compatibility/2006">
        <mc:Choice xmlns:a14="http://schemas.microsoft.com/office/drawing/2010/main" Requires="a14">
          <p:sp>
            <p:nvSpPr>
              <p:cNvPr id="17" name="CaixaDeTexto 16">
                <a:extLst>
                  <a:ext uri="{FF2B5EF4-FFF2-40B4-BE49-F238E27FC236}">
                    <a16:creationId xmlns:a16="http://schemas.microsoft.com/office/drawing/2014/main" id="{C5678170-CA2D-8AB7-0A6B-835769EDCC0C}"/>
                  </a:ext>
                </a:extLst>
              </p:cNvPr>
              <p:cNvSpPr txBox="1"/>
              <p:nvPr/>
            </p:nvSpPr>
            <p:spPr>
              <a:xfrm>
                <a:off x="6096309" y="2371685"/>
                <a:ext cx="5148263" cy="5981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pt-BR" sz="1600" i="1" smtClean="0">
                              <a:latin typeface="Cambria Math" panose="02040503050406030204" pitchFamily="18" charset="0"/>
                              <a:cs typeface="Arial" panose="020B0604020202020204" pitchFamily="34" charset="0"/>
                            </a:rPr>
                          </m:ctrlPr>
                        </m:sSubPr>
                        <m:e>
                          <m:r>
                            <a:rPr lang="pt-BR" sz="1600" i="1" smtClean="0">
                              <a:latin typeface="Cambria Math" panose="02040503050406030204" pitchFamily="18" charset="0"/>
                              <a:cs typeface="Arial" panose="020B0604020202020204" pitchFamily="34" charset="0"/>
                            </a:rPr>
                            <m:t>𝐻</m:t>
                          </m:r>
                        </m:e>
                        <m:sub>
                          <m:r>
                            <a:rPr lang="pt-BR" sz="1600" i="1" smtClean="0">
                              <a:latin typeface="Cambria Math" panose="02040503050406030204" pitchFamily="18" charset="0"/>
                              <a:cs typeface="Arial" panose="020B0604020202020204" pitchFamily="34" charset="0"/>
                            </a:rPr>
                            <m:t>𝑡</m:t>
                          </m:r>
                        </m:sub>
                      </m:sSub>
                      <m:r>
                        <a:rPr lang="pt-BR" sz="1600" b="0" i="1" smtClean="0">
                          <a:latin typeface="Cambria Math" panose="02040503050406030204" pitchFamily="18" charset="0"/>
                          <a:cs typeface="Arial" panose="020B0604020202020204" pitchFamily="34" charset="0"/>
                        </a:rPr>
                        <m:t>=</m:t>
                      </m:r>
                      <m:f>
                        <m:fPr>
                          <m:ctrlPr>
                            <a:rPr lang="pt-BR" sz="1600" b="0" i="1" smtClean="0">
                              <a:latin typeface="Cambria Math" panose="02040503050406030204" pitchFamily="18" charset="0"/>
                              <a:cs typeface="Arial" panose="020B0604020202020204" pitchFamily="34" charset="0"/>
                            </a:rPr>
                          </m:ctrlPr>
                        </m:fPr>
                        <m:num>
                          <m:r>
                            <a:rPr lang="pt-BR" sz="1600" b="0" i="1" smtClean="0">
                              <a:latin typeface="Cambria Math" panose="02040503050406030204" pitchFamily="18" charset="0"/>
                              <a:cs typeface="Arial" panose="020B0604020202020204" pitchFamily="34" charset="0"/>
                            </a:rPr>
                            <m:t>1</m:t>
                          </m:r>
                        </m:num>
                        <m:den>
                          <m:r>
                            <a:rPr lang="pt-BR" sz="1600" b="0" i="1" smtClean="0">
                              <a:latin typeface="Cambria Math" panose="02040503050406030204" pitchFamily="18" charset="0"/>
                              <a:cs typeface="Arial" panose="020B0604020202020204" pitchFamily="34" charset="0"/>
                            </a:rPr>
                            <m:t>𝑗</m:t>
                          </m:r>
                          <m:r>
                            <a:rPr lang="pt-BR" sz="1600" b="0" i="1" smtClean="0">
                              <a:latin typeface="Cambria Math" panose="02040503050406030204" pitchFamily="18" charset="0"/>
                              <a:cs typeface="Arial" panose="020B0604020202020204" pitchFamily="34" charset="0"/>
                            </a:rPr>
                            <m:t>𝜔</m:t>
                          </m:r>
                          <m:sSub>
                            <m:sSubPr>
                              <m:ctrlPr>
                                <a:rPr lang="pt-BR" sz="1600" b="0" i="1" smtClean="0">
                                  <a:latin typeface="Cambria Math" panose="02040503050406030204" pitchFamily="18" charset="0"/>
                                  <a:cs typeface="Arial" panose="020B0604020202020204" pitchFamily="34" charset="0"/>
                                </a:rPr>
                              </m:ctrlPr>
                            </m:sSubPr>
                            <m:e>
                              <m:r>
                                <a:rPr lang="pt-BR" sz="1600" b="0" i="1" smtClean="0">
                                  <a:latin typeface="Cambria Math" panose="02040503050406030204" pitchFamily="18" charset="0"/>
                                  <a:cs typeface="Arial" panose="020B0604020202020204" pitchFamily="34" charset="0"/>
                                </a:rPr>
                                <m:t>𝜇</m:t>
                              </m:r>
                            </m:e>
                            <m:sub>
                              <m:r>
                                <a:rPr lang="pt-BR" sz="1600" b="0" i="1" smtClean="0">
                                  <a:latin typeface="Cambria Math" panose="02040503050406030204" pitchFamily="18" charset="0"/>
                                  <a:cs typeface="Arial" panose="020B0604020202020204" pitchFamily="34" charset="0"/>
                                </a:rPr>
                                <m:t>0</m:t>
                              </m:r>
                            </m:sub>
                          </m:sSub>
                        </m:den>
                      </m:f>
                      <m:sSub>
                        <m:sSubPr>
                          <m:ctrlPr>
                            <a:rPr lang="pt-BR" sz="1600" b="0" i="1" smtClean="0">
                              <a:latin typeface="Cambria Math" panose="02040503050406030204" pitchFamily="18" charset="0"/>
                              <a:ea typeface="Cambria Math" panose="02040503050406030204" pitchFamily="18" charset="0"/>
                              <a:cs typeface="Arial" panose="020B0604020202020204" pitchFamily="34" charset="0"/>
                            </a:rPr>
                          </m:ctrlPr>
                        </m:sSubPr>
                        <m:e>
                          <m:r>
                            <a:rPr lang="pt-BR" sz="1600" i="1">
                              <a:latin typeface="Cambria Math" panose="02040503050406030204" pitchFamily="18" charset="0"/>
                              <a:ea typeface="Cambria Math" panose="02040503050406030204" pitchFamily="18" charset="0"/>
                              <a:cs typeface="Arial" panose="020B0604020202020204" pitchFamily="34" charset="0"/>
                            </a:rPr>
                            <m:t>𝜕</m:t>
                          </m:r>
                        </m:e>
                        <m:sub>
                          <m:r>
                            <a:rPr lang="pt-BR" sz="1600" b="0" i="1" smtClean="0">
                              <a:latin typeface="Cambria Math" panose="02040503050406030204" pitchFamily="18" charset="0"/>
                              <a:ea typeface="Cambria Math" panose="02040503050406030204" pitchFamily="18" charset="0"/>
                              <a:cs typeface="Arial" panose="020B0604020202020204" pitchFamily="34" charset="0"/>
                            </a:rPr>
                            <m:t>𝑛</m:t>
                          </m:r>
                        </m:sub>
                      </m:sSub>
                      <m:sSub>
                        <m:sSubPr>
                          <m:ctrlPr>
                            <a:rPr lang="pt-BR" sz="1600" b="0" i="1" smtClean="0">
                              <a:latin typeface="Cambria Math" panose="02040503050406030204" pitchFamily="18" charset="0"/>
                              <a:ea typeface="Cambria Math" panose="02040503050406030204" pitchFamily="18" charset="0"/>
                              <a:cs typeface="Arial" panose="020B0604020202020204" pitchFamily="34" charset="0"/>
                            </a:rPr>
                          </m:ctrlPr>
                        </m:sSubPr>
                        <m:e>
                          <m:r>
                            <a:rPr lang="pt-BR" sz="1600" b="0" i="1" smtClean="0">
                              <a:latin typeface="Cambria Math" panose="02040503050406030204" pitchFamily="18" charset="0"/>
                              <a:ea typeface="Cambria Math" panose="02040503050406030204" pitchFamily="18" charset="0"/>
                              <a:cs typeface="Arial" panose="020B0604020202020204" pitchFamily="34" charset="0"/>
                            </a:rPr>
                            <m:t>𝐸</m:t>
                          </m:r>
                        </m:e>
                        <m:sub>
                          <m:r>
                            <a:rPr lang="pt-BR" sz="1600" b="0" i="1" smtClean="0">
                              <a:latin typeface="Cambria Math" panose="02040503050406030204" pitchFamily="18" charset="0"/>
                              <a:ea typeface="Cambria Math" panose="02040503050406030204" pitchFamily="18" charset="0"/>
                              <a:cs typeface="Arial" panose="020B0604020202020204" pitchFamily="34" charset="0"/>
                            </a:rPr>
                            <m:t>𝑧</m:t>
                          </m:r>
                        </m:sub>
                      </m:sSub>
                      <m:r>
                        <a:rPr lang="pt-BR" sz="1600" b="0" i="1" smtClean="0">
                          <a:latin typeface="Cambria Math" panose="02040503050406030204" pitchFamily="18" charset="0"/>
                          <a:cs typeface="Arial" panose="020B0604020202020204" pitchFamily="34" charset="0"/>
                        </a:rPr>
                        <m:t> </m:t>
                      </m:r>
                    </m:oMath>
                  </m:oMathPara>
                </a14:m>
                <a:endParaRPr lang="pt-BR" sz="1600">
                  <a:latin typeface="Arial" panose="020B0604020202020204" pitchFamily="34" charset="0"/>
                  <a:cs typeface="Arial" panose="020B0604020202020204" pitchFamily="34" charset="0"/>
                </a:endParaRPr>
              </a:p>
            </p:txBody>
          </p:sp>
        </mc:Choice>
        <mc:Fallback>
          <p:sp>
            <p:nvSpPr>
              <p:cNvPr id="17" name="CaixaDeTexto 16">
                <a:extLst>
                  <a:ext uri="{FF2B5EF4-FFF2-40B4-BE49-F238E27FC236}">
                    <a16:creationId xmlns:a16="http://schemas.microsoft.com/office/drawing/2014/main" id="{C5678170-CA2D-8AB7-0A6B-835769EDCC0C}"/>
                  </a:ext>
                </a:extLst>
              </p:cNvPr>
              <p:cNvSpPr txBox="1">
                <a:spLocks noRot="1" noChangeAspect="1" noMove="1" noResize="1" noEditPoints="1" noAdjustHandles="1" noChangeArrowheads="1" noChangeShapeType="1" noTextEdit="1"/>
              </p:cNvSpPr>
              <p:nvPr/>
            </p:nvSpPr>
            <p:spPr>
              <a:xfrm>
                <a:off x="6096309" y="2371685"/>
                <a:ext cx="5148263" cy="598177"/>
              </a:xfrm>
              <a:prstGeom prst="rect">
                <a:avLst/>
              </a:prstGeom>
              <a:blipFill>
                <a:blip r:embed="rId5"/>
                <a:stretch>
                  <a:fillRect/>
                </a:stretch>
              </a:blipFill>
            </p:spPr>
            <p:txBody>
              <a:bodyPr/>
              <a:lstStyle/>
              <a:p>
                <a:r>
                  <a:rPr lang="pt-BR">
                    <a:noFill/>
                  </a:rPr>
                  <a:t> </a:t>
                </a:r>
              </a:p>
            </p:txBody>
          </p:sp>
        </mc:Fallback>
      </mc:AlternateContent>
      <mc:AlternateContent xmlns:mc="http://schemas.openxmlformats.org/markup-compatibility/2006">
        <mc:Choice xmlns:a14="http://schemas.microsoft.com/office/drawing/2010/main" Requires="a14">
          <p:sp>
            <p:nvSpPr>
              <p:cNvPr id="18" name="CaixaDeTexto 17">
                <a:extLst>
                  <a:ext uri="{FF2B5EF4-FFF2-40B4-BE49-F238E27FC236}">
                    <a16:creationId xmlns:a16="http://schemas.microsoft.com/office/drawing/2014/main" id="{55254BAB-9DE3-54E5-C42C-F5DBAE4432FF}"/>
                  </a:ext>
                </a:extLst>
              </p:cNvPr>
              <p:cNvSpPr txBox="1"/>
              <p:nvPr/>
            </p:nvSpPr>
            <p:spPr>
              <a:xfrm>
                <a:off x="6089539" y="3307092"/>
                <a:ext cx="5227749" cy="584775"/>
              </a:xfrm>
              <a:prstGeom prst="rect">
                <a:avLst/>
              </a:prstGeom>
              <a:noFill/>
            </p:spPr>
            <p:txBody>
              <a:bodyPr wrap="square">
                <a:spAutoFit/>
              </a:bodyPr>
              <a:lstStyle>
                <a:defPPr>
                  <a:defRPr lang="pt-BR"/>
                </a:defPPr>
                <a:lvl1pPr>
                  <a:defRPr sz="1600"/>
                </a:lvl1pPr>
              </a:lstStyle>
              <a:p>
                <a:r>
                  <a:rPr lang="pt-BR"/>
                  <a:t>Inside </a:t>
                </a:r>
                <a14:m>
                  <m:oMath xmlns:m="http://schemas.openxmlformats.org/officeDocument/2006/math">
                    <m:r>
                      <a:rPr lang="pt-BR"/>
                      <m:t>𝑆</m:t>
                    </m:r>
                  </m:oMath>
                </a14:m>
                <a:r>
                  <a:rPr lang="pt-BR"/>
                  <a:t>, the longitudinal componente of the electric field satisfies the </a:t>
                </a:r>
                <a:r>
                  <a:rPr lang="pt-BR" i="1"/>
                  <a:t>Helmholtz</a:t>
                </a:r>
                <a:r>
                  <a:rPr lang="pt-BR"/>
                  <a:t> equation:</a:t>
                </a:r>
              </a:p>
            </p:txBody>
          </p:sp>
        </mc:Choice>
        <mc:Fallback>
          <p:sp>
            <p:nvSpPr>
              <p:cNvPr id="18" name="CaixaDeTexto 17">
                <a:extLst>
                  <a:ext uri="{FF2B5EF4-FFF2-40B4-BE49-F238E27FC236}">
                    <a16:creationId xmlns:a16="http://schemas.microsoft.com/office/drawing/2014/main" id="{55254BAB-9DE3-54E5-C42C-F5DBAE4432FF}"/>
                  </a:ext>
                </a:extLst>
              </p:cNvPr>
              <p:cNvSpPr txBox="1">
                <a:spLocks noRot="1" noChangeAspect="1" noMove="1" noResize="1" noEditPoints="1" noAdjustHandles="1" noChangeArrowheads="1" noChangeShapeType="1" noTextEdit="1"/>
              </p:cNvSpPr>
              <p:nvPr/>
            </p:nvSpPr>
            <p:spPr>
              <a:xfrm>
                <a:off x="6089539" y="3307092"/>
                <a:ext cx="5227749" cy="584775"/>
              </a:xfrm>
              <a:prstGeom prst="rect">
                <a:avLst/>
              </a:prstGeom>
              <a:blipFill>
                <a:blip r:embed="rId6"/>
                <a:stretch>
                  <a:fillRect l="-699" t="-3158" r="-117" b="-13684"/>
                </a:stretch>
              </a:blipFill>
            </p:spPr>
            <p:txBody>
              <a:bodyPr/>
              <a:lstStyle/>
              <a:p>
                <a:r>
                  <a:rPr lang="pt-BR">
                    <a:noFill/>
                  </a:rPr>
                  <a:t> </a:t>
                </a:r>
              </a:p>
            </p:txBody>
          </p:sp>
        </mc:Fallback>
      </mc:AlternateContent>
      <mc:AlternateContent xmlns:mc="http://schemas.openxmlformats.org/markup-compatibility/2006">
        <mc:Choice xmlns:a14="http://schemas.microsoft.com/office/drawing/2010/main" Requires="a14">
          <p:sp>
            <p:nvSpPr>
              <p:cNvPr id="19" name="CaixaDeTexto 18">
                <a:extLst>
                  <a:ext uri="{FF2B5EF4-FFF2-40B4-BE49-F238E27FC236}">
                    <a16:creationId xmlns:a16="http://schemas.microsoft.com/office/drawing/2014/main" id="{839CBF87-0713-E3FD-6F4E-E3F16CE31027}"/>
                  </a:ext>
                </a:extLst>
              </p:cNvPr>
              <p:cNvSpPr txBox="1"/>
              <p:nvPr/>
            </p:nvSpPr>
            <p:spPr>
              <a:xfrm>
                <a:off x="6096000" y="4195693"/>
                <a:ext cx="5141802"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pt-BR" sz="1600" b="0" i="1" smtClean="0">
                              <a:latin typeface="Cambria Math" panose="02040503050406030204" pitchFamily="18" charset="0"/>
                              <a:cs typeface="Arial" panose="020B0604020202020204" pitchFamily="34" charset="0"/>
                            </a:rPr>
                          </m:ctrlPr>
                        </m:sSupPr>
                        <m:e>
                          <m:r>
                            <m:rPr>
                              <m:sty m:val="p"/>
                            </m:rPr>
                            <a:rPr lang="pt-BR" sz="1600" b="0" i="0" smtClean="0">
                              <a:latin typeface="Cambria Math" panose="02040503050406030204" pitchFamily="18" charset="0"/>
                              <a:cs typeface="Arial" panose="020B0604020202020204" pitchFamily="34" charset="0"/>
                            </a:rPr>
                            <m:t>∇</m:t>
                          </m:r>
                        </m:e>
                        <m:sup>
                          <m:r>
                            <a:rPr lang="pt-BR" sz="1600" b="0" i="1" smtClean="0">
                              <a:latin typeface="Cambria Math" panose="02040503050406030204" pitchFamily="18" charset="0"/>
                              <a:cs typeface="Arial" panose="020B0604020202020204" pitchFamily="34" charset="0"/>
                            </a:rPr>
                            <m:t>2</m:t>
                          </m:r>
                        </m:sup>
                      </m:sSup>
                      <m:sSub>
                        <m:sSubPr>
                          <m:ctrlPr>
                            <a:rPr lang="pt-BR" sz="1600" b="0" i="1" smtClean="0">
                              <a:latin typeface="Cambria Math" panose="02040503050406030204" pitchFamily="18" charset="0"/>
                              <a:cs typeface="Arial" panose="020B0604020202020204" pitchFamily="34" charset="0"/>
                            </a:rPr>
                          </m:ctrlPr>
                        </m:sSubPr>
                        <m:e>
                          <m:r>
                            <a:rPr lang="pt-BR" sz="1600" b="0" i="1" smtClean="0">
                              <a:latin typeface="Cambria Math" panose="02040503050406030204" pitchFamily="18" charset="0"/>
                              <a:cs typeface="Arial" panose="020B0604020202020204" pitchFamily="34" charset="0"/>
                            </a:rPr>
                            <m:t>𝐸</m:t>
                          </m:r>
                        </m:e>
                        <m:sub>
                          <m:r>
                            <a:rPr lang="pt-BR" sz="1600" b="0" i="1" smtClean="0">
                              <a:latin typeface="Cambria Math" panose="02040503050406030204" pitchFamily="18" charset="0"/>
                              <a:cs typeface="Arial" panose="020B0604020202020204" pitchFamily="34" charset="0"/>
                            </a:rPr>
                            <m:t>𝑧</m:t>
                          </m:r>
                        </m:sub>
                      </m:sSub>
                      <m:r>
                        <a:rPr lang="pt-BR" sz="1600" b="0" i="1" smtClean="0">
                          <a:latin typeface="Cambria Math" panose="02040503050406030204" pitchFamily="18" charset="0"/>
                          <a:cs typeface="Arial" panose="020B0604020202020204" pitchFamily="34" charset="0"/>
                        </a:rPr>
                        <m:t>+</m:t>
                      </m:r>
                      <m:sSup>
                        <m:sSupPr>
                          <m:ctrlPr>
                            <a:rPr lang="pt-BR" sz="1600" b="0" i="1" smtClean="0">
                              <a:latin typeface="Cambria Math" panose="02040503050406030204" pitchFamily="18" charset="0"/>
                              <a:cs typeface="Arial" panose="020B0604020202020204" pitchFamily="34" charset="0"/>
                            </a:rPr>
                          </m:ctrlPr>
                        </m:sSupPr>
                        <m:e>
                          <m:r>
                            <a:rPr lang="pt-BR" sz="1600" b="0" i="1" smtClean="0">
                              <a:latin typeface="Cambria Math" panose="02040503050406030204" pitchFamily="18" charset="0"/>
                              <a:cs typeface="Arial" panose="020B0604020202020204" pitchFamily="34" charset="0"/>
                            </a:rPr>
                            <m:t>𝑘</m:t>
                          </m:r>
                        </m:e>
                        <m:sup>
                          <m:r>
                            <a:rPr lang="pt-BR" sz="1600" b="0" i="1" smtClean="0">
                              <a:latin typeface="Cambria Math" panose="02040503050406030204" pitchFamily="18" charset="0"/>
                              <a:cs typeface="Arial" panose="020B0604020202020204" pitchFamily="34" charset="0"/>
                            </a:rPr>
                            <m:t>2</m:t>
                          </m:r>
                        </m:sup>
                      </m:sSup>
                      <m:sSub>
                        <m:sSubPr>
                          <m:ctrlPr>
                            <a:rPr lang="pt-BR" sz="1600" i="1">
                              <a:latin typeface="Cambria Math" panose="02040503050406030204" pitchFamily="18" charset="0"/>
                              <a:cs typeface="Arial" panose="020B0604020202020204" pitchFamily="34" charset="0"/>
                            </a:rPr>
                          </m:ctrlPr>
                        </m:sSubPr>
                        <m:e>
                          <m:r>
                            <a:rPr lang="pt-BR" sz="1600" i="1">
                              <a:latin typeface="Cambria Math" panose="02040503050406030204" pitchFamily="18" charset="0"/>
                              <a:cs typeface="Arial" panose="020B0604020202020204" pitchFamily="34" charset="0"/>
                            </a:rPr>
                            <m:t>𝐸</m:t>
                          </m:r>
                        </m:e>
                        <m:sub>
                          <m:r>
                            <a:rPr lang="pt-BR" sz="1600" i="1">
                              <a:latin typeface="Cambria Math" panose="02040503050406030204" pitchFamily="18" charset="0"/>
                              <a:cs typeface="Arial" panose="020B0604020202020204" pitchFamily="34" charset="0"/>
                            </a:rPr>
                            <m:t>𝑧</m:t>
                          </m:r>
                        </m:sub>
                      </m:sSub>
                      <m:r>
                        <a:rPr lang="pt-BR" sz="1600" b="0" i="1" smtClean="0">
                          <a:latin typeface="Cambria Math" panose="02040503050406030204" pitchFamily="18" charset="0"/>
                          <a:cs typeface="Arial" panose="020B0604020202020204" pitchFamily="34" charset="0"/>
                        </a:rPr>
                        <m:t>=0 </m:t>
                      </m:r>
                    </m:oMath>
                  </m:oMathPara>
                </a14:m>
                <a:endParaRPr lang="pt-BR" sz="1600">
                  <a:latin typeface="Arial" panose="020B0604020202020204" pitchFamily="34" charset="0"/>
                  <a:cs typeface="Arial" panose="020B0604020202020204" pitchFamily="34" charset="0"/>
                </a:endParaRPr>
              </a:p>
            </p:txBody>
          </p:sp>
        </mc:Choice>
        <mc:Fallback>
          <p:sp>
            <p:nvSpPr>
              <p:cNvPr id="19" name="CaixaDeTexto 18">
                <a:extLst>
                  <a:ext uri="{FF2B5EF4-FFF2-40B4-BE49-F238E27FC236}">
                    <a16:creationId xmlns:a16="http://schemas.microsoft.com/office/drawing/2014/main" id="{839CBF87-0713-E3FD-6F4E-E3F16CE31027}"/>
                  </a:ext>
                </a:extLst>
              </p:cNvPr>
              <p:cNvSpPr txBox="1">
                <a:spLocks noRot="1" noChangeAspect="1" noMove="1" noResize="1" noEditPoints="1" noAdjustHandles="1" noChangeArrowheads="1" noChangeShapeType="1" noTextEdit="1"/>
              </p:cNvSpPr>
              <p:nvPr/>
            </p:nvSpPr>
            <p:spPr>
              <a:xfrm>
                <a:off x="6096000" y="4195693"/>
                <a:ext cx="5141802" cy="338554"/>
              </a:xfrm>
              <a:prstGeom prst="rect">
                <a:avLst/>
              </a:prstGeom>
              <a:blipFill>
                <a:blip r:embed="rId7"/>
                <a:stretch>
                  <a:fillRect/>
                </a:stretch>
              </a:blipFill>
            </p:spPr>
            <p:txBody>
              <a:bodyPr/>
              <a:lstStyle/>
              <a:p>
                <a:r>
                  <a:rPr lang="pt-BR">
                    <a:noFill/>
                  </a:rPr>
                  <a:t> </a:t>
                </a:r>
              </a:p>
            </p:txBody>
          </p:sp>
        </mc:Fallback>
      </mc:AlternateContent>
      <p:sp>
        <p:nvSpPr>
          <p:cNvPr id="20" name="CaixaDeTexto 19">
            <a:extLst>
              <a:ext uri="{FF2B5EF4-FFF2-40B4-BE49-F238E27FC236}">
                <a16:creationId xmlns:a16="http://schemas.microsoft.com/office/drawing/2014/main" id="{5FE0C7CC-AE87-FA0E-B84D-749F9AD42BB8}"/>
              </a:ext>
            </a:extLst>
          </p:cNvPr>
          <p:cNvSpPr txBox="1"/>
          <p:nvPr/>
        </p:nvSpPr>
        <p:spPr>
          <a:xfrm>
            <a:off x="6089539" y="4839161"/>
            <a:ext cx="5141803" cy="338554"/>
          </a:xfrm>
          <a:prstGeom prst="rect">
            <a:avLst/>
          </a:prstGeom>
          <a:noFill/>
        </p:spPr>
        <p:txBody>
          <a:bodyPr wrap="square">
            <a:spAutoFit/>
          </a:bodyPr>
          <a:lstStyle>
            <a:defPPr>
              <a:defRPr lang="pt-BR"/>
            </a:defPPr>
            <a:lvl1pPr>
              <a:defRPr sz="1600"/>
            </a:lvl1pPr>
          </a:lstStyle>
          <a:p>
            <a:r>
              <a:rPr lang="pt-BR"/>
              <a:t>with</a:t>
            </a:r>
          </a:p>
        </p:txBody>
      </p:sp>
      <mc:AlternateContent xmlns:mc="http://schemas.openxmlformats.org/markup-compatibility/2006">
        <mc:Choice xmlns:a14="http://schemas.microsoft.com/office/drawing/2010/main" Requires="a14">
          <p:sp>
            <p:nvSpPr>
              <p:cNvPr id="21" name="CaixaDeTexto 20">
                <a:extLst>
                  <a:ext uri="{FF2B5EF4-FFF2-40B4-BE49-F238E27FC236}">
                    <a16:creationId xmlns:a16="http://schemas.microsoft.com/office/drawing/2014/main" id="{92A8F3F1-BF54-4A8F-5B07-7B0AB07EE379}"/>
                  </a:ext>
                </a:extLst>
              </p:cNvPr>
              <p:cNvSpPr txBox="1"/>
              <p:nvPr/>
            </p:nvSpPr>
            <p:spPr>
              <a:xfrm>
                <a:off x="6089539" y="5229200"/>
                <a:ext cx="5141803" cy="39049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pt-BR" sz="1600" b="0" i="1" smtClean="0">
                          <a:latin typeface="Cambria Math" panose="02040503050406030204" pitchFamily="18" charset="0"/>
                          <a:cs typeface="Arial" panose="020B0604020202020204" pitchFamily="34" charset="0"/>
                        </a:rPr>
                        <m:t>𝑘</m:t>
                      </m:r>
                      <m:r>
                        <a:rPr lang="pt-BR" sz="1600" b="0" i="1" smtClean="0">
                          <a:latin typeface="Cambria Math" panose="02040503050406030204" pitchFamily="18" charset="0"/>
                          <a:cs typeface="Arial" panose="020B0604020202020204" pitchFamily="34" charset="0"/>
                        </a:rPr>
                        <m:t>=</m:t>
                      </m:r>
                      <m:rad>
                        <m:radPr>
                          <m:degHide m:val="on"/>
                          <m:ctrlPr>
                            <a:rPr lang="pt-BR" sz="1600" b="0" i="1" smtClean="0">
                              <a:latin typeface="Cambria Math" panose="02040503050406030204" pitchFamily="18" charset="0"/>
                              <a:cs typeface="Arial" panose="020B0604020202020204" pitchFamily="34" charset="0"/>
                            </a:rPr>
                          </m:ctrlPr>
                        </m:radPr>
                        <m:deg/>
                        <m:e>
                          <m:r>
                            <a:rPr lang="pt-BR" sz="1600" b="0" i="1" smtClean="0">
                              <a:latin typeface="Cambria Math" panose="02040503050406030204" pitchFamily="18" charset="0"/>
                              <a:cs typeface="Arial" panose="020B0604020202020204" pitchFamily="34" charset="0"/>
                            </a:rPr>
                            <m:t>𝜔</m:t>
                          </m:r>
                          <m:sSub>
                            <m:sSubPr>
                              <m:ctrlPr>
                                <a:rPr lang="pt-BR" sz="1600" b="0" i="1" smtClean="0">
                                  <a:latin typeface="Cambria Math" panose="02040503050406030204" pitchFamily="18" charset="0"/>
                                  <a:cs typeface="Arial" panose="020B0604020202020204" pitchFamily="34" charset="0"/>
                                </a:rPr>
                              </m:ctrlPr>
                            </m:sSubPr>
                            <m:e>
                              <m:r>
                                <a:rPr lang="pt-BR" sz="1600" b="0" i="1" smtClean="0">
                                  <a:latin typeface="Cambria Math" panose="02040503050406030204" pitchFamily="18" charset="0"/>
                                  <a:cs typeface="Arial" panose="020B0604020202020204" pitchFamily="34" charset="0"/>
                                </a:rPr>
                                <m:t>𝜇</m:t>
                              </m:r>
                            </m:e>
                            <m:sub>
                              <m:r>
                                <a:rPr lang="pt-BR" sz="1600" b="0" i="1" smtClean="0">
                                  <a:latin typeface="Cambria Math" panose="02040503050406030204" pitchFamily="18" charset="0"/>
                                  <a:cs typeface="Arial" panose="020B0604020202020204" pitchFamily="34" charset="0"/>
                                </a:rPr>
                                <m:t> </m:t>
                              </m:r>
                            </m:sub>
                          </m:sSub>
                          <m:r>
                            <a:rPr lang="pt-BR" sz="1600" b="0" i="1" smtClean="0">
                              <a:latin typeface="Cambria Math" panose="02040503050406030204" pitchFamily="18" charset="0"/>
                              <a:cs typeface="Arial" panose="020B0604020202020204" pitchFamily="34" charset="0"/>
                            </a:rPr>
                            <m:t>(</m:t>
                          </m:r>
                          <m:r>
                            <a:rPr lang="pt-BR" sz="1600" b="0" i="1" smtClean="0">
                              <a:latin typeface="Cambria Math" panose="02040503050406030204" pitchFamily="18" charset="0"/>
                              <a:cs typeface="Arial" panose="020B0604020202020204" pitchFamily="34" charset="0"/>
                            </a:rPr>
                            <m:t>𝜔𝜀</m:t>
                          </m:r>
                          <m:r>
                            <a:rPr lang="pt-BR" sz="1600" b="0" i="1" smtClean="0">
                              <a:latin typeface="Cambria Math" panose="02040503050406030204" pitchFamily="18" charset="0"/>
                              <a:cs typeface="Arial" panose="020B0604020202020204" pitchFamily="34" charset="0"/>
                            </a:rPr>
                            <m:t>−</m:t>
                          </m:r>
                          <m:r>
                            <a:rPr lang="pt-BR" sz="1600" b="0" i="1" smtClean="0">
                              <a:latin typeface="Cambria Math" panose="02040503050406030204" pitchFamily="18" charset="0"/>
                              <a:cs typeface="Arial" panose="020B0604020202020204" pitchFamily="34" charset="0"/>
                            </a:rPr>
                            <m:t>𝑗</m:t>
                          </m:r>
                          <m:r>
                            <a:rPr lang="pt-BR" sz="1600" b="0" i="1" smtClean="0">
                              <a:latin typeface="Cambria Math" panose="02040503050406030204" pitchFamily="18" charset="0"/>
                              <a:cs typeface="Arial" panose="020B0604020202020204" pitchFamily="34" charset="0"/>
                            </a:rPr>
                            <m:t>𝜎</m:t>
                          </m:r>
                          <m:r>
                            <a:rPr lang="pt-BR" sz="1600" b="0" i="1" smtClean="0">
                              <a:latin typeface="Cambria Math" panose="02040503050406030204" pitchFamily="18" charset="0"/>
                              <a:cs typeface="Arial" panose="020B0604020202020204" pitchFamily="34" charset="0"/>
                            </a:rPr>
                            <m:t>)</m:t>
                          </m:r>
                        </m:e>
                      </m:rad>
                      <m:r>
                        <a:rPr lang="pt-BR" sz="1600" b="0" i="1" smtClean="0">
                          <a:latin typeface="Cambria Math" panose="02040503050406030204" pitchFamily="18" charset="0"/>
                          <a:cs typeface="Arial" panose="020B0604020202020204" pitchFamily="34" charset="0"/>
                        </a:rPr>
                        <m:t> </m:t>
                      </m:r>
                    </m:oMath>
                  </m:oMathPara>
                </a14:m>
                <a:endParaRPr lang="pt-BR" sz="1600">
                  <a:latin typeface="Arial" panose="020B0604020202020204" pitchFamily="34" charset="0"/>
                  <a:cs typeface="Arial" panose="020B0604020202020204" pitchFamily="34" charset="0"/>
                </a:endParaRPr>
              </a:p>
            </p:txBody>
          </p:sp>
        </mc:Choice>
        <mc:Fallback>
          <p:sp>
            <p:nvSpPr>
              <p:cNvPr id="21" name="CaixaDeTexto 20">
                <a:extLst>
                  <a:ext uri="{FF2B5EF4-FFF2-40B4-BE49-F238E27FC236}">
                    <a16:creationId xmlns:a16="http://schemas.microsoft.com/office/drawing/2014/main" id="{92A8F3F1-BF54-4A8F-5B07-7B0AB07EE379}"/>
                  </a:ext>
                </a:extLst>
              </p:cNvPr>
              <p:cNvSpPr txBox="1">
                <a:spLocks noRot="1" noChangeAspect="1" noMove="1" noResize="1" noEditPoints="1" noAdjustHandles="1" noChangeArrowheads="1" noChangeShapeType="1" noTextEdit="1"/>
              </p:cNvSpPr>
              <p:nvPr/>
            </p:nvSpPr>
            <p:spPr>
              <a:xfrm>
                <a:off x="6089539" y="5229200"/>
                <a:ext cx="5141803" cy="390492"/>
              </a:xfrm>
              <a:prstGeom prst="rect">
                <a:avLst/>
              </a:prstGeom>
              <a:blipFill>
                <a:blip r:embed="rId8"/>
                <a:stretch>
                  <a:fillRect b="-6250"/>
                </a:stretch>
              </a:blipFill>
            </p:spPr>
            <p:txBody>
              <a:bodyPr/>
              <a:lstStyle/>
              <a:p>
                <a:r>
                  <a:rPr lang="pt-BR">
                    <a:noFill/>
                  </a:rPr>
                  <a:t> </a:t>
                </a:r>
              </a:p>
            </p:txBody>
          </p:sp>
        </mc:Fallback>
      </mc:AlternateContent>
      <p:sp>
        <p:nvSpPr>
          <p:cNvPr id="22" name="CaixaDeTexto 21">
            <a:extLst>
              <a:ext uri="{FF2B5EF4-FFF2-40B4-BE49-F238E27FC236}">
                <a16:creationId xmlns:a16="http://schemas.microsoft.com/office/drawing/2014/main" id="{49077367-370F-EE24-E168-4960C19983BE}"/>
              </a:ext>
            </a:extLst>
          </p:cNvPr>
          <p:cNvSpPr txBox="1"/>
          <p:nvPr/>
        </p:nvSpPr>
        <p:spPr>
          <a:xfrm>
            <a:off x="730433" y="4799180"/>
            <a:ext cx="4555976" cy="307777"/>
          </a:xfrm>
          <a:prstGeom prst="rect">
            <a:avLst/>
          </a:prstGeom>
          <a:noFill/>
        </p:spPr>
        <p:txBody>
          <a:bodyPr wrap="square">
            <a:spAutoFit/>
          </a:bodyPr>
          <a:lstStyle/>
          <a:p>
            <a:r>
              <a:rPr lang="pt-BR" sz="1400" b="1">
                <a:latin typeface="Arial" panose="020B0604020202020204" pitchFamily="34" charset="0"/>
                <a:cs typeface="Arial" panose="020B0604020202020204" pitchFamily="34" charset="0"/>
              </a:rPr>
              <a:t>Original Problem</a:t>
            </a:r>
          </a:p>
        </p:txBody>
      </p:sp>
      <p:grpSp>
        <p:nvGrpSpPr>
          <p:cNvPr id="34" name="Agrupar 33">
            <a:extLst>
              <a:ext uri="{FF2B5EF4-FFF2-40B4-BE49-F238E27FC236}">
                <a16:creationId xmlns:a16="http://schemas.microsoft.com/office/drawing/2014/main" id="{F4BFB5B1-5E57-4044-49BD-F47EB8076502}"/>
              </a:ext>
            </a:extLst>
          </p:cNvPr>
          <p:cNvGrpSpPr/>
          <p:nvPr/>
        </p:nvGrpSpPr>
        <p:grpSpPr>
          <a:xfrm>
            <a:off x="767408" y="2182673"/>
            <a:ext cx="4572508" cy="2458862"/>
            <a:chOff x="767408" y="2182673"/>
            <a:chExt cx="4572508" cy="2458862"/>
          </a:xfrm>
        </p:grpSpPr>
        <p:grpSp>
          <p:nvGrpSpPr>
            <p:cNvPr id="13" name="Agrupar 12">
              <a:extLst>
                <a:ext uri="{FF2B5EF4-FFF2-40B4-BE49-F238E27FC236}">
                  <a16:creationId xmlns:a16="http://schemas.microsoft.com/office/drawing/2014/main" id="{33D1CCA9-C701-8F48-AB0F-762A7BC6A610}"/>
                </a:ext>
              </a:extLst>
            </p:cNvPr>
            <p:cNvGrpSpPr/>
            <p:nvPr/>
          </p:nvGrpSpPr>
          <p:grpSpPr>
            <a:xfrm>
              <a:off x="767408" y="2182673"/>
              <a:ext cx="4572508" cy="2458862"/>
              <a:chOff x="670124" y="2141393"/>
              <a:chExt cx="4572508" cy="2458862"/>
            </a:xfrm>
          </p:grpSpPr>
          <p:sp>
            <p:nvSpPr>
              <p:cNvPr id="7" name="Retângulo 6">
                <a:extLst>
                  <a:ext uri="{FF2B5EF4-FFF2-40B4-BE49-F238E27FC236}">
                    <a16:creationId xmlns:a16="http://schemas.microsoft.com/office/drawing/2014/main" id="{D5AB4974-7F33-2D29-24EC-EF0F440B000C}"/>
                  </a:ext>
                </a:extLst>
              </p:cNvPr>
              <p:cNvSpPr/>
              <p:nvPr/>
            </p:nvSpPr>
            <p:spPr>
              <a:xfrm>
                <a:off x="670632" y="2174248"/>
                <a:ext cx="4572000" cy="2420312"/>
              </a:xfrm>
              <a:prstGeom prst="rect">
                <a:avLst/>
              </a:prstGeom>
              <a:solidFill>
                <a:schemeClr val="tx2">
                  <a:lumMod val="10000"/>
                  <a:lumOff val="90000"/>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51" name="CaixaDeTexto 50">
                    <a:extLst>
                      <a:ext uri="{FF2B5EF4-FFF2-40B4-BE49-F238E27FC236}">
                        <a16:creationId xmlns:a16="http://schemas.microsoft.com/office/drawing/2014/main" id="{F69A3152-00B5-2F7C-B322-DD009CCAF487}"/>
                      </a:ext>
                    </a:extLst>
                  </p:cNvPr>
                  <p:cNvSpPr txBox="1"/>
                  <p:nvPr/>
                </p:nvSpPr>
                <p:spPr>
                  <a:xfrm>
                    <a:off x="3658456" y="2141393"/>
                    <a:ext cx="1073563"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i="1" smtClean="0">
                                  <a:latin typeface="Cambria Math" panose="02040503050406030204" pitchFamily="18" charset="0"/>
                                </a:rPr>
                              </m:ctrlPr>
                            </m:sSubPr>
                            <m:e>
                              <m:r>
                                <a:rPr lang="pt-BR" b="0" i="1" smtClean="0">
                                  <a:latin typeface="Cambria Math" panose="02040503050406030204" pitchFamily="18" charset="0"/>
                                </a:rPr>
                                <m:t>𝜀</m:t>
                              </m:r>
                            </m:e>
                            <m:sub>
                              <m:r>
                                <a:rPr lang="pt-BR" b="0" i="1" smtClean="0">
                                  <a:latin typeface="Cambria Math" panose="02040503050406030204" pitchFamily="18" charset="0"/>
                                </a:rPr>
                                <m:t>0</m:t>
                              </m:r>
                            </m:sub>
                          </m:sSub>
                          <m:r>
                            <a:rPr lang="pt-BR" b="0" i="1" smtClean="0">
                              <a:latin typeface="Cambria Math" panose="02040503050406030204" pitchFamily="18" charset="0"/>
                            </a:rPr>
                            <m:t>,</m:t>
                          </m:r>
                          <m:sSub>
                            <m:sSubPr>
                              <m:ctrlPr>
                                <a:rPr lang="pt-BR" i="1" smtClean="0">
                                  <a:latin typeface="Cambria Math" panose="02040503050406030204" pitchFamily="18" charset="0"/>
                                </a:rPr>
                              </m:ctrlPr>
                            </m:sSubPr>
                            <m:e>
                              <m:r>
                                <a:rPr lang="pt-BR" b="0" i="1" smtClean="0">
                                  <a:latin typeface="Cambria Math" panose="02040503050406030204" pitchFamily="18" charset="0"/>
                                </a:rPr>
                                <m:t>𝜇</m:t>
                              </m:r>
                            </m:e>
                            <m:sub>
                              <m:r>
                                <a:rPr lang="pt-BR" b="0" i="1" smtClean="0">
                                  <a:latin typeface="Cambria Math" panose="02040503050406030204" pitchFamily="18" charset="0"/>
                                </a:rPr>
                                <m:t>0</m:t>
                              </m:r>
                            </m:sub>
                          </m:sSub>
                          <m:r>
                            <a:rPr lang="pt-BR" b="0" i="1" smtClean="0">
                              <a:latin typeface="Cambria Math" panose="02040503050406030204" pitchFamily="18" charset="0"/>
                            </a:rPr>
                            <m:t>, </m:t>
                          </m:r>
                          <m:sSub>
                            <m:sSubPr>
                              <m:ctrlPr>
                                <a:rPr lang="pt-BR" b="0" i="1" smtClean="0">
                                  <a:latin typeface="Cambria Math" panose="02040503050406030204" pitchFamily="18" charset="0"/>
                                </a:rPr>
                              </m:ctrlPr>
                            </m:sSubPr>
                            <m:e>
                              <m:r>
                                <a:rPr lang="pt-BR" b="0" i="1" smtClean="0">
                                  <a:latin typeface="Cambria Math" panose="02040503050406030204" pitchFamily="18" charset="0"/>
                                </a:rPr>
                                <m:t>𝜎</m:t>
                              </m:r>
                            </m:e>
                            <m:sub>
                              <m:r>
                                <a:rPr lang="pt-BR" b="0" i="1" smtClean="0">
                                  <a:latin typeface="Cambria Math" panose="02040503050406030204" pitchFamily="18" charset="0"/>
                                </a:rPr>
                                <m:t>0</m:t>
                              </m:r>
                            </m:sub>
                          </m:sSub>
                        </m:oMath>
                      </m:oMathPara>
                    </a14:m>
                    <a:endParaRPr lang="pt-BR"/>
                  </a:p>
                </p:txBody>
              </p:sp>
            </mc:Choice>
            <mc:Fallback xmlns="">
              <p:sp>
                <p:nvSpPr>
                  <p:cNvPr id="51" name="CaixaDeTexto 50">
                    <a:extLst>
                      <a:ext uri="{FF2B5EF4-FFF2-40B4-BE49-F238E27FC236}">
                        <a16:creationId xmlns:a16="http://schemas.microsoft.com/office/drawing/2014/main" id="{F69A3152-00B5-2F7C-B322-DD009CCAF487}"/>
                      </a:ext>
                    </a:extLst>
                  </p:cNvPr>
                  <p:cNvSpPr txBox="1">
                    <a:spLocks noRot="1" noChangeAspect="1" noMove="1" noResize="1" noEditPoints="1" noAdjustHandles="1" noChangeArrowheads="1" noChangeShapeType="1" noTextEdit="1"/>
                  </p:cNvSpPr>
                  <p:nvPr/>
                </p:nvSpPr>
                <p:spPr>
                  <a:xfrm>
                    <a:off x="3658456" y="2141393"/>
                    <a:ext cx="1073563" cy="369332"/>
                  </a:xfrm>
                  <a:prstGeom prst="rect">
                    <a:avLst/>
                  </a:prstGeom>
                  <a:blipFill>
                    <a:blip r:embed="rId9"/>
                    <a:stretch>
                      <a:fillRect b="-3279"/>
                    </a:stretch>
                  </a:blipFill>
                </p:spPr>
                <p:txBody>
                  <a:bodyPr/>
                  <a:lstStyle/>
                  <a:p>
                    <a:r>
                      <a:rPr lang="pt-BR">
                        <a:noFill/>
                      </a:rPr>
                      <a:t> </a:t>
                    </a:r>
                  </a:p>
                </p:txBody>
              </p:sp>
            </mc:Fallback>
          </mc:AlternateContent>
          <p:cxnSp>
            <p:nvCxnSpPr>
              <p:cNvPr id="3" name="Conector reto 2">
                <a:extLst>
                  <a:ext uri="{FF2B5EF4-FFF2-40B4-BE49-F238E27FC236}">
                    <a16:creationId xmlns:a16="http://schemas.microsoft.com/office/drawing/2014/main" id="{F0AF39B9-F471-9A1B-89DE-97EA4078C2C5}"/>
                  </a:ext>
                </a:extLst>
              </p:cNvPr>
              <p:cNvCxnSpPr/>
              <p:nvPr/>
            </p:nvCxnSpPr>
            <p:spPr>
              <a:xfrm>
                <a:off x="670124" y="2169312"/>
                <a:ext cx="4572508" cy="0"/>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2" name="Conector reto 1">
                <a:extLst>
                  <a:ext uri="{FF2B5EF4-FFF2-40B4-BE49-F238E27FC236}">
                    <a16:creationId xmlns:a16="http://schemas.microsoft.com/office/drawing/2014/main" id="{F029EF53-C5A2-C3CA-453D-3BA24274A7BE}"/>
                  </a:ext>
                </a:extLst>
              </p:cNvPr>
              <p:cNvCxnSpPr/>
              <p:nvPr/>
            </p:nvCxnSpPr>
            <p:spPr>
              <a:xfrm>
                <a:off x="670124" y="4600255"/>
                <a:ext cx="4572508" cy="0"/>
              </a:xfrm>
              <a:prstGeom prst="line">
                <a:avLst/>
              </a:prstGeom>
              <a:ln w="38100"/>
            </p:spPr>
            <p:style>
              <a:lnRef idx="2">
                <a:schemeClr val="accent1"/>
              </a:lnRef>
              <a:fillRef idx="0">
                <a:schemeClr val="accent1"/>
              </a:fillRef>
              <a:effectRef idx="1">
                <a:schemeClr val="accent1"/>
              </a:effectRef>
              <a:fontRef idx="minor">
                <a:schemeClr val="tx1"/>
              </a:fontRef>
            </p:style>
          </p:cxnSp>
          <p:sp>
            <p:nvSpPr>
              <p:cNvPr id="5" name="Elipse 4">
                <a:extLst>
                  <a:ext uri="{FF2B5EF4-FFF2-40B4-BE49-F238E27FC236}">
                    <a16:creationId xmlns:a16="http://schemas.microsoft.com/office/drawing/2014/main" id="{C4C62FA0-2554-C740-B43F-6979E70E9F6C}"/>
                  </a:ext>
                </a:extLst>
              </p:cNvPr>
              <p:cNvSpPr/>
              <p:nvPr/>
            </p:nvSpPr>
            <p:spPr>
              <a:xfrm>
                <a:off x="1379208" y="2816424"/>
                <a:ext cx="3231175" cy="1152128"/>
              </a:xfrm>
              <a:prstGeom prst="ellipse">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mc:Choice xmlns:a14="http://schemas.microsoft.com/office/drawing/2010/main" Requires="a14">
              <p:sp>
                <p:nvSpPr>
                  <p:cNvPr id="40" name="CaixaDeTexto 39">
                    <a:extLst>
                      <a:ext uri="{FF2B5EF4-FFF2-40B4-BE49-F238E27FC236}">
                        <a16:creationId xmlns:a16="http://schemas.microsoft.com/office/drawing/2014/main" id="{758CB222-ED5A-3FEA-69FB-61051C83702E}"/>
                      </a:ext>
                    </a:extLst>
                  </p:cNvPr>
                  <p:cNvSpPr txBox="1"/>
                  <p:nvPr/>
                </p:nvSpPr>
                <p:spPr>
                  <a:xfrm>
                    <a:off x="1885251" y="2928121"/>
                    <a:ext cx="927690"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i="1" smtClean="0">
                                  <a:latin typeface="Cambria Math" panose="02040503050406030204" pitchFamily="18" charset="0"/>
                                </a:rPr>
                              </m:ctrlPr>
                            </m:sSubPr>
                            <m:e>
                              <m:r>
                                <a:rPr lang="pt-BR" b="0" i="1" smtClean="0">
                                  <a:latin typeface="Cambria Math" panose="02040503050406030204" pitchFamily="18" charset="0"/>
                                </a:rPr>
                                <m:t>𝜀</m:t>
                              </m:r>
                            </m:e>
                            <m:sub>
                              <m:r>
                                <a:rPr lang="pt-BR" b="0" i="1" smtClean="0">
                                  <a:latin typeface="Cambria Math" panose="02040503050406030204" pitchFamily="18" charset="0"/>
                                </a:rPr>
                                <m:t> </m:t>
                              </m:r>
                            </m:sub>
                          </m:sSub>
                          <m:r>
                            <a:rPr lang="pt-BR" b="0" i="1" smtClean="0">
                              <a:latin typeface="Cambria Math" panose="02040503050406030204" pitchFamily="18" charset="0"/>
                            </a:rPr>
                            <m:t>,</m:t>
                          </m:r>
                          <m:sSub>
                            <m:sSubPr>
                              <m:ctrlPr>
                                <a:rPr lang="pt-BR" i="1" smtClean="0">
                                  <a:latin typeface="Cambria Math" panose="02040503050406030204" pitchFamily="18" charset="0"/>
                                </a:rPr>
                              </m:ctrlPr>
                            </m:sSubPr>
                            <m:e>
                              <m:r>
                                <a:rPr lang="pt-BR" b="0" i="1" smtClean="0">
                                  <a:latin typeface="Cambria Math" panose="02040503050406030204" pitchFamily="18" charset="0"/>
                                </a:rPr>
                                <m:t>𝜇</m:t>
                              </m:r>
                            </m:e>
                            <m:sub>
                              <m:r>
                                <a:rPr lang="pt-BR" b="0" i="1" smtClean="0">
                                  <a:latin typeface="Cambria Math" panose="02040503050406030204" pitchFamily="18" charset="0"/>
                                </a:rPr>
                                <m:t> </m:t>
                              </m:r>
                            </m:sub>
                          </m:sSub>
                          <m:r>
                            <a:rPr lang="pt-BR" b="0" i="1" smtClean="0">
                              <a:latin typeface="Cambria Math" panose="02040503050406030204" pitchFamily="18" charset="0"/>
                            </a:rPr>
                            <m:t>, </m:t>
                          </m:r>
                          <m:sSub>
                            <m:sSubPr>
                              <m:ctrlPr>
                                <a:rPr lang="pt-BR" b="0" i="1" smtClean="0">
                                  <a:latin typeface="Cambria Math" panose="02040503050406030204" pitchFamily="18" charset="0"/>
                                </a:rPr>
                              </m:ctrlPr>
                            </m:sSubPr>
                            <m:e>
                              <m:r>
                                <a:rPr lang="pt-BR" b="0" i="1" smtClean="0">
                                  <a:latin typeface="Cambria Math" panose="02040503050406030204" pitchFamily="18" charset="0"/>
                                </a:rPr>
                                <m:t>𝜎</m:t>
                              </m:r>
                            </m:e>
                            <m:sub>
                              <m:r>
                                <a:rPr lang="pt-BR" b="0" i="1" smtClean="0">
                                  <a:latin typeface="Cambria Math" panose="02040503050406030204" pitchFamily="18" charset="0"/>
                                </a:rPr>
                                <m:t>  </m:t>
                              </m:r>
                            </m:sub>
                          </m:sSub>
                        </m:oMath>
                      </m:oMathPara>
                    </a14:m>
                    <a:endParaRPr lang="pt-BR"/>
                  </a:p>
                </p:txBody>
              </p:sp>
            </mc:Choice>
            <mc:Fallback>
              <p:sp>
                <p:nvSpPr>
                  <p:cNvPr id="40" name="CaixaDeTexto 39">
                    <a:extLst>
                      <a:ext uri="{FF2B5EF4-FFF2-40B4-BE49-F238E27FC236}">
                        <a16:creationId xmlns:a16="http://schemas.microsoft.com/office/drawing/2014/main" id="{758CB222-ED5A-3FEA-69FB-61051C83702E}"/>
                      </a:ext>
                    </a:extLst>
                  </p:cNvPr>
                  <p:cNvSpPr txBox="1">
                    <a:spLocks noRot="1" noChangeAspect="1" noMove="1" noResize="1" noEditPoints="1" noAdjustHandles="1" noChangeArrowheads="1" noChangeShapeType="1" noTextEdit="1"/>
                  </p:cNvSpPr>
                  <p:nvPr/>
                </p:nvSpPr>
                <p:spPr>
                  <a:xfrm>
                    <a:off x="1885251" y="2928121"/>
                    <a:ext cx="927690" cy="369332"/>
                  </a:xfrm>
                  <a:prstGeom prst="rect">
                    <a:avLst/>
                  </a:prstGeom>
                  <a:blipFill>
                    <a:blip r:embed="rId10"/>
                    <a:stretch>
                      <a:fillRect b="-3279"/>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1" name="CaixaDeTexto 10">
                    <a:extLst>
                      <a:ext uri="{FF2B5EF4-FFF2-40B4-BE49-F238E27FC236}">
                        <a16:creationId xmlns:a16="http://schemas.microsoft.com/office/drawing/2014/main" id="{E41E8B59-2FDB-5188-1767-1E09A35552F3}"/>
                      </a:ext>
                    </a:extLst>
                  </p:cNvPr>
                  <p:cNvSpPr txBox="1"/>
                  <p:nvPr/>
                </p:nvSpPr>
                <p:spPr>
                  <a:xfrm>
                    <a:off x="4023106" y="2644828"/>
                    <a:ext cx="34426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pt-BR" i="1" smtClean="0">
                              <a:latin typeface="Cambria Math" panose="02040503050406030204" pitchFamily="18" charset="0"/>
                            </a:rPr>
                            <m:t>𝑐</m:t>
                          </m:r>
                        </m:oMath>
                      </m:oMathPara>
                    </a14:m>
                    <a:endParaRPr lang="pt-BR"/>
                  </a:p>
                </p:txBody>
              </p:sp>
            </mc:Choice>
            <mc:Fallback xmlns="">
              <p:sp>
                <p:nvSpPr>
                  <p:cNvPr id="11" name="CaixaDeTexto 10">
                    <a:extLst>
                      <a:ext uri="{FF2B5EF4-FFF2-40B4-BE49-F238E27FC236}">
                        <a16:creationId xmlns:a16="http://schemas.microsoft.com/office/drawing/2014/main" id="{E41E8B59-2FDB-5188-1767-1E09A35552F3}"/>
                      </a:ext>
                    </a:extLst>
                  </p:cNvPr>
                  <p:cNvSpPr txBox="1">
                    <a:spLocks noRot="1" noChangeAspect="1" noMove="1" noResize="1" noEditPoints="1" noAdjustHandles="1" noChangeArrowheads="1" noChangeShapeType="1" noTextEdit="1"/>
                  </p:cNvSpPr>
                  <p:nvPr/>
                </p:nvSpPr>
                <p:spPr>
                  <a:xfrm>
                    <a:off x="4023106" y="2644828"/>
                    <a:ext cx="344261" cy="369332"/>
                  </a:xfrm>
                  <a:prstGeom prst="rect">
                    <a:avLst/>
                  </a:prstGeom>
                  <a:blipFill>
                    <a:blip r:embed="rId11"/>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2" name="CaixaDeTexto 11">
                    <a:extLst>
                      <a:ext uri="{FF2B5EF4-FFF2-40B4-BE49-F238E27FC236}">
                        <a16:creationId xmlns:a16="http://schemas.microsoft.com/office/drawing/2014/main" id="{5440CEF9-E9C8-DE55-99A2-893903DCC911}"/>
                      </a:ext>
                    </a:extLst>
                  </p:cNvPr>
                  <p:cNvSpPr txBox="1"/>
                  <p:nvPr/>
                </p:nvSpPr>
                <p:spPr>
                  <a:xfrm>
                    <a:off x="3999574" y="3378771"/>
                    <a:ext cx="357469"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pt-BR" b="0" i="1" smtClean="0">
                              <a:latin typeface="Cambria Math" panose="02040503050406030204" pitchFamily="18" charset="0"/>
                            </a:rPr>
                            <m:t>𝑆</m:t>
                          </m:r>
                        </m:oMath>
                      </m:oMathPara>
                    </a14:m>
                    <a:endParaRPr lang="pt-BR"/>
                  </a:p>
                </p:txBody>
              </p:sp>
            </mc:Choice>
            <mc:Fallback xmlns="">
              <p:sp>
                <p:nvSpPr>
                  <p:cNvPr id="12" name="CaixaDeTexto 11">
                    <a:extLst>
                      <a:ext uri="{FF2B5EF4-FFF2-40B4-BE49-F238E27FC236}">
                        <a16:creationId xmlns:a16="http://schemas.microsoft.com/office/drawing/2014/main" id="{5440CEF9-E9C8-DE55-99A2-893903DCC911}"/>
                      </a:ext>
                    </a:extLst>
                  </p:cNvPr>
                  <p:cNvSpPr txBox="1">
                    <a:spLocks noRot="1" noChangeAspect="1" noMove="1" noResize="1" noEditPoints="1" noAdjustHandles="1" noChangeArrowheads="1" noChangeShapeType="1" noTextEdit="1"/>
                  </p:cNvSpPr>
                  <p:nvPr/>
                </p:nvSpPr>
                <p:spPr>
                  <a:xfrm>
                    <a:off x="3999574" y="3378771"/>
                    <a:ext cx="357469" cy="369332"/>
                  </a:xfrm>
                  <a:prstGeom prst="rect">
                    <a:avLst/>
                  </a:prstGeom>
                  <a:blipFill>
                    <a:blip r:embed="rId12"/>
                    <a:stretch>
                      <a:fillRect/>
                    </a:stretch>
                  </a:blipFill>
                </p:spPr>
                <p:txBody>
                  <a:bodyPr/>
                  <a:lstStyle/>
                  <a:p>
                    <a:r>
                      <a:rPr lang="pt-BR">
                        <a:noFill/>
                      </a:rPr>
                      <a:t> </a:t>
                    </a:r>
                  </a:p>
                </p:txBody>
              </p:sp>
            </mc:Fallback>
          </mc:AlternateContent>
        </p:grpSp>
        <p:grpSp>
          <p:nvGrpSpPr>
            <p:cNvPr id="15" name="Agrupar 14">
              <a:extLst>
                <a:ext uri="{FF2B5EF4-FFF2-40B4-BE49-F238E27FC236}">
                  <a16:creationId xmlns:a16="http://schemas.microsoft.com/office/drawing/2014/main" id="{7556C963-A053-B59E-3C4E-41069B8691D6}"/>
                </a:ext>
              </a:extLst>
            </p:cNvPr>
            <p:cNvGrpSpPr/>
            <p:nvPr/>
          </p:nvGrpSpPr>
          <p:grpSpPr>
            <a:xfrm>
              <a:off x="3739716" y="3982675"/>
              <a:ext cx="564994" cy="527518"/>
              <a:chOff x="3739716" y="3982675"/>
              <a:chExt cx="564994" cy="527518"/>
            </a:xfrm>
          </p:grpSpPr>
          <p:cxnSp>
            <p:nvCxnSpPr>
              <p:cNvPr id="16" name="Conector de Seta Reta 15">
                <a:extLst>
                  <a:ext uri="{FF2B5EF4-FFF2-40B4-BE49-F238E27FC236}">
                    <a16:creationId xmlns:a16="http://schemas.microsoft.com/office/drawing/2014/main" id="{E3A528D2-BB9D-3C47-B4C3-6FBD427AC634}"/>
                  </a:ext>
                </a:extLst>
              </p:cNvPr>
              <p:cNvCxnSpPr/>
              <p:nvPr/>
            </p:nvCxnSpPr>
            <p:spPr>
              <a:xfrm>
                <a:off x="3739716" y="3982675"/>
                <a:ext cx="93141" cy="346425"/>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mc:Choice xmlns:a14="http://schemas.microsoft.com/office/drawing/2010/main" Requires="a14">
              <p:sp>
                <p:nvSpPr>
                  <p:cNvPr id="23" name="CaixaDeTexto 22">
                    <a:extLst>
                      <a:ext uri="{FF2B5EF4-FFF2-40B4-BE49-F238E27FC236}">
                        <a16:creationId xmlns:a16="http://schemas.microsoft.com/office/drawing/2014/main" id="{D6D06EBE-4136-BEE1-0D40-356D7BCDD7B3}"/>
                      </a:ext>
                    </a:extLst>
                  </p:cNvPr>
                  <p:cNvSpPr txBox="1"/>
                  <p:nvPr/>
                </p:nvSpPr>
                <p:spPr>
                  <a:xfrm>
                    <a:off x="3845417" y="4171639"/>
                    <a:ext cx="459293"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600" b="1" i="1" smtClean="0">
                                  <a:latin typeface="Cambria Math" panose="02040503050406030204" pitchFamily="18" charset="0"/>
                                </a:rPr>
                              </m:ctrlPr>
                            </m:sSubPr>
                            <m:e>
                              <m:r>
                                <a:rPr lang="pt-BR" sz="1600" b="1" i="1" smtClean="0">
                                  <a:latin typeface="Cambria Math" panose="02040503050406030204" pitchFamily="18" charset="0"/>
                                </a:rPr>
                                <m:t>𝒂</m:t>
                              </m:r>
                            </m:e>
                            <m:sub>
                              <m:r>
                                <a:rPr lang="pt-BR" sz="1600" b="1" i="1" smtClean="0">
                                  <a:latin typeface="Cambria Math" panose="02040503050406030204" pitchFamily="18" charset="0"/>
                                </a:rPr>
                                <m:t>𝒏</m:t>
                              </m:r>
                            </m:sub>
                          </m:sSub>
                        </m:oMath>
                      </m:oMathPara>
                    </a14:m>
                    <a:endParaRPr lang="pt-BR" sz="1600" b="1"/>
                  </a:p>
                </p:txBody>
              </p:sp>
            </mc:Choice>
            <mc:Fallback>
              <p:sp>
                <p:nvSpPr>
                  <p:cNvPr id="23" name="CaixaDeTexto 22">
                    <a:extLst>
                      <a:ext uri="{FF2B5EF4-FFF2-40B4-BE49-F238E27FC236}">
                        <a16:creationId xmlns:a16="http://schemas.microsoft.com/office/drawing/2014/main" id="{D6D06EBE-4136-BEE1-0D40-356D7BCDD7B3}"/>
                      </a:ext>
                    </a:extLst>
                  </p:cNvPr>
                  <p:cNvSpPr txBox="1">
                    <a:spLocks noRot="1" noChangeAspect="1" noMove="1" noResize="1" noEditPoints="1" noAdjustHandles="1" noChangeArrowheads="1" noChangeShapeType="1" noTextEdit="1"/>
                  </p:cNvSpPr>
                  <p:nvPr/>
                </p:nvSpPr>
                <p:spPr>
                  <a:xfrm>
                    <a:off x="3845417" y="4171639"/>
                    <a:ext cx="459293" cy="338554"/>
                  </a:xfrm>
                  <a:prstGeom prst="rect">
                    <a:avLst/>
                  </a:prstGeom>
                  <a:blipFill>
                    <a:blip r:embed="rId13"/>
                    <a:stretch>
                      <a:fillRect/>
                    </a:stretch>
                  </a:blipFill>
                </p:spPr>
                <p:txBody>
                  <a:bodyPr/>
                  <a:lstStyle/>
                  <a:p>
                    <a:r>
                      <a:rPr lang="pt-BR">
                        <a:noFill/>
                      </a:rPr>
                      <a:t> </a:t>
                    </a:r>
                  </a:p>
                </p:txBody>
              </p:sp>
            </mc:Fallback>
          </mc:AlternateContent>
        </p:grpSp>
      </p:grpSp>
      <p:grpSp>
        <p:nvGrpSpPr>
          <p:cNvPr id="29" name="Agrupar 28">
            <a:extLst>
              <a:ext uri="{FF2B5EF4-FFF2-40B4-BE49-F238E27FC236}">
                <a16:creationId xmlns:a16="http://schemas.microsoft.com/office/drawing/2014/main" id="{13074E31-F171-A258-2619-50EFDB2F72CE}"/>
              </a:ext>
            </a:extLst>
          </p:cNvPr>
          <p:cNvGrpSpPr/>
          <p:nvPr/>
        </p:nvGrpSpPr>
        <p:grpSpPr>
          <a:xfrm>
            <a:off x="479425" y="165219"/>
            <a:ext cx="10729143" cy="309340"/>
            <a:chOff x="479425" y="94899"/>
            <a:chExt cx="10729143" cy="309340"/>
          </a:xfrm>
        </p:grpSpPr>
        <p:sp>
          <p:nvSpPr>
            <p:cNvPr id="30" name="CaixaDeTexto 29">
              <a:extLst>
                <a:ext uri="{FF2B5EF4-FFF2-40B4-BE49-F238E27FC236}">
                  <a16:creationId xmlns:a16="http://schemas.microsoft.com/office/drawing/2014/main" id="{14DFDECB-0BDD-2589-CB78-B703AC78C54D}"/>
                </a:ext>
              </a:extLst>
            </p:cNvPr>
            <p:cNvSpPr txBox="1"/>
            <p:nvPr/>
          </p:nvSpPr>
          <p:spPr>
            <a:xfrm>
              <a:off x="479425" y="94899"/>
              <a:ext cx="1872160" cy="307777"/>
            </a:xfrm>
            <a:prstGeom prst="rect">
              <a:avLst/>
            </a:prstGeom>
            <a:noFill/>
          </p:spPr>
          <p:txBody>
            <a:bodyPr wrap="square">
              <a:spAutoFit/>
            </a:bodyPr>
            <a:lstStyle/>
            <a:p>
              <a:r>
                <a:rPr lang="pt-BR" sz="1400">
                  <a:solidFill>
                    <a:srgbClr val="0070C0"/>
                  </a:solidFill>
                  <a:latin typeface="Arial Black" panose="020B0A04020102020204" pitchFamily="34" charset="0"/>
                </a:rPr>
                <a:t>Introduction</a:t>
              </a:r>
            </a:p>
          </p:txBody>
        </p:sp>
        <p:sp>
          <p:nvSpPr>
            <p:cNvPr id="31" name="CaixaDeTexto 30">
              <a:extLst>
                <a:ext uri="{FF2B5EF4-FFF2-40B4-BE49-F238E27FC236}">
                  <a16:creationId xmlns:a16="http://schemas.microsoft.com/office/drawing/2014/main" id="{9A010F09-EB6C-E016-AB68-489800DAB286}"/>
                </a:ext>
              </a:extLst>
            </p:cNvPr>
            <p:cNvSpPr txBox="1"/>
            <p:nvPr/>
          </p:nvSpPr>
          <p:spPr>
            <a:xfrm>
              <a:off x="2675620" y="96462"/>
              <a:ext cx="2196244" cy="307777"/>
            </a:xfrm>
            <a:prstGeom prst="rect">
              <a:avLst/>
            </a:prstGeom>
            <a:noFill/>
          </p:spPr>
          <p:txBody>
            <a:bodyPr wrap="square">
              <a:spAutoFit/>
            </a:bodyPr>
            <a:lstStyle/>
            <a:p>
              <a:r>
                <a:rPr lang="en-US" sz="1400">
                  <a:solidFill>
                    <a:schemeClr val="tx2">
                      <a:lumMod val="25000"/>
                      <a:lumOff val="75000"/>
                    </a:schemeClr>
                  </a:solidFill>
                  <a:latin typeface="Arial Black" panose="020B0A04020102020204" pitchFamily="34" charset="0"/>
                </a:rPr>
                <a:t>Lossless Medium</a:t>
              </a:r>
              <a:endParaRPr lang="pt-BR" sz="1400">
                <a:solidFill>
                  <a:schemeClr val="tx2">
                    <a:lumMod val="25000"/>
                    <a:lumOff val="75000"/>
                  </a:schemeClr>
                </a:solidFill>
                <a:latin typeface="Arial Black" panose="020B0A04020102020204" pitchFamily="34" charset="0"/>
              </a:endParaRPr>
            </a:p>
          </p:txBody>
        </p:sp>
        <p:sp>
          <p:nvSpPr>
            <p:cNvPr id="32" name="CaixaDeTexto 31">
              <a:extLst>
                <a:ext uri="{FF2B5EF4-FFF2-40B4-BE49-F238E27FC236}">
                  <a16:creationId xmlns:a16="http://schemas.microsoft.com/office/drawing/2014/main" id="{4DB6C471-4B75-88CB-D110-8FD209D315E5}"/>
                </a:ext>
              </a:extLst>
            </p:cNvPr>
            <p:cNvSpPr txBox="1"/>
            <p:nvPr/>
          </p:nvSpPr>
          <p:spPr>
            <a:xfrm>
              <a:off x="6083101" y="94899"/>
              <a:ext cx="1957115" cy="307777"/>
            </a:xfrm>
            <a:prstGeom prst="rect">
              <a:avLst/>
            </a:prstGeom>
            <a:noFill/>
          </p:spPr>
          <p:txBody>
            <a:bodyPr wrap="square">
              <a:spAutoFit/>
            </a:bodyPr>
            <a:lstStyle/>
            <a:p>
              <a:r>
                <a:rPr lang="pt-BR" sz="1400">
                  <a:solidFill>
                    <a:schemeClr val="tx2">
                      <a:lumMod val="25000"/>
                      <a:lumOff val="75000"/>
                    </a:schemeClr>
                  </a:solidFill>
                  <a:latin typeface="Arial Black" panose="020B0A04020102020204" pitchFamily="34" charset="0"/>
                </a:rPr>
                <a:t>p.u.l. Impedance</a:t>
              </a:r>
            </a:p>
          </p:txBody>
        </p:sp>
        <p:sp>
          <p:nvSpPr>
            <p:cNvPr id="33" name="CaixaDeTexto 32">
              <a:extLst>
                <a:ext uri="{FF2B5EF4-FFF2-40B4-BE49-F238E27FC236}">
                  <a16:creationId xmlns:a16="http://schemas.microsoft.com/office/drawing/2014/main" id="{FB44FC3A-8280-2734-466C-68A24D21A91E}"/>
                </a:ext>
              </a:extLst>
            </p:cNvPr>
            <p:cNvSpPr txBox="1"/>
            <p:nvPr/>
          </p:nvSpPr>
          <p:spPr>
            <a:xfrm>
              <a:off x="9336408" y="96462"/>
              <a:ext cx="1872160" cy="307777"/>
            </a:xfrm>
            <a:prstGeom prst="rect">
              <a:avLst/>
            </a:prstGeom>
            <a:noFill/>
          </p:spPr>
          <p:txBody>
            <a:bodyPr wrap="square">
              <a:spAutoFit/>
            </a:bodyPr>
            <a:lstStyle/>
            <a:p>
              <a:r>
                <a:rPr lang="pt-BR" sz="1400">
                  <a:solidFill>
                    <a:schemeClr val="tx2">
                      <a:lumMod val="25000"/>
                      <a:lumOff val="75000"/>
                    </a:schemeClr>
                  </a:solidFill>
                  <a:latin typeface="Arial Black" panose="020B0A04020102020204" pitchFamily="34" charset="0"/>
                </a:rPr>
                <a:t>Case Studies</a:t>
              </a:r>
            </a:p>
          </p:txBody>
        </p:sp>
      </p:grpSp>
    </p:spTree>
    <p:extLst>
      <p:ext uri="{BB962C8B-B14F-4D97-AF65-F5344CB8AC3E}">
        <p14:creationId xmlns:p14="http://schemas.microsoft.com/office/powerpoint/2010/main" val="4880824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310BE2A7-F3D2-24C6-A415-EA4964A8FD02}"/>
              </a:ext>
            </a:extLst>
          </p:cNvPr>
          <p:cNvSpPr/>
          <p:nvPr/>
        </p:nvSpPr>
        <p:spPr>
          <a:xfrm>
            <a:off x="0" y="0"/>
            <a:ext cx="12192000" cy="404664"/>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6" name="Gráfico 5">
            <a:extLst>
              <a:ext uri="{FF2B5EF4-FFF2-40B4-BE49-F238E27FC236}">
                <a16:creationId xmlns:a16="http://schemas.microsoft.com/office/drawing/2014/main" id="{9DA9C8AB-72FF-D7D8-7E4D-1C5ECDBF0C8D}"/>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10345" t="32228" r="13793" b="43634"/>
          <a:stretch/>
        </p:blipFill>
        <p:spPr>
          <a:xfrm>
            <a:off x="11280576" y="6489338"/>
            <a:ext cx="792088" cy="252029"/>
          </a:xfrm>
          <a:prstGeom prst="rect">
            <a:avLst/>
          </a:prstGeom>
        </p:spPr>
      </p:pic>
      <p:sp>
        <p:nvSpPr>
          <p:cNvPr id="8" name="Espaço Reservado para Rodapé 57">
            <a:extLst>
              <a:ext uri="{FF2B5EF4-FFF2-40B4-BE49-F238E27FC236}">
                <a16:creationId xmlns:a16="http://schemas.microsoft.com/office/drawing/2014/main" id="{9BEF1642-B655-7CAD-CD9D-3570B3E8A5FE}"/>
              </a:ext>
            </a:extLst>
          </p:cNvPr>
          <p:cNvSpPr>
            <a:spLocks noGrp="1"/>
          </p:cNvSpPr>
          <p:nvPr>
            <p:ph type="ftr" sz="quarter" idx="11"/>
          </p:nvPr>
        </p:nvSpPr>
        <p:spPr>
          <a:xfrm>
            <a:off x="5357918" y="6489339"/>
            <a:ext cx="1476164" cy="252029"/>
          </a:xfrm>
        </p:spPr>
        <p:txBody>
          <a:bodyPr/>
          <a:lstStyle/>
          <a:p>
            <a:r>
              <a:rPr lang="pt-BR"/>
              <a:t>© Adilton Pereira</a:t>
            </a:r>
          </a:p>
        </p:txBody>
      </p:sp>
      <p:sp>
        <p:nvSpPr>
          <p:cNvPr id="9" name="Espaço Reservado para Número de Slide 58">
            <a:extLst>
              <a:ext uri="{FF2B5EF4-FFF2-40B4-BE49-F238E27FC236}">
                <a16:creationId xmlns:a16="http://schemas.microsoft.com/office/drawing/2014/main" id="{6712AAAE-5D61-5AD9-F1A7-A27ACC47ED61}"/>
              </a:ext>
            </a:extLst>
          </p:cNvPr>
          <p:cNvSpPr>
            <a:spLocks noGrp="1"/>
          </p:cNvSpPr>
          <p:nvPr>
            <p:ph type="sldNum" sz="quarter" idx="12"/>
          </p:nvPr>
        </p:nvSpPr>
        <p:spPr>
          <a:xfrm>
            <a:off x="136798" y="6480904"/>
            <a:ext cx="258416" cy="252029"/>
          </a:xfrm>
        </p:spPr>
        <p:txBody>
          <a:bodyPr/>
          <a:lstStyle/>
          <a:p>
            <a:fld id="{6023531A-24AE-4EE7-A19A-D3968154BEE1}" type="slidenum">
              <a:rPr lang="pt-BR" smtClean="0"/>
              <a:t>5</a:t>
            </a:fld>
            <a:endParaRPr lang="pt-BR"/>
          </a:p>
        </p:txBody>
      </p:sp>
      <p:sp>
        <p:nvSpPr>
          <p:cNvPr id="94" name="CaixaDeTexto 93">
            <a:extLst>
              <a:ext uri="{FF2B5EF4-FFF2-40B4-BE49-F238E27FC236}">
                <a16:creationId xmlns:a16="http://schemas.microsoft.com/office/drawing/2014/main" id="{D1D8FCDA-4632-6080-1621-67CDF796C564}"/>
              </a:ext>
            </a:extLst>
          </p:cNvPr>
          <p:cNvSpPr txBox="1"/>
          <p:nvPr/>
        </p:nvSpPr>
        <p:spPr>
          <a:xfrm>
            <a:off x="6095999" y="1582341"/>
            <a:ext cx="5221289" cy="830997"/>
          </a:xfrm>
          <a:prstGeom prst="rect">
            <a:avLst/>
          </a:prstGeom>
          <a:noFill/>
        </p:spPr>
        <p:txBody>
          <a:bodyPr wrap="square">
            <a:spAutoFit/>
          </a:bodyPr>
          <a:lstStyle>
            <a:defPPr>
              <a:defRPr lang="pt-BR"/>
            </a:defPPr>
            <a:lvl1pPr>
              <a:defRPr sz="1600"/>
            </a:lvl1pPr>
          </a:lstStyle>
          <a:p>
            <a:r>
              <a:rPr lang="pt-BR"/>
              <a:t>Applying the Equivalence Principle [4], </a:t>
            </a:r>
            <a:r>
              <a:rPr lang="en-US"/>
              <a:t>suppose that the constitutive parameters of the conducting cylinder are replaced by those of the medium outside the conductor.</a:t>
            </a:r>
          </a:p>
        </p:txBody>
      </p:sp>
      <p:sp>
        <p:nvSpPr>
          <p:cNvPr id="92" name="CaixaDeTexto 91">
            <a:extLst>
              <a:ext uri="{FF2B5EF4-FFF2-40B4-BE49-F238E27FC236}">
                <a16:creationId xmlns:a16="http://schemas.microsoft.com/office/drawing/2014/main" id="{389AD4BA-DE4A-1658-2487-F94C2EEF6666}"/>
              </a:ext>
            </a:extLst>
          </p:cNvPr>
          <p:cNvSpPr txBox="1"/>
          <p:nvPr/>
        </p:nvSpPr>
        <p:spPr>
          <a:xfrm>
            <a:off x="479425" y="544453"/>
            <a:ext cx="5616576" cy="400110"/>
          </a:xfrm>
          <a:prstGeom prst="rect">
            <a:avLst/>
          </a:prstGeom>
          <a:noFill/>
        </p:spPr>
        <p:txBody>
          <a:bodyPr wrap="square" rtlCol="0">
            <a:spAutoFit/>
          </a:bodyPr>
          <a:lstStyle/>
          <a:p>
            <a:r>
              <a:rPr lang="pt-BR" sz="2000">
                <a:ln w="0"/>
                <a:effectLst>
                  <a:outerShdw blurRad="38100" dist="19050" dir="2700000" algn="tl" rotWithShape="0">
                    <a:schemeClr val="dk1">
                      <a:alpha val="40000"/>
                    </a:schemeClr>
                  </a:outerShdw>
                </a:effectLst>
              </a:rPr>
              <a:t>Differential Surface Admittance Concept</a:t>
            </a:r>
          </a:p>
        </p:txBody>
      </p:sp>
      <p:sp>
        <p:nvSpPr>
          <p:cNvPr id="20" name="CaixaDeTexto 19">
            <a:extLst>
              <a:ext uri="{FF2B5EF4-FFF2-40B4-BE49-F238E27FC236}">
                <a16:creationId xmlns:a16="http://schemas.microsoft.com/office/drawing/2014/main" id="{5FE0C7CC-AE87-FA0E-B84D-749F9AD42BB8}"/>
              </a:ext>
            </a:extLst>
          </p:cNvPr>
          <p:cNvSpPr txBox="1"/>
          <p:nvPr/>
        </p:nvSpPr>
        <p:spPr>
          <a:xfrm>
            <a:off x="6102770" y="4185084"/>
            <a:ext cx="5148263" cy="338554"/>
          </a:xfrm>
          <a:prstGeom prst="rect">
            <a:avLst/>
          </a:prstGeom>
          <a:noFill/>
        </p:spPr>
        <p:txBody>
          <a:bodyPr wrap="square">
            <a:spAutoFit/>
          </a:bodyPr>
          <a:lstStyle>
            <a:defPPr>
              <a:defRPr lang="pt-BR"/>
            </a:defPPr>
            <a:lvl1pPr>
              <a:defRPr sz="1600"/>
            </a:lvl1pPr>
          </a:lstStyle>
          <a:p>
            <a:r>
              <a:rPr lang="pt-BR"/>
              <a:t>with</a:t>
            </a:r>
          </a:p>
        </p:txBody>
      </p:sp>
      <mc:AlternateContent xmlns:mc="http://schemas.openxmlformats.org/markup-compatibility/2006">
        <mc:Choice xmlns:a14="http://schemas.microsoft.com/office/drawing/2010/main" Requires="a14">
          <p:sp>
            <p:nvSpPr>
              <p:cNvPr id="21" name="CaixaDeTexto 20">
                <a:extLst>
                  <a:ext uri="{FF2B5EF4-FFF2-40B4-BE49-F238E27FC236}">
                    <a16:creationId xmlns:a16="http://schemas.microsoft.com/office/drawing/2014/main" id="{92A8F3F1-BF54-4A8F-5B07-7B0AB07EE379}"/>
                  </a:ext>
                </a:extLst>
              </p:cNvPr>
              <p:cNvSpPr txBox="1"/>
              <p:nvPr/>
            </p:nvSpPr>
            <p:spPr>
              <a:xfrm>
                <a:off x="6096000" y="4575123"/>
                <a:ext cx="5148263" cy="39049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pt-BR" sz="1600" b="0" i="1" smtClean="0">
                              <a:latin typeface="Cambria Math" panose="02040503050406030204" pitchFamily="18" charset="0"/>
                              <a:cs typeface="Arial" panose="020B0604020202020204" pitchFamily="34" charset="0"/>
                            </a:rPr>
                          </m:ctrlPr>
                        </m:sSubPr>
                        <m:e>
                          <m:r>
                            <a:rPr lang="pt-BR" sz="1600" b="0" i="1" smtClean="0">
                              <a:latin typeface="Cambria Math" panose="02040503050406030204" pitchFamily="18" charset="0"/>
                              <a:cs typeface="Arial" panose="020B0604020202020204" pitchFamily="34" charset="0"/>
                            </a:rPr>
                            <m:t>𝑘</m:t>
                          </m:r>
                        </m:e>
                        <m:sub>
                          <m:r>
                            <a:rPr lang="pt-BR" sz="1600" b="0" i="1" smtClean="0">
                              <a:latin typeface="Cambria Math" panose="02040503050406030204" pitchFamily="18" charset="0"/>
                              <a:cs typeface="Arial" panose="020B0604020202020204" pitchFamily="34" charset="0"/>
                            </a:rPr>
                            <m:t>0</m:t>
                          </m:r>
                        </m:sub>
                      </m:sSub>
                      <m:r>
                        <a:rPr lang="pt-BR" sz="1600" b="0" i="1" smtClean="0">
                          <a:latin typeface="Cambria Math" panose="02040503050406030204" pitchFamily="18" charset="0"/>
                          <a:cs typeface="Arial" panose="020B0604020202020204" pitchFamily="34" charset="0"/>
                        </a:rPr>
                        <m:t>=</m:t>
                      </m:r>
                      <m:rad>
                        <m:radPr>
                          <m:degHide m:val="on"/>
                          <m:ctrlPr>
                            <a:rPr lang="pt-BR" sz="1600" b="0" i="1" smtClean="0">
                              <a:latin typeface="Cambria Math" panose="02040503050406030204" pitchFamily="18" charset="0"/>
                              <a:cs typeface="Arial" panose="020B0604020202020204" pitchFamily="34" charset="0"/>
                            </a:rPr>
                          </m:ctrlPr>
                        </m:radPr>
                        <m:deg/>
                        <m:e>
                          <m:r>
                            <a:rPr lang="pt-BR" sz="1600" b="0" i="1" smtClean="0">
                              <a:latin typeface="Cambria Math" panose="02040503050406030204" pitchFamily="18" charset="0"/>
                              <a:cs typeface="Arial" panose="020B0604020202020204" pitchFamily="34" charset="0"/>
                            </a:rPr>
                            <m:t>𝜔</m:t>
                          </m:r>
                          <m:sSub>
                            <m:sSubPr>
                              <m:ctrlPr>
                                <a:rPr lang="pt-BR" sz="1600" b="0" i="1" smtClean="0">
                                  <a:latin typeface="Cambria Math" panose="02040503050406030204" pitchFamily="18" charset="0"/>
                                  <a:cs typeface="Arial" panose="020B0604020202020204" pitchFamily="34" charset="0"/>
                                </a:rPr>
                              </m:ctrlPr>
                            </m:sSubPr>
                            <m:e>
                              <m:r>
                                <a:rPr lang="pt-BR" sz="1600" b="0" i="1" smtClean="0">
                                  <a:latin typeface="Cambria Math" panose="02040503050406030204" pitchFamily="18" charset="0"/>
                                  <a:cs typeface="Arial" panose="020B0604020202020204" pitchFamily="34" charset="0"/>
                                </a:rPr>
                                <m:t>𝜇</m:t>
                              </m:r>
                            </m:e>
                            <m:sub>
                              <m:r>
                                <a:rPr lang="pt-BR" sz="1600" b="0" i="1" smtClean="0">
                                  <a:latin typeface="Cambria Math" panose="02040503050406030204" pitchFamily="18" charset="0"/>
                                  <a:cs typeface="Arial" panose="020B0604020202020204" pitchFamily="34" charset="0"/>
                                </a:rPr>
                                <m:t>0</m:t>
                              </m:r>
                            </m:sub>
                          </m:sSub>
                          <m:r>
                            <a:rPr lang="pt-BR" sz="1600" b="0" i="1" smtClean="0">
                              <a:latin typeface="Cambria Math" panose="02040503050406030204" pitchFamily="18" charset="0"/>
                              <a:cs typeface="Arial" panose="020B0604020202020204" pitchFamily="34" charset="0"/>
                            </a:rPr>
                            <m:t>(</m:t>
                          </m:r>
                          <m:r>
                            <a:rPr lang="pt-BR" sz="1600" b="0" i="1" smtClean="0">
                              <a:latin typeface="Cambria Math" panose="02040503050406030204" pitchFamily="18" charset="0"/>
                              <a:cs typeface="Arial" panose="020B0604020202020204" pitchFamily="34" charset="0"/>
                            </a:rPr>
                            <m:t>𝜔</m:t>
                          </m:r>
                          <m:sSub>
                            <m:sSubPr>
                              <m:ctrlPr>
                                <a:rPr lang="pt-BR" sz="1600" b="0" i="1" smtClean="0">
                                  <a:latin typeface="Cambria Math" panose="02040503050406030204" pitchFamily="18" charset="0"/>
                                  <a:cs typeface="Arial" panose="020B0604020202020204" pitchFamily="34" charset="0"/>
                                </a:rPr>
                              </m:ctrlPr>
                            </m:sSubPr>
                            <m:e>
                              <m:r>
                                <a:rPr lang="pt-BR" sz="1600" b="0" i="1" smtClean="0">
                                  <a:latin typeface="Cambria Math" panose="02040503050406030204" pitchFamily="18" charset="0"/>
                                  <a:cs typeface="Arial" panose="020B0604020202020204" pitchFamily="34" charset="0"/>
                                </a:rPr>
                                <m:t>𝜀</m:t>
                              </m:r>
                            </m:e>
                            <m:sub>
                              <m:r>
                                <a:rPr lang="pt-BR" sz="1600" b="0" i="1" smtClean="0">
                                  <a:latin typeface="Cambria Math" panose="02040503050406030204" pitchFamily="18" charset="0"/>
                                  <a:cs typeface="Arial" panose="020B0604020202020204" pitchFamily="34" charset="0"/>
                                </a:rPr>
                                <m:t>0</m:t>
                              </m:r>
                            </m:sub>
                          </m:sSub>
                          <m:r>
                            <a:rPr lang="pt-BR" sz="1600" b="0" i="1" smtClean="0">
                              <a:latin typeface="Cambria Math" panose="02040503050406030204" pitchFamily="18" charset="0"/>
                              <a:cs typeface="Arial" panose="020B0604020202020204" pitchFamily="34" charset="0"/>
                            </a:rPr>
                            <m:t>−</m:t>
                          </m:r>
                          <m:r>
                            <a:rPr lang="pt-BR" sz="1600" b="0" i="1" smtClean="0">
                              <a:latin typeface="Cambria Math" panose="02040503050406030204" pitchFamily="18" charset="0"/>
                              <a:cs typeface="Arial" panose="020B0604020202020204" pitchFamily="34" charset="0"/>
                            </a:rPr>
                            <m:t>𝑗</m:t>
                          </m:r>
                          <m:sSub>
                            <m:sSubPr>
                              <m:ctrlPr>
                                <a:rPr lang="pt-BR" sz="1600" b="0" i="1" smtClean="0">
                                  <a:latin typeface="Cambria Math" panose="02040503050406030204" pitchFamily="18" charset="0"/>
                                  <a:cs typeface="Arial" panose="020B0604020202020204" pitchFamily="34" charset="0"/>
                                </a:rPr>
                              </m:ctrlPr>
                            </m:sSubPr>
                            <m:e>
                              <m:r>
                                <a:rPr lang="pt-BR" sz="1600" b="0" i="1" smtClean="0">
                                  <a:latin typeface="Cambria Math" panose="02040503050406030204" pitchFamily="18" charset="0"/>
                                  <a:cs typeface="Arial" panose="020B0604020202020204" pitchFamily="34" charset="0"/>
                                </a:rPr>
                                <m:t>𝜎</m:t>
                              </m:r>
                            </m:e>
                            <m:sub>
                              <m:r>
                                <a:rPr lang="pt-BR" sz="1600" b="0" i="1" smtClean="0">
                                  <a:latin typeface="Cambria Math" panose="02040503050406030204" pitchFamily="18" charset="0"/>
                                  <a:cs typeface="Arial" panose="020B0604020202020204" pitchFamily="34" charset="0"/>
                                </a:rPr>
                                <m:t>0</m:t>
                              </m:r>
                            </m:sub>
                          </m:sSub>
                          <m:r>
                            <a:rPr lang="pt-BR" sz="1600" b="0" i="1" smtClean="0">
                              <a:latin typeface="Cambria Math" panose="02040503050406030204" pitchFamily="18" charset="0"/>
                              <a:cs typeface="Arial" panose="020B0604020202020204" pitchFamily="34" charset="0"/>
                            </a:rPr>
                            <m:t>)</m:t>
                          </m:r>
                        </m:e>
                      </m:rad>
                    </m:oMath>
                  </m:oMathPara>
                </a14:m>
                <a:endParaRPr lang="pt-BR" sz="1600">
                  <a:latin typeface="Arial" panose="020B0604020202020204" pitchFamily="34" charset="0"/>
                  <a:cs typeface="Arial" panose="020B0604020202020204" pitchFamily="34" charset="0"/>
                </a:endParaRPr>
              </a:p>
            </p:txBody>
          </p:sp>
        </mc:Choice>
        <mc:Fallback>
          <p:sp>
            <p:nvSpPr>
              <p:cNvPr id="21" name="CaixaDeTexto 20">
                <a:extLst>
                  <a:ext uri="{FF2B5EF4-FFF2-40B4-BE49-F238E27FC236}">
                    <a16:creationId xmlns:a16="http://schemas.microsoft.com/office/drawing/2014/main" id="{92A8F3F1-BF54-4A8F-5B07-7B0AB07EE379}"/>
                  </a:ext>
                </a:extLst>
              </p:cNvPr>
              <p:cNvSpPr txBox="1">
                <a:spLocks noRot="1" noChangeAspect="1" noMove="1" noResize="1" noEditPoints="1" noAdjustHandles="1" noChangeArrowheads="1" noChangeShapeType="1" noTextEdit="1"/>
              </p:cNvSpPr>
              <p:nvPr/>
            </p:nvSpPr>
            <p:spPr>
              <a:xfrm>
                <a:off x="6096000" y="4575123"/>
                <a:ext cx="5148263" cy="390492"/>
              </a:xfrm>
              <a:prstGeom prst="rect">
                <a:avLst/>
              </a:prstGeom>
              <a:blipFill>
                <a:blip r:embed="rId4"/>
                <a:stretch>
                  <a:fillRect b="-6250"/>
                </a:stretch>
              </a:blipFill>
            </p:spPr>
            <p:txBody>
              <a:bodyPr/>
              <a:lstStyle/>
              <a:p>
                <a:r>
                  <a:rPr lang="pt-BR">
                    <a:noFill/>
                  </a:rPr>
                  <a:t> </a:t>
                </a:r>
              </a:p>
            </p:txBody>
          </p:sp>
        </mc:Fallback>
      </mc:AlternateContent>
      <p:sp>
        <p:nvSpPr>
          <p:cNvPr id="22" name="CaixaDeTexto 21">
            <a:extLst>
              <a:ext uri="{FF2B5EF4-FFF2-40B4-BE49-F238E27FC236}">
                <a16:creationId xmlns:a16="http://schemas.microsoft.com/office/drawing/2014/main" id="{49077367-370F-EE24-E168-4960C19983BE}"/>
              </a:ext>
            </a:extLst>
          </p:cNvPr>
          <p:cNvSpPr txBox="1"/>
          <p:nvPr/>
        </p:nvSpPr>
        <p:spPr>
          <a:xfrm>
            <a:off x="730433" y="4799180"/>
            <a:ext cx="4555976" cy="307777"/>
          </a:xfrm>
          <a:prstGeom prst="rect">
            <a:avLst/>
          </a:prstGeom>
          <a:noFill/>
        </p:spPr>
        <p:txBody>
          <a:bodyPr wrap="square">
            <a:spAutoFit/>
          </a:bodyPr>
          <a:lstStyle/>
          <a:p>
            <a:r>
              <a:rPr lang="pt-BR" sz="1400" b="1">
                <a:latin typeface="Arial" panose="020B0604020202020204" pitchFamily="34" charset="0"/>
                <a:cs typeface="Arial" panose="020B0604020202020204" pitchFamily="34" charset="0"/>
              </a:rPr>
              <a:t>Equivalent Problem</a:t>
            </a:r>
          </a:p>
        </p:txBody>
      </p:sp>
      <mc:AlternateContent xmlns:mc="http://schemas.openxmlformats.org/markup-compatibility/2006">
        <mc:Choice xmlns:a14="http://schemas.microsoft.com/office/drawing/2010/main" Requires="a14">
          <p:sp>
            <p:nvSpPr>
              <p:cNvPr id="96" name="CaixaDeTexto 95">
                <a:extLst>
                  <a:ext uri="{FF2B5EF4-FFF2-40B4-BE49-F238E27FC236}">
                    <a16:creationId xmlns:a16="http://schemas.microsoft.com/office/drawing/2014/main" id="{CC52F910-04C1-D575-C91D-B1194B0B51FB}"/>
                  </a:ext>
                </a:extLst>
              </p:cNvPr>
              <p:cNvSpPr txBox="1"/>
              <p:nvPr/>
            </p:nvSpPr>
            <p:spPr>
              <a:xfrm>
                <a:off x="6096000" y="3727643"/>
                <a:ext cx="5148263" cy="34342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pt-BR" sz="1600" b="0" i="1" smtClean="0">
                              <a:latin typeface="Cambria Math" panose="02040503050406030204" pitchFamily="18" charset="0"/>
                              <a:cs typeface="Arial" panose="020B0604020202020204" pitchFamily="34" charset="0"/>
                            </a:rPr>
                          </m:ctrlPr>
                        </m:sSupPr>
                        <m:e>
                          <m:r>
                            <m:rPr>
                              <m:sty m:val="p"/>
                            </m:rPr>
                            <a:rPr lang="pt-BR" sz="1600" b="0" i="0" smtClean="0">
                              <a:latin typeface="Cambria Math" panose="02040503050406030204" pitchFamily="18" charset="0"/>
                              <a:cs typeface="Arial" panose="020B0604020202020204" pitchFamily="34" charset="0"/>
                            </a:rPr>
                            <m:t>∇</m:t>
                          </m:r>
                        </m:e>
                        <m:sup>
                          <m:r>
                            <a:rPr lang="pt-BR" sz="1600" b="0" i="1" smtClean="0">
                              <a:latin typeface="Cambria Math" panose="02040503050406030204" pitchFamily="18" charset="0"/>
                              <a:cs typeface="Arial" panose="020B0604020202020204" pitchFamily="34" charset="0"/>
                            </a:rPr>
                            <m:t>2</m:t>
                          </m:r>
                        </m:sup>
                      </m:sSup>
                      <m:sSub>
                        <m:sSubPr>
                          <m:ctrlPr>
                            <a:rPr lang="pt-BR" sz="1600" b="0" i="1" smtClean="0">
                              <a:latin typeface="Cambria Math" panose="02040503050406030204" pitchFamily="18" charset="0"/>
                              <a:cs typeface="Arial" panose="020B0604020202020204" pitchFamily="34" charset="0"/>
                            </a:rPr>
                          </m:ctrlPr>
                        </m:sSubPr>
                        <m:e>
                          <m:r>
                            <a:rPr lang="pt-BR" sz="1600" b="0" i="1" smtClean="0">
                              <a:latin typeface="Cambria Math" panose="02040503050406030204" pitchFamily="18" charset="0"/>
                              <a:cs typeface="Arial" panose="020B0604020202020204" pitchFamily="34" charset="0"/>
                            </a:rPr>
                            <m:t>𝐸</m:t>
                          </m:r>
                        </m:e>
                        <m:sub>
                          <m:r>
                            <a:rPr lang="pt-BR" sz="1600" b="0" i="1" smtClean="0">
                              <a:latin typeface="Cambria Math" panose="02040503050406030204" pitchFamily="18" charset="0"/>
                              <a:cs typeface="Arial" panose="020B0604020202020204" pitchFamily="34" charset="0"/>
                            </a:rPr>
                            <m:t>𝑧</m:t>
                          </m:r>
                          <m:r>
                            <a:rPr lang="pt-BR" sz="1600" b="0" i="1" smtClean="0">
                              <a:latin typeface="Cambria Math" panose="02040503050406030204" pitchFamily="18" charset="0"/>
                              <a:cs typeface="Arial" panose="020B0604020202020204" pitchFamily="34" charset="0"/>
                            </a:rPr>
                            <m:t>0</m:t>
                          </m:r>
                        </m:sub>
                      </m:sSub>
                      <m:r>
                        <a:rPr lang="pt-BR" sz="1600" b="0" i="1" smtClean="0">
                          <a:latin typeface="Cambria Math" panose="02040503050406030204" pitchFamily="18" charset="0"/>
                          <a:cs typeface="Arial" panose="020B0604020202020204" pitchFamily="34" charset="0"/>
                        </a:rPr>
                        <m:t>+</m:t>
                      </m:r>
                      <m:sSubSup>
                        <m:sSubSupPr>
                          <m:ctrlPr>
                            <a:rPr lang="pt-BR" sz="1600" b="0" i="1" smtClean="0">
                              <a:latin typeface="Cambria Math" panose="02040503050406030204" pitchFamily="18" charset="0"/>
                              <a:cs typeface="Arial" panose="020B0604020202020204" pitchFamily="34" charset="0"/>
                            </a:rPr>
                          </m:ctrlPr>
                        </m:sSubSupPr>
                        <m:e>
                          <m:r>
                            <a:rPr lang="pt-BR" sz="1600" b="0" i="1" smtClean="0">
                              <a:latin typeface="Cambria Math" panose="02040503050406030204" pitchFamily="18" charset="0"/>
                              <a:cs typeface="Arial" panose="020B0604020202020204" pitchFamily="34" charset="0"/>
                            </a:rPr>
                            <m:t>𝑘</m:t>
                          </m:r>
                        </m:e>
                        <m:sub>
                          <m:r>
                            <a:rPr lang="pt-BR" sz="1600" b="0" i="1" smtClean="0">
                              <a:latin typeface="Cambria Math" panose="02040503050406030204" pitchFamily="18" charset="0"/>
                              <a:cs typeface="Arial" panose="020B0604020202020204" pitchFamily="34" charset="0"/>
                            </a:rPr>
                            <m:t>0</m:t>
                          </m:r>
                        </m:sub>
                        <m:sup>
                          <m:r>
                            <a:rPr lang="pt-BR" sz="1600" b="0" i="1" smtClean="0">
                              <a:latin typeface="Cambria Math" panose="02040503050406030204" pitchFamily="18" charset="0"/>
                              <a:cs typeface="Arial" panose="020B0604020202020204" pitchFamily="34" charset="0"/>
                            </a:rPr>
                            <m:t>2</m:t>
                          </m:r>
                        </m:sup>
                      </m:sSubSup>
                      <m:sSub>
                        <m:sSubPr>
                          <m:ctrlPr>
                            <a:rPr lang="pt-BR" sz="1600" i="1">
                              <a:latin typeface="Cambria Math" panose="02040503050406030204" pitchFamily="18" charset="0"/>
                              <a:cs typeface="Arial" panose="020B0604020202020204" pitchFamily="34" charset="0"/>
                            </a:rPr>
                          </m:ctrlPr>
                        </m:sSubPr>
                        <m:e>
                          <m:r>
                            <a:rPr lang="pt-BR" sz="1600" i="1">
                              <a:latin typeface="Cambria Math" panose="02040503050406030204" pitchFamily="18" charset="0"/>
                              <a:cs typeface="Arial" panose="020B0604020202020204" pitchFamily="34" charset="0"/>
                            </a:rPr>
                            <m:t>𝐸</m:t>
                          </m:r>
                        </m:e>
                        <m:sub>
                          <m:r>
                            <a:rPr lang="pt-BR" sz="1600" i="1">
                              <a:latin typeface="Cambria Math" panose="02040503050406030204" pitchFamily="18" charset="0"/>
                              <a:cs typeface="Arial" panose="020B0604020202020204" pitchFamily="34" charset="0"/>
                            </a:rPr>
                            <m:t>𝑧</m:t>
                          </m:r>
                          <m:r>
                            <a:rPr lang="pt-BR" sz="1600" b="0" i="1" smtClean="0">
                              <a:latin typeface="Cambria Math" panose="02040503050406030204" pitchFamily="18" charset="0"/>
                              <a:cs typeface="Arial" panose="020B0604020202020204" pitchFamily="34" charset="0"/>
                            </a:rPr>
                            <m:t>0</m:t>
                          </m:r>
                        </m:sub>
                      </m:sSub>
                      <m:r>
                        <a:rPr lang="pt-BR" sz="1600" b="0" i="1" smtClean="0">
                          <a:latin typeface="Cambria Math" panose="02040503050406030204" pitchFamily="18" charset="0"/>
                          <a:cs typeface="Arial" panose="020B0604020202020204" pitchFamily="34" charset="0"/>
                        </a:rPr>
                        <m:t>=0 </m:t>
                      </m:r>
                    </m:oMath>
                  </m:oMathPara>
                </a14:m>
                <a:endParaRPr lang="pt-BR" sz="1600">
                  <a:latin typeface="Arial" panose="020B0604020202020204" pitchFamily="34" charset="0"/>
                  <a:cs typeface="Arial" panose="020B0604020202020204" pitchFamily="34" charset="0"/>
                </a:endParaRPr>
              </a:p>
            </p:txBody>
          </p:sp>
        </mc:Choice>
        <mc:Fallback>
          <p:sp>
            <p:nvSpPr>
              <p:cNvPr id="96" name="CaixaDeTexto 95">
                <a:extLst>
                  <a:ext uri="{FF2B5EF4-FFF2-40B4-BE49-F238E27FC236}">
                    <a16:creationId xmlns:a16="http://schemas.microsoft.com/office/drawing/2014/main" id="{CC52F910-04C1-D575-C91D-B1194B0B51FB}"/>
                  </a:ext>
                </a:extLst>
              </p:cNvPr>
              <p:cNvSpPr txBox="1">
                <a:spLocks noRot="1" noChangeAspect="1" noMove="1" noResize="1" noEditPoints="1" noAdjustHandles="1" noChangeArrowheads="1" noChangeShapeType="1" noTextEdit="1"/>
              </p:cNvSpPr>
              <p:nvPr/>
            </p:nvSpPr>
            <p:spPr>
              <a:xfrm>
                <a:off x="6096000" y="3727643"/>
                <a:ext cx="5148263" cy="343427"/>
              </a:xfrm>
              <a:prstGeom prst="rect">
                <a:avLst/>
              </a:prstGeom>
              <a:blipFill>
                <a:blip r:embed="rId5"/>
                <a:stretch>
                  <a:fillRect/>
                </a:stretch>
              </a:blipFill>
            </p:spPr>
            <p:txBody>
              <a:bodyPr/>
              <a:lstStyle/>
              <a:p>
                <a:r>
                  <a:rPr lang="pt-BR">
                    <a:noFill/>
                  </a:rPr>
                  <a:t> </a:t>
                </a:r>
              </a:p>
            </p:txBody>
          </p:sp>
        </mc:Fallback>
      </mc:AlternateContent>
      <mc:AlternateContent xmlns:mc="http://schemas.openxmlformats.org/markup-compatibility/2006">
        <mc:Choice xmlns:a14="http://schemas.microsoft.com/office/drawing/2010/main" Requires="a14">
          <p:sp>
            <p:nvSpPr>
              <p:cNvPr id="2" name="CaixaDeTexto 1">
                <a:extLst>
                  <a:ext uri="{FF2B5EF4-FFF2-40B4-BE49-F238E27FC236}">
                    <a16:creationId xmlns:a16="http://schemas.microsoft.com/office/drawing/2014/main" id="{815E988A-270E-5E07-7617-D60383B4ED3E}"/>
                  </a:ext>
                </a:extLst>
              </p:cNvPr>
              <p:cNvSpPr txBox="1"/>
              <p:nvPr/>
            </p:nvSpPr>
            <p:spPr>
              <a:xfrm>
                <a:off x="6095998" y="5352936"/>
                <a:ext cx="5148263" cy="5981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pt-BR" sz="1600" i="1" smtClean="0">
                              <a:latin typeface="Cambria Math" panose="02040503050406030204" pitchFamily="18" charset="0"/>
                              <a:cs typeface="Arial" panose="020B0604020202020204" pitchFamily="34" charset="0"/>
                            </a:rPr>
                          </m:ctrlPr>
                        </m:sSubPr>
                        <m:e>
                          <m:r>
                            <a:rPr lang="pt-BR" sz="1600" i="1" smtClean="0">
                              <a:latin typeface="Cambria Math" panose="02040503050406030204" pitchFamily="18" charset="0"/>
                              <a:cs typeface="Arial" panose="020B0604020202020204" pitchFamily="34" charset="0"/>
                            </a:rPr>
                            <m:t>𝐻</m:t>
                          </m:r>
                        </m:e>
                        <m:sub>
                          <m:r>
                            <a:rPr lang="pt-BR" sz="1600" i="1" smtClean="0">
                              <a:latin typeface="Cambria Math" panose="02040503050406030204" pitchFamily="18" charset="0"/>
                              <a:cs typeface="Arial" panose="020B0604020202020204" pitchFamily="34" charset="0"/>
                            </a:rPr>
                            <m:t>𝑡</m:t>
                          </m:r>
                          <m:r>
                            <a:rPr lang="pt-BR" sz="1600" b="0" i="1" smtClean="0">
                              <a:latin typeface="Cambria Math" panose="02040503050406030204" pitchFamily="18" charset="0"/>
                              <a:cs typeface="Arial" panose="020B0604020202020204" pitchFamily="34" charset="0"/>
                            </a:rPr>
                            <m:t>0</m:t>
                          </m:r>
                        </m:sub>
                      </m:sSub>
                      <m:r>
                        <a:rPr lang="pt-BR" sz="1600" b="0" i="1" smtClean="0">
                          <a:latin typeface="Cambria Math" panose="02040503050406030204" pitchFamily="18" charset="0"/>
                          <a:cs typeface="Arial" panose="020B0604020202020204" pitchFamily="34" charset="0"/>
                        </a:rPr>
                        <m:t>=</m:t>
                      </m:r>
                      <m:f>
                        <m:fPr>
                          <m:ctrlPr>
                            <a:rPr lang="pt-BR" sz="1600" b="0" i="1" smtClean="0">
                              <a:latin typeface="Cambria Math" panose="02040503050406030204" pitchFamily="18" charset="0"/>
                              <a:cs typeface="Arial" panose="020B0604020202020204" pitchFamily="34" charset="0"/>
                            </a:rPr>
                          </m:ctrlPr>
                        </m:fPr>
                        <m:num>
                          <m:r>
                            <a:rPr lang="pt-BR" sz="1600" b="0" i="1" smtClean="0">
                              <a:latin typeface="Cambria Math" panose="02040503050406030204" pitchFamily="18" charset="0"/>
                              <a:cs typeface="Arial" panose="020B0604020202020204" pitchFamily="34" charset="0"/>
                            </a:rPr>
                            <m:t>1</m:t>
                          </m:r>
                        </m:num>
                        <m:den>
                          <m:r>
                            <a:rPr lang="pt-BR" sz="1600" b="0" i="1" smtClean="0">
                              <a:latin typeface="Cambria Math" panose="02040503050406030204" pitchFamily="18" charset="0"/>
                              <a:cs typeface="Arial" panose="020B0604020202020204" pitchFamily="34" charset="0"/>
                            </a:rPr>
                            <m:t>𝑗</m:t>
                          </m:r>
                          <m:r>
                            <a:rPr lang="pt-BR" sz="1600" b="0" i="1" smtClean="0">
                              <a:latin typeface="Cambria Math" panose="02040503050406030204" pitchFamily="18" charset="0"/>
                              <a:cs typeface="Arial" panose="020B0604020202020204" pitchFamily="34" charset="0"/>
                            </a:rPr>
                            <m:t>𝜔</m:t>
                          </m:r>
                          <m:sSub>
                            <m:sSubPr>
                              <m:ctrlPr>
                                <a:rPr lang="pt-BR" sz="1600" b="0" i="1" smtClean="0">
                                  <a:latin typeface="Cambria Math" panose="02040503050406030204" pitchFamily="18" charset="0"/>
                                  <a:cs typeface="Arial" panose="020B0604020202020204" pitchFamily="34" charset="0"/>
                                </a:rPr>
                              </m:ctrlPr>
                            </m:sSubPr>
                            <m:e>
                              <m:r>
                                <a:rPr lang="pt-BR" sz="1600" b="0" i="1" smtClean="0">
                                  <a:latin typeface="Cambria Math" panose="02040503050406030204" pitchFamily="18" charset="0"/>
                                  <a:cs typeface="Arial" panose="020B0604020202020204" pitchFamily="34" charset="0"/>
                                </a:rPr>
                                <m:t>𝜇</m:t>
                              </m:r>
                            </m:e>
                            <m:sub>
                              <m:r>
                                <a:rPr lang="pt-BR" sz="1600" b="0" i="1" smtClean="0">
                                  <a:latin typeface="Cambria Math" panose="02040503050406030204" pitchFamily="18" charset="0"/>
                                  <a:cs typeface="Arial" panose="020B0604020202020204" pitchFamily="34" charset="0"/>
                                </a:rPr>
                                <m:t>0</m:t>
                              </m:r>
                            </m:sub>
                          </m:sSub>
                        </m:den>
                      </m:f>
                      <m:sSub>
                        <m:sSubPr>
                          <m:ctrlPr>
                            <a:rPr lang="pt-BR" sz="1600" b="0" i="1" smtClean="0">
                              <a:latin typeface="Cambria Math" panose="02040503050406030204" pitchFamily="18" charset="0"/>
                              <a:ea typeface="Cambria Math" panose="02040503050406030204" pitchFamily="18" charset="0"/>
                              <a:cs typeface="Arial" panose="020B0604020202020204" pitchFamily="34" charset="0"/>
                            </a:rPr>
                          </m:ctrlPr>
                        </m:sSubPr>
                        <m:e>
                          <m:r>
                            <a:rPr lang="pt-BR" sz="1600" i="1">
                              <a:latin typeface="Cambria Math" panose="02040503050406030204" pitchFamily="18" charset="0"/>
                              <a:ea typeface="Cambria Math" panose="02040503050406030204" pitchFamily="18" charset="0"/>
                              <a:cs typeface="Arial" panose="020B0604020202020204" pitchFamily="34" charset="0"/>
                            </a:rPr>
                            <m:t>𝜕</m:t>
                          </m:r>
                        </m:e>
                        <m:sub>
                          <m:r>
                            <a:rPr lang="pt-BR" sz="1600" b="0" i="1" smtClean="0">
                              <a:latin typeface="Cambria Math" panose="02040503050406030204" pitchFamily="18" charset="0"/>
                              <a:ea typeface="Cambria Math" panose="02040503050406030204" pitchFamily="18" charset="0"/>
                              <a:cs typeface="Arial" panose="020B0604020202020204" pitchFamily="34" charset="0"/>
                            </a:rPr>
                            <m:t>𝑛</m:t>
                          </m:r>
                        </m:sub>
                      </m:sSub>
                      <m:sSub>
                        <m:sSubPr>
                          <m:ctrlPr>
                            <a:rPr lang="pt-BR" sz="1600" b="0" i="1" smtClean="0">
                              <a:latin typeface="Cambria Math" panose="02040503050406030204" pitchFamily="18" charset="0"/>
                              <a:ea typeface="Cambria Math" panose="02040503050406030204" pitchFamily="18" charset="0"/>
                              <a:cs typeface="Arial" panose="020B0604020202020204" pitchFamily="34" charset="0"/>
                            </a:rPr>
                          </m:ctrlPr>
                        </m:sSubPr>
                        <m:e>
                          <m:r>
                            <a:rPr lang="pt-BR" sz="1600" b="0" i="1" smtClean="0">
                              <a:latin typeface="Cambria Math" panose="02040503050406030204" pitchFamily="18" charset="0"/>
                              <a:ea typeface="Cambria Math" panose="02040503050406030204" pitchFamily="18" charset="0"/>
                              <a:cs typeface="Arial" panose="020B0604020202020204" pitchFamily="34" charset="0"/>
                            </a:rPr>
                            <m:t>𝐸</m:t>
                          </m:r>
                        </m:e>
                        <m:sub>
                          <m:r>
                            <a:rPr lang="pt-BR" sz="1600" b="0" i="1" smtClean="0">
                              <a:latin typeface="Cambria Math" panose="02040503050406030204" pitchFamily="18" charset="0"/>
                              <a:ea typeface="Cambria Math" panose="02040503050406030204" pitchFamily="18" charset="0"/>
                              <a:cs typeface="Arial" panose="020B0604020202020204" pitchFamily="34" charset="0"/>
                            </a:rPr>
                            <m:t>𝑧</m:t>
                          </m:r>
                          <m:r>
                            <a:rPr lang="pt-BR" sz="1600" b="0" i="1" smtClean="0">
                              <a:latin typeface="Cambria Math" panose="02040503050406030204" pitchFamily="18" charset="0"/>
                              <a:ea typeface="Cambria Math" panose="02040503050406030204" pitchFamily="18" charset="0"/>
                              <a:cs typeface="Arial" panose="020B0604020202020204" pitchFamily="34" charset="0"/>
                            </a:rPr>
                            <m:t>0</m:t>
                          </m:r>
                        </m:sub>
                      </m:sSub>
                      <m:r>
                        <a:rPr lang="pt-BR" sz="1600" b="0" i="1" smtClean="0">
                          <a:latin typeface="Cambria Math" panose="02040503050406030204" pitchFamily="18" charset="0"/>
                          <a:cs typeface="Arial" panose="020B0604020202020204" pitchFamily="34" charset="0"/>
                        </a:rPr>
                        <m:t> </m:t>
                      </m:r>
                    </m:oMath>
                  </m:oMathPara>
                </a14:m>
                <a:endParaRPr lang="pt-BR" sz="1600">
                  <a:latin typeface="Arial" panose="020B0604020202020204" pitchFamily="34" charset="0"/>
                  <a:cs typeface="Arial" panose="020B0604020202020204" pitchFamily="34" charset="0"/>
                </a:endParaRPr>
              </a:p>
            </p:txBody>
          </p:sp>
        </mc:Choice>
        <mc:Fallback>
          <p:sp>
            <p:nvSpPr>
              <p:cNvPr id="2" name="CaixaDeTexto 1">
                <a:extLst>
                  <a:ext uri="{FF2B5EF4-FFF2-40B4-BE49-F238E27FC236}">
                    <a16:creationId xmlns:a16="http://schemas.microsoft.com/office/drawing/2014/main" id="{815E988A-270E-5E07-7617-D60383B4ED3E}"/>
                  </a:ext>
                </a:extLst>
              </p:cNvPr>
              <p:cNvSpPr txBox="1">
                <a:spLocks noRot="1" noChangeAspect="1" noMove="1" noResize="1" noEditPoints="1" noAdjustHandles="1" noChangeArrowheads="1" noChangeShapeType="1" noTextEdit="1"/>
              </p:cNvSpPr>
              <p:nvPr/>
            </p:nvSpPr>
            <p:spPr>
              <a:xfrm>
                <a:off x="6095998" y="5352936"/>
                <a:ext cx="5148263" cy="598177"/>
              </a:xfrm>
              <a:prstGeom prst="rect">
                <a:avLst/>
              </a:prstGeom>
              <a:blipFill>
                <a:blip r:embed="rId6"/>
                <a:stretch>
                  <a:fillRect/>
                </a:stretch>
              </a:blipFill>
            </p:spPr>
            <p:txBody>
              <a:bodyPr/>
              <a:lstStyle/>
              <a:p>
                <a:r>
                  <a:rPr lang="pt-BR">
                    <a:noFill/>
                  </a:rPr>
                  <a:t> </a:t>
                </a:r>
              </a:p>
            </p:txBody>
          </p:sp>
        </mc:Fallback>
      </mc:AlternateContent>
      <mc:AlternateContent xmlns:mc="http://schemas.openxmlformats.org/markup-compatibility/2006">
        <mc:Choice xmlns:a14="http://schemas.microsoft.com/office/drawing/2010/main" Requires="a14">
          <p:sp>
            <p:nvSpPr>
              <p:cNvPr id="5" name="CaixaDeTexto 4">
                <a:extLst>
                  <a:ext uri="{FF2B5EF4-FFF2-40B4-BE49-F238E27FC236}">
                    <a16:creationId xmlns:a16="http://schemas.microsoft.com/office/drawing/2014/main" id="{FD6226B4-0EB5-1A39-928D-A27FA61F690F}"/>
                  </a:ext>
                </a:extLst>
              </p:cNvPr>
              <p:cNvSpPr txBox="1"/>
              <p:nvPr/>
            </p:nvSpPr>
            <p:spPr>
              <a:xfrm>
                <a:off x="6111219" y="2865328"/>
                <a:ext cx="5206070" cy="584775"/>
              </a:xfrm>
              <a:prstGeom prst="rect">
                <a:avLst/>
              </a:prstGeom>
              <a:noFill/>
            </p:spPr>
            <p:txBody>
              <a:bodyPr wrap="square">
                <a:spAutoFit/>
              </a:bodyPr>
              <a:lstStyle>
                <a:defPPr>
                  <a:defRPr lang="pt-BR"/>
                </a:defPPr>
                <a:lvl1pPr>
                  <a:defRPr sz="1600"/>
                </a:lvl1pPr>
              </a:lstStyle>
              <a:p>
                <a:r>
                  <a:rPr lang="en-US"/>
                  <a:t>The corresponding fictitious electric field in </a:t>
                </a:r>
                <a14:m>
                  <m:oMath xmlns:m="http://schemas.openxmlformats.org/officeDocument/2006/math">
                    <m:r>
                      <a:rPr lang="en-US"/>
                      <m:t>𝑆</m:t>
                    </m:r>
                  </m:oMath>
                </a14:m>
                <a:r>
                  <a:rPr lang="en-US"/>
                  <a:t>, </a:t>
                </a:r>
                <a14:m>
                  <m:oMath xmlns:m="http://schemas.openxmlformats.org/officeDocument/2006/math">
                    <m:sSub>
                      <m:sSubPr>
                        <m:ctrlPr>
                          <a:rPr lang="en-US"/>
                        </m:ctrlPr>
                      </m:sSubPr>
                      <m:e>
                        <m:r>
                          <a:rPr lang="en-US"/>
                          <m:t>𝐸</m:t>
                        </m:r>
                      </m:e>
                      <m:sub>
                        <m:r>
                          <a:rPr lang="en-US"/>
                          <m:t>𝑧</m:t>
                        </m:r>
                        <m:r>
                          <a:rPr lang="pt-BR"/>
                          <m:t>0</m:t>
                        </m:r>
                      </m:sub>
                    </m:sSub>
                  </m:oMath>
                </a14:m>
                <a:r>
                  <a:rPr lang="en-US"/>
                  <a:t>, now satisfies</a:t>
                </a:r>
                <a:endParaRPr lang="pt-BR"/>
              </a:p>
            </p:txBody>
          </p:sp>
        </mc:Choice>
        <mc:Fallback>
          <p:sp>
            <p:nvSpPr>
              <p:cNvPr id="5" name="CaixaDeTexto 4">
                <a:extLst>
                  <a:ext uri="{FF2B5EF4-FFF2-40B4-BE49-F238E27FC236}">
                    <a16:creationId xmlns:a16="http://schemas.microsoft.com/office/drawing/2014/main" id="{FD6226B4-0EB5-1A39-928D-A27FA61F690F}"/>
                  </a:ext>
                </a:extLst>
              </p:cNvPr>
              <p:cNvSpPr txBox="1">
                <a:spLocks noRot="1" noChangeAspect="1" noMove="1" noResize="1" noEditPoints="1" noAdjustHandles="1" noChangeArrowheads="1" noChangeShapeType="1" noTextEdit="1"/>
              </p:cNvSpPr>
              <p:nvPr/>
            </p:nvSpPr>
            <p:spPr>
              <a:xfrm>
                <a:off x="6111219" y="2865328"/>
                <a:ext cx="5206070" cy="584775"/>
              </a:xfrm>
              <a:prstGeom prst="rect">
                <a:avLst/>
              </a:prstGeom>
              <a:blipFill>
                <a:blip r:embed="rId7"/>
                <a:stretch>
                  <a:fillRect l="-585" t="-3125" b="-12500"/>
                </a:stretch>
              </a:blipFill>
            </p:spPr>
            <p:txBody>
              <a:bodyPr/>
              <a:lstStyle/>
              <a:p>
                <a:r>
                  <a:rPr lang="pt-BR">
                    <a:noFill/>
                  </a:rPr>
                  <a:t> </a:t>
                </a:r>
              </a:p>
            </p:txBody>
          </p:sp>
        </mc:Fallback>
      </mc:AlternateContent>
      <p:grpSp>
        <p:nvGrpSpPr>
          <p:cNvPr id="18" name="Agrupar 17">
            <a:extLst>
              <a:ext uri="{FF2B5EF4-FFF2-40B4-BE49-F238E27FC236}">
                <a16:creationId xmlns:a16="http://schemas.microsoft.com/office/drawing/2014/main" id="{2F90EAD1-E84D-A122-BC44-3B02D8E58B24}"/>
              </a:ext>
            </a:extLst>
          </p:cNvPr>
          <p:cNvGrpSpPr/>
          <p:nvPr/>
        </p:nvGrpSpPr>
        <p:grpSpPr>
          <a:xfrm>
            <a:off x="767408" y="2182673"/>
            <a:ext cx="4572508" cy="2464697"/>
            <a:chOff x="767408" y="2182673"/>
            <a:chExt cx="4572508" cy="2464697"/>
          </a:xfrm>
        </p:grpSpPr>
        <p:grpSp>
          <p:nvGrpSpPr>
            <p:cNvPr id="30" name="Agrupar 29">
              <a:extLst>
                <a:ext uri="{FF2B5EF4-FFF2-40B4-BE49-F238E27FC236}">
                  <a16:creationId xmlns:a16="http://schemas.microsoft.com/office/drawing/2014/main" id="{168DDC4B-E085-D055-3A01-2A75AEF0F540}"/>
                </a:ext>
              </a:extLst>
            </p:cNvPr>
            <p:cNvGrpSpPr/>
            <p:nvPr/>
          </p:nvGrpSpPr>
          <p:grpSpPr>
            <a:xfrm>
              <a:off x="767408" y="2182673"/>
              <a:ext cx="4572508" cy="2464697"/>
              <a:chOff x="686148" y="2141393"/>
              <a:chExt cx="4572508" cy="2464697"/>
            </a:xfrm>
          </p:grpSpPr>
          <p:sp>
            <p:nvSpPr>
              <p:cNvPr id="87" name="Retângulo 86">
                <a:extLst>
                  <a:ext uri="{FF2B5EF4-FFF2-40B4-BE49-F238E27FC236}">
                    <a16:creationId xmlns:a16="http://schemas.microsoft.com/office/drawing/2014/main" id="{982DA735-B387-C331-E003-2664E37E8623}"/>
                  </a:ext>
                </a:extLst>
              </p:cNvPr>
              <p:cNvSpPr/>
              <p:nvPr/>
            </p:nvSpPr>
            <p:spPr>
              <a:xfrm>
                <a:off x="686656" y="2185778"/>
                <a:ext cx="4572000" cy="2420312"/>
              </a:xfrm>
              <a:prstGeom prst="rect">
                <a:avLst/>
              </a:prstGeom>
              <a:solidFill>
                <a:schemeClr val="tx2">
                  <a:lumMod val="10000"/>
                  <a:lumOff val="90000"/>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88" name="CaixaDeTexto 87">
                    <a:extLst>
                      <a:ext uri="{FF2B5EF4-FFF2-40B4-BE49-F238E27FC236}">
                        <a16:creationId xmlns:a16="http://schemas.microsoft.com/office/drawing/2014/main" id="{51FC77E0-937E-EA60-698E-B52BB93B2CFA}"/>
                      </a:ext>
                    </a:extLst>
                  </p:cNvPr>
                  <p:cNvSpPr txBox="1"/>
                  <p:nvPr/>
                </p:nvSpPr>
                <p:spPr>
                  <a:xfrm>
                    <a:off x="3658456" y="2141393"/>
                    <a:ext cx="1073563"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i="1" smtClean="0">
                                  <a:latin typeface="Cambria Math" panose="02040503050406030204" pitchFamily="18" charset="0"/>
                                </a:rPr>
                              </m:ctrlPr>
                            </m:sSubPr>
                            <m:e>
                              <m:r>
                                <a:rPr lang="pt-BR" b="0" i="1" smtClean="0">
                                  <a:latin typeface="Cambria Math" panose="02040503050406030204" pitchFamily="18" charset="0"/>
                                </a:rPr>
                                <m:t>𝜀</m:t>
                              </m:r>
                            </m:e>
                            <m:sub>
                              <m:r>
                                <a:rPr lang="pt-BR" b="0" i="1" smtClean="0">
                                  <a:latin typeface="Cambria Math" panose="02040503050406030204" pitchFamily="18" charset="0"/>
                                </a:rPr>
                                <m:t>0</m:t>
                              </m:r>
                            </m:sub>
                          </m:sSub>
                          <m:r>
                            <a:rPr lang="pt-BR" b="0" i="1" smtClean="0">
                              <a:latin typeface="Cambria Math" panose="02040503050406030204" pitchFamily="18" charset="0"/>
                            </a:rPr>
                            <m:t>,</m:t>
                          </m:r>
                          <m:sSub>
                            <m:sSubPr>
                              <m:ctrlPr>
                                <a:rPr lang="pt-BR" i="1" smtClean="0">
                                  <a:latin typeface="Cambria Math" panose="02040503050406030204" pitchFamily="18" charset="0"/>
                                </a:rPr>
                              </m:ctrlPr>
                            </m:sSubPr>
                            <m:e>
                              <m:r>
                                <a:rPr lang="pt-BR" b="0" i="1" smtClean="0">
                                  <a:latin typeface="Cambria Math" panose="02040503050406030204" pitchFamily="18" charset="0"/>
                                </a:rPr>
                                <m:t>𝜇</m:t>
                              </m:r>
                            </m:e>
                            <m:sub>
                              <m:r>
                                <a:rPr lang="pt-BR" b="0" i="1" smtClean="0">
                                  <a:latin typeface="Cambria Math" panose="02040503050406030204" pitchFamily="18" charset="0"/>
                                </a:rPr>
                                <m:t>0</m:t>
                              </m:r>
                            </m:sub>
                          </m:sSub>
                          <m:r>
                            <a:rPr lang="pt-BR" b="0" i="1" smtClean="0">
                              <a:latin typeface="Cambria Math" panose="02040503050406030204" pitchFamily="18" charset="0"/>
                            </a:rPr>
                            <m:t>, </m:t>
                          </m:r>
                          <m:sSub>
                            <m:sSubPr>
                              <m:ctrlPr>
                                <a:rPr lang="pt-BR" b="0" i="1" smtClean="0">
                                  <a:latin typeface="Cambria Math" panose="02040503050406030204" pitchFamily="18" charset="0"/>
                                </a:rPr>
                              </m:ctrlPr>
                            </m:sSubPr>
                            <m:e>
                              <m:r>
                                <a:rPr lang="pt-BR" b="0" i="1" smtClean="0">
                                  <a:latin typeface="Cambria Math" panose="02040503050406030204" pitchFamily="18" charset="0"/>
                                </a:rPr>
                                <m:t>𝜎</m:t>
                              </m:r>
                            </m:e>
                            <m:sub>
                              <m:r>
                                <a:rPr lang="pt-BR" b="0" i="1" smtClean="0">
                                  <a:latin typeface="Cambria Math" panose="02040503050406030204" pitchFamily="18" charset="0"/>
                                </a:rPr>
                                <m:t>0</m:t>
                              </m:r>
                            </m:sub>
                          </m:sSub>
                        </m:oMath>
                      </m:oMathPara>
                    </a14:m>
                    <a:endParaRPr lang="pt-BR"/>
                  </a:p>
                </p:txBody>
              </p:sp>
            </mc:Choice>
            <mc:Fallback xmlns="">
              <p:sp>
                <p:nvSpPr>
                  <p:cNvPr id="88" name="CaixaDeTexto 87">
                    <a:extLst>
                      <a:ext uri="{FF2B5EF4-FFF2-40B4-BE49-F238E27FC236}">
                        <a16:creationId xmlns:a16="http://schemas.microsoft.com/office/drawing/2014/main" id="{51FC77E0-937E-EA60-698E-B52BB93B2CFA}"/>
                      </a:ext>
                    </a:extLst>
                  </p:cNvPr>
                  <p:cNvSpPr txBox="1">
                    <a:spLocks noRot="1" noChangeAspect="1" noMove="1" noResize="1" noEditPoints="1" noAdjustHandles="1" noChangeArrowheads="1" noChangeShapeType="1" noTextEdit="1"/>
                  </p:cNvSpPr>
                  <p:nvPr/>
                </p:nvSpPr>
                <p:spPr>
                  <a:xfrm>
                    <a:off x="3658456" y="2141393"/>
                    <a:ext cx="1073563" cy="369332"/>
                  </a:xfrm>
                  <a:prstGeom prst="rect">
                    <a:avLst/>
                  </a:prstGeom>
                  <a:blipFill>
                    <a:blip r:embed="rId8"/>
                    <a:stretch>
                      <a:fillRect b="-3279"/>
                    </a:stretch>
                  </a:blipFill>
                </p:spPr>
                <p:txBody>
                  <a:bodyPr/>
                  <a:lstStyle/>
                  <a:p>
                    <a:r>
                      <a:rPr lang="pt-BR">
                        <a:noFill/>
                      </a:rPr>
                      <a:t> </a:t>
                    </a:r>
                  </a:p>
                </p:txBody>
              </p:sp>
            </mc:Fallback>
          </mc:AlternateContent>
          <p:cxnSp>
            <p:nvCxnSpPr>
              <p:cNvPr id="89" name="Conector reto 88">
                <a:extLst>
                  <a:ext uri="{FF2B5EF4-FFF2-40B4-BE49-F238E27FC236}">
                    <a16:creationId xmlns:a16="http://schemas.microsoft.com/office/drawing/2014/main" id="{29BACBC2-A9C9-49A1-3EBE-A6BB117842D8}"/>
                  </a:ext>
                </a:extLst>
              </p:cNvPr>
              <p:cNvCxnSpPr/>
              <p:nvPr/>
            </p:nvCxnSpPr>
            <p:spPr>
              <a:xfrm>
                <a:off x="686148" y="2177459"/>
                <a:ext cx="4572508" cy="0"/>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90" name="Conector reto 89">
                <a:extLst>
                  <a:ext uri="{FF2B5EF4-FFF2-40B4-BE49-F238E27FC236}">
                    <a16:creationId xmlns:a16="http://schemas.microsoft.com/office/drawing/2014/main" id="{AEA365C5-49B6-5F94-4BC5-985FD89AC779}"/>
                  </a:ext>
                </a:extLst>
              </p:cNvPr>
              <p:cNvCxnSpPr/>
              <p:nvPr/>
            </p:nvCxnSpPr>
            <p:spPr>
              <a:xfrm>
                <a:off x="686148" y="4606090"/>
                <a:ext cx="4572508" cy="0"/>
              </a:xfrm>
              <a:prstGeom prst="line">
                <a:avLst/>
              </a:prstGeom>
              <a:ln w="38100"/>
            </p:spPr>
            <p:style>
              <a:lnRef idx="2">
                <a:schemeClr val="accent1"/>
              </a:lnRef>
              <a:fillRef idx="0">
                <a:schemeClr val="accent1"/>
              </a:fillRef>
              <a:effectRef idx="1">
                <a:schemeClr val="accent1"/>
              </a:effectRef>
              <a:fontRef idx="minor">
                <a:schemeClr val="tx1"/>
              </a:fontRef>
            </p:style>
          </p:cxnSp>
          <p:sp>
            <p:nvSpPr>
              <p:cNvPr id="91" name="Elipse 90">
                <a:extLst>
                  <a:ext uri="{FF2B5EF4-FFF2-40B4-BE49-F238E27FC236}">
                    <a16:creationId xmlns:a16="http://schemas.microsoft.com/office/drawing/2014/main" id="{622B22B7-F3C5-6196-532E-A40CD1212AB8}"/>
                  </a:ext>
                </a:extLst>
              </p:cNvPr>
              <p:cNvSpPr/>
              <p:nvPr/>
            </p:nvSpPr>
            <p:spPr>
              <a:xfrm>
                <a:off x="1379208" y="2816424"/>
                <a:ext cx="3231175" cy="1152128"/>
              </a:xfrm>
              <a:prstGeom prst="ellipse">
                <a:avLst/>
              </a:prstGeom>
              <a:noFill/>
              <a:ln>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93" name="CaixaDeTexto 92">
                    <a:extLst>
                      <a:ext uri="{FF2B5EF4-FFF2-40B4-BE49-F238E27FC236}">
                        <a16:creationId xmlns:a16="http://schemas.microsoft.com/office/drawing/2014/main" id="{6F28AD4E-55BD-E158-83DC-CB47A80C2B1E}"/>
                      </a:ext>
                    </a:extLst>
                  </p:cNvPr>
                  <p:cNvSpPr txBox="1"/>
                  <p:nvPr/>
                </p:nvSpPr>
                <p:spPr>
                  <a:xfrm>
                    <a:off x="4023106" y="2644828"/>
                    <a:ext cx="34426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pt-BR" i="1" smtClean="0">
                              <a:latin typeface="Cambria Math" panose="02040503050406030204" pitchFamily="18" charset="0"/>
                            </a:rPr>
                            <m:t>𝑐</m:t>
                          </m:r>
                        </m:oMath>
                      </m:oMathPara>
                    </a14:m>
                    <a:endParaRPr lang="pt-BR"/>
                  </a:p>
                </p:txBody>
              </p:sp>
            </mc:Choice>
            <mc:Fallback xmlns="">
              <p:sp>
                <p:nvSpPr>
                  <p:cNvPr id="93" name="CaixaDeTexto 92">
                    <a:extLst>
                      <a:ext uri="{FF2B5EF4-FFF2-40B4-BE49-F238E27FC236}">
                        <a16:creationId xmlns:a16="http://schemas.microsoft.com/office/drawing/2014/main" id="{6F28AD4E-55BD-E158-83DC-CB47A80C2B1E}"/>
                      </a:ext>
                    </a:extLst>
                  </p:cNvPr>
                  <p:cNvSpPr txBox="1">
                    <a:spLocks noRot="1" noChangeAspect="1" noMove="1" noResize="1" noEditPoints="1" noAdjustHandles="1" noChangeArrowheads="1" noChangeShapeType="1" noTextEdit="1"/>
                  </p:cNvSpPr>
                  <p:nvPr/>
                </p:nvSpPr>
                <p:spPr>
                  <a:xfrm>
                    <a:off x="4023106" y="2644828"/>
                    <a:ext cx="344261" cy="369332"/>
                  </a:xfrm>
                  <a:prstGeom prst="rect">
                    <a:avLst/>
                  </a:prstGeom>
                  <a:blipFill>
                    <a:blip r:embed="rId9"/>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95" name="CaixaDeTexto 94">
                    <a:extLst>
                      <a:ext uri="{FF2B5EF4-FFF2-40B4-BE49-F238E27FC236}">
                        <a16:creationId xmlns:a16="http://schemas.microsoft.com/office/drawing/2014/main" id="{6CE38F45-C2C2-452C-A6E5-873FFFE19492}"/>
                      </a:ext>
                    </a:extLst>
                  </p:cNvPr>
                  <p:cNvSpPr txBox="1"/>
                  <p:nvPr/>
                </p:nvSpPr>
                <p:spPr>
                  <a:xfrm>
                    <a:off x="3999574" y="3378771"/>
                    <a:ext cx="357469"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pt-BR" b="0" i="1" smtClean="0">
                              <a:latin typeface="Cambria Math" panose="02040503050406030204" pitchFamily="18" charset="0"/>
                            </a:rPr>
                            <m:t>𝑆</m:t>
                          </m:r>
                        </m:oMath>
                      </m:oMathPara>
                    </a14:m>
                    <a:endParaRPr lang="pt-BR"/>
                  </a:p>
                </p:txBody>
              </p:sp>
            </mc:Choice>
            <mc:Fallback xmlns="">
              <p:sp>
                <p:nvSpPr>
                  <p:cNvPr id="95" name="CaixaDeTexto 94">
                    <a:extLst>
                      <a:ext uri="{FF2B5EF4-FFF2-40B4-BE49-F238E27FC236}">
                        <a16:creationId xmlns:a16="http://schemas.microsoft.com/office/drawing/2014/main" id="{6CE38F45-C2C2-452C-A6E5-873FFFE19492}"/>
                      </a:ext>
                    </a:extLst>
                  </p:cNvPr>
                  <p:cNvSpPr txBox="1">
                    <a:spLocks noRot="1" noChangeAspect="1" noMove="1" noResize="1" noEditPoints="1" noAdjustHandles="1" noChangeArrowheads="1" noChangeShapeType="1" noTextEdit="1"/>
                  </p:cNvSpPr>
                  <p:nvPr/>
                </p:nvSpPr>
                <p:spPr>
                  <a:xfrm>
                    <a:off x="3999574" y="3378771"/>
                    <a:ext cx="357469" cy="369332"/>
                  </a:xfrm>
                  <a:prstGeom prst="rect">
                    <a:avLst/>
                  </a:prstGeom>
                  <a:blipFill>
                    <a:blip r:embed="rId10"/>
                    <a:stretch>
                      <a:fillRect/>
                    </a:stretch>
                  </a:blipFill>
                </p:spPr>
                <p:txBody>
                  <a:bodyPr/>
                  <a:lstStyle/>
                  <a:p>
                    <a:r>
                      <a:rPr lang="pt-BR">
                        <a:noFill/>
                      </a:rPr>
                      <a:t> </a:t>
                    </a:r>
                  </a:p>
                </p:txBody>
              </p:sp>
            </mc:Fallback>
          </mc:AlternateContent>
          <mc:AlternateContent xmlns:mc="http://schemas.openxmlformats.org/markup-compatibility/2006">
            <mc:Choice xmlns:a14="http://schemas.microsoft.com/office/drawing/2010/main" Requires="a14">
              <p:sp>
                <p:nvSpPr>
                  <p:cNvPr id="97" name="CaixaDeTexto 96">
                    <a:extLst>
                      <a:ext uri="{FF2B5EF4-FFF2-40B4-BE49-F238E27FC236}">
                        <a16:creationId xmlns:a16="http://schemas.microsoft.com/office/drawing/2014/main" id="{CF28AD52-9479-96E4-DD50-2EE167AB3D15}"/>
                      </a:ext>
                    </a:extLst>
                  </p:cNvPr>
                  <p:cNvSpPr txBox="1"/>
                  <p:nvPr/>
                </p:nvSpPr>
                <p:spPr>
                  <a:xfrm>
                    <a:off x="1749004" y="2955672"/>
                    <a:ext cx="1073563"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i="1" smtClean="0">
                                  <a:latin typeface="Cambria Math" panose="02040503050406030204" pitchFamily="18" charset="0"/>
                                </a:rPr>
                              </m:ctrlPr>
                            </m:sSubPr>
                            <m:e>
                              <m:r>
                                <a:rPr lang="pt-BR" b="0" i="1" smtClean="0">
                                  <a:latin typeface="Cambria Math" panose="02040503050406030204" pitchFamily="18" charset="0"/>
                                </a:rPr>
                                <m:t>𝜀</m:t>
                              </m:r>
                            </m:e>
                            <m:sub>
                              <m:r>
                                <a:rPr lang="pt-BR" b="0" i="1" smtClean="0">
                                  <a:latin typeface="Cambria Math" panose="02040503050406030204" pitchFamily="18" charset="0"/>
                                </a:rPr>
                                <m:t>0</m:t>
                              </m:r>
                            </m:sub>
                          </m:sSub>
                          <m:r>
                            <a:rPr lang="pt-BR" b="0" i="1" smtClean="0">
                              <a:latin typeface="Cambria Math" panose="02040503050406030204" pitchFamily="18" charset="0"/>
                            </a:rPr>
                            <m:t>,</m:t>
                          </m:r>
                          <m:sSub>
                            <m:sSubPr>
                              <m:ctrlPr>
                                <a:rPr lang="pt-BR" i="1" smtClean="0">
                                  <a:latin typeface="Cambria Math" panose="02040503050406030204" pitchFamily="18" charset="0"/>
                                </a:rPr>
                              </m:ctrlPr>
                            </m:sSubPr>
                            <m:e>
                              <m:r>
                                <a:rPr lang="pt-BR" b="0" i="1" smtClean="0">
                                  <a:latin typeface="Cambria Math" panose="02040503050406030204" pitchFamily="18" charset="0"/>
                                </a:rPr>
                                <m:t>𝜇</m:t>
                              </m:r>
                            </m:e>
                            <m:sub>
                              <m:r>
                                <a:rPr lang="pt-BR" b="0" i="1" smtClean="0">
                                  <a:latin typeface="Cambria Math" panose="02040503050406030204" pitchFamily="18" charset="0"/>
                                </a:rPr>
                                <m:t>0</m:t>
                              </m:r>
                            </m:sub>
                          </m:sSub>
                          <m:r>
                            <a:rPr lang="pt-BR" b="0" i="1" smtClean="0">
                              <a:latin typeface="Cambria Math" panose="02040503050406030204" pitchFamily="18" charset="0"/>
                            </a:rPr>
                            <m:t>, </m:t>
                          </m:r>
                          <m:sSub>
                            <m:sSubPr>
                              <m:ctrlPr>
                                <a:rPr lang="pt-BR" b="0" i="1" smtClean="0">
                                  <a:latin typeface="Cambria Math" panose="02040503050406030204" pitchFamily="18" charset="0"/>
                                </a:rPr>
                              </m:ctrlPr>
                            </m:sSubPr>
                            <m:e>
                              <m:r>
                                <a:rPr lang="pt-BR" b="0" i="1" smtClean="0">
                                  <a:latin typeface="Cambria Math" panose="02040503050406030204" pitchFamily="18" charset="0"/>
                                </a:rPr>
                                <m:t>𝜎</m:t>
                              </m:r>
                            </m:e>
                            <m:sub>
                              <m:r>
                                <a:rPr lang="pt-BR" b="0" i="1" smtClean="0">
                                  <a:latin typeface="Cambria Math" panose="02040503050406030204" pitchFamily="18" charset="0"/>
                                </a:rPr>
                                <m:t>0</m:t>
                              </m:r>
                            </m:sub>
                          </m:sSub>
                        </m:oMath>
                      </m:oMathPara>
                    </a14:m>
                    <a:endParaRPr lang="pt-BR"/>
                  </a:p>
                </p:txBody>
              </p:sp>
            </mc:Choice>
            <mc:Fallback>
              <p:sp>
                <p:nvSpPr>
                  <p:cNvPr id="97" name="CaixaDeTexto 96">
                    <a:extLst>
                      <a:ext uri="{FF2B5EF4-FFF2-40B4-BE49-F238E27FC236}">
                        <a16:creationId xmlns:a16="http://schemas.microsoft.com/office/drawing/2014/main" id="{CF28AD52-9479-96E4-DD50-2EE167AB3D15}"/>
                      </a:ext>
                    </a:extLst>
                  </p:cNvPr>
                  <p:cNvSpPr txBox="1">
                    <a:spLocks noRot="1" noChangeAspect="1" noMove="1" noResize="1" noEditPoints="1" noAdjustHandles="1" noChangeArrowheads="1" noChangeShapeType="1" noTextEdit="1"/>
                  </p:cNvSpPr>
                  <p:nvPr/>
                </p:nvSpPr>
                <p:spPr>
                  <a:xfrm>
                    <a:off x="1749004" y="2955672"/>
                    <a:ext cx="1073563" cy="369332"/>
                  </a:xfrm>
                  <a:prstGeom prst="rect">
                    <a:avLst/>
                  </a:prstGeom>
                  <a:blipFill>
                    <a:blip r:embed="rId11"/>
                    <a:stretch>
                      <a:fillRect b="-5000"/>
                    </a:stretch>
                  </a:blipFill>
                </p:spPr>
                <p:txBody>
                  <a:bodyPr/>
                  <a:lstStyle/>
                  <a:p>
                    <a:r>
                      <a:rPr lang="pt-BR">
                        <a:noFill/>
                      </a:rPr>
                      <a:t> </a:t>
                    </a:r>
                  </a:p>
                </p:txBody>
              </p:sp>
            </mc:Fallback>
          </mc:AlternateContent>
        </p:grpSp>
        <p:grpSp>
          <p:nvGrpSpPr>
            <p:cNvPr id="3" name="Agrupar 2">
              <a:extLst>
                <a:ext uri="{FF2B5EF4-FFF2-40B4-BE49-F238E27FC236}">
                  <a16:creationId xmlns:a16="http://schemas.microsoft.com/office/drawing/2014/main" id="{74B0F06A-2940-C2FE-149A-10F416DFE2B9}"/>
                </a:ext>
              </a:extLst>
            </p:cNvPr>
            <p:cNvGrpSpPr/>
            <p:nvPr/>
          </p:nvGrpSpPr>
          <p:grpSpPr>
            <a:xfrm>
              <a:off x="3739716" y="3982675"/>
              <a:ext cx="564994" cy="527518"/>
              <a:chOff x="3739716" y="3982675"/>
              <a:chExt cx="564994" cy="527518"/>
            </a:xfrm>
          </p:grpSpPr>
          <p:cxnSp>
            <p:nvCxnSpPr>
              <p:cNvPr id="7" name="Conector de Seta Reta 6">
                <a:extLst>
                  <a:ext uri="{FF2B5EF4-FFF2-40B4-BE49-F238E27FC236}">
                    <a16:creationId xmlns:a16="http://schemas.microsoft.com/office/drawing/2014/main" id="{02942CBA-6B08-5EF2-1260-A27318B873A3}"/>
                  </a:ext>
                </a:extLst>
              </p:cNvPr>
              <p:cNvCxnSpPr/>
              <p:nvPr/>
            </p:nvCxnSpPr>
            <p:spPr>
              <a:xfrm>
                <a:off x="3739716" y="3982675"/>
                <a:ext cx="93141" cy="346425"/>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mc:Choice xmlns:a14="http://schemas.microsoft.com/office/drawing/2010/main" Requires="a14">
              <p:sp>
                <p:nvSpPr>
                  <p:cNvPr id="11" name="CaixaDeTexto 10">
                    <a:extLst>
                      <a:ext uri="{FF2B5EF4-FFF2-40B4-BE49-F238E27FC236}">
                        <a16:creationId xmlns:a16="http://schemas.microsoft.com/office/drawing/2014/main" id="{949E1789-2073-B6A4-BE42-1A6A845BC911}"/>
                      </a:ext>
                    </a:extLst>
                  </p:cNvPr>
                  <p:cNvSpPr txBox="1"/>
                  <p:nvPr/>
                </p:nvSpPr>
                <p:spPr>
                  <a:xfrm>
                    <a:off x="3845417" y="4171639"/>
                    <a:ext cx="459293"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600" b="1" i="1" smtClean="0">
                                  <a:latin typeface="Cambria Math" panose="02040503050406030204" pitchFamily="18" charset="0"/>
                                </a:rPr>
                              </m:ctrlPr>
                            </m:sSubPr>
                            <m:e>
                              <m:r>
                                <a:rPr lang="pt-BR" sz="1600" b="1" i="1" smtClean="0">
                                  <a:latin typeface="Cambria Math" panose="02040503050406030204" pitchFamily="18" charset="0"/>
                                </a:rPr>
                                <m:t>𝒂</m:t>
                              </m:r>
                            </m:e>
                            <m:sub>
                              <m:r>
                                <a:rPr lang="pt-BR" sz="1600" b="1" i="1" smtClean="0">
                                  <a:latin typeface="Cambria Math" panose="02040503050406030204" pitchFamily="18" charset="0"/>
                                </a:rPr>
                                <m:t>𝒏</m:t>
                              </m:r>
                            </m:sub>
                          </m:sSub>
                        </m:oMath>
                      </m:oMathPara>
                    </a14:m>
                    <a:endParaRPr lang="pt-BR" sz="1600" b="1"/>
                  </a:p>
                </p:txBody>
              </p:sp>
            </mc:Choice>
            <mc:Fallback>
              <p:sp>
                <p:nvSpPr>
                  <p:cNvPr id="11" name="CaixaDeTexto 10">
                    <a:extLst>
                      <a:ext uri="{FF2B5EF4-FFF2-40B4-BE49-F238E27FC236}">
                        <a16:creationId xmlns:a16="http://schemas.microsoft.com/office/drawing/2014/main" id="{949E1789-2073-B6A4-BE42-1A6A845BC911}"/>
                      </a:ext>
                    </a:extLst>
                  </p:cNvPr>
                  <p:cNvSpPr txBox="1">
                    <a:spLocks noRot="1" noChangeAspect="1" noMove="1" noResize="1" noEditPoints="1" noAdjustHandles="1" noChangeArrowheads="1" noChangeShapeType="1" noTextEdit="1"/>
                  </p:cNvSpPr>
                  <p:nvPr/>
                </p:nvSpPr>
                <p:spPr>
                  <a:xfrm>
                    <a:off x="3845417" y="4171639"/>
                    <a:ext cx="459293" cy="338554"/>
                  </a:xfrm>
                  <a:prstGeom prst="rect">
                    <a:avLst/>
                  </a:prstGeom>
                  <a:blipFill>
                    <a:blip r:embed="rId12"/>
                    <a:stretch>
                      <a:fillRect/>
                    </a:stretch>
                  </a:blipFill>
                </p:spPr>
                <p:txBody>
                  <a:bodyPr/>
                  <a:lstStyle/>
                  <a:p>
                    <a:r>
                      <a:rPr lang="pt-BR">
                        <a:noFill/>
                      </a:rPr>
                      <a:t> </a:t>
                    </a:r>
                  </a:p>
                </p:txBody>
              </p:sp>
            </mc:Fallback>
          </mc:AlternateContent>
        </p:grpSp>
      </p:grpSp>
      <p:grpSp>
        <p:nvGrpSpPr>
          <p:cNvPr id="12" name="Agrupar 11">
            <a:extLst>
              <a:ext uri="{FF2B5EF4-FFF2-40B4-BE49-F238E27FC236}">
                <a16:creationId xmlns:a16="http://schemas.microsoft.com/office/drawing/2014/main" id="{361C570B-C1B4-EEFC-2DF2-B4ECF5943116}"/>
              </a:ext>
            </a:extLst>
          </p:cNvPr>
          <p:cNvGrpSpPr/>
          <p:nvPr/>
        </p:nvGrpSpPr>
        <p:grpSpPr>
          <a:xfrm>
            <a:off x="479425" y="165219"/>
            <a:ext cx="10729143" cy="309340"/>
            <a:chOff x="479425" y="94899"/>
            <a:chExt cx="10729143" cy="309340"/>
          </a:xfrm>
        </p:grpSpPr>
        <p:sp>
          <p:nvSpPr>
            <p:cNvPr id="13" name="CaixaDeTexto 12">
              <a:extLst>
                <a:ext uri="{FF2B5EF4-FFF2-40B4-BE49-F238E27FC236}">
                  <a16:creationId xmlns:a16="http://schemas.microsoft.com/office/drawing/2014/main" id="{057CF6E1-2071-BCCE-A74B-931D5975320C}"/>
                </a:ext>
              </a:extLst>
            </p:cNvPr>
            <p:cNvSpPr txBox="1"/>
            <p:nvPr/>
          </p:nvSpPr>
          <p:spPr>
            <a:xfrm>
              <a:off x="479425" y="94899"/>
              <a:ext cx="1872160" cy="307777"/>
            </a:xfrm>
            <a:prstGeom prst="rect">
              <a:avLst/>
            </a:prstGeom>
            <a:noFill/>
          </p:spPr>
          <p:txBody>
            <a:bodyPr wrap="square">
              <a:spAutoFit/>
            </a:bodyPr>
            <a:lstStyle/>
            <a:p>
              <a:r>
                <a:rPr lang="pt-BR" sz="1400">
                  <a:solidFill>
                    <a:srgbClr val="0070C0"/>
                  </a:solidFill>
                  <a:latin typeface="Arial Black" panose="020B0A04020102020204" pitchFamily="34" charset="0"/>
                </a:rPr>
                <a:t>Introduction</a:t>
              </a:r>
            </a:p>
          </p:txBody>
        </p:sp>
        <p:sp>
          <p:nvSpPr>
            <p:cNvPr id="15" name="CaixaDeTexto 14">
              <a:extLst>
                <a:ext uri="{FF2B5EF4-FFF2-40B4-BE49-F238E27FC236}">
                  <a16:creationId xmlns:a16="http://schemas.microsoft.com/office/drawing/2014/main" id="{665345F8-10FD-1C57-8E51-416A630F0648}"/>
                </a:ext>
              </a:extLst>
            </p:cNvPr>
            <p:cNvSpPr txBox="1"/>
            <p:nvPr/>
          </p:nvSpPr>
          <p:spPr>
            <a:xfrm>
              <a:off x="2675620" y="96462"/>
              <a:ext cx="2196244" cy="307777"/>
            </a:xfrm>
            <a:prstGeom prst="rect">
              <a:avLst/>
            </a:prstGeom>
            <a:noFill/>
          </p:spPr>
          <p:txBody>
            <a:bodyPr wrap="square">
              <a:spAutoFit/>
            </a:bodyPr>
            <a:lstStyle/>
            <a:p>
              <a:r>
                <a:rPr lang="en-US" sz="1400">
                  <a:solidFill>
                    <a:schemeClr val="tx2">
                      <a:lumMod val="25000"/>
                      <a:lumOff val="75000"/>
                    </a:schemeClr>
                  </a:solidFill>
                  <a:latin typeface="Arial Black" panose="020B0A04020102020204" pitchFamily="34" charset="0"/>
                </a:rPr>
                <a:t>Lossless Medium</a:t>
              </a:r>
              <a:endParaRPr lang="pt-BR" sz="1400">
                <a:solidFill>
                  <a:schemeClr val="tx2">
                    <a:lumMod val="25000"/>
                    <a:lumOff val="75000"/>
                  </a:schemeClr>
                </a:solidFill>
                <a:latin typeface="Arial Black" panose="020B0A04020102020204" pitchFamily="34" charset="0"/>
              </a:endParaRPr>
            </a:p>
          </p:txBody>
        </p:sp>
        <p:sp>
          <p:nvSpPr>
            <p:cNvPr id="16" name="CaixaDeTexto 15">
              <a:extLst>
                <a:ext uri="{FF2B5EF4-FFF2-40B4-BE49-F238E27FC236}">
                  <a16:creationId xmlns:a16="http://schemas.microsoft.com/office/drawing/2014/main" id="{821B4631-0B7D-D06F-D7FA-2BF82C651E09}"/>
                </a:ext>
              </a:extLst>
            </p:cNvPr>
            <p:cNvSpPr txBox="1"/>
            <p:nvPr/>
          </p:nvSpPr>
          <p:spPr>
            <a:xfrm>
              <a:off x="6083101" y="94899"/>
              <a:ext cx="1957115" cy="307777"/>
            </a:xfrm>
            <a:prstGeom prst="rect">
              <a:avLst/>
            </a:prstGeom>
            <a:noFill/>
          </p:spPr>
          <p:txBody>
            <a:bodyPr wrap="square">
              <a:spAutoFit/>
            </a:bodyPr>
            <a:lstStyle/>
            <a:p>
              <a:r>
                <a:rPr lang="pt-BR" sz="1400">
                  <a:solidFill>
                    <a:schemeClr val="tx2">
                      <a:lumMod val="25000"/>
                      <a:lumOff val="75000"/>
                    </a:schemeClr>
                  </a:solidFill>
                  <a:latin typeface="Arial Black" panose="020B0A04020102020204" pitchFamily="34" charset="0"/>
                </a:rPr>
                <a:t>p.u.l. Impedance</a:t>
              </a:r>
            </a:p>
          </p:txBody>
        </p:sp>
        <p:sp>
          <p:nvSpPr>
            <p:cNvPr id="17" name="CaixaDeTexto 16">
              <a:extLst>
                <a:ext uri="{FF2B5EF4-FFF2-40B4-BE49-F238E27FC236}">
                  <a16:creationId xmlns:a16="http://schemas.microsoft.com/office/drawing/2014/main" id="{41376AC1-7E93-E7DC-F4DB-DB183D5E6B23}"/>
                </a:ext>
              </a:extLst>
            </p:cNvPr>
            <p:cNvSpPr txBox="1"/>
            <p:nvPr/>
          </p:nvSpPr>
          <p:spPr>
            <a:xfrm>
              <a:off x="9336408" y="96462"/>
              <a:ext cx="1872160" cy="307777"/>
            </a:xfrm>
            <a:prstGeom prst="rect">
              <a:avLst/>
            </a:prstGeom>
            <a:noFill/>
          </p:spPr>
          <p:txBody>
            <a:bodyPr wrap="square">
              <a:spAutoFit/>
            </a:bodyPr>
            <a:lstStyle/>
            <a:p>
              <a:r>
                <a:rPr lang="pt-BR" sz="1400">
                  <a:solidFill>
                    <a:schemeClr val="tx2">
                      <a:lumMod val="25000"/>
                      <a:lumOff val="75000"/>
                    </a:schemeClr>
                  </a:solidFill>
                  <a:latin typeface="Arial Black" panose="020B0A04020102020204" pitchFamily="34" charset="0"/>
                </a:rPr>
                <a:t>Case Studies</a:t>
              </a:r>
            </a:p>
          </p:txBody>
        </p:sp>
      </p:grpSp>
    </p:spTree>
    <p:extLst>
      <p:ext uri="{BB962C8B-B14F-4D97-AF65-F5344CB8AC3E}">
        <p14:creationId xmlns:p14="http://schemas.microsoft.com/office/powerpoint/2010/main" val="29185567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310BE2A7-F3D2-24C6-A415-EA4964A8FD02}"/>
              </a:ext>
            </a:extLst>
          </p:cNvPr>
          <p:cNvSpPr/>
          <p:nvPr/>
        </p:nvSpPr>
        <p:spPr>
          <a:xfrm>
            <a:off x="0" y="0"/>
            <a:ext cx="12192000" cy="404664"/>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6" name="Gráfico 5">
            <a:extLst>
              <a:ext uri="{FF2B5EF4-FFF2-40B4-BE49-F238E27FC236}">
                <a16:creationId xmlns:a16="http://schemas.microsoft.com/office/drawing/2014/main" id="{9DA9C8AB-72FF-D7D8-7E4D-1C5ECDBF0C8D}"/>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10345" t="32228" r="13793" b="43634"/>
          <a:stretch/>
        </p:blipFill>
        <p:spPr>
          <a:xfrm>
            <a:off x="11280576" y="6489338"/>
            <a:ext cx="792088" cy="252029"/>
          </a:xfrm>
          <a:prstGeom prst="rect">
            <a:avLst/>
          </a:prstGeom>
        </p:spPr>
      </p:pic>
      <p:sp>
        <p:nvSpPr>
          <p:cNvPr id="8" name="Espaço Reservado para Rodapé 57">
            <a:extLst>
              <a:ext uri="{FF2B5EF4-FFF2-40B4-BE49-F238E27FC236}">
                <a16:creationId xmlns:a16="http://schemas.microsoft.com/office/drawing/2014/main" id="{9BEF1642-B655-7CAD-CD9D-3570B3E8A5FE}"/>
              </a:ext>
            </a:extLst>
          </p:cNvPr>
          <p:cNvSpPr>
            <a:spLocks noGrp="1"/>
          </p:cNvSpPr>
          <p:nvPr>
            <p:ph type="ftr" sz="quarter" idx="11"/>
          </p:nvPr>
        </p:nvSpPr>
        <p:spPr>
          <a:xfrm>
            <a:off x="5357918" y="6489339"/>
            <a:ext cx="1476164" cy="252029"/>
          </a:xfrm>
        </p:spPr>
        <p:txBody>
          <a:bodyPr/>
          <a:lstStyle/>
          <a:p>
            <a:r>
              <a:rPr lang="pt-BR"/>
              <a:t>© Adilton Pereira</a:t>
            </a:r>
          </a:p>
        </p:txBody>
      </p:sp>
      <p:sp>
        <p:nvSpPr>
          <p:cNvPr id="9" name="Espaço Reservado para Número de Slide 58">
            <a:extLst>
              <a:ext uri="{FF2B5EF4-FFF2-40B4-BE49-F238E27FC236}">
                <a16:creationId xmlns:a16="http://schemas.microsoft.com/office/drawing/2014/main" id="{6712AAAE-5D61-5AD9-F1A7-A27ACC47ED61}"/>
              </a:ext>
            </a:extLst>
          </p:cNvPr>
          <p:cNvSpPr>
            <a:spLocks noGrp="1"/>
          </p:cNvSpPr>
          <p:nvPr>
            <p:ph type="sldNum" sz="quarter" idx="12"/>
          </p:nvPr>
        </p:nvSpPr>
        <p:spPr>
          <a:xfrm>
            <a:off x="136798" y="6480904"/>
            <a:ext cx="258416" cy="252029"/>
          </a:xfrm>
        </p:spPr>
        <p:txBody>
          <a:bodyPr/>
          <a:lstStyle/>
          <a:p>
            <a:fld id="{6023531A-24AE-4EE7-A19A-D3968154BEE1}" type="slidenum">
              <a:rPr lang="pt-BR" smtClean="0"/>
              <a:t>6</a:t>
            </a:fld>
            <a:endParaRPr lang="pt-BR"/>
          </a:p>
        </p:txBody>
      </p:sp>
      <mc:AlternateContent xmlns:mc="http://schemas.openxmlformats.org/markup-compatibility/2006">
        <mc:Choice xmlns:a14="http://schemas.microsoft.com/office/drawing/2010/main" Requires="a14">
          <p:sp>
            <p:nvSpPr>
              <p:cNvPr id="94" name="CaixaDeTexto 93">
                <a:extLst>
                  <a:ext uri="{FF2B5EF4-FFF2-40B4-BE49-F238E27FC236}">
                    <a16:creationId xmlns:a16="http://schemas.microsoft.com/office/drawing/2014/main" id="{D1D8FCDA-4632-6080-1621-67CDF796C564}"/>
                  </a:ext>
                </a:extLst>
              </p:cNvPr>
              <p:cNvSpPr txBox="1"/>
              <p:nvPr/>
            </p:nvSpPr>
            <p:spPr>
              <a:xfrm>
                <a:off x="6096000" y="1412776"/>
                <a:ext cx="5221288" cy="830997"/>
              </a:xfrm>
              <a:prstGeom prst="rect">
                <a:avLst/>
              </a:prstGeom>
              <a:noFill/>
            </p:spPr>
            <p:txBody>
              <a:bodyPr wrap="square">
                <a:spAutoFit/>
              </a:bodyPr>
              <a:lstStyle>
                <a:defPPr>
                  <a:defRPr lang="pt-BR"/>
                </a:defPPr>
                <a:lvl1pPr>
                  <a:defRPr sz="1600"/>
                </a:lvl1pPr>
              </a:lstStyle>
              <a:p>
                <a:r>
                  <a:rPr lang="en-US"/>
                  <a:t>To ensure a unique field solution, it suffices to introduce an equivalent surface current density, </a:t>
                </a:r>
                <a14:m>
                  <m:oMath xmlns:m="http://schemas.openxmlformats.org/officeDocument/2006/math">
                    <m:sSub>
                      <m:sSubPr>
                        <m:ctrlPr>
                          <a:rPr lang="pt-BR"/>
                        </m:ctrlPr>
                      </m:sSubPr>
                      <m:e>
                        <m:r>
                          <a:rPr lang="pt-BR"/>
                          <m:t>𝑱</m:t>
                        </m:r>
                      </m:e>
                      <m:sub>
                        <m:r>
                          <a:rPr lang="pt-BR"/>
                          <m:t>𝑆</m:t>
                        </m:r>
                      </m:sub>
                    </m:sSub>
                  </m:oMath>
                </a14:m>
                <a:r>
                  <a:rPr lang="pt-BR"/>
                  <a:t>, </a:t>
                </a:r>
                <a:r>
                  <a:rPr lang="en-US"/>
                  <a:t>related to the tangencial components of the field on the boundary, </a:t>
                </a:r>
                <a14:m>
                  <m:oMath xmlns:m="http://schemas.openxmlformats.org/officeDocument/2006/math">
                    <m:r>
                      <a:rPr lang="en-US"/>
                      <m:t>𝑐</m:t>
                    </m:r>
                  </m:oMath>
                </a14:m>
                <a:r>
                  <a:rPr lang="en-US"/>
                  <a:t>.</a:t>
                </a:r>
              </a:p>
            </p:txBody>
          </p:sp>
        </mc:Choice>
        <mc:Fallback>
          <p:sp>
            <p:nvSpPr>
              <p:cNvPr id="94" name="CaixaDeTexto 93">
                <a:extLst>
                  <a:ext uri="{FF2B5EF4-FFF2-40B4-BE49-F238E27FC236}">
                    <a16:creationId xmlns:a16="http://schemas.microsoft.com/office/drawing/2014/main" id="{D1D8FCDA-4632-6080-1621-67CDF796C564}"/>
                  </a:ext>
                </a:extLst>
              </p:cNvPr>
              <p:cNvSpPr txBox="1">
                <a:spLocks noRot="1" noChangeAspect="1" noMove="1" noResize="1" noEditPoints="1" noAdjustHandles="1" noChangeArrowheads="1" noChangeShapeType="1" noTextEdit="1"/>
              </p:cNvSpPr>
              <p:nvPr/>
            </p:nvSpPr>
            <p:spPr>
              <a:xfrm>
                <a:off x="6096000" y="1412776"/>
                <a:ext cx="5221288" cy="830997"/>
              </a:xfrm>
              <a:prstGeom prst="rect">
                <a:avLst/>
              </a:prstGeom>
              <a:blipFill>
                <a:blip r:embed="rId4"/>
                <a:stretch>
                  <a:fillRect l="-583" t="-2206" b="-8824"/>
                </a:stretch>
              </a:blipFill>
            </p:spPr>
            <p:txBody>
              <a:bodyPr/>
              <a:lstStyle/>
              <a:p>
                <a:r>
                  <a:rPr lang="pt-BR">
                    <a:noFill/>
                  </a:rPr>
                  <a:t> </a:t>
                </a:r>
              </a:p>
            </p:txBody>
          </p:sp>
        </mc:Fallback>
      </mc:AlternateContent>
      <p:sp>
        <p:nvSpPr>
          <p:cNvPr id="92" name="CaixaDeTexto 91">
            <a:extLst>
              <a:ext uri="{FF2B5EF4-FFF2-40B4-BE49-F238E27FC236}">
                <a16:creationId xmlns:a16="http://schemas.microsoft.com/office/drawing/2014/main" id="{389AD4BA-DE4A-1658-2487-F94C2EEF6666}"/>
              </a:ext>
            </a:extLst>
          </p:cNvPr>
          <p:cNvSpPr txBox="1"/>
          <p:nvPr/>
        </p:nvSpPr>
        <p:spPr>
          <a:xfrm>
            <a:off x="479425" y="544453"/>
            <a:ext cx="5616576" cy="400110"/>
          </a:xfrm>
          <a:prstGeom prst="rect">
            <a:avLst/>
          </a:prstGeom>
          <a:noFill/>
        </p:spPr>
        <p:txBody>
          <a:bodyPr wrap="square" rtlCol="0">
            <a:spAutoFit/>
          </a:bodyPr>
          <a:lstStyle/>
          <a:p>
            <a:r>
              <a:rPr lang="pt-BR" sz="2000">
                <a:ln w="0"/>
                <a:effectLst>
                  <a:outerShdw blurRad="38100" dist="19050" dir="2700000" algn="tl" rotWithShape="0">
                    <a:schemeClr val="dk1">
                      <a:alpha val="40000"/>
                    </a:schemeClr>
                  </a:outerShdw>
                </a:effectLst>
              </a:rPr>
              <a:t>Differential Surface Admittance Concept</a:t>
            </a:r>
          </a:p>
        </p:txBody>
      </p:sp>
      <p:sp>
        <p:nvSpPr>
          <p:cNvPr id="22" name="CaixaDeTexto 21">
            <a:extLst>
              <a:ext uri="{FF2B5EF4-FFF2-40B4-BE49-F238E27FC236}">
                <a16:creationId xmlns:a16="http://schemas.microsoft.com/office/drawing/2014/main" id="{49077367-370F-EE24-E168-4960C19983BE}"/>
              </a:ext>
            </a:extLst>
          </p:cNvPr>
          <p:cNvSpPr txBox="1"/>
          <p:nvPr/>
        </p:nvSpPr>
        <p:spPr>
          <a:xfrm>
            <a:off x="730433" y="4799180"/>
            <a:ext cx="4555976" cy="307777"/>
          </a:xfrm>
          <a:prstGeom prst="rect">
            <a:avLst/>
          </a:prstGeom>
          <a:noFill/>
        </p:spPr>
        <p:txBody>
          <a:bodyPr wrap="square">
            <a:spAutoFit/>
          </a:bodyPr>
          <a:lstStyle/>
          <a:p>
            <a:r>
              <a:rPr lang="pt-BR" sz="1400" b="1">
                <a:latin typeface="Arial" panose="020B0604020202020204" pitchFamily="34" charset="0"/>
                <a:cs typeface="Arial" panose="020B0604020202020204" pitchFamily="34" charset="0"/>
              </a:rPr>
              <a:t>Equivalent Problem</a:t>
            </a:r>
          </a:p>
        </p:txBody>
      </p:sp>
      <mc:AlternateContent xmlns:mc="http://schemas.openxmlformats.org/markup-compatibility/2006">
        <mc:Choice xmlns:a14="http://schemas.microsoft.com/office/drawing/2010/main" Requires="a14">
          <p:sp>
            <p:nvSpPr>
              <p:cNvPr id="98" name="CaixaDeTexto 97">
                <a:extLst>
                  <a:ext uri="{FF2B5EF4-FFF2-40B4-BE49-F238E27FC236}">
                    <a16:creationId xmlns:a16="http://schemas.microsoft.com/office/drawing/2014/main" id="{CD181669-EADE-7436-DDA0-EF407C246450}"/>
                  </a:ext>
                </a:extLst>
              </p:cNvPr>
              <p:cNvSpPr txBox="1"/>
              <p:nvPr/>
            </p:nvSpPr>
            <p:spPr>
              <a:xfrm>
                <a:off x="767408" y="5241702"/>
                <a:ext cx="4572508" cy="62286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pt-BR" b="0" i="1" smtClean="0">
                              <a:latin typeface="Cambria Math" panose="02040503050406030204" pitchFamily="18" charset="0"/>
                              <a:cs typeface="Arial" panose="020B0604020202020204" pitchFamily="34" charset="0"/>
                            </a:rPr>
                          </m:ctrlPr>
                        </m:sSubPr>
                        <m:e>
                          <m:d>
                            <m:dPr>
                              <m:begChr m:val=""/>
                              <m:endChr m:val="|"/>
                              <m:ctrlPr>
                                <a:rPr lang="pt-BR" b="0" i="1" smtClean="0">
                                  <a:latin typeface="Cambria Math" panose="02040503050406030204" pitchFamily="18" charset="0"/>
                                  <a:cs typeface="Arial" panose="020B0604020202020204" pitchFamily="34" charset="0"/>
                                </a:rPr>
                              </m:ctrlPr>
                            </m:dPr>
                            <m:e>
                              <m:sSub>
                                <m:sSubPr>
                                  <m:ctrlPr>
                                    <a:rPr lang="pt-BR" b="1" i="1">
                                      <a:latin typeface="Cambria Math" panose="02040503050406030204" pitchFamily="18" charset="0"/>
                                      <a:cs typeface="Arial" panose="020B0604020202020204" pitchFamily="34" charset="0"/>
                                    </a:rPr>
                                  </m:ctrlPr>
                                </m:sSubPr>
                                <m:e>
                                  <m:r>
                                    <a:rPr lang="pt-BR" b="1" i="1">
                                      <a:latin typeface="Cambria Math" panose="02040503050406030204" pitchFamily="18" charset="0"/>
                                      <a:cs typeface="Arial" panose="020B0604020202020204" pitchFamily="34" charset="0"/>
                                    </a:rPr>
                                    <m:t>𝒂</m:t>
                                  </m:r>
                                </m:e>
                                <m:sub>
                                  <m:r>
                                    <a:rPr lang="pt-BR" b="1" i="1">
                                      <a:latin typeface="Cambria Math" panose="02040503050406030204" pitchFamily="18" charset="0"/>
                                      <a:cs typeface="Arial" panose="020B0604020202020204" pitchFamily="34" charset="0"/>
                                    </a:rPr>
                                    <m:t>𝒏</m:t>
                                  </m:r>
                                </m:sub>
                              </m:sSub>
                              <m:r>
                                <a:rPr lang="pt-BR" i="1">
                                  <a:latin typeface="Cambria Math" panose="02040503050406030204" pitchFamily="18" charset="0"/>
                                  <a:cs typeface="Arial" panose="020B0604020202020204" pitchFamily="34" charset="0"/>
                                </a:rPr>
                                <m:t>×</m:t>
                              </m:r>
                              <m:sSub>
                                <m:sSubPr>
                                  <m:ctrlPr>
                                    <a:rPr lang="pt-BR" i="1">
                                      <a:latin typeface="Cambria Math" panose="02040503050406030204" pitchFamily="18" charset="0"/>
                                      <a:cs typeface="Arial" panose="020B0604020202020204" pitchFamily="34" charset="0"/>
                                    </a:rPr>
                                  </m:ctrlPr>
                                </m:sSubPr>
                                <m:e>
                                  <m:d>
                                    <m:dPr>
                                      <m:begChr m:val=""/>
                                      <m:endChr m:val="|"/>
                                      <m:ctrlPr>
                                        <a:rPr lang="pt-BR" i="1">
                                          <a:latin typeface="Cambria Math" panose="02040503050406030204" pitchFamily="18" charset="0"/>
                                          <a:cs typeface="Arial" panose="020B0604020202020204" pitchFamily="34" charset="0"/>
                                        </a:rPr>
                                      </m:ctrlPr>
                                    </m:dPr>
                                    <m:e>
                                      <m:r>
                                        <a:rPr lang="pt-BR" i="1">
                                          <a:latin typeface="Cambria Math" panose="02040503050406030204" pitchFamily="18" charset="0"/>
                                          <a:cs typeface="Arial" panose="020B0604020202020204" pitchFamily="34" charset="0"/>
                                        </a:rPr>
                                        <m:t>[</m:t>
                                      </m:r>
                                      <m:sSup>
                                        <m:sSupPr>
                                          <m:ctrlPr>
                                            <a:rPr lang="pt-BR" b="1" i="1">
                                              <a:latin typeface="Cambria Math" panose="02040503050406030204" pitchFamily="18" charset="0"/>
                                              <a:cs typeface="Arial" panose="020B0604020202020204" pitchFamily="34" charset="0"/>
                                            </a:rPr>
                                          </m:ctrlPr>
                                        </m:sSupPr>
                                        <m:e>
                                          <m:r>
                                            <a:rPr lang="pt-BR" b="1" i="1">
                                              <a:latin typeface="Cambria Math" panose="02040503050406030204" pitchFamily="18" charset="0"/>
                                              <a:cs typeface="Arial" panose="020B0604020202020204" pitchFamily="34" charset="0"/>
                                            </a:rPr>
                                            <m:t>𝑯</m:t>
                                          </m:r>
                                        </m:e>
                                        <m:sup>
                                          <m:r>
                                            <a:rPr lang="pt-BR" b="1" i="1">
                                              <a:latin typeface="Cambria Math" panose="02040503050406030204" pitchFamily="18" charset="0"/>
                                              <a:cs typeface="Arial" panose="020B0604020202020204" pitchFamily="34" charset="0"/>
                                            </a:rPr>
                                            <m:t>+</m:t>
                                          </m:r>
                                        </m:sup>
                                      </m:sSup>
                                      <m:r>
                                        <a:rPr lang="pt-BR" i="1">
                                          <a:latin typeface="Cambria Math" panose="02040503050406030204" pitchFamily="18" charset="0"/>
                                          <a:cs typeface="Arial" panose="020B0604020202020204" pitchFamily="34" charset="0"/>
                                        </a:rPr>
                                        <m:t> −</m:t>
                                      </m:r>
                                      <m:sSup>
                                        <m:sSupPr>
                                          <m:ctrlPr>
                                            <a:rPr lang="pt-BR" i="1">
                                              <a:latin typeface="Cambria Math" panose="02040503050406030204" pitchFamily="18" charset="0"/>
                                              <a:cs typeface="Arial" panose="020B0604020202020204" pitchFamily="34" charset="0"/>
                                            </a:rPr>
                                          </m:ctrlPr>
                                        </m:sSupPr>
                                        <m:e>
                                          <m:r>
                                            <a:rPr lang="pt-BR" b="1" i="1">
                                              <a:latin typeface="Cambria Math" panose="02040503050406030204" pitchFamily="18" charset="0"/>
                                              <a:cs typeface="Arial" panose="020B0604020202020204" pitchFamily="34" charset="0"/>
                                            </a:rPr>
                                            <m:t>𝑯</m:t>
                                          </m:r>
                                        </m:e>
                                        <m:sup>
                                          <m:r>
                                            <a:rPr lang="pt-BR" i="1">
                                              <a:latin typeface="Cambria Math" panose="02040503050406030204" pitchFamily="18" charset="0"/>
                                              <a:cs typeface="Arial" panose="020B0604020202020204" pitchFamily="34" charset="0"/>
                                            </a:rPr>
                                            <m:t>−</m:t>
                                          </m:r>
                                        </m:sup>
                                      </m:sSup>
                                      <m:r>
                                        <a:rPr lang="pt-BR" i="1">
                                          <a:latin typeface="Cambria Math" panose="02040503050406030204" pitchFamily="18" charset="0"/>
                                          <a:cs typeface="Arial" panose="020B0604020202020204" pitchFamily="34" charset="0"/>
                                        </a:rPr>
                                        <m:t> </m:t>
                                      </m:r>
                                      <m:r>
                                        <a:rPr lang="pt-BR" i="1">
                                          <a:latin typeface="Cambria Math" panose="02040503050406030204" pitchFamily="18" charset="0"/>
                                          <a:cs typeface="Arial" panose="020B0604020202020204" pitchFamily="34" charset="0"/>
                                        </a:rPr>
                                        <m:t>]</m:t>
                                      </m:r>
                                    </m:e>
                                  </m:d>
                                </m:e>
                                <m:sub>
                                  <m:r>
                                    <a:rPr lang="pt-BR" i="1">
                                      <a:latin typeface="Cambria Math" panose="02040503050406030204" pitchFamily="18" charset="0"/>
                                      <a:cs typeface="Arial" panose="020B0604020202020204" pitchFamily="34" charset="0"/>
                                    </a:rPr>
                                    <m:t>𝑐</m:t>
                                  </m:r>
                                </m:sub>
                              </m:sSub>
                              <m:r>
                                <a:rPr lang="pt-BR" b="0" i="1" smtClean="0">
                                  <a:latin typeface="Cambria Math" panose="02040503050406030204" pitchFamily="18" charset="0"/>
                                  <a:cs typeface="Arial" panose="020B0604020202020204" pitchFamily="34" charset="0"/>
                                </a:rPr>
                                <m:t>=</m:t>
                              </m:r>
                              <m:sSub>
                                <m:sSubPr>
                                  <m:ctrlPr>
                                    <a:rPr lang="pt-BR" i="1">
                                      <a:latin typeface="Cambria Math" panose="02040503050406030204" pitchFamily="18" charset="0"/>
                                      <a:cs typeface="Arial" panose="020B0604020202020204" pitchFamily="34" charset="0"/>
                                    </a:rPr>
                                  </m:ctrlPr>
                                </m:sSubPr>
                                <m:e>
                                  <m:r>
                                    <a:rPr lang="pt-BR" b="1" i="1">
                                      <a:latin typeface="Cambria Math" panose="02040503050406030204" pitchFamily="18" charset="0"/>
                                      <a:cs typeface="Arial" panose="020B0604020202020204" pitchFamily="34" charset="0"/>
                                    </a:rPr>
                                    <m:t>𝑱</m:t>
                                  </m:r>
                                </m:e>
                                <m:sub>
                                  <m:r>
                                    <a:rPr lang="pt-BR" i="1">
                                      <a:latin typeface="Cambria Math" panose="02040503050406030204" pitchFamily="18" charset="0"/>
                                      <a:cs typeface="Arial" panose="020B0604020202020204" pitchFamily="34" charset="0"/>
                                    </a:rPr>
                                    <m:t>𝑠</m:t>
                                  </m:r>
                                </m:sub>
                              </m:sSub>
                            </m:e>
                          </m:d>
                        </m:e>
                        <m:sub>
                          <m:r>
                            <a:rPr lang="pt-BR" b="0" i="1" smtClean="0">
                              <a:latin typeface="Cambria Math" panose="02040503050406030204" pitchFamily="18" charset="0"/>
                              <a:cs typeface="Arial" panose="020B0604020202020204" pitchFamily="34" charset="0"/>
                            </a:rPr>
                            <m:t>𝑐</m:t>
                          </m:r>
                        </m:sub>
                      </m:sSub>
                    </m:oMath>
                  </m:oMathPara>
                </a14:m>
                <a:endParaRPr lang="pt-BR">
                  <a:latin typeface="Arial" panose="020B0604020202020204" pitchFamily="34" charset="0"/>
                  <a:cs typeface="Arial" panose="020B0604020202020204" pitchFamily="34" charset="0"/>
                </a:endParaRPr>
              </a:p>
            </p:txBody>
          </p:sp>
        </mc:Choice>
        <mc:Fallback>
          <p:sp>
            <p:nvSpPr>
              <p:cNvPr id="98" name="CaixaDeTexto 97">
                <a:extLst>
                  <a:ext uri="{FF2B5EF4-FFF2-40B4-BE49-F238E27FC236}">
                    <a16:creationId xmlns:a16="http://schemas.microsoft.com/office/drawing/2014/main" id="{CD181669-EADE-7436-DDA0-EF407C246450}"/>
                  </a:ext>
                </a:extLst>
              </p:cNvPr>
              <p:cNvSpPr txBox="1">
                <a:spLocks noRot="1" noChangeAspect="1" noMove="1" noResize="1" noEditPoints="1" noAdjustHandles="1" noChangeArrowheads="1" noChangeShapeType="1" noTextEdit="1"/>
              </p:cNvSpPr>
              <p:nvPr/>
            </p:nvSpPr>
            <p:spPr>
              <a:xfrm>
                <a:off x="767408" y="5241702"/>
                <a:ext cx="4572508" cy="622863"/>
              </a:xfrm>
              <a:prstGeom prst="rect">
                <a:avLst/>
              </a:prstGeom>
              <a:blipFill>
                <a:blip r:embed="rId5"/>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99" name="CaixaDeTexto 98">
                <a:extLst>
                  <a:ext uri="{FF2B5EF4-FFF2-40B4-BE49-F238E27FC236}">
                    <a16:creationId xmlns:a16="http://schemas.microsoft.com/office/drawing/2014/main" id="{F32BF4A3-6ABD-0041-A398-9BC428E97FC5}"/>
                  </a:ext>
                </a:extLst>
              </p:cNvPr>
              <p:cNvSpPr txBox="1"/>
              <p:nvPr/>
            </p:nvSpPr>
            <p:spPr>
              <a:xfrm>
                <a:off x="4670691" y="2934772"/>
                <a:ext cx="4237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b="0" i="1" smtClean="0">
                              <a:latin typeface="Cambria Math" panose="02040503050406030204" pitchFamily="18" charset="0"/>
                            </a:rPr>
                          </m:ctrlPr>
                        </m:sSubPr>
                        <m:e>
                          <m:r>
                            <a:rPr lang="pt-BR" b="1" i="1" smtClean="0">
                              <a:latin typeface="Cambria Math" panose="02040503050406030204" pitchFamily="18" charset="0"/>
                            </a:rPr>
                            <m:t>𝑱</m:t>
                          </m:r>
                        </m:e>
                        <m:sub>
                          <m:r>
                            <a:rPr lang="pt-BR" b="0" i="1" smtClean="0">
                              <a:latin typeface="Cambria Math" panose="02040503050406030204" pitchFamily="18" charset="0"/>
                            </a:rPr>
                            <m:t>𝑠</m:t>
                          </m:r>
                        </m:sub>
                      </m:sSub>
                    </m:oMath>
                  </m:oMathPara>
                </a14:m>
                <a:endParaRPr lang="pt-BR"/>
              </a:p>
            </p:txBody>
          </p:sp>
        </mc:Choice>
        <mc:Fallback xmlns="">
          <p:sp>
            <p:nvSpPr>
              <p:cNvPr id="99" name="CaixaDeTexto 98">
                <a:extLst>
                  <a:ext uri="{FF2B5EF4-FFF2-40B4-BE49-F238E27FC236}">
                    <a16:creationId xmlns:a16="http://schemas.microsoft.com/office/drawing/2014/main" id="{F32BF4A3-6ABD-0041-A398-9BC428E97FC5}"/>
                  </a:ext>
                </a:extLst>
              </p:cNvPr>
              <p:cNvSpPr txBox="1">
                <a:spLocks noRot="1" noChangeAspect="1" noMove="1" noResize="1" noEditPoints="1" noAdjustHandles="1" noChangeArrowheads="1" noChangeShapeType="1" noTextEdit="1"/>
              </p:cNvSpPr>
              <p:nvPr/>
            </p:nvSpPr>
            <p:spPr>
              <a:xfrm>
                <a:off x="4670691" y="2934772"/>
                <a:ext cx="423706" cy="369332"/>
              </a:xfrm>
              <a:prstGeom prst="rect">
                <a:avLst/>
              </a:prstGeom>
              <a:blipFill>
                <a:blip r:embed="rId11"/>
                <a:stretch>
                  <a:fillRect b="-9836"/>
                </a:stretch>
              </a:blipFill>
            </p:spPr>
            <p:txBody>
              <a:bodyPr/>
              <a:lstStyle/>
              <a:p>
                <a:r>
                  <a:rPr lang="pt-BR">
                    <a:noFill/>
                  </a:rPr>
                  <a:t> </a:t>
                </a:r>
              </a:p>
            </p:txBody>
          </p:sp>
        </mc:Fallback>
      </mc:AlternateContent>
      <p:grpSp>
        <p:nvGrpSpPr>
          <p:cNvPr id="19" name="Agrupar 18">
            <a:extLst>
              <a:ext uri="{FF2B5EF4-FFF2-40B4-BE49-F238E27FC236}">
                <a16:creationId xmlns:a16="http://schemas.microsoft.com/office/drawing/2014/main" id="{FF15F91E-CF68-77E3-8E97-F1862EE0D590}"/>
              </a:ext>
            </a:extLst>
          </p:cNvPr>
          <p:cNvGrpSpPr/>
          <p:nvPr/>
        </p:nvGrpSpPr>
        <p:grpSpPr>
          <a:xfrm>
            <a:off x="767408" y="2182673"/>
            <a:ext cx="4572508" cy="2464697"/>
            <a:chOff x="767408" y="2182673"/>
            <a:chExt cx="4572508" cy="2464697"/>
          </a:xfrm>
        </p:grpSpPr>
        <p:grpSp>
          <p:nvGrpSpPr>
            <p:cNvPr id="29" name="Agrupar 28">
              <a:extLst>
                <a:ext uri="{FF2B5EF4-FFF2-40B4-BE49-F238E27FC236}">
                  <a16:creationId xmlns:a16="http://schemas.microsoft.com/office/drawing/2014/main" id="{6068577E-2FB3-F014-C6A7-DCBF178530F8}"/>
                </a:ext>
              </a:extLst>
            </p:cNvPr>
            <p:cNvGrpSpPr/>
            <p:nvPr/>
          </p:nvGrpSpPr>
          <p:grpSpPr>
            <a:xfrm>
              <a:off x="767408" y="2182673"/>
              <a:ext cx="4572508" cy="2464697"/>
              <a:chOff x="6400056" y="2185778"/>
              <a:chExt cx="4572508" cy="2464697"/>
            </a:xfrm>
          </p:grpSpPr>
          <p:grpSp>
            <p:nvGrpSpPr>
              <p:cNvPr id="30" name="Agrupar 29">
                <a:extLst>
                  <a:ext uri="{FF2B5EF4-FFF2-40B4-BE49-F238E27FC236}">
                    <a16:creationId xmlns:a16="http://schemas.microsoft.com/office/drawing/2014/main" id="{168DDC4B-E085-D055-3A01-2A75AEF0F540}"/>
                  </a:ext>
                </a:extLst>
              </p:cNvPr>
              <p:cNvGrpSpPr/>
              <p:nvPr/>
            </p:nvGrpSpPr>
            <p:grpSpPr>
              <a:xfrm>
                <a:off x="6400056" y="2185778"/>
                <a:ext cx="4572508" cy="2464697"/>
                <a:chOff x="686148" y="2141393"/>
                <a:chExt cx="4572508" cy="2464697"/>
              </a:xfrm>
            </p:grpSpPr>
            <p:sp>
              <p:nvSpPr>
                <p:cNvPr id="87" name="Retângulo 86">
                  <a:extLst>
                    <a:ext uri="{FF2B5EF4-FFF2-40B4-BE49-F238E27FC236}">
                      <a16:creationId xmlns:a16="http://schemas.microsoft.com/office/drawing/2014/main" id="{982DA735-B387-C331-E003-2664E37E8623}"/>
                    </a:ext>
                  </a:extLst>
                </p:cNvPr>
                <p:cNvSpPr/>
                <p:nvPr/>
              </p:nvSpPr>
              <p:spPr>
                <a:xfrm>
                  <a:off x="686656" y="2185778"/>
                  <a:ext cx="4572000" cy="2420312"/>
                </a:xfrm>
                <a:prstGeom prst="rect">
                  <a:avLst/>
                </a:prstGeom>
                <a:solidFill>
                  <a:schemeClr val="tx2">
                    <a:lumMod val="10000"/>
                    <a:lumOff val="90000"/>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88" name="CaixaDeTexto 87">
                      <a:extLst>
                        <a:ext uri="{FF2B5EF4-FFF2-40B4-BE49-F238E27FC236}">
                          <a16:creationId xmlns:a16="http://schemas.microsoft.com/office/drawing/2014/main" id="{51FC77E0-937E-EA60-698E-B52BB93B2CFA}"/>
                        </a:ext>
                      </a:extLst>
                    </p:cNvPr>
                    <p:cNvSpPr txBox="1"/>
                    <p:nvPr/>
                  </p:nvSpPr>
                  <p:spPr>
                    <a:xfrm>
                      <a:off x="3658456" y="2141393"/>
                      <a:ext cx="1073563"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i="1" smtClean="0">
                                    <a:latin typeface="Cambria Math" panose="02040503050406030204" pitchFamily="18" charset="0"/>
                                  </a:rPr>
                                </m:ctrlPr>
                              </m:sSubPr>
                              <m:e>
                                <m:r>
                                  <a:rPr lang="pt-BR" b="0" i="1" smtClean="0">
                                    <a:latin typeface="Cambria Math" panose="02040503050406030204" pitchFamily="18" charset="0"/>
                                  </a:rPr>
                                  <m:t>𝜀</m:t>
                                </m:r>
                              </m:e>
                              <m:sub>
                                <m:r>
                                  <a:rPr lang="pt-BR" b="0" i="1" smtClean="0">
                                    <a:latin typeface="Cambria Math" panose="02040503050406030204" pitchFamily="18" charset="0"/>
                                  </a:rPr>
                                  <m:t>0</m:t>
                                </m:r>
                              </m:sub>
                            </m:sSub>
                            <m:r>
                              <a:rPr lang="pt-BR" b="0" i="1" smtClean="0">
                                <a:latin typeface="Cambria Math" panose="02040503050406030204" pitchFamily="18" charset="0"/>
                              </a:rPr>
                              <m:t>,</m:t>
                            </m:r>
                            <m:sSub>
                              <m:sSubPr>
                                <m:ctrlPr>
                                  <a:rPr lang="pt-BR" i="1" smtClean="0">
                                    <a:latin typeface="Cambria Math" panose="02040503050406030204" pitchFamily="18" charset="0"/>
                                  </a:rPr>
                                </m:ctrlPr>
                              </m:sSubPr>
                              <m:e>
                                <m:r>
                                  <a:rPr lang="pt-BR" b="0" i="1" smtClean="0">
                                    <a:latin typeface="Cambria Math" panose="02040503050406030204" pitchFamily="18" charset="0"/>
                                  </a:rPr>
                                  <m:t>𝜇</m:t>
                                </m:r>
                              </m:e>
                              <m:sub>
                                <m:r>
                                  <a:rPr lang="pt-BR" b="0" i="1" smtClean="0">
                                    <a:latin typeface="Cambria Math" panose="02040503050406030204" pitchFamily="18" charset="0"/>
                                  </a:rPr>
                                  <m:t>0</m:t>
                                </m:r>
                              </m:sub>
                            </m:sSub>
                            <m:r>
                              <a:rPr lang="pt-BR" b="0" i="1" smtClean="0">
                                <a:latin typeface="Cambria Math" panose="02040503050406030204" pitchFamily="18" charset="0"/>
                              </a:rPr>
                              <m:t>, </m:t>
                            </m:r>
                            <m:sSub>
                              <m:sSubPr>
                                <m:ctrlPr>
                                  <a:rPr lang="pt-BR" b="0" i="1" smtClean="0">
                                    <a:latin typeface="Cambria Math" panose="02040503050406030204" pitchFamily="18" charset="0"/>
                                  </a:rPr>
                                </m:ctrlPr>
                              </m:sSubPr>
                              <m:e>
                                <m:r>
                                  <a:rPr lang="pt-BR" b="0" i="1" smtClean="0">
                                    <a:latin typeface="Cambria Math" panose="02040503050406030204" pitchFamily="18" charset="0"/>
                                  </a:rPr>
                                  <m:t>𝜎</m:t>
                                </m:r>
                              </m:e>
                              <m:sub>
                                <m:r>
                                  <a:rPr lang="pt-BR" b="0" i="1" smtClean="0">
                                    <a:latin typeface="Cambria Math" panose="02040503050406030204" pitchFamily="18" charset="0"/>
                                  </a:rPr>
                                  <m:t>0</m:t>
                                </m:r>
                              </m:sub>
                            </m:sSub>
                          </m:oMath>
                        </m:oMathPara>
                      </a14:m>
                      <a:endParaRPr lang="pt-BR"/>
                    </a:p>
                  </p:txBody>
                </p:sp>
              </mc:Choice>
              <mc:Fallback xmlns="">
                <p:sp>
                  <p:nvSpPr>
                    <p:cNvPr id="16" name="CaixaDeTexto 15">
                      <a:extLst>
                        <a:ext uri="{FF2B5EF4-FFF2-40B4-BE49-F238E27FC236}">
                          <a16:creationId xmlns:a16="http://schemas.microsoft.com/office/drawing/2014/main" id="{1681E2DD-38B4-5C4A-9B12-CE155CEDB679}"/>
                        </a:ext>
                      </a:extLst>
                    </p:cNvPr>
                    <p:cNvSpPr txBox="1">
                      <a:spLocks noRot="1" noChangeAspect="1" noMove="1" noResize="1" noEditPoints="1" noAdjustHandles="1" noChangeArrowheads="1" noChangeShapeType="1" noTextEdit="1"/>
                    </p:cNvSpPr>
                    <p:nvPr/>
                  </p:nvSpPr>
                  <p:spPr>
                    <a:xfrm>
                      <a:off x="3658456" y="2141393"/>
                      <a:ext cx="1073563" cy="369332"/>
                    </a:xfrm>
                    <a:prstGeom prst="rect">
                      <a:avLst/>
                    </a:prstGeom>
                    <a:blipFill>
                      <a:blip r:embed="rId6"/>
                      <a:stretch>
                        <a:fillRect b="-5000"/>
                      </a:stretch>
                    </a:blipFill>
                  </p:spPr>
                  <p:txBody>
                    <a:bodyPr/>
                    <a:lstStyle/>
                    <a:p>
                      <a:r>
                        <a:rPr lang="pt-BR">
                          <a:noFill/>
                        </a:rPr>
                        <a:t> </a:t>
                      </a:r>
                    </a:p>
                  </p:txBody>
                </p:sp>
              </mc:Fallback>
            </mc:AlternateContent>
            <p:cxnSp>
              <p:nvCxnSpPr>
                <p:cNvPr id="89" name="Conector reto 88">
                  <a:extLst>
                    <a:ext uri="{FF2B5EF4-FFF2-40B4-BE49-F238E27FC236}">
                      <a16:creationId xmlns:a16="http://schemas.microsoft.com/office/drawing/2014/main" id="{29BACBC2-A9C9-49A1-3EBE-A6BB117842D8}"/>
                    </a:ext>
                  </a:extLst>
                </p:cNvPr>
                <p:cNvCxnSpPr/>
                <p:nvPr/>
              </p:nvCxnSpPr>
              <p:spPr>
                <a:xfrm>
                  <a:off x="686148" y="2177459"/>
                  <a:ext cx="4572508" cy="0"/>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90" name="Conector reto 89">
                  <a:extLst>
                    <a:ext uri="{FF2B5EF4-FFF2-40B4-BE49-F238E27FC236}">
                      <a16:creationId xmlns:a16="http://schemas.microsoft.com/office/drawing/2014/main" id="{AEA365C5-49B6-5F94-4BC5-985FD89AC779}"/>
                    </a:ext>
                  </a:extLst>
                </p:cNvPr>
                <p:cNvCxnSpPr/>
                <p:nvPr/>
              </p:nvCxnSpPr>
              <p:spPr>
                <a:xfrm>
                  <a:off x="686148" y="4606090"/>
                  <a:ext cx="4572508" cy="0"/>
                </a:xfrm>
                <a:prstGeom prst="line">
                  <a:avLst/>
                </a:prstGeom>
                <a:ln w="38100"/>
              </p:spPr>
              <p:style>
                <a:lnRef idx="2">
                  <a:schemeClr val="accent1"/>
                </a:lnRef>
                <a:fillRef idx="0">
                  <a:schemeClr val="accent1"/>
                </a:fillRef>
                <a:effectRef idx="1">
                  <a:schemeClr val="accent1"/>
                </a:effectRef>
                <a:fontRef idx="minor">
                  <a:schemeClr val="tx1"/>
                </a:fontRef>
              </p:style>
            </p:cxnSp>
            <p:sp>
              <p:nvSpPr>
                <p:cNvPr id="91" name="Elipse 90">
                  <a:extLst>
                    <a:ext uri="{FF2B5EF4-FFF2-40B4-BE49-F238E27FC236}">
                      <a16:creationId xmlns:a16="http://schemas.microsoft.com/office/drawing/2014/main" id="{622B22B7-F3C5-6196-532E-A40CD1212AB8}"/>
                    </a:ext>
                  </a:extLst>
                </p:cNvPr>
                <p:cNvSpPr/>
                <p:nvPr/>
              </p:nvSpPr>
              <p:spPr>
                <a:xfrm>
                  <a:off x="1379208" y="2816424"/>
                  <a:ext cx="3231175" cy="1152128"/>
                </a:xfrm>
                <a:prstGeom prst="ellipse">
                  <a:avLst/>
                </a:prstGeom>
                <a:noFill/>
                <a:ln>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93" name="CaixaDeTexto 92">
                      <a:extLst>
                        <a:ext uri="{FF2B5EF4-FFF2-40B4-BE49-F238E27FC236}">
                          <a16:creationId xmlns:a16="http://schemas.microsoft.com/office/drawing/2014/main" id="{6F28AD4E-55BD-E158-83DC-CB47A80C2B1E}"/>
                        </a:ext>
                      </a:extLst>
                    </p:cNvPr>
                    <p:cNvSpPr txBox="1"/>
                    <p:nvPr/>
                  </p:nvSpPr>
                  <p:spPr>
                    <a:xfrm>
                      <a:off x="4023106" y="2644828"/>
                      <a:ext cx="34426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pt-BR" i="1" smtClean="0">
                                <a:latin typeface="Cambria Math" panose="02040503050406030204" pitchFamily="18" charset="0"/>
                              </a:rPr>
                              <m:t>𝑐</m:t>
                            </m:r>
                          </m:oMath>
                        </m:oMathPara>
                      </a14:m>
                      <a:endParaRPr lang="pt-BR"/>
                    </a:p>
                  </p:txBody>
                </p:sp>
              </mc:Choice>
              <mc:Fallback xmlns="">
                <p:sp>
                  <p:nvSpPr>
                    <p:cNvPr id="21" name="CaixaDeTexto 20">
                      <a:extLst>
                        <a:ext uri="{FF2B5EF4-FFF2-40B4-BE49-F238E27FC236}">
                          <a16:creationId xmlns:a16="http://schemas.microsoft.com/office/drawing/2014/main" id="{47DF1D7F-A5BF-99D7-87D5-2DE96AED1F64}"/>
                        </a:ext>
                      </a:extLst>
                    </p:cNvPr>
                    <p:cNvSpPr txBox="1">
                      <a:spLocks noRot="1" noChangeAspect="1" noMove="1" noResize="1" noEditPoints="1" noAdjustHandles="1" noChangeArrowheads="1" noChangeShapeType="1" noTextEdit="1"/>
                    </p:cNvSpPr>
                    <p:nvPr/>
                  </p:nvSpPr>
                  <p:spPr>
                    <a:xfrm>
                      <a:off x="4023106" y="2644828"/>
                      <a:ext cx="344261" cy="369332"/>
                    </a:xfrm>
                    <a:prstGeom prst="rect">
                      <a:avLst/>
                    </a:prstGeom>
                    <a:blipFill>
                      <a:blip r:embed="rId7"/>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95" name="CaixaDeTexto 94">
                      <a:extLst>
                        <a:ext uri="{FF2B5EF4-FFF2-40B4-BE49-F238E27FC236}">
                          <a16:creationId xmlns:a16="http://schemas.microsoft.com/office/drawing/2014/main" id="{6CE38F45-C2C2-452C-A6E5-873FFFE19492}"/>
                        </a:ext>
                      </a:extLst>
                    </p:cNvPr>
                    <p:cNvSpPr txBox="1"/>
                    <p:nvPr/>
                  </p:nvSpPr>
                  <p:spPr>
                    <a:xfrm>
                      <a:off x="3999574" y="3378771"/>
                      <a:ext cx="357469"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pt-BR" b="0" i="1" smtClean="0">
                                <a:latin typeface="Cambria Math" panose="02040503050406030204" pitchFamily="18" charset="0"/>
                              </a:rPr>
                              <m:t>𝑆</m:t>
                            </m:r>
                          </m:oMath>
                        </m:oMathPara>
                      </a14:m>
                      <a:endParaRPr lang="pt-BR"/>
                    </a:p>
                  </p:txBody>
                </p:sp>
              </mc:Choice>
              <mc:Fallback xmlns="">
                <p:sp>
                  <p:nvSpPr>
                    <p:cNvPr id="22" name="CaixaDeTexto 21">
                      <a:extLst>
                        <a:ext uri="{FF2B5EF4-FFF2-40B4-BE49-F238E27FC236}">
                          <a16:creationId xmlns:a16="http://schemas.microsoft.com/office/drawing/2014/main" id="{4C8BA81F-86CE-F71B-BBD1-2BCDDF954EF1}"/>
                        </a:ext>
                      </a:extLst>
                    </p:cNvPr>
                    <p:cNvSpPr txBox="1">
                      <a:spLocks noRot="1" noChangeAspect="1" noMove="1" noResize="1" noEditPoints="1" noAdjustHandles="1" noChangeArrowheads="1" noChangeShapeType="1" noTextEdit="1"/>
                    </p:cNvSpPr>
                    <p:nvPr/>
                  </p:nvSpPr>
                  <p:spPr>
                    <a:xfrm>
                      <a:off x="3999574" y="3378771"/>
                      <a:ext cx="357469" cy="369332"/>
                    </a:xfrm>
                    <a:prstGeom prst="rect">
                      <a:avLst/>
                    </a:prstGeom>
                    <a:blipFill>
                      <a:blip r:embed="rId8"/>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97" name="CaixaDeTexto 96">
                      <a:extLst>
                        <a:ext uri="{FF2B5EF4-FFF2-40B4-BE49-F238E27FC236}">
                          <a16:creationId xmlns:a16="http://schemas.microsoft.com/office/drawing/2014/main" id="{CF28AD52-9479-96E4-DD50-2EE167AB3D15}"/>
                        </a:ext>
                      </a:extLst>
                    </p:cNvPr>
                    <p:cNvSpPr txBox="1"/>
                    <p:nvPr/>
                  </p:nvSpPr>
                  <p:spPr>
                    <a:xfrm>
                      <a:off x="1749004" y="3092034"/>
                      <a:ext cx="1073563"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i="1" smtClean="0">
                                    <a:latin typeface="Cambria Math" panose="02040503050406030204" pitchFamily="18" charset="0"/>
                                  </a:rPr>
                                </m:ctrlPr>
                              </m:sSubPr>
                              <m:e>
                                <m:r>
                                  <a:rPr lang="pt-BR" b="0" i="1" smtClean="0">
                                    <a:latin typeface="Cambria Math" panose="02040503050406030204" pitchFamily="18" charset="0"/>
                                  </a:rPr>
                                  <m:t>𝜀</m:t>
                                </m:r>
                              </m:e>
                              <m:sub>
                                <m:r>
                                  <a:rPr lang="pt-BR" b="0" i="1" smtClean="0">
                                    <a:latin typeface="Cambria Math" panose="02040503050406030204" pitchFamily="18" charset="0"/>
                                  </a:rPr>
                                  <m:t>0</m:t>
                                </m:r>
                              </m:sub>
                            </m:sSub>
                            <m:r>
                              <a:rPr lang="pt-BR" b="0" i="1" smtClean="0">
                                <a:latin typeface="Cambria Math" panose="02040503050406030204" pitchFamily="18" charset="0"/>
                              </a:rPr>
                              <m:t>,</m:t>
                            </m:r>
                            <m:sSub>
                              <m:sSubPr>
                                <m:ctrlPr>
                                  <a:rPr lang="pt-BR" i="1" smtClean="0">
                                    <a:latin typeface="Cambria Math" panose="02040503050406030204" pitchFamily="18" charset="0"/>
                                  </a:rPr>
                                </m:ctrlPr>
                              </m:sSubPr>
                              <m:e>
                                <m:r>
                                  <a:rPr lang="pt-BR" b="0" i="1" smtClean="0">
                                    <a:latin typeface="Cambria Math" panose="02040503050406030204" pitchFamily="18" charset="0"/>
                                  </a:rPr>
                                  <m:t>𝜇</m:t>
                                </m:r>
                              </m:e>
                              <m:sub>
                                <m:r>
                                  <a:rPr lang="pt-BR" b="0" i="1" smtClean="0">
                                    <a:latin typeface="Cambria Math" panose="02040503050406030204" pitchFamily="18" charset="0"/>
                                  </a:rPr>
                                  <m:t>0</m:t>
                                </m:r>
                              </m:sub>
                            </m:sSub>
                            <m:r>
                              <a:rPr lang="pt-BR" b="0" i="1" smtClean="0">
                                <a:latin typeface="Cambria Math" panose="02040503050406030204" pitchFamily="18" charset="0"/>
                              </a:rPr>
                              <m:t>, </m:t>
                            </m:r>
                            <m:sSub>
                              <m:sSubPr>
                                <m:ctrlPr>
                                  <a:rPr lang="pt-BR" b="0" i="1" smtClean="0">
                                    <a:latin typeface="Cambria Math" panose="02040503050406030204" pitchFamily="18" charset="0"/>
                                  </a:rPr>
                                </m:ctrlPr>
                              </m:sSubPr>
                              <m:e>
                                <m:r>
                                  <a:rPr lang="pt-BR" b="0" i="1" smtClean="0">
                                    <a:latin typeface="Cambria Math" panose="02040503050406030204" pitchFamily="18" charset="0"/>
                                  </a:rPr>
                                  <m:t>𝜎</m:t>
                                </m:r>
                              </m:e>
                              <m:sub>
                                <m:r>
                                  <a:rPr lang="pt-BR" b="0" i="1" smtClean="0">
                                    <a:latin typeface="Cambria Math" panose="02040503050406030204" pitchFamily="18" charset="0"/>
                                  </a:rPr>
                                  <m:t>0</m:t>
                                </m:r>
                              </m:sub>
                            </m:sSub>
                          </m:oMath>
                        </m:oMathPara>
                      </a14:m>
                      <a:endParaRPr lang="pt-BR"/>
                    </a:p>
                  </p:txBody>
                </p:sp>
              </mc:Choice>
              <mc:Fallback xmlns="">
                <p:sp>
                  <p:nvSpPr>
                    <p:cNvPr id="97" name="CaixaDeTexto 96">
                      <a:extLst>
                        <a:ext uri="{FF2B5EF4-FFF2-40B4-BE49-F238E27FC236}">
                          <a16:creationId xmlns:a16="http://schemas.microsoft.com/office/drawing/2014/main" id="{CF28AD52-9479-96E4-DD50-2EE167AB3D15}"/>
                        </a:ext>
                      </a:extLst>
                    </p:cNvPr>
                    <p:cNvSpPr txBox="1">
                      <a:spLocks noRot="1" noChangeAspect="1" noMove="1" noResize="1" noEditPoints="1" noAdjustHandles="1" noChangeArrowheads="1" noChangeShapeType="1" noTextEdit="1"/>
                    </p:cNvSpPr>
                    <p:nvPr/>
                  </p:nvSpPr>
                  <p:spPr>
                    <a:xfrm>
                      <a:off x="1749004" y="3092034"/>
                      <a:ext cx="1073563" cy="369332"/>
                    </a:xfrm>
                    <a:prstGeom prst="rect">
                      <a:avLst/>
                    </a:prstGeom>
                    <a:blipFill>
                      <a:blip r:embed="rId9"/>
                      <a:stretch>
                        <a:fillRect b="-3279"/>
                      </a:stretch>
                    </a:blipFill>
                  </p:spPr>
                  <p:txBody>
                    <a:bodyPr/>
                    <a:lstStyle/>
                    <a:p>
                      <a:r>
                        <a:rPr lang="pt-BR">
                          <a:noFill/>
                        </a:rPr>
                        <a:t> </a:t>
                      </a:r>
                    </a:p>
                  </p:txBody>
                </p:sp>
              </mc:Fallback>
            </mc:AlternateContent>
          </p:grpSp>
          <p:grpSp>
            <p:nvGrpSpPr>
              <p:cNvPr id="31" name="Agrupar 30">
                <a:extLst>
                  <a:ext uri="{FF2B5EF4-FFF2-40B4-BE49-F238E27FC236}">
                    <a16:creationId xmlns:a16="http://schemas.microsoft.com/office/drawing/2014/main" id="{6BEFE313-B14A-D407-6382-DD66DB533993}"/>
                  </a:ext>
                </a:extLst>
              </p:cNvPr>
              <p:cNvGrpSpPr/>
              <p:nvPr/>
            </p:nvGrpSpPr>
            <p:grpSpPr>
              <a:xfrm>
                <a:off x="7001676" y="3345433"/>
                <a:ext cx="182880" cy="182880"/>
                <a:chOff x="5748675" y="3047308"/>
                <a:chExt cx="182880" cy="182880"/>
              </a:xfrm>
            </p:grpSpPr>
            <p:sp>
              <p:nvSpPr>
                <p:cNvPr id="85" name="Elipse 84">
                  <a:extLst>
                    <a:ext uri="{FF2B5EF4-FFF2-40B4-BE49-F238E27FC236}">
                      <a16:creationId xmlns:a16="http://schemas.microsoft.com/office/drawing/2014/main" id="{86B0708E-38CF-4B6F-FCA3-05BFFA7104D8}"/>
                    </a:ext>
                  </a:extLst>
                </p:cNvPr>
                <p:cNvSpPr/>
                <p:nvPr/>
              </p:nvSpPr>
              <p:spPr>
                <a:xfrm>
                  <a:off x="5748675" y="3047308"/>
                  <a:ext cx="182880" cy="182880"/>
                </a:xfrm>
                <a:prstGeom prst="ellipse">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86" name="Elipse 85">
                  <a:extLst>
                    <a:ext uri="{FF2B5EF4-FFF2-40B4-BE49-F238E27FC236}">
                      <a16:creationId xmlns:a16="http://schemas.microsoft.com/office/drawing/2014/main" id="{99018997-7312-2E66-301B-9CD78364AB2F}"/>
                    </a:ext>
                  </a:extLst>
                </p:cNvPr>
                <p:cNvSpPr/>
                <p:nvPr/>
              </p:nvSpPr>
              <p:spPr>
                <a:xfrm>
                  <a:off x="5819163" y="3115888"/>
                  <a:ext cx="45720" cy="4572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grpSp>
            <p:nvGrpSpPr>
              <p:cNvPr id="32" name="Agrupar 31">
                <a:extLst>
                  <a:ext uri="{FF2B5EF4-FFF2-40B4-BE49-F238E27FC236}">
                    <a16:creationId xmlns:a16="http://schemas.microsoft.com/office/drawing/2014/main" id="{39E01C4A-DE56-014D-C604-4AF36AE9FE03}"/>
                  </a:ext>
                </a:extLst>
              </p:cNvPr>
              <p:cNvGrpSpPr/>
              <p:nvPr/>
            </p:nvGrpSpPr>
            <p:grpSpPr>
              <a:xfrm>
                <a:off x="8621464" y="2767443"/>
                <a:ext cx="182880" cy="182880"/>
                <a:chOff x="5748675" y="3047308"/>
                <a:chExt cx="182880" cy="182880"/>
              </a:xfrm>
            </p:grpSpPr>
            <p:sp>
              <p:nvSpPr>
                <p:cNvPr id="83" name="Elipse 82">
                  <a:extLst>
                    <a:ext uri="{FF2B5EF4-FFF2-40B4-BE49-F238E27FC236}">
                      <a16:creationId xmlns:a16="http://schemas.microsoft.com/office/drawing/2014/main" id="{4687FB89-0690-D9C6-FEDC-80182A21F1F8}"/>
                    </a:ext>
                  </a:extLst>
                </p:cNvPr>
                <p:cNvSpPr/>
                <p:nvPr/>
              </p:nvSpPr>
              <p:spPr>
                <a:xfrm>
                  <a:off x="5748675" y="3047308"/>
                  <a:ext cx="182880" cy="182880"/>
                </a:xfrm>
                <a:prstGeom prst="ellipse">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84" name="Elipse 83">
                  <a:extLst>
                    <a:ext uri="{FF2B5EF4-FFF2-40B4-BE49-F238E27FC236}">
                      <a16:creationId xmlns:a16="http://schemas.microsoft.com/office/drawing/2014/main" id="{7DEDEA53-C3E7-70D0-B23C-9272E074F805}"/>
                    </a:ext>
                  </a:extLst>
                </p:cNvPr>
                <p:cNvSpPr/>
                <p:nvPr/>
              </p:nvSpPr>
              <p:spPr>
                <a:xfrm>
                  <a:off x="5819163" y="3115888"/>
                  <a:ext cx="45720" cy="4572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grpSp>
            <p:nvGrpSpPr>
              <p:cNvPr id="33" name="Agrupar 32">
                <a:extLst>
                  <a:ext uri="{FF2B5EF4-FFF2-40B4-BE49-F238E27FC236}">
                    <a16:creationId xmlns:a16="http://schemas.microsoft.com/office/drawing/2014/main" id="{41091304-8D76-4C76-51D1-909D24952854}"/>
                  </a:ext>
                </a:extLst>
              </p:cNvPr>
              <p:cNvGrpSpPr/>
              <p:nvPr/>
            </p:nvGrpSpPr>
            <p:grpSpPr>
              <a:xfrm>
                <a:off x="7282380" y="2790303"/>
                <a:ext cx="1090122" cy="1286917"/>
                <a:chOff x="7282380" y="2790303"/>
                <a:chExt cx="1090122" cy="1286917"/>
              </a:xfrm>
            </p:grpSpPr>
            <p:grpSp>
              <p:nvGrpSpPr>
                <p:cNvPr id="63" name="Agrupar 62">
                  <a:extLst>
                    <a:ext uri="{FF2B5EF4-FFF2-40B4-BE49-F238E27FC236}">
                      <a16:creationId xmlns:a16="http://schemas.microsoft.com/office/drawing/2014/main" id="{84A39BD2-2E52-CE94-F777-3E8980F1AD5A}"/>
                    </a:ext>
                  </a:extLst>
                </p:cNvPr>
                <p:cNvGrpSpPr/>
                <p:nvPr/>
              </p:nvGrpSpPr>
              <p:grpSpPr>
                <a:xfrm>
                  <a:off x="7290466" y="2790303"/>
                  <a:ext cx="1082036" cy="406737"/>
                  <a:chOff x="7314468" y="2790303"/>
                  <a:chExt cx="1082036" cy="406737"/>
                </a:xfrm>
              </p:grpSpPr>
              <p:grpSp>
                <p:nvGrpSpPr>
                  <p:cNvPr id="74" name="Agrupar 73">
                    <a:extLst>
                      <a:ext uri="{FF2B5EF4-FFF2-40B4-BE49-F238E27FC236}">
                        <a16:creationId xmlns:a16="http://schemas.microsoft.com/office/drawing/2014/main" id="{1FA733FE-1CBC-4390-83AE-16ED047453B2}"/>
                      </a:ext>
                    </a:extLst>
                  </p:cNvPr>
                  <p:cNvGrpSpPr/>
                  <p:nvPr/>
                </p:nvGrpSpPr>
                <p:grpSpPr>
                  <a:xfrm>
                    <a:off x="7314468" y="3014160"/>
                    <a:ext cx="182880" cy="182880"/>
                    <a:chOff x="5748675" y="3047308"/>
                    <a:chExt cx="182880" cy="182880"/>
                  </a:xfrm>
                </p:grpSpPr>
                <p:sp>
                  <p:nvSpPr>
                    <p:cNvPr id="81" name="Elipse 80">
                      <a:extLst>
                        <a:ext uri="{FF2B5EF4-FFF2-40B4-BE49-F238E27FC236}">
                          <a16:creationId xmlns:a16="http://schemas.microsoft.com/office/drawing/2014/main" id="{BD79764D-D1E3-1A1D-8733-7F0D3BC0CC89}"/>
                        </a:ext>
                      </a:extLst>
                    </p:cNvPr>
                    <p:cNvSpPr/>
                    <p:nvPr/>
                  </p:nvSpPr>
                  <p:spPr>
                    <a:xfrm>
                      <a:off x="5748675" y="3047308"/>
                      <a:ext cx="182880" cy="182880"/>
                    </a:xfrm>
                    <a:prstGeom prst="ellipse">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82" name="Elipse 81">
                      <a:extLst>
                        <a:ext uri="{FF2B5EF4-FFF2-40B4-BE49-F238E27FC236}">
                          <a16:creationId xmlns:a16="http://schemas.microsoft.com/office/drawing/2014/main" id="{1DF4BAA2-E0C4-0C1B-3DBA-170A41BD7986}"/>
                        </a:ext>
                      </a:extLst>
                    </p:cNvPr>
                    <p:cNvSpPr/>
                    <p:nvPr/>
                  </p:nvSpPr>
                  <p:spPr>
                    <a:xfrm>
                      <a:off x="5819163" y="3115888"/>
                      <a:ext cx="45720" cy="4572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grpSp>
                <p:nvGrpSpPr>
                  <p:cNvPr id="75" name="Agrupar 74">
                    <a:extLst>
                      <a:ext uri="{FF2B5EF4-FFF2-40B4-BE49-F238E27FC236}">
                        <a16:creationId xmlns:a16="http://schemas.microsoft.com/office/drawing/2014/main" id="{11E9F967-20AC-8519-A18A-C89703C95000}"/>
                      </a:ext>
                    </a:extLst>
                  </p:cNvPr>
                  <p:cNvGrpSpPr/>
                  <p:nvPr/>
                </p:nvGrpSpPr>
                <p:grpSpPr>
                  <a:xfrm>
                    <a:off x="7780179" y="2858883"/>
                    <a:ext cx="182880" cy="182880"/>
                    <a:chOff x="5748675" y="3047308"/>
                    <a:chExt cx="182880" cy="182880"/>
                  </a:xfrm>
                </p:grpSpPr>
                <p:sp>
                  <p:nvSpPr>
                    <p:cNvPr id="79" name="Elipse 78">
                      <a:extLst>
                        <a:ext uri="{FF2B5EF4-FFF2-40B4-BE49-F238E27FC236}">
                          <a16:creationId xmlns:a16="http://schemas.microsoft.com/office/drawing/2014/main" id="{6DD2A9CA-DBE8-A2A0-3CE5-9F1125D74FCE}"/>
                        </a:ext>
                      </a:extLst>
                    </p:cNvPr>
                    <p:cNvSpPr/>
                    <p:nvPr/>
                  </p:nvSpPr>
                  <p:spPr>
                    <a:xfrm>
                      <a:off x="5748675" y="3047308"/>
                      <a:ext cx="182880" cy="182880"/>
                    </a:xfrm>
                    <a:prstGeom prst="ellipse">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80" name="Elipse 79">
                      <a:extLst>
                        <a:ext uri="{FF2B5EF4-FFF2-40B4-BE49-F238E27FC236}">
                          <a16:creationId xmlns:a16="http://schemas.microsoft.com/office/drawing/2014/main" id="{700EF7A7-BD70-D51A-4375-DF7F182BBD01}"/>
                        </a:ext>
                      </a:extLst>
                    </p:cNvPr>
                    <p:cNvSpPr/>
                    <p:nvPr/>
                  </p:nvSpPr>
                  <p:spPr>
                    <a:xfrm>
                      <a:off x="5819163" y="3115888"/>
                      <a:ext cx="45720" cy="4572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grpSp>
                <p:nvGrpSpPr>
                  <p:cNvPr id="76" name="Agrupar 75">
                    <a:extLst>
                      <a:ext uri="{FF2B5EF4-FFF2-40B4-BE49-F238E27FC236}">
                        <a16:creationId xmlns:a16="http://schemas.microsoft.com/office/drawing/2014/main" id="{0F51439C-8121-B17D-F18F-7C86338B6D36}"/>
                      </a:ext>
                    </a:extLst>
                  </p:cNvPr>
                  <p:cNvGrpSpPr/>
                  <p:nvPr/>
                </p:nvGrpSpPr>
                <p:grpSpPr>
                  <a:xfrm>
                    <a:off x="8213624" y="2790303"/>
                    <a:ext cx="182880" cy="182880"/>
                    <a:chOff x="5748675" y="3047308"/>
                    <a:chExt cx="182880" cy="182880"/>
                  </a:xfrm>
                </p:grpSpPr>
                <p:sp>
                  <p:nvSpPr>
                    <p:cNvPr id="77" name="Elipse 76">
                      <a:extLst>
                        <a:ext uri="{FF2B5EF4-FFF2-40B4-BE49-F238E27FC236}">
                          <a16:creationId xmlns:a16="http://schemas.microsoft.com/office/drawing/2014/main" id="{33EE02B0-BA23-356D-41F8-107D32E33D86}"/>
                        </a:ext>
                      </a:extLst>
                    </p:cNvPr>
                    <p:cNvSpPr/>
                    <p:nvPr/>
                  </p:nvSpPr>
                  <p:spPr>
                    <a:xfrm>
                      <a:off x="5748675" y="3047308"/>
                      <a:ext cx="182880" cy="182880"/>
                    </a:xfrm>
                    <a:prstGeom prst="ellipse">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8" name="Elipse 77">
                      <a:extLst>
                        <a:ext uri="{FF2B5EF4-FFF2-40B4-BE49-F238E27FC236}">
                          <a16:creationId xmlns:a16="http://schemas.microsoft.com/office/drawing/2014/main" id="{772AE97F-0250-3EC9-5DF3-2006BCB37F5C}"/>
                        </a:ext>
                      </a:extLst>
                    </p:cNvPr>
                    <p:cNvSpPr/>
                    <p:nvPr/>
                  </p:nvSpPr>
                  <p:spPr>
                    <a:xfrm>
                      <a:off x="5819163" y="3115888"/>
                      <a:ext cx="45720" cy="4572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grpSp>
            <p:grpSp>
              <p:nvGrpSpPr>
                <p:cNvPr id="64" name="Agrupar 63">
                  <a:extLst>
                    <a:ext uri="{FF2B5EF4-FFF2-40B4-BE49-F238E27FC236}">
                      <a16:creationId xmlns:a16="http://schemas.microsoft.com/office/drawing/2014/main" id="{EBC53ECE-D9D2-4204-F676-1D740015A584}"/>
                    </a:ext>
                  </a:extLst>
                </p:cNvPr>
                <p:cNvGrpSpPr/>
                <p:nvPr/>
              </p:nvGrpSpPr>
              <p:grpSpPr>
                <a:xfrm flipV="1">
                  <a:off x="7282380" y="3670483"/>
                  <a:ext cx="1082036" cy="406737"/>
                  <a:chOff x="7314468" y="2790303"/>
                  <a:chExt cx="1082036" cy="406737"/>
                </a:xfrm>
              </p:grpSpPr>
              <p:grpSp>
                <p:nvGrpSpPr>
                  <p:cNvPr id="65" name="Agrupar 64">
                    <a:extLst>
                      <a:ext uri="{FF2B5EF4-FFF2-40B4-BE49-F238E27FC236}">
                        <a16:creationId xmlns:a16="http://schemas.microsoft.com/office/drawing/2014/main" id="{E8B8AEE6-23A8-79CC-232F-B30A93A38D9D}"/>
                      </a:ext>
                    </a:extLst>
                  </p:cNvPr>
                  <p:cNvGrpSpPr/>
                  <p:nvPr/>
                </p:nvGrpSpPr>
                <p:grpSpPr>
                  <a:xfrm>
                    <a:off x="7314468" y="3014160"/>
                    <a:ext cx="182880" cy="182880"/>
                    <a:chOff x="5748675" y="3047308"/>
                    <a:chExt cx="182880" cy="182880"/>
                  </a:xfrm>
                </p:grpSpPr>
                <p:sp>
                  <p:nvSpPr>
                    <p:cNvPr id="72" name="Elipse 71">
                      <a:extLst>
                        <a:ext uri="{FF2B5EF4-FFF2-40B4-BE49-F238E27FC236}">
                          <a16:creationId xmlns:a16="http://schemas.microsoft.com/office/drawing/2014/main" id="{ABB9605C-A33D-49DD-8981-FBD6BB7F5D35}"/>
                        </a:ext>
                      </a:extLst>
                    </p:cNvPr>
                    <p:cNvSpPr/>
                    <p:nvPr/>
                  </p:nvSpPr>
                  <p:spPr>
                    <a:xfrm>
                      <a:off x="5748675" y="3047308"/>
                      <a:ext cx="182880" cy="182880"/>
                    </a:xfrm>
                    <a:prstGeom prst="ellipse">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3" name="Elipse 72">
                      <a:extLst>
                        <a:ext uri="{FF2B5EF4-FFF2-40B4-BE49-F238E27FC236}">
                          <a16:creationId xmlns:a16="http://schemas.microsoft.com/office/drawing/2014/main" id="{52C07B5F-FB51-234E-4C1F-0CC698EB2EDF}"/>
                        </a:ext>
                      </a:extLst>
                    </p:cNvPr>
                    <p:cNvSpPr/>
                    <p:nvPr/>
                  </p:nvSpPr>
                  <p:spPr>
                    <a:xfrm>
                      <a:off x="5819163" y="3115888"/>
                      <a:ext cx="45720" cy="4572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grpSp>
                <p:nvGrpSpPr>
                  <p:cNvPr id="66" name="Agrupar 65">
                    <a:extLst>
                      <a:ext uri="{FF2B5EF4-FFF2-40B4-BE49-F238E27FC236}">
                        <a16:creationId xmlns:a16="http://schemas.microsoft.com/office/drawing/2014/main" id="{0A1D1C32-B085-D113-FACC-BFF3F40101D9}"/>
                      </a:ext>
                    </a:extLst>
                  </p:cNvPr>
                  <p:cNvGrpSpPr/>
                  <p:nvPr/>
                </p:nvGrpSpPr>
                <p:grpSpPr>
                  <a:xfrm>
                    <a:off x="7780179" y="2858883"/>
                    <a:ext cx="182880" cy="182880"/>
                    <a:chOff x="5748675" y="3047308"/>
                    <a:chExt cx="182880" cy="182880"/>
                  </a:xfrm>
                </p:grpSpPr>
                <p:sp>
                  <p:nvSpPr>
                    <p:cNvPr id="70" name="Elipse 69">
                      <a:extLst>
                        <a:ext uri="{FF2B5EF4-FFF2-40B4-BE49-F238E27FC236}">
                          <a16:creationId xmlns:a16="http://schemas.microsoft.com/office/drawing/2014/main" id="{D49DDF87-1A70-9DD1-E830-44F1724DB5F2}"/>
                        </a:ext>
                      </a:extLst>
                    </p:cNvPr>
                    <p:cNvSpPr/>
                    <p:nvPr/>
                  </p:nvSpPr>
                  <p:spPr>
                    <a:xfrm>
                      <a:off x="5748675" y="3047308"/>
                      <a:ext cx="182880" cy="182880"/>
                    </a:xfrm>
                    <a:prstGeom prst="ellipse">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1" name="Elipse 70">
                      <a:extLst>
                        <a:ext uri="{FF2B5EF4-FFF2-40B4-BE49-F238E27FC236}">
                          <a16:creationId xmlns:a16="http://schemas.microsoft.com/office/drawing/2014/main" id="{7ADCBB2F-48A4-BC95-E387-BC674585F363}"/>
                        </a:ext>
                      </a:extLst>
                    </p:cNvPr>
                    <p:cNvSpPr/>
                    <p:nvPr/>
                  </p:nvSpPr>
                  <p:spPr>
                    <a:xfrm>
                      <a:off x="5819163" y="3115888"/>
                      <a:ext cx="45720" cy="4572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grpSp>
                <p:nvGrpSpPr>
                  <p:cNvPr id="67" name="Agrupar 66">
                    <a:extLst>
                      <a:ext uri="{FF2B5EF4-FFF2-40B4-BE49-F238E27FC236}">
                        <a16:creationId xmlns:a16="http://schemas.microsoft.com/office/drawing/2014/main" id="{32AE42AD-E017-1AAC-B014-F1E1C88B619F}"/>
                      </a:ext>
                    </a:extLst>
                  </p:cNvPr>
                  <p:cNvGrpSpPr/>
                  <p:nvPr/>
                </p:nvGrpSpPr>
                <p:grpSpPr>
                  <a:xfrm>
                    <a:off x="8213624" y="2790303"/>
                    <a:ext cx="182880" cy="182880"/>
                    <a:chOff x="5748675" y="3047308"/>
                    <a:chExt cx="182880" cy="182880"/>
                  </a:xfrm>
                </p:grpSpPr>
                <p:sp>
                  <p:nvSpPr>
                    <p:cNvPr id="68" name="Elipse 67">
                      <a:extLst>
                        <a:ext uri="{FF2B5EF4-FFF2-40B4-BE49-F238E27FC236}">
                          <a16:creationId xmlns:a16="http://schemas.microsoft.com/office/drawing/2014/main" id="{46C9E4ED-BEC7-B240-42E9-83EC377DAFAA}"/>
                        </a:ext>
                      </a:extLst>
                    </p:cNvPr>
                    <p:cNvSpPr/>
                    <p:nvPr/>
                  </p:nvSpPr>
                  <p:spPr>
                    <a:xfrm>
                      <a:off x="5748675" y="3047308"/>
                      <a:ext cx="182880" cy="182880"/>
                    </a:xfrm>
                    <a:prstGeom prst="ellipse">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9" name="Elipse 68">
                      <a:extLst>
                        <a:ext uri="{FF2B5EF4-FFF2-40B4-BE49-F238E27FC236}">
                          <a16:creationId xmlns:a16="http://schemas.microsoft.com/office/drawing/2014/main" id="{4843AE11-D9FA-9752-01FB-CA1FE061A3C0}"/>
                        </a:ext>
                      </a:extLst>
                    </p:cNvPr>
                    <p:cNvSpPr/>
                    <p:nvPr/>
                  </p:nvSpPr>
                  <p:spPr>
                    <a:xfrm>
                      <a:off x="5819163" y="3115888"/>
                      <a:ext cx="45720" cy="4572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grpSp>
          </p:grpSp>
          <p:grpSp>
            <p:nvGrpSpPr>
              <p:cNvPr id="34" name="Agrupar 33">
                <a:extLst>
                  <a:ext uri="{FF2B5EF4-FFF2-40B4-BE49-F238E27FC236}">
                    <a16:creationId xmlns:a16="http://schemas.microsoft.com/office/drawing/2014/main" id="{7D660E8D-787D-A022-9F06-967B1DFF2571}"/>
                  </a:ext>
                </a:extLst>
              </p:cNvPr>
              <p:cNvGrpSpPr/>
              <p:nvPr/>
            </p:nvGrpSpPr>
            <p:grpSpPr>
              <a:xfrm>
                <a:off x="10232851" y="3345433"/>
                <a:ext cx="182880" cy="182880"/>
                <a:chOff x="5748675" y="3047308"/>
                <a:chExt cx="182880" cy="182880"/>
              </a:xfrm>
            </p:grpSpPr>
            <p:sp>
              <p:nvSpPr>
                <p:cNvPr id="61" name="Elipse 60">
                  <a:extLst>
                    <a:ext uri="{FF2B5EF4-FFF2-40B4-BE49-F238E27FC236}">
                      <a16:creationId xmlns:a16="http://schemas.microsoft.com/office/drawing/2014/main" id="{7D17BA35-5BC6-31C5-6679-105AF695AAC7}"/>
                    </a:ext>
                  </a:extLst>
                </p:cNvPr>
                <p:cNvSpPr/>
                <p:nvPr/>
              </p:nvSpPr>
              <p:spPr>
                <a:xfrm>
                  <a:off x="5748675" y="3047308"/>
                  <a:ext cx="182880" cy="182880"/>
                </a:xfrm>
                <a:prstGeom prst="ellipse">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2" name="Elipse 61">
                  <a:extLst>
                    <a:ext uri="{FF2B5EF4-FFF2-40B4-BE49-F238E27FC236}">
                      <a16:creationId xmlns:a16="http://schemas.microsoft.com/office/drawing/2014/main" id="{83276700-E4F6-999D-BDCF-30CC12A7D502}"/>
                    </a:ext>
                  </a:extLst>
                </p:cNvPr>
                <p:cNvSpPr/>
                <p:nvPr/>
              </p:nvSpPr>
              <p:spPr>
                <a:xfrm>
                  <a:off x="5819163" y="3115888"/>
                  <a:ext cx="45720" cy="4572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grpSp>
            <p:nvGrpSpPr>
              <p:cNvPr id="35" name="Agrupar 34">
                <a:extLst>
                  <a:ext uri="{FF2B5EF4-FFF2-40B4-BE49-F238E27FC236}">
                    <a16:creationId xmlns:a16="http://schemas.microsoft.com/office/drawing/2014/main" id="{B250C30A-6CE2-1012-5635-92F7879C2CF1}"/>
                  </a:ext>
                </a:extLst>
              </p:cNvPr>
              <p:cNvGrpSpPr/>
              <p:nvPr/>
            </p:nvGrpSpPr>
            <p:grpSpPr>
              <a:xfrm>
                <a:off x="8633460" y="3917200"/>
                <a:ext cx="182880" cy="182880"/>
                <a:chOff x="5748675" y="3047308"/>
                <a:chExt cx="182880" cy="182880"/>
              </a:xfrm>
            </p:grpSpPr>
            <p:sp>
              <p:nvSpPr>
                <p:cNvPr id="59" name="Elipse 58">
                  <a:extLst>
                    <a:ext uri="{FF2B5EF4-FFF2-40B4-BE49-F238E27FC236}">
                      <a16:creationId xmlns:a16="http://schemas.microsoft.com/office/drawing/2014/main" id="{5615AAEC-BE13-E7CE-BAFC-819F3C78D390}"/>
                    </a:ext>
                  </a:extLst>
                </p:cNvPr>
                <p:cNvSpPr/>
                <p:nvPr/>
              </p:nvSpPr>
              <p:spPr>
                <a:xfrm>
                  <a:off x="5748675" y="3047308"/>
                  <a:ext cx="182880" cy="182880"/>
                </a:xfrm>
                <a:prstGeom prst="ellipse">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0" name="Elipse 59">
                  <a:extLst>
                    <a:ext uri="{FF2B5EF4-FFF2-40B4-BE49-F238E27FC236}">
                      <a16:creationId xmlns:a16="http://schemas.microsoft.com/office/drawing/2014/main" id="{8AC7919E-B3FC-0160-44F7-C379A2FFE7AA}"/>
                    </a:ext>
                  </a:extLst>
                </p:cNvPr>
                <p:cNvSpPr/>
                <p:nvPr/>
              </p:nvSpPr>
              <p:spPr>
                <a:xfrm>
                  <a:off x="5819163" y="3115888"/>
                  <a:ext cx="45720" cy="4572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grpSp>
            <p:nvGrpSpPr>
              <p:cNvPr id="36" name="Agrupar 35">
                <a:extLst>
                  <a:ext uri="{FF2B5EF4-FFF2-40B4-BE49-F238E27FC236}">
                    <a16:creationId xmlns:a16="http://schemas.microsoft.com/office/drawing/2014/main" id="{38B9229B-2BCB-DF21-7E6F-132FE24AE70E}"/>
                  </a:ext>
                </a:extLst>
              </p:cNvPr>
              <p:cNvGrpSpPr/>
              <p:nvPr/>
            </p:nvGrpSpPr>
            <p:grpSpPr>
              <a:xfrm flipH="1">
                <a:off x="9032060" y="2793414"/>
                <a:ext cx="1090122" cy="1286917"/>
                <a:chOff x="7282380" y="2790303"/>
                <a:chExt cx="1090122" cy="1286917"/>
              </a:xfrm>
            </p:grpSpPr>
            <p:grpSp>
              <p:nvGrpSpPr>
                <p:cNvPr id="37" name="Agrupar 36">
                  <a:extLst>
                    <a:ext uri="{FF2B5EF4-FFF2-40B4-BE49-F238E27FC236}">
                      <a16:creationId xmlns:a16="http://schemas.microsoft.com/office/drawing/2014/main" id="{71B021F0-3D3A-6095-F6CD-9FBA64242535}"/>
                    </a:ext>
                  </a:extLst>
                </p:cNvPr>
                <p:cNvGrpSpPr/>
                <p:nvPr/>
              </p:nvGrpSpPr>
              <p:grpSpPr>
                <a:xfrm>
                  <a:off x="7290466" y="2790303"/>
                  <a:ext cx="1082036" cy="406737"/>
                  <a:chOff x="7314468" y="2790303"/>
                  <a:chExt cx="1082036" cy="406737"/>
                </a:xfrm>
              </p:grpSpPr>
              <p:grpSp>
                <p:nvGrpSpPr>
                  <p:cNvPr id="49" name="Agrupar 48">
                    <a:extLst>
                      <a:ext uri="{FF2B5EF4-FFF2-40B4-BE49-F238E27FC236}">
                        <a16:creationId xmlns:a16="http://schemas.microsoft.com/office/drawing/2014/main" id="{451FE359-130F-81AA-C329-76C80F6A4AD3}"/>
                      </a:ext>
                    </a:extLst>
                  </p:cNvPr>
                  <p:cNvGrpSpPr/>
                  <p:nvPr/>
                </p:nvGrpSpPr>
                <p:grpSpPr>
                  <a:xfrm>
                    <a:off x="7314468" y="3014160"/>
                    <a:ext cx="182880" cy="182880"/>
                    <a:chOff x="5748675" y="3047308"/>
                    <a:chExt cx="182880" cy="182880"/>
                  </a:xfrm>
                </p:grpSpPr>
                <p:sp>
                  <p:nvSpPr>
                    <p:cNvPr id="57" name="Elipse 56">
                      <a:extLst>
                        <a:ext uri="{FF2B5EF4-FFF2-40B4-BE49-F238E27FC236}">
                          <a16:creationId xmlns:a16="http://schemas.microsoft.com/office/drawing/2014/main" id="{CDD7FCB6-5F78-A9B4-FC2E-E6B0BDA903A3}"/>
                        </a:ext>
                      </a:extLst>
                    </p:cNvPr>
                    <p:cNvSpPr/>
                    <p:nvPr/>
                  </p:nvSpPr>
                  <p:spPr>
                    <a:xfrm>
                      <a:off x="5748675" y="3047308"/>
                      <a:ext cx="182880" cy="182880"/>
                    </a:xfrm>
                    <a:prstGeom prst="ellipse">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8" name="Elipse 57">
                      <a:extLst>
                        <a:ext uri="{FF2B5EF4-FFF2-40B4-BE49-F238E27FC236}">
                          <a16:creationId xmlns:a16="http://schemas.microsoft.com/office/drawing/2014/main" id="{4AB1EF8C-FE4A-39C7-0435-9A222CAE4E73}"/>
                        </a:ext>
                      </a:extLst>
                    </p:cNvPr>
                    <p:cNvSpPr/>
                    <p:nvPr/>
                  </p:nvSpPr>
                  <p:spPr>
                    <a:xfrm>
                      <a:off x="5819163" y="3115888"/>
                      <a:ext cx="45720" cy="4572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grpSp>
                <p:nvGrpSpPr>
                  <p:cNvPr id="50" name="Agrupar 49">
                    <a:extLst>
                      <a:ext uri="{FF2B5EF4-FFF2-40B4-BE49-F238E27FC236}">
                        <a16:creationId xmlns:a16="http://schemas.microsoft.com/office/drawing/2014/main" id="{C5831D2D-B59F-AC92-2BD4-F4D435711B40}"/>
                      </a:ext>
                    </a:extLst>
                  </p:cNvPr>
                  <p:cNvGrpSpPr/>
                  <p:nvPr/>
                </p:nvGrpSpPr>
                <p:grpSpPr>
                  <a:xfrm>
                    <a:off x="7780179" y="2858883"/>
                    <a:ext cx="182880" cy="182880"/>
                    <a:chOff x="5748675" y="3047308"/>
                    <a:chExt cx="182880" cy="182880"/>
                  </a:xfrm>
                </p:grpSpPr>
                <p:sp>
                  <p:nvSpPr>
                    <p:cNvPr id="55" name="Elipse 54">
                      <a:extLst>
                        <a:ext uri="{FF2B5EF4-FFF2-40B4-BE49-F238E27FC236}">
                          <a16:creationId xmlns:a16="http://schemas.microsoft.com/office/drawing/2014/main" id="{AF4C0FDB-1C12-71C9-5200-D40FD3AE6DAF}"/>
                        </a:ext>
                      </a:extLst>
                    </p:cNvPr>
                    <p:cNvSpPr/>
                    <p:nvPr/>
                  </p:nvSpPr>
                  <p:spPr>
                    <a:xfrm>
                      <a:off x="5748675" y="3047308"/>
                      <a:ext cx="182880" cy="182880"/>
                    </a:xfrm>
                    <a:prstGeom prst="ellipse">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6" name="Elipse 55">
                      <a:extLst>
                        <a:ext uri="{FF2B5EF4-FFF2-40B4-BE49-F238E27FC236}">
                          <a16:creationId xmlns:a16="http://schemas.microsoft.com/office/drawing/2014/main" id="{23C80113-F807-A839-2E24-FADE3B0CED1B}"/>
                        </a:ext>
                      </a:extLst>
                    </p:cNvPr>
                    <p:cNvSpPr/>
                    <p:nvPr/>
                  </p:nvSpPr>
                  <p:spPr>
                    <a:xfrm>
                      <a:off x="5819163" y="3115888"/>
                      <a:ext cx="45720" cy="4572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grpSp>
                <p:nvGrpSpPr>
                  <p:cNvPr id="52" name="Agrupar 51">
                    <a:extLst>
                      <a:ext uri="{FF2B5EF4-FFF2-40B4-BE49-F238E27FC236}">
                        <a16:creationId xmlns:a16="http://schemas.microsoft.com/office/drawing/2014/main" id="{C391C2C3-7034-5A05-3393-B5EE941C856D}"/>
                      </a:ext>
                    </a:extLst>
                  </p:cNvPr>
                  <p:cNvGrpSpPr/>
                  <p:nvPr/>
                </p:nvGrpSpPr>
                <p:grpSpPr>
                  <a:xfrm>
                    <a:off x="8213624" y="2790303"/>
                    <a:ext cx="182880" cy="182880"/>
                    <a:chOff x="5748675" y="3047308"/>
                    <a:chExt cx="182880" cy="182880"/>
                  </a:xfrm>
                </p:grpSpPr>
                <p:sp>
                  <p:nvSpPr>
                    <p:cNvPr id="53" name="Elipse 52">
                      <a:extLst>
                        <a:ext uri="{FF2B5EF4-FFF2-40B4-BE49-F238E27FC236}">
                          <a16:creationId xmlns:a16="http://schemas.microsoft.com/office/drawing/2014/main" id="{928DCBBC-8B34-7DF2-3AFE-0762DF92FB49}"/>
                        </a:ext>
                      </a:extLst>
                    </p:cNvPr>
                    <p:cNvSpPr/>
                    <p:nvPr/>
                  </p:nvSpPr>
                  <p:spPr>
                    <a:xfrm>
                      <a:off x="5748675" y="3047308"/>
                      <a:ext cx="182880" cy="182880"/>
                    </a:xfrm>
                    <a:prstGeom prst="ellipse">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4" name="Elipse 53">
                      <a:extLst>
                        <a:ext uri="{FF2B5EF4-FFF2-40B4-BE49-F238E27FC236}">
                          <a16:creationId xmlns:a16="http://schemas.microsoft.com/office/drawing/2014/main" id="{B74A0118-4CDC-520B-026A-25330566F5F0}"/>
                        </a:ext>
                      </a:extLst>
                    </p:cNvPr>
                    <p:cNvSpPr/>
                    <p:nvPr/>
                  </p:nvSpPr>
                  <p:spPr>
                    <a:xfrm>
                      <a:off x="5819163" y="3115888"/>
                      <a:ext cx="45720" cy="4572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grpSp>
            <p:grpSp>
              <p:nvGrpSpPr>
                <p:cNvPr id="38" name="Agrupar 37">
                  <a:extLst>
                    <a:ext uri="{FF2B5EF4-FFF2-40B4-BE49-F238E27FC236}">
                      <a16:creationId xmlns:a16="http://schemas.microsoft.com/office/drawing/2014/main" id="{293045BA-99E7-D671-3F8E-E14BB47FA8AA}"/>
                    </a:ext>
                  </a:extLst>
                </p:cNvPr>
                <p:cNvGrpSpPr/>
                <p:nvPr/>
              </p:nvGrpSpPr>
              <p:grpSpPr>
                <a:xfrm flipV="1">
                  <a:off x="7282380" y="3670483"/>
                  <a:ext cx="1082036" cy="406737"/>
                  <a:chOff x="7314468" y="2790303"/>
                  <a:chExt cx="1082036" cy="406737"/>
                </a:xfrm>
              </p:grpSpPr>
              <p:grpSp>
                <p:nvGrpSpPr>
                  <p:cNvPr id="39" name="Agrupar 38">
                    <a:extLst>
                      <a:ext uri="{FF2B5EF4-FFF2-40B4-BE49-F238E27FC236}">
                        <a16:creationId xmlns:a16="http://schemas.microsoft.com/office/drawing/2014/main" id="{EF5E9994-4109-95EA-F3B9-E6DF3FEE96BA}"/>
                      </a:ext>
                    </a:extLst>
                  </p:cNvPr>
                  <p:cNvGrpSpPr/>
                  <p:nvPr/>
                </p:nvGrpSpPr>
                <p:grpSpPr>
                  <a:xfrm>
                    <a:off x="7314468" y="3014160"/>
                    <a:ext cx="182880" cy="182880"/>
                    <a:chOff x="5748675" y="3047308"/>
                    <a:chExt cx="182880" cy="182880"/>
                  </a:xfrm>
                </p:grpSpPr>
                <p:sp>
                  <p:nvSpPr>
                    <p:cNvPr id="47" name="Elipse 46">
                      <a:extLst>
                        <a:ext uri="{FF2B5EF4-FFF2-40B4-BE49-F238E27FC236}">
                          <a16:creationId xmlns:a16="http://schemas.microsoft.com/office/drawing/2014/main" id="{C62FDDFF-C701-E04F-FFFD-3FF4C1A4080E}"/>
                        </a:ext>
                      </a:extLst>
                    </p:cNvPr>
                    <p:cNvSpPr/>
                    <p:nvPr/>
                  </p:nvSpPr>
                  <p:spPr>
                    <a:xfrm>
                      <a:off x="5748675" y="3047308"/>
                      <a:ext cx="182880" cy="182880"/>
                    </a:xfrm>
                    <a:prstGeom prst="ellipse">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8" name="Elipse 47">
                      <a:extLst>
                        <a:ext uri="{FF2B5EF4-FFF2-40B4-BE49-F238E27FC236}">
                          <a16:creationId xmlns:a16="http://schemas.microsoft.com/office/drawing/2014/main" id="{B8D5300A-F935-9502-6A83-1BCA20036A5A}"/>
                        </a:ext>
                      </a:extLst>
                    </p:cNvPr>
                    <p:cNvSpPr/>
                    <p:nvPr/>
                  </p:nvSpPr>
                  <p:spPr>
                    <a:xfrm>
                      <a:off x="5819163" y="3115888"/>
                      <a:ext cx="45720" cy="4572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grpSp>
                <p:nvGrpSpPr>
                  <p:cNvPr id="41" name="Agrupar 40">
                    <a:extLst>
                      <a:ext uri="{FF2B5EF4-FFF2-40B4-BE49-F238E27FC236}">
                        <a16:creationId xmlns:a16="http://schemas.microsoft.com/office/drawing/2014/main" id="{360B3166-D5C9-720C-8445-72519847650E}"/>
                      </a:ext>
                    </a:extLst>
                  </p:cNvPr>
                  <p:cNvGrpSpPr/>
                  <p:nvPr/>
                </p:nvGrpSpPr>
                <p:grpSpPr>
                  <a:xfrm>
                    <a:off x="7780179" y="2858883"/>
                    <a:ext cx="182880" cy="182880"/>
                    <a:chOff x="5748675" y="3047308"/>
                    <a:chExt cx="182880" cy="182880"/>
                  </a:xfrm>
                </p:grpSpPr>
                <p:sp>
                  <p:nvSpPr>
                    <p:cNvPr id="45" name="Elipse 44">
                      <a:extLst>
                        <a:ext uri="{FF2B5EF4-FFF2-40B4-BE49-F238E27FC236}">
                          <a16:creationId xmlns:a16="http://schemas.microsoft.com/office/drawing/2014/main" id="{6F5665FA-86DB-F885-66BB-3C32C3670AD1}"/>
                        </a:ext>
                      </a:extLst>
                    </p:cNvPr>
                    <p:cNvSpPr/>
                    <p:nvPr/>
                  </p:nvSpPr>
                  <p:spPr>
                    <a:xfrm>
                      <a:off x="5748675" y="3047308"/>
                      <a:ext cx="182880" cy="182880"/>
                    </a:xfrm>
                    <a:prstGeom prst="ellipse">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6" name="Elipse 45">
                      <a:extLst>
                        <a:ext uri="{FF2B5EF4-FFF2-40B4-BE49-F238E27FC236}">
                          <a16:creationId xmlns:a16="http://schemas.microsoft.com/office/drawing/2014/main" id="{CF7C7C56-BEA9-5467-8B46-02F39C810BF9}"/>
                        </a:ext>
                      </a:extLst>
                    </p:cNvPr>
                    <p:cNvSpPr/>
                    <p:nvPr/>
                  </p:nvSpPr>
                  <p:spPr>
                    <a:xfrm>
                      <a:off x="5819163" y="3115888"/>
                      <a:ext cx="45720" cy="4572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grpSp>
                <p:nvGrpSpPr>
                  <p:cNvPr id="42" name="Agrupar 41">
                    <a:extLst>
                      <a:ext uri="{FF2B5EF4-FFF2-40B4-BE49-F238E27FC236}">
                        <a16:creationId xmlns:a16="http://schemas.microsoft.com/office/drawing/2014/main" id="{B913DE2A-DCE7-BDB8-3D45-8A84A8C4F108}"/>
                      </a:ext>
                    </a:extLst>
                  </p:cNvPr>
                  <p:cNvGrpSpPr/>
                  <p:nvPr/>
                </p:nvGrpSpPr>
                <p:grpSpPr>
                  <a:xfrm>
                    <a:off x="8213624" y="2790303"/>
                    <a:ext cx="182880" cy="182880"/>
                    <a:chOff x="5748675" y="3047308"/>
                    <a:chExt cx="182880" cy="182880"/>
                  </a:xfrm>
                </p:grpSpPr>
                <p:sp>
                  <p:nvSpPr>
                    <p:cNvPr id="43" name="Elipse 42">
                      <a:extLst>
                        <a:ext uri="{FF2B5EF4-FFF2-40B4-BE49-F238E27FC236}">
                          <a16:creationId xmlns:a16="http://schemas.microsoft.com/office/drawing/2014/main" id="{FF27E0E9-B02B-46FD-0695-A204C59D6BFA}"/>
                        </a:ext>
                      </a:extLst>
                    </p:cNvPr>
                    <p:cNvSpPr/>
                    <p:nvPr/>
                  </p:nvSpPr>
                  <p:spPr>
                    <a:xfrm>
                      <a:off x="5748675" y="3047308"/>
                      <a:ext cx="182880" cy="182880"/>
                    </a:xfrm>
                    <a:prstGeom prst="ellipse">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4" name="Elipse 43">
                      <a:extLst>
                        <a:ext uri="{FF2B5EF4-FFF2-40B4-BE49-F238E27FC236}">
                          <a16:creationId xmlns:a16="http://schemas.microsoft.com/office/drawing/2014/main" id="{1DAE727E-37DF-0F20-A7AC-41B329D9DA10}"/>
                        </a:ext>
                      </a:extLst>
                    </p:cNvPr>
                    <p:cNvSpPr/>
                    <p:nvPr/>
                  </p:nvSpPr>
                  <p:spPr>
                    <a:xfrm>
                      <a:off x="5819163" y="3115888"/>
                      <a:ext cx="45720" cy="4572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grpSp>
          </p:grpSp>
        </p:grpSp>
        <p:grpSp>
          <p:nvGrpSpPr>
            <p:cNvPr id="103" name="Agrupar 102">
              <a:extLst>
                <a:ext uri="{FF2B5EF4-FFF2-40B4-BE49-F238E27FC236}">
                  <a16:creationId xmlns:a16="http://schemas.microsoft.com/office/drawing/2014/main" id="{AC79F4C6-C64A-338A-BF48-D17BF1BF30A6}"/>
                </a:ext>
              </a:extLst>
            </p:cNvPr>
            <p:cNvGrpSpPr/>
            <p:nvPr/>
          </p:nvGrpSpPr>
          <p:grpSpPr>
            <a:xfrm>
              <a:off x="3739716" y="3982675"/>
              <a:ext cx="564994" cy="527518"/>
              <a:chOff x="3739716" y="3982675"/>
              <a:chExt cx="564994" cy="527518"/>
            </a:xfrm>
          </p:grpSpPr>
          <p:cxnSp>
            <p:nvCxnSpPr>
              <p:cNvPr id="101" name="Conector de Seta Reta 100">
                <a:extLst>
                  <a:ext uri="{FF2B5EF4-FFF2-40B4-BE49-F238E27FC236}">
                    <a16:creationId xmlns:a16="http://schemas.microsoft.com/office/drawing/2014/main" id="{438994C0-771D-227C-7B7C-4E74F68BE0E8}"/>
                  </a:ext>
                </a:extLst>
              </p:cNvPr>
              <p:cNvCxnSpPr/>
              <p:nvPr/>
            </p:nvCxnSpPr>
            <p:spPr>
              <a:xfrm>
                <a:off x="3739716" y="3982675"/>
                <a:ext cx="93141" cy="346425"/>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mc:Choice xmlns:a14="http://schemas.microsoft.com/office/drawing/2010/main" Requires="a14">
              <p:sp>
                <p:nvSpPr>
                  <p:cNvPr id="102" name="CaixaDeTexto 101">
                    <a:extLst>
                      <a:ext uri="{FF2B5EF4-FFF2-40B4-BE49-F238E27FC236}">
                        <a16:creationId xmlns:a16="http://schemas.microsoft.com/office/drawing/2014/main" id="{4F73448F-DC6C-EA51-A05A-9F84B61ECE86}"/>
                      </a:ext>
                    </a:extLst>
                  </p:cNvPr>
                  <p:cNvSpPr txBox="1"/>
                  <p:nvPr/>
                </p:nvSpPr>
                <p:spPr>
                  <a:xfrm>
                    <a:off x="3845417" y="4171639"/>
                    <a:ext cx="459293"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600" b="1" i="1" smtClean="0">
                                  <a:latin typeface="Cambria Math" panose="02040503050406030204" pitchFamily="18" charset="0"/>
                                </a:rPr>
                              </m:ctrlPr>
                            </m:sSubPr>
                            <m:e>
                              <m:r>
                                <a:rPr lang="pt-BR" sz="1600" b="1" i="1" smtClean="0">
                                  <a:latin typeface="Cambria Math" panose="02040503050406030204" pitchFamily="18" charset="0"/>
                                </a:rPr>
                                <m:t>𝒂</m:t>
                              </m:r>
                            </m:e>
                            <m:sub>
                              <m:r>
                                <a:rPr lang="pt-BR" sz="1600" b="1" i="1" smtClean="0">
                                  <a:latin typeface="Cambria Math" panose="02040503050406030204" pitchFamily="18" charset="0"/>
                                </a:rPr>
                                <m:t>𝒏</m:t>
                              </m:r>
                            </m:sub>
                          </m:sSub>
                        </m:oMath>
                      </m:oMathPara>
                    </a14:m>
                    <a:endParaRPr lang="pt-BR" sz="1600" b="1"/>
                  </a:p>
                </p:txBody>
              </p:sp>
            </mc:Choice>
            <mc:Fallback>
              <p:sp>
                <p:nvSpPr>
                  <p:cNvPr id="102" name="CaixaDeTexto 101">
                    <a:extLst>
                      <a:ext uri="{FF2B5EF4-FFF2-40B4-BE49-F238E27FC236}">
                        <a16:creationId xmlns:a16="http://schemas.microsoft.com/office/drawing/2014/main" id="{4F73448F-DC6C-EA51-A05A-9F84B61ECE86}"/>
                      </a:ext>
                    </a:extLst>
                  </p:cNvPr>
                  <p:cNvSpPr txBox="1">
                    <a:spLocks noRot="1" noChangeAspect="1" noMove="1" noResize="1" noEditPoints="1" noAdjustHandles="1" noChangeArrowheads="1" noChangeShapeType="1" noTextEdit="1"/>
                  </p:cNvSpPr>
                  <p:nvPr/>
                </p:nvSpPr>
                <p:spPr>
                  <a:xfrm>
                    <a:off x="3845417" y="4171639"/>
                    <a:ext cx="459293" cy="338554"/>
                  </a:xfrm>
                  <a:prstGeom prst="rect">
                    <a:avLst/>
                  </a:prstGeom>
                  <a:blipFill>
                    <a:blip r:embed="rId12"/>
                    <a:stretch>
                      <a:fillRect/>
                    </a:stretch>
                  </a:blipFill>
                </p:spPr>
                <p:txBody>
                  <a:bodyPr/>
                  <a:lstStyle/>
                  <a:p>
                    <a:r>
                      <a:rPr lang="pt-BR">
                        <a:noFill/>
                      </a:rPr>
                      <a:t> </a:t>
                    </a:r>
                  </a:p>
                </p:txBody>
              </p:sp>
            </mc:Fallback>
          </mc:AlternateContent>
        </p:grpSp>
      </p:grpSp>
      <mc:AlternateContent xmlns:mc="http://schemas.openxmlformats.org/markup-compatibility/2006">
        <mc:Choice xmlns:a14="http://schemas.microsoft.com/office/drawing/2010/main" Requires="a14">
          <p:sp>
            <p:nvSpPr>
              <p:cNvPr id="104" name="CaixaDeTexto 103">
                <a:extLst>
                  <a:ext uri="{FF2B5EF4-FFF2-40B4-BE49-F238E27FC236}">
                    <a16:creationId xmlns:a16="http://schemas.microsoft.com/office/drawing/2014/main" id="{5C5F1F1C-BA94-455E-0D96-05FDC23259A7}"/>
                  </a:ext>
                </a:extLst>
              </p:cNvPr>
              <p:cNvSpPr txBox="1"/>
              <p:nvPr/>
            </p:nvSpPr>
            <p:spPr>
              <a:xfrm>
                <a:off x="6086636" y="2434779"/>
                <a:ext cx="5221290" cy="5981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pt-BR" sz="1600" i="1" smtClean="0">
                              <a:latin typeface="Cambria Math" panose="02040503050406030204" pitchFamily="18" charset="0"/>
                              <a:cs typeface="Arial" panose="020B0604020202020204" pitchFamily="34" charset="0"/>
                            </a:rPr>
                          </m:ctrlPr>
                        </m:sSubPr>
                        <m:e>
                          <m:r>
                            <a:rPr lang="pt-BR" sz="1600" b="0" i="1" smtClean="0">
                              <a:latin typeface="Cambria Math" panose="02040503050406030204" pitchFamily="18" charset="0"/>
                              <a:cs typeface="Arial" panose="020B0604020202020204" pitchFamily="34" charset="0"/>
                            </a:rPr>
                            <m:t>𝐽</m:t>
                          </m:r>
                        </m:e>
                        <m:sub>
                          <m:r>
                            <a:rPr lang="pt-BR" sz="1600" b="0" i="1" smtClean="0">
                              <a:latin typeface="Cambria Math" panose="02040503050406030204" pitchFamily="18" charset="0"/>
                              <a:cs typeface="Arial" panose="020B0604020202020204" pitchFamily="34" charset="0"/>
                            </a:rPr>
                            <m:t>𝑠</m:t>
                          </m:r>
                        </m:sub>
                      </m:sSub>
                      <m:r>
                        <a:rPr lang="pt-BR" sz="1600" b="0" i="1" smtClean="0">
                          <a:latin typeface="Cambria Math" panose="02040503050406030204" pitchFamily="18" charset="0"/>
                          <a:cs typeface="Arial" panose="020B0604020202020204" pitchFamily="34" charset="0"/>
                        </a:rPr>
                        <m:t>=</m:t>
                      </m:r>
                      <m:sSub>
                        <m:sSubPr>
                          <m:ctrlPr>
                            <a:rPr lang="pt-BR" sz="1600" b="0" i="1" smtClean="0">
                              <a:latin typeface="Cambria Math" panose="02040503050406030204" pitchFamily="18" charset="0"/>
                              <a:cs typeface="Arial" panose="020B0604020202020204" pitchFamily="34" charset="0"/>
                            </a:rPr>
                          </m:ctrlPr>
                        </m:sSubPr>
                        <m:e>
                          <m:r>
                            <a:rPr lang="pt-BR" sz="1600" b="0" i="1" smtClean="0">
                              <a:latin typeface="Cambria Math" panose="02040503050406030204" pitchFamily="18" charset="0"/>
                              <a:cs typeface="Arial" panose="020B0604020202020204" pitchFamily="34" charset="0"/>
                            </a:rPr>
                            <m:t>𝐻</m:t>
                          </m:r>
                        </m:e>
                        <m:sub>
                          <m:r>
                            <a:rPr lang="pt-BR" sz="1600" b="0" i="1" smtClean="0">
                              <a:latin typeface="Cambria Math" panose="02040503050406030204" pitchFamily="18" charset="0"/>
                              <a:cs typeface="Arial" panose="020B0604020202020204" pitchFamily="34" charset="0"/>
                            </a:rPr>
                            <m:t>𝑡</m:t>
                          </m:r>
                        </m:sub>
                      </m:sSub>
                      <m:r>
                        <a:rPr lang="pt-BR" sz="1600" b="0" i="1" smtClean="0">
                          <a:latin typeface="Cambria Math" panose="02040503050406030204" pitchFamily="18" charset="0"/>
                          <a:cs typeface="Arial" panose="020B0604020202020204" pitchFamily="34" charset="0"/>
                        </a:rPr>
                        <m:t> −</m:t>
                      </m:r>
                      <m:sSub>
                        <m:sSubPr>
                          <m:ctrlPr>
                            <a:rPr lang="pt-BR" sz="1600" i="1" smtClean="0">
                              <a:latin typeface="Cambria Math" panose="02040503050406030204" pitchFamily="18" charset="0"/>
                              <a:cs typeface="Arial" panose="020B0604020202020204" pitchFamily="34" charset="0"/>
                            </a:rPr>
                          </m:ctrlPr>
                        </m:sSubPr>
                        <m:e>
                          <m:r>
                            <a:rPr lang="pt-BR" sz="1600" b="0" i="1" smtClean="0">
                              <a:latin typeface="Cambria Math" panose="02040503050406030204" pitchFamily="18" charset="0"/>
                              <a:cs typeface="Arial" panose="020B0604020202020204" pitchFamily="34" charset="0"/>
                            </a:rPr>
                            <m:t>𝐻</m:t>
                          </m:r>
                        </m:e>
                        <m:sub>
                          <m:r>
                            <a:rPr lang="pt-BR" sz="1600" b="0" i="1" smtClean="0">
                              <a:latin typeface="Cambria Math" panose="02040503050406030204" pitchFamily="18" charset="0"/>
                              <a:cs typeface="Arial" panose="020B0604020202020204" pitchFamily="34" charset="0"/>
                            </a:rPr>
                            <m:t>𝑡</m:t>
                          </m:r>
                          <m:r>
                            <a:rPr lang="pt-BR" sz="1600" b="0" i="1" smtClean="0">
                              <a:latin typeface="Cambria Math" panose="02040503050406030204" pitchFamily="18" charset="0"/>
                              <a:cs typeface="Arial" panose="020B0604020202020204" pitchFamily="34" charset="0"/>
                            </a:rPr>
                            <m:t>0</m:t>
                          </m:r>
                        </m:sub>
                      </m:sSub>
                      <m:r>
                        <a:rPr lang="pt-BR" sz="1600" b="0" i="1" smtClean="0">
                          <a:latin typeface="Cambria Math" panose="02040503050406030204" pitchFamily="18" charset="0"/>
                          <a:cs typeface="Arial" panose="020B0604020202020204" pitchFamily="34" charset="0"/>
                        </a:rPr>
                        <m:t>=</m:t>
                      </m:r>
                      <m:f>
                        <m:fPr>
                          <m:ctrlPr>
                            <a:rPr lang="pt-BR" sz="1600" i="1">
                              <a:latin typeface="Cambria Math" panose="02040503050406030204" pitchFamily="18" charset="0"/>
                              <a:cs typeface="Arial" panose="020B0604020202020204" pitchFamily="34" charset="0"/>
                            </a:rPr>
                          </m:ctrlPr>
                        </m:fPr>
                        <m:num>
                          <m:r>
                            <a:rPr lang="pt-BR" sz="1600" i="1">
                              <a:latin typeface="Cambria Math" panose="02040503050406030204" pitchFamily="18" charset="0"/>
                              <a:cs typeface="Arial" panose="020B0604020202020204" pitchFamily="34" charset="0"/>
                            </a:rPr>
                            <m:t>1</m:t>
                          </m:r>
                        </m:num>
                        <m:den>
                          <m:r>
                            <a:rPr lang="pt-BR" sz="1600" i="1">
                              <a:latin typeface="Cambria Math" panose="02040503050406030204" pitchFamily="18" charset="0"/>
                              <a:cs typeface="Arial" panose="020B0604020202020204" pitchFamily="34" charset="0"/>
                            </a:rPr>
                            <m:t>𝑗</m:t>
                          </m:r>
                          <m:r>
                            <a:rPr lang="pt-BR" sz="1600" i="1">
                              <a:latin typeface="Cambria Math" panose="02040503050406030204" pitchFamily="18" charset="0"/>
                              <a:cs typeface="Arial" panose="020B0604020202020204" pitchFamily="34" charset="0"/>
                            </a:rPr>
                            <m:t>𝜔</m:t>
                          </m:r>
                          <m:sSub>
                            <m:sSubPr>
                              <m:ctrlPr>
                                <a:rPr lang="pt-BR" sz="1600" i="1">
                                  <a:latin typeface="Cambria Math" panose="02040503050406030204" pitchFamily="18" charset="0"/>
                                  <a:cs typeface="Arial" panose="020B0604020202020204" pitchFamily="34" charset="0"/>
                                </a:rPr>
                              </m:ctrlPr>
                            </m:sSubPr>
                            <m:e>
                              <m:r>
                                <a:rPr lang="pt-BR" sz="1600" i="1">
                                  <a:latin typeface="Cambria Math" panose="02040503050406030204" pitchFamily="18" charset="0"/>
                                  <a:cs typeface="Arial" panose="020B0604020202020204" pitchFamily="34" charset="0"/>
                                </a:rPr>
                                <m:t>𝜇</m:t>
                              </m:r>
                            </m:e>
                            <m:sub>
                              <m:r>
                                <a:rPr lang="pt-BR" sz="1600" i="1">
                                  <a:latin typeface="Cambria Math" panose="02040503050406030204" pitchFamily="18" charset="0"/>
                                  <a:cs typeface="Arial" panose="020B0604020202020204" pitchFamily="34" charset="0"/>
                                </a:rPr>
                                <m:t>0</m:t>
                              </m:r>
                            </m:sub>
                          </m:sSub>
                        </m:den>
                      </m:f>
                      <m:r>
                        <a:rPr lang="pt-BR" sz="1600" b="0" i="1" smtClean="0">
                          <a:latin typeface="Cambria Math" panose="02040503050406030204" pitchFamily="18" charset="0"/>
                          <a:cs typeface="Arial" panose="020B0604020202020204" pitchFamily="34" charset="0"/>
                        </a:rPr>
                        <m:t>[</m:t>
                      </m:r>
                      <m:sSub>
                        <m:sSubPr>
                          <m:ctrlPr>
                            <a:rPr lang="pt-BR" sz="1600" i="1">
                              <a:latin typeface="Cambria Math" panose="02040503050406030204" pitchFamily="18" charset="0"/>
                              <a:ea typeface="Cambria Math" panose="02040503050406030204" pitchFamily="18" charset="0"/>
                              <a:cs typeface="Arial" panose="020B0604020202020204" pitchFamily="34" charset="0"/>
                            </a:rPr>
                          </m:ctrlPr>
                        </m:sSubPr>
                        <m:e>
                          <m:r>
                            <a:rPr lang="pt-BR" sz="1600" i="1">
                              <a:latin typeface="Cambria Math" panose="02040503050406030204" pitchFamily="18" charset="0"/>
                              <a:ea typeface="Cambria Math" panose="02040503050406030204" pitchFamily="18" charset="0"/>
                              <a:cs typeface="Arial" panose="020B0604020202020204" pitchFamily="34" charset="0"/>
                            </a:rPr>
                            <m:t>𝜕</m:t>
                          </m:r>
                        </m:e>
                        <m:sub>
                          <m:r>
                            <a:rPr lang="pt-BR" sz="1600" i="1">
                              <a:latin typeface="Cambria Math" panose="02040503050406030204" pitchFamily="18" charset="0"/>
                              <a:ea typeface="Cambria Math" panose="02040503050406030204" pitchFamily="18" charset="0"/>
                              <a:cs typeface="Arial" panose="020B0604020202020204" pitchFamily="34" charset="0"/>
                            </a:rPr>
                            <m:t>𝑛</m:t>
                          </m:r>
                        </m:sub>
                      </m:sSub>
                      <m:sSub>
                        <m:sSubPr>
                          <m:ctrlPr>
                            <a:rPr lang="pt-BR" sz="1600" i="1">
                              <a:latin typeface="Cambria Math" panose="02040503050406030204" pitchFamily="18" charset="0"/>
                              <a:ea typeface="Cambria Math" panose="02040503050406030204" pitchFamily="18" charset="0"/>
                              <a:cs typeface="Arial" panose="020B0604020202020204" pitchFamily="34" charset="0"/>
                            </a:rPr>
                          </m:ctrlPr>
                        </m:sSubPr>
                        <m:e>
                          <m:r>
                            <a:rPr lang="pt-BR" sz="1600" i="1">
                              <a:latin typeface="Cambria Math" panose="02040503050406030204" pitchFamily="18" charset="0"/>
                              <a:ea typeface="Cambria Math" panose="02040503050406030204" pitchFamily="18" charset="0"/>
                              <a:cs typeface="Arial" panose="020B0604020202020204" pitchFamily="34" charset="0"/>
                            </a:rPr>
                            <m:t>𝐸</m:t>
                          </m:r>
                        </m:e>
                        <m:sub>
                          <m:r>
                            <a:rPr lang="pt-BR" sz="1600" i="1">
                              <a:latin typeface="Cambria Math" panose="02040503050406030204" pitchFamily="18" charset="0"/>
                              <a:ea typeface="Cambria Math" panose="02040503050406030204" pitchFamily="18" charset="0"/>
                              <a:cs typeface="Arial" panose="020B0604020202020204" pitchFamily="34" charset="0"/>
                            </a:rPr>
                            <m:t>𝑧</m:t>
                          </m:r>
                        </m:sub>
                      </m:sSub>
                      <m:r>
                        <a:rPr lang="pt-BR" sz="1600" b="0" i="1" smtClean="0">
                          <a:latin typeface="Cambria Math" panose="02040503050406030204" pitchFamily="18" charset="0"/>
                          <a:ea typeface="Cambria Math" panose="02040503050406030204" pitchFamily="18" charset="0"/>
                          <a:cs typeface="Arial" panose="020B0604020202020204" pitchFamily="34" charset="0"/>
                        </a:rPr>
                        <m:t>−</m:t>
                      </m:r>
                      <m:sSub>
                        <m:sSubPr>
                          <m:ctrlPr>
                            <a:rPr lang="pt-BR" sz="1600" i="1">
                              <a:latin typeface="Cambria Math" panose="02040503050406030204" pitchFamily="18" charset="0"/>
                              <a:ea typeface="Cambria Math" panose="02040503050406030204" pitchFamily="18" charset="0"/>
                              <a:cs typeface="Arial" panose="020B0604020202020204" pitchFamily="34" charset="0"/>
                            </a:rPr>
                          </m:ctrlPr>
                        </m:sSubPr>
                        <m:e>
                          <m:r>
                            <a:rPr lang="pt-BR" sz="1600" i="1">
                              <a:latin typeface="Cambria Math" panose="02040503050406030204" pitchFamily="18" charset="0"/>
                              <a:ea typeface="Cambria Math" panose="02040503050406030204" pitchFamily="18" charset="0"/>
                              <a:cs typeface="Arial" panose="020B0604020202020204" pitchFamily="34" charset="0"/>
                            </a:rPr>
                            <m:t>𝜕</m:t>
                          </m:r>
                        </m:e>
                        <m:sub>
                          <m:r>
                            <a:rPr lang="pt-BR" sz="1600" i="1">
                              <a:latin typeface="Cambria Math" panose="02040503050406030204" pitchFamily="18" charset="0"/>
                              <a:ea typeface="Cambria Math" panose="02040503050406030204" pitchFamily="18" charset="0"/>
                              <a:cs typeface="Arial" panose="020B0604020202020204" pitchFamily="34" charset="0"/>
                            </a:rPr>
                            <m:t>𝑛</m:t>
                          </m:r>
                        </m:sub>
                      </m:sSub>
                      <m:sSub>
                        <m:sSubPr>
                          <m:ctrlPr>
                            <a:rPr lang="pt-BR" sz="1600" i="1">
                              <a:latin typeface="Cambria Math" panose="02040503050406030204" pitchFamily="18" charset="0"/>
                              <a:ea typeface="Cambria Math" panose="02040503050406030204" pitchFamily="18" charset="0"/>
                              <a:cs typeface="Arial" panose="020B0604020202020204" pitchFamily="34" charset="0"/>
                            </a:rPr>
                          </m:ctrlPr>
                        </m:sSubPr>
                        <m:e>
                          <m:r>
                            <a:rPr lang="pt-BR" sz="1600" i="1">
                              <a:latin typeface="Cambria Math" panose="02040503050406030204" pitchFamily="18" charset="0"/>
                              <a:ea typeface="Cambria Math" panose="02040503050406030204" pitchFamily="18" charset="0"/>
                              <a:cs typeface="Arial" panose="020B0604020202020204" pitchFamily="34" charset="0"/>
                            </a:rPr>
                            <m:t>𝐸</m:t>
                          </m:r>
                        </m:e>
                        <m:sub>
                          <m:r>
                            <a:rPr lang="pt-BR" sz="1600" i="1">
                              <a:latin typeface="Cambria Math" panose="02040503050406030204" pitchFamily="18" charset="0"/>
                              <a:ea typeface="Cambria Math" panose="02040503050406030204" pitchFamily="18" charset="0"/>
                              <a:cs typeface="Arial" panose="020B0604020202020204" pitchFamily="34" charset="0"/>
                            </a:rPr>
                            <m:t>𝑧</m:t>
                          </m:r>
                          <m:r>
                            <a:rPr lang="pt-BR" sz="1600" i="1">
                              <a:latin typeface="Cambria Math" panose="02040503050406030204" pitchFamily="18" charset="0"/>
                              <a:ea typeface="Cambria Math" panose="02040503050406030204" pitchFamily="18" charset="0"/>
                              <a:cs typeface="Arial" panose="020B0604020202020204" pitchFamily="34" charset="0"/>
                            </a:rPr>
                            <m:t>0</m:t>
                          </m:r>
                        </m:sub>
                      </m:sSub>
                      <m:r>
                        <a:rPr lang="pt-BR" sz="1600" b="0" i="1" smtClean="0">
                          <a:latin typeface="Cambria Math" panose="02040503050406030204" pitchFamily="18" charset="0"/>
                          <a:ea typeface="Cambria Math" panose="02040503050406030204" pitchFamily="18" charset="0"/>
                          <a:cs typeface="Arial" panose="020B0604020202020204" pitchFamily="34" charset="0"/>
                        </a:rPr>
                        <m:t>]</m:t>
                      </m:r>
                    </m:oMath>
                  </m:oMathPara>
                </a14:m>
                <a:endParaRPr lang="pt-BR" sz="1600">
                  <a:latin typeface="Arial" panose="020B0604020202020204" pitchFamily="34" charset="0"/>
                  <a:cs typeface="Arial" panose="020B0604020202020204" pitchFamily="34" charset="0"/>
                </a:endParaRPr>
              </a:p>
            </p:txBody>
          </p:sp>
        </mc:Choice>
        <mc:Fallback>
          <p:sp>
            <p:nvSpPr>
              <p:cNvPr id="104" name="CaixaDeTexto 103">
                <a:extLst>
                  <a:ext uri="{FF2B5EF4-FFF2-40B4-BE49-F238E27FC236}">
                    <a16:creationId xmlns:a16="http://schemas.microsoft.com/office/drawing/2014/main" id="{5C5F1F1C-BA94-455E-0D96-05FDC23259A7}"/>
                  </a:ext>
                </a:extLst>
              </p:cNvPr>
              <p:cNvSpPr txBox="1">
                <a:spLocks noRot="1" noChangeAspect="1" noMove="1" noResize="1" noEditPoints="1" noAdjustHandles="1" noChangeArrowheads="1" noChangeShapeType="1" noTextEdit="1"/>
              </p:cNvSpPr>
              <p:nvPr/>
            </p:nvSpPr>
            <p:spPr>
              <a:xfrm>
                <a:off x="6086636" y="2434779"/>
                <a:ext cx="5221290" cy="598177"/>
              </a:xfrm>
              <a:prstGeom prst="rect">
                <a:avLst/>
              </a:prstGeom>
              <a:blipFill>
                <a:blip r:embed="rId13"/>
                <a:stretch>
                  <a:fillRect/>
                </a:stretch>
              </a:blipFill>
            </p:spPr>
            <p:txBody>
              <a:bodyPr/>
              <a:lstStyle/>
              <a:p>
                <a:r>
                  <a:rPr lang="pt-BR">
                    <a:noFill/>
                  </a:rPr>
                  <a:t> </a:t>
                </a:r>
              </a:p>
            </p:txBody>
          </p:sp>
        </mc:Fallback>
      </mc:AlternateContent>
      <mc:AlternateContent xmlns:mc="http://schemas.openxmlformats.org/markup-compatibility/2006">
        <mc:Choice xmlns:a14="http://schemas.microsoft.com/office/drawing/2010/main" Requires="a14">
          <p:sp>
            <p:nvSpPr>
              <p:cNvPr id="106" name="CaixaDeTexto 105">
                <a:extLst>
                  <a:ext uri="{FF2B5EF4-FFF2-40B4-BE49-F238E27FC236}">
                    <a16:creationId xmlns:a16="http://schemas.microsoft.com/office/drawing/2014/main" id="{A8EFCB7C-B87A-5FE0-0BCF-E9C24C50A79B}"/>
                  </a:ext>
                </a:extLst>
              </p:cNvPr>
              <p:cNvSpPr txBox="1"/>
              <p:nvPr/>
            </p:nvSpPr>
            <p:spPr>
              <a:xfrm>
                <a:off x="6096000" y="3142709"/>
                <a:ext cx="5221288" cy="584775"/>
              </a:xfrm>
              <a:prstGeom prst="rect">
                <a:avLst/>
              </a:prstGeom>
              <a:noFill/>
            </p:spPr>
            <p:txBody>
              <a:bodyPr wrap="square">
                <a:spAutoFit/>
              </a:bodyPr>
              <a:lstStyle/>
              <a:p>
                <a:r>
                  <a:rPr lang="pt-BR" sz="1600"/>
                  <a:t>By means of the differential surface admittance operator, </a:t>
                </a:r>
                <a14:m>
                  <m:oMath xmlns:m="http://schemas.openxmlformats.org/officeDocument/2006/math">
                    <m:r>
                      <a:rPr lang="pt-BR" sz="1600" b="0" i="1" smtClean="0">
                        <a:latin typeface="Cambria Math" panose="02040503050406030204" pitchFamily="18" charset="0"/>
                        <a:ea typeface="Cambria Math" panose="02040503050406030204" pitchFamily="18" charset="0"/>
                        <a:cs typeface="Arial" panose="020B0604020202020204" pitchFamily="34" charset="0"/>
                      </a:rPr>
                      <m:t>𝒴</m:t>
                    </m:r>
                  </m:oMath>
                </a14:m>
                <a:r>
                  <a:rPr lang="pt-BR" sz="1600"/>
                  <a:t>: </a:t>
                </a:r>
              </a:p>
            </p:txBody>
          </p:sp>
        </mc:Choice>
        <mc:Fallback>
          <p:sp>
            <p:nvSpPr>
              <p:cNvPr id="106" name="CaixaDeTexto 105">
                <a:extLst>
                  <a:ext uri="{FF2B5EF4-FFF2-40B4-BE49-F238E27FC236}">
                    <a16:creationId xmlns:a16="http://schemas.microsoft.com/office/drawing/2014/main" id="{A8EFCB7C-B87A-5FE0-0BCF-E9C24C50A79B}"/>
                  </a:ext>
                </a:extLst>
              </p:cNvPr>
              <p:cNvSpPr txBox="1">
                <a:spLocks noRot="1" noChangeAspect="1" noMove="1" noResize="1" noEditPoints="1" noAdjustHandles="1" noChangeArrowheads="1" noChangeShapeType="1" noTextEdit="1"/>
              </p:cNvSpPr>
              <p:nvPr/>
            </p:nvSpPr>
            <p:spPr>
              <a:xfrm>
                <a:off x="6096000" y="3142709"/>
                <a:ext cx="5221288" cy="584775"/>
              </a:xfrm>
              <a:prstGeom prst="rect">
                <a:avLst/>
              </a:prstGeom>
              <a:blipFill>
                <a:blip r:embed="rId14"/>
                <a:stretch>
                  <a:fillRect l="-583" t="-3158" b="-13684"/>
                </a:stretch>
              </a:blipFill>
            </p:spPr>
            <p:txBody>
              <a:bodyPr/>
              <a:lstStyle/>
              <a:p>
                <a:r>
                  <a:rPr lang="pt-BR">
                    <a:noFill/>
                  </a:rPr>
                  <a:t> </a:t>
                </a:r>
              </a:p>
            </p:txBody>
          </p:sp>
        </mc:Fallback>
      </mc:AlternateContent>
      <mc:AlternateContent xmlns:mc="http://schemas.openxmlformats.org/markup-compatibility/2006">
        <mc:Choice xmlns:a14="http://schemas.microsoft.com/office/drawing/2010/main" Requires="a14">
          <p:sp>
            <p:nvSpPr>
              <p:cNvPr id="3" name="CaixaDeTexto 2">
                <a:extLst>
                  <a:ext uri="{FF2B5EF4-FFF2-40B4-BE49-F238E27FC236}">
                    <a16:creationId xmlns:a16="http://schemas.microsoft.com/office/drawing/2014/main" id="{13F9C8CD-445A-6FC1-D186-6C08122544F0}"/>
                  </a:ext>
                </a:extLst>
              </p:cNvPr>
              <p:cNvSpPr txBox="1"/>
              <p:nvPr/>
            </p:nvSpPr>
            <p:spPr>
              <a:xfrm>
                <a:off x="767408" y="5903779"/>
                <a:ext cx="4572508" cy="54091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pt-BR" i="1">
                              <a:latin typeface="Cambria Math" panose="02040503050406030204" pitchFamily="18" charset="0"/>
                              <a:cs typeface="Arial" panose="020B0604020202020204" pitchFamily="34" charset="0"/>
                            </a:rPr>
                          </m:ctrlPr>
                        </m:sSubPr>
                        <m:e>
                          <m:d>
                            <m:dPr>
                              <m:begChr m:val=""/>
                              <m:endChr m:val="|"/>
                              <m:ctrlPr>
                                <a:rPr lang="pt-BR" i="1">
                                  <a:latin typeface="Cambria Math" panose="02040503050406030204" pitchFamily="18" charset="0"/>
                                  <a:cs typeface="Arial" panose="020B0604020202020204" pitchFamily="34" charset="0"/>
                                </a:rPr>
                              </m:ctrlPr>
                            </m:dPr>
                            <m:e>
                              <m:r>
                                <a:rPr lang="pt-BR" i="1">
                                  <a:latin typeface="Cambria Math" panose="02040503050406030204" pitchFamily="18" charset="0"/>
                                  <a:cs typeface="Arial" panose="020B0604020202020204" pitchFamily="34" charset="0"/>
                                </a:rPr>
                                <m:t>[</m:t>
                              </m:r>
                              <m:sSup>
                                <m:sSupPr>
                                  <m:ctrlPr>
                                    <a:rPr lang="pt-BR" b="1" i="1">
                                      <a:latin typeface="Cambria Math" panose="02040503050406030204" pitchFamily="18" charset="0"/>
                                      <a:cs typeface="Arial" panose="020B0604020202020204" pitchFamily="34" charset="0"/>
                                    </a:rPr>
                                  </m:ctrlPr>
                                </m:sSupPr>
                                <m:e>
                                  <m:r>
                                    <a:rPr lang="pt-BR" b="1" i="1">
                                      <a:latin typeface="Cambria Math" panose="02040503050406030204" pitchFamily="18" charset="0"/>
                                      <a:cs typeface="Arial" panose="020B0604020202020204" pitchFamily="34" charset="0"/>
                                    </a:rPr>
                                    <m:t>𝑬</m:t>
                                  </m:r>
                                </m:e>
                                <m:sup>
                                  <m:r>
                                    <a:rPr lang="pt-BR" b="1" i="1">
                                      <a:latin typeface="Cambria Math" panose="02040503050406030204" pitchFamily="18" charset="0"/>
                                      <a:cs typeface="Arial" panose="020B0604020202020204" pitchFamily="34" charset="0"/>
                                    </a:rPr>
                                    <m:t>+</m:t>
                                  </m:r>
                                </m:sup>
                              </m:sSup>
                              <m:r>
                                <a:rPr lang="pt-BR" i="1">
                                  <a:latin typeface="Cambria Math" panose="02040503050406030204" pitchFamily="18" charset="0"/>
                                  <a:cs typeface="Arial" panose="020B0604020202020204" pitchFamily="34" charset="0"/>
                                </a:rPr>
                                <m:t> −</m:t>
                              </m:r>
                              <m:sSup>
                                <m:sSupPr>
                                  <m:ctrlPr>
                                    <a:rPr lang="pt-BR" i="1">
                                      <a:latin typeface="Cambria Math" panose="02040503050406030204" pitchFamily="18" charset="0"/>
                                      <a:cs typeface="Arial" panose="020B0604020202020204" pitchFamily="34" charset="0"/>
                                    </a:rPr>
                                  </m:ctrlPr>
                                </m:sSupPr>
                                <m:e>
                                  <m:r>
                                    <a:rPr lang="pt-BR" b="1" i="1">
                                      <a:latin typeface="Cambria Math" panose="02040503050406030204" pitchFamily="18" charset="0"/>
                                      <a:cs typeface="Arial" panose="020B0604020202020204" pitchFamily="34" charset="0"/>
                                    </a:rPr>
                                    <m:t>𝑬</m:t>
                                  </m:r>
                                </m:e>
                                <m:sup>
                                  <m:r>
                                    <a:rPr lang="pt-BR" i="1">
                                      <a:latin typeface="Cambria Math" panose="02040503050406030204" pitchFamily="18" charset="0"/>
                                      <a:cs typeface="Arial" panose="020B0604020202020204" pitchFamily="34" charset="0"/>
                                    </a:rPr>
                                    <m:t>−</m:t>
                                  </m:r>
                                </m:sup>
                              </m:sSup>
                              <m:r>
                                <a:rPr lang="pt-BR" i="1">
                                  <a:latin typeface="Cambria Math" panose="02040503050406030204" pitchFamily="18" charset="0"/>
                                  <a:cs typeface="Arial" panose="020B0604020202020204" pitchFamily="34" charset="0"/>
                                </a:rPr>
                                <m:t> </m:t>
                              </m:r>
                              <m:r>
                                <a:rPr lang="pt-BR" i="1">
                                  <a:latin typeface="Cambria Math" panose="02040503050406030204" pitchFamily="18" charset="0"/>
                                  <a:cs typeface="Arial" panose="020B0604020202020204" pitchFamily="34" charset="0"/>
                                </a:rPr>
                                <m:t>]</m:t>
                              </m:r>
                            </m:e>
                          </m:d>
                        </m:e>
                        <m:sub>
                          <m:r>
                            <a:rPr lang="pt-BR" i="1">
                              <a:latin typeface="Cambria Math" panose="02040503050406030204" pitchFamily="18" charset="0"/>
                              <a:cs typeface="Arial" panose="020B0604020202020204" pitchFamily="34" charset="0"/>
                            </a:rPr>
                            <m:t>𝑐</m:t>
                          </m:r>
                        </m:sub>
                      </m:sSub>
                      <m:r>
                        <a:rPr lang="pt-BR" b="1" i="1" smtClean="0">
                          <a:latin typeface="Cambria Math" panose="02040503050406030204" pitchFamily="18" charset="0"/>
                          <a:cs typeface="Arial" panose="020B0604020202020204" pitchFamily="34" charset="0"/>
                        </a:rPr>
                        <m:t>×</m:t>
                      </m:r>
                      <m:sSub>
                        <m:sSubPr>
                          <m:ctrlPr>
                            <a:rPr lang="pt-BR" b="1" i="1" smtClean="0">
                              <a:latin typeface="Cambria Math" panose="02040503050406030204" pitchFamily="18" charset="0"/>
                              <a:cs typeface="Arial" panose="020B0604020202020204" pitchFamily="34" charset="0"/>
                            </a:rPr>
                          </m:ctrlPr>
                        </m:sSubPr>
                        <m:e>
                          <m:r>
                            <a:rPr lang="pt-BR" b="1" i="1" smtClean="0">
                              <a:latin typeface="Cambria Math" panose="02040503050406030204" pitchFamily="18" charset="0"/>
                              <a:cs typeface="Arial" panose="020B0604020202020204" pitchFamily="34" charset="0"/>
                            </a:rPr>
                            <m:t>𝒂</m:t>
                          </m:r>
                        </m:e>
                        <m:sub>
                          <m:r>
                            <a:rPr lang="pt-BR" b="1" i="1" smtClean="0">
                              <a:latin typeface="Cambria Math" panose="02040503050406030204" pitchFamily="18" charset="0"/>
                              <a:cs typeface="Arial" panose="020B0604020202020204" pitchFamily="34" charset="0"/>
                            </a:rPr>
                            <m:t>𝒏</m:t>
                          </m:r>
                        </m:sub>
                      </m:sSub>
                      <m:r>
                        <a:rPr lang="pt-BR" b="1" i="1" smtClean="0">
                          <a:latin typeface="Cambria Math" panose="02040503050406030204" pitchFamily="18" charset="0"/>
                          <a:cs typeface="Arial" panose="020B0604020202020204" pitchFamily="34" charset="0"/>
                        </a:rPr>
                        <m:t>=</m:t>
                      </m:r>
                      <m:r>
                        <a:rPr lang="pt-BR" b="1" i="1" smtClean="0">
                          <a:latin typeface="Cambria Math" panose="02040503050406030204" pitchFamily="18" charset="0"/>
                          <a:cs typeface="Arial" panose="020B0604020202020204" pitchFamily="34" charset="0"/>
                        </a:rPr>
                        <m:t>𝟎</m:t>
                      </m:r>
                    </m:oMath>
                  </m:oMathPara>
                </a14:m>
                <a:endParaRPr lang="pt-BR">
                  <a:latin typeface="Arial" panose="020B0604020202020204" pitchFamily="34" charset="0"/>
                  <a:cs typeface="Arial" panose="020B0604020202020204" pitchFamily="34" charset="0"/>
                </a:endParaRPr>
              </a:p>
            </p:txBody>
          </p:sp>
        </mc:Choice>
        <mc:Fallback>
          <p:sp>
            <p:nvSpPr>
              <p:cNvPr id="3" name="CaixaDeTexto 2">
                <a:extLst>
                  <a:ext uri="{FF2B5EF4-FFF2-40B4-BE49-F238E27FC236}">
                    <a16:creationId xmlns:a16="http://schemas.microsoft.com/office/drawing/2014/main" id="{13F9C8CD-445A-6FC1-D186-6C08122544F0}"/>
                  </a:ext>
                </a:extLst>
              </p:cNvPr>
              <p:cNvSpPr txBox="1">
                <a:spLocks noRot="1" noChangeAspect="1" noMove="1" noResize="1" noEditPoints="1" noAdjustHandles="1" noChangeArrowheads="1" noChangeShapeType="1" noTextEdit="1"/>
              </p:cNvSpPr>
              <p:nvPr/>
            </p:nvSpPr>
            <p:spPr>
              <a:xfrm>
                <a:off x="767408" y="5903779"/>
                <a:ext cx="4572508" cy="540917"/>
              </a:xfrm>
              <a:prstGeom prst="rect">
                <a:avLst/>
              </a:prstGeom>
              <a:blipFill>
                <a:blip r:embed="rId15"/>
                <a:stretch>
                  <a:fillRect t="-160674" b="-228090"/>
                </a:stretch>
              </a:blipFill>
            </p:spPr>
            <p:txBody>
              <a:bodyPr/>
              <a:lstStyle/>
              <a:p>
                <a:r>
                  <a:rPr lang="pt-BR">
                    <a:noFill/>
                  </a:rPr>
                  <a:t> </a:t>
                </a:r>
              </a:p>
            </p:txBody>
          </p:sp>
        </mc:Fallback>
      </mc:AlternateContent>
      <mc:AlternateContent xmlns:mc="http://schemas.openxmlformats.org/markup-compatibility/2006">
        <mc:Choice xmlns:a14="http://schemas.microsoft.com/office/drawing/2010/main" Requires="a14">
          <p:sp>
            <p:nvSpPr>
              <p:cNvPr id="5" name="CaixaDeTexto 4">
                <a:extLst>
                  <a:ext uri="{FF2B5EF4-FFF2-40B4-BE49-F238E27FC236}">
                    <a16:creationId xmlns:a16="http://schemas.microsoft.com/office/drawing/2014/main" id="{0E64F467-1CBD-0D40-C04E-6A79E9334EF1}"/>
                  </a:ext>
                </a:extLst>
              </p:cNvPr>
              <p:cNvSpPr txBox="1"/>
              <p:nvPr/>
            </p:nvSpPr>
            <p:spPr>
              <a:xfrm>
                <a:off x="6095996" y="4639937"/>
                <a:ext cx="5148263" cy="5981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pt-BR" sz="1600" b="0" i="1" smtClean="0">
                          <a:latin typeface="Cambria Math" panose="02040503050406030204" pitchFamily="18" charset="0"/>
                          <a:ea typeface="Cambria Math" panose="02040503050406030204" pitchFamily="18" charset="0"/>
                          <a:cs typeface="Arial" panose="020B0604020202020204" pitchFamily="34" charset="0"/>
                        </a:rPr>
                        <m:t>𝒴</m:t>
                      </m:r>
                      <m:r>
                        <a:rPr lang="pt-BR" sz="1600" b="0" i="1" smtClean="0">
                          <a:latin typeface="Cambria Math" panose="02040503050406030204" pitchFamily="18" charset="0"/>
                          <a:ea typeface="Cambria Math" panose="02040503050406030204" pitchFamily="18" charset="0"/>
                          <a:cs typeface="Arial" panose="020B0604020202020204" pitchFamily="34" charset="0"/>
                        </a:rPr>
                        <m:t>=</m:t>
                      </m:r>
                      <m:f>
                        <m:fPr>
                          <m:ctrlPr>
                            <a:rPr lang="pt-BR" sz="1600" i="1">
                              <a:latin typeface="Cambria Math" panose="02040503050406030204" pitchFamily="18" charset="0"/>
                              <a:cs typeface="Arial" panose="020B0604020202020204" pitchFamily="34" charset="0"/>
                            </a:rPr>
                          </m:ctrlPr>
                        </m:fPr>
                        <m:num>
                          <m:r>
                            <a:rPr lang="pt-BR" sz="1600" i="1">
                              <a:latin typeface="Cambria Math" panose="02040503050406030204" pitchFamily="18" charset="0"/>
                              <a:cs typeface="Arial" panose="020B0604020202020204" pitchFamily="34" charset="0"/>
                            </a:rPr>
                            <m:t>1</m:t>
                          </m:r>
                        </m:num>
                        <m:den>
                          <m:r>
                            <a:rPr lang="pt-BR" sz="1600" i="1">
                              <a:latin typeface="Cambria Math" panose="02040503050406030204" pitchFamily="18" charset="0"/>
                              <a:cs typeface="Arial" panose="020B0604020202020204" pitchFamily="34" charset="0"/>
                            </a:rPr>
                            <m:t>𝑗</m:t>
                          </m:r>
                          <m:r>
                            <a:rPr lang="pt-BR" sz="1600" i="1">
                              <a:latin typeface="Cambria Math" panose="02040503050406030204" pitchFamily="18" charset="0"/>
                              <a:cs typeface="Arial" panose="020B0604020202020204" pitchFamily="34" charset="0"/>
                            </a:rPr>
                            <m:t>𝜔</m:t>
                          </m:r>
                          <m:sSub>
                            <m:sSubPr>
                              <m:ctrlPr>
                                <a:rPr lang="pt-BR" sz="1600" i="1">
                                  <a:latin typeface="Cambria Math" panose="02040503050406030204" pitchFamily="18" charset="0"/>
                                  <a:cs typeface="Arial" panose="020B0604020202020204" pitchFamily="34" charset="0"/>
                                </a:rPr>
                              </m:ctrlPr>
                            </m:sSubPr>
                            <m:e>
                              <m:r>
                                <a:rPr lang="pt-BR" sz="1600" i="1">
                                  <a:latin typeface="Cambria Math" panose="02040503050406030204" pitchFamily="18" charset="0"/>
                                  <a:cs typeface="Arial" panose="020B0604020202020204" pitchFamily="34" charset="0"/>
                                </a:rPr>
                                <m:t>𝜇</m:t>
                              </m:r>
                            </m:e>
                            <m:sub>
                              <m:r>
                                <a:rPr lang="pt-BR" sz="1600" i="1">
                                  <a:latin typeface="Cambria Math" panose="02040503050406030204" pitchFamily="18" charset="0"/>
                                  <a:cs typeface="Arial" panose="020B0604020202020204" pitchFamily="34" charset="0"/>
                                </a:rPr>
                                <m:t>0</m:t>
                              </m:r>
                            </m:sub>
                          </m:sSub>
                        </m:den>
                      </m:f>
                      <m:r>
                        <a:rPr lang="pt-BR" sz="1600" i="1">
                          <a:latin typeface="Cambria Math" panose="02040503050406030204" pitchFamily="18" charset="0"/>
                          <a:cs typeface="Arial" panose="020B0604020202020204" pitchFamily="34" charset="0"/>
                        </a:rPr>
                        <m:t>[</m:t>
                      </m:r>
                      <m:sSub>
                        <m:sSubPr>
                          <m:ctrlPr>
                            <a:rPr lang="pt-BR" sz="1600" i="1">
                              <a:latin typeface="Cambria Math" panose="02040503050406030204" pitchFamily="18" charset="0"/>
                              <a:ea typeface="Cambria Math" panose="02040503050406030204" pitchFamily="18" charset="0"/>
                              <a:cs typeface="Arial" panose="020B0604020202020204" pitchFamily="34" charset="0"/>
                            </a:rPr>
                          </m:ctrlPr>
                        </m:sSubPr>
                        <m:e>
                          <m:r>
                            <a:rPr lang="pt-BR" sz="1600" b="0" i="1" smtClean="0">
                              <a:latin typeface="Cambria Math" panose="02040503050406030204" pitchFamily="18" charset="0"/>
                              <a:ea typeface="Cambria Math" panose="02040503050406030204" pitchFamily="18" charset="0"/>
                              <a:cs typeface="Arial" panose="020B0604020202020204" pitchFamily="34" charset="0"/>
                            </a:rPr>
                            <m:t>𝒟</m:t>
                          </m:r>
                        </m:e>
                        <m:sub>
                          <m:r>
                            <a:rPr lang="pt-BR" sz="1600" b="0" i="1" smtClean="0">
                              <a:latin typeface="Cambria Math" panose="02040503050406030204" pitchFamily="18" charset="0"/>
                              <a:ea typeface="Cambria Math" panose="02040503050406030204" pitchFamily="18" charset="0"/>
                              <a:cs typeface="Arial" panose="020B0604020202020204" pitchFamily="34" charset="0"/>
                            </a:rPr>
                            <m:t>𝑘</m:t>
                          </m:r>
                        </m:sub>
                      </m:sSub>
                      <m:r>
                        <a:rPr lang="pt-BR" sz="1600" i="1">
                          <a:latin typeface="Cambria Math" panose="02040503050406030204" pitchFamily="18" charset="0"/>
                          <a:ea typeface="Cambria Math" panose="02040503050406030204" pitchFamily="18" charset="0"/>
                          <a:cs typeface="Arial" panose="020B0604020202020204" pitchFamily="34" charset="0"/>
                        </a:rPr>
                        <m:t>−</m:t>
                      </m:r>
                      <m:sSub>
                        <m:sSubPr>
                          <m:ctrlPr>
                            <a:rPr lang="pt-BR" sz="1600" i="1">
                              <a:latin typeface="Cambria Math" panose="02040503050406030204" pitchFamily="18" charset="0"/>
                              <a:ea typeface="Cambria Math" panose="02040503050406030204" pitchFamily="18" charset="0"/>
                              <a:cs typeface="Arial" panose="020B0604020202020204" pitchFamily="34" charset="0"/>
                            </a:rPr>
                          </m:ctrlPr>
                        </m:sSubPr>
                        <m:e>
                          <m:r>
                            <a:rPr lang="pt-BR" sz="1600" i="1">
                              <a:latin typeface="Cambria Math" panose="02040503050406030204" pitchFamily="18" charset="0"/>
                              <a:ea typeface="Cambria Math" panose="02040503050406030204" pitchFamily="18" charset="0"/>
                              <a:cs typeface="Arial" panose="020B0604020202020204" pitchFamily="34" charset="0"/>
                            </a:rPr>
                            <m:t>𝒟</m:t>
                          </m:r>
                        </m:e>
                        <m:sub>
                          <m:r>
                            <a:rPr lang="pt-BR" sz="1600" b="0" i="1" smtClean="0">
                              <a:latin typeface="Cambria Math" panose="02040503050406030204" pitchFamily="18" charset="0"/>
                              <a:ea typeface="Cambria Math" panose="02040503050406030204" pitchFamily="18" charset="0"/>
                              <a:cs typeface="Arial" panose="020B0604020202020204" pitchFamily="34" charset="0"/>
                            </a:rPr>
                            <m:t>𝑘</m:t>
                          </m:r>
                          <m:r>
                            <a:rPr lang="pt-BR" sz="1600" b="0" i="1" smtClean="0">
                              <a:latin typeface="Cambria Math" panose="02040503050406030204" pitchFamily="18" charset="0"/>
                              <a:ea typeface="Cambria Math" panose="02040503050406030204" pitchFamily="18" charset="0"/>
                              <a:cs typeface="Arial" panose="020B0604020202020204" pitchFamily="34" charset="0"/>
                            </a:rPr>
                            <m:t>0</m:t>
                          </m:r>
                        </m:sub>
                      </m:sSub>
                      <m:r>
                        <a:rPr lang="pt-BR" sz="1600" i="1">
                          <a:latin typeface="Cambria Math" panose="02040503050406030204" pitchFamily="18" charset="0"/>
                          <a:ea typeface="Cambria Math" panose="02040503050406030204" pitchFamily="18" charset="0"/>
                          <a:cs typeface="Arial" panose="020B0604020202020204" pitchFamily="34" charset="0"/>
                        </a:rPr>
                        <m:t>]</m:t>
                      </m:r>
                    </m:oMath>
                  </m:oMathPara>
                </a14:m>
                <a:endParaRPr lang="pt-BR" sz="1600">
                  <a:latin typeface="Arial" panose="020B0604020202020204" pitchFamily="34" charset="0"/>
                  <a:cs typeface="Arial" panose="020B0604020202020204" pitchFamily="34" charset="0"/>
                </a:endParaRPr>
              </a:p>
            </p:txBody>
          </p:sp>
        </mc:Choice>
        <mc:Fallback>
          <p:sp>
            <p:nvSpPr>
              <p:cNvPr id="5" name="CaixaDeTexto 4">
                <a:extLst>
                  <a:ext uri="{FF2B5EF4-FFF2-40B4-BE49-F238E27FC236}">
                    <a16:creationId xmlns:a16="http://schemas.microsoft.com/office/drawing/2014/main" id="{0E64F467-1CBD-0D40-C04E-6A79E9334EF1}"/>
                  </a:ext>
                </a:extLst>
              </p:cNvPr>
              <p:cNvSpPr txBox="1">
                <a:spLocks noRot="1" noChangeAspect="1" noMove="1" noResize="1" noEditPoints="1" noAdjustHandles="1" noChangeArrowheads="1" noChangeShapeType="1" noTextEdit="1"/>
              </p:cNvSpPr>
              <p:nvPr/>
            </p:nvSpPr>
            <p:spPr>
              <a:xfrm>
                <a:off x="6095996" y="4639937"/>
                <a:ext cx="5148263" cy="598177"/>
              </a:xfrm>
              <a:prstGeom prst="rect">
                <a:avLst/>
              </a:prstGeom>
              <a:blipFill>
                <a:blip r:embed="rId16"/>
                <a:stretch>
                  <a:fillRect/>
                </a:stretch>
              </a:blipFill>
            </p:spPr>
            <p:txBody>
              <a:bodyPr/>
              <a:lstStyle/>
              <a:p>
                <a:r>
                  <a:rPr lang="pt-BR">
                    <a:noFill/>
                  </a:rPr>
                  <a:t> </a:t>
                </a:r>
              </a:p>
            </p:txBody>
          </p:sp>
        </mc:Fallback>
      </mc:AlternateContent>
      <mc:AlternateContent xmlns:mc="http://schemas.openxmlformats.org/markup-compatibility/2006">
        <mc:Choice xmlns:a14="http://schemas.microsoft.com/office/drawing/2010/main" Requires="a14">
          <p:sp>
            <p:nvSpPr>
              <p:cNvPr id="107" name="CaixaDeTexto 106">
                <a:extLst>
                  <a:ext uri="{FF2B5EF4-FFF2-40B4-BE49-F238E27FC236}">
                    <a16:creationId xmlns:a16="http://schemas.microsoft.com/office/drawing/2014/main" id="{D31B653A-4652-1F60-E725-0540162C2190}"/>
                  </a:ext>
                </a:extLst>
              </p:cNvPr>
              <p:cNvSpPr txBox="1"/>
              <p:nvPr/>
            </p:nvSpPr>
            <p:spPr>
              <a:xfrm>
                <a:off x="7933360" y="4021455"/>
                <a:ext cx="1475008"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pt-BR" sz="1600" i="1" smtClean="0">
                              <a:latin typeface="Cambria Math" panose="02040503050406030204" pitchFamily="18" charset="0"/>
                              <a:cs typeface="Arial" panose="020B0604020202020204" pitchFamily="34" charset="0"/>
                            </a:rPr>
                          </m:ctrlPr>
                        </m:sSubPr>
                        <m:e>
                          <m:r>
                            <a:rPr lang="pt-BR" sz="1600" b="0" i="1" smtClean="0">
                              <a:latin typeface="Cambria Math" panose="02040503050406030204" pitchFamily="18" charset="0"/>
                              <a:cs typeface="Arial" panose="020B0604020202020204" pitchFamily="34" charset="0"/>
                            </a:rPr>
                            <m:t>𝐽</m:t>
                          </m:r>
                        </m:e>
                        <m:sub>
                          <m:r>
                            <a:rPr lang="pt-BR" sz="1600" b="0" i="1" smtClean="0">
                              <a:latin typeface="Cambria Math" panose="02040503050406030204" pitchFamily="18" charset="0"/>
                              <a:cs typeface="Arial" panose="020B0604020202020204" pitchFamily="34" charset="0"/>
                            </a:rPr>
                            <m:t>𝑠</m:t>
                          </m:r>
                        </m:sub>
                      </m:sSub>
                      <m:r>
                        <a:rPr lang="pt-BR" sz="1600" b="0" i="1" smtClean="0">
                          <a:latin typeface="Cambria Math" panose="02040503050406030204" pitchFamily="18" charset="0"/>
                          <a:cs typeface="Arial" panose="020B0604020202020204" pitchFamily="34" charset="0"/>
                        </a:rPr>
                        <m:t>=</m:t>
                      </m:r>
                      <m:r>
                        <a:rPr lang="pt-BR" sz="1600" b="0" i="1" smtClean="0">
                          <a:latin typeface="Cambria Math" panose="02040503050406030204" pitchFamily="18" charset="0"/>
                          <a:cs typeface="Arial" panose="020B0604020202020204" pitchFamily="34" charset="0"/>
                        </a:rPr>
                        <m:t> </m:t>
                      </m:r>
                      <m:r>
                        <a:rPr lang="pt-BR" sz="1600" b="0" i="1" smtClean="0">
                          <a:latin typeface="Cambria Math" panose="02040503050406030204" pitchFamily="18" charset="0"/>
                          <a:ea typeface="Cambria Math" panose="02040503050406030204" pitchFamily="18" charset="0"/>
                          <a:cs typeface="Arial" panose="020B0604020202020204" pitchFamily="34" charset="0"/>
                        </a:rPr>
                        <m:t>𝒴</m:t>
                      </m:r>
                      <m:r>
                        <a:rPr lang="pt-BR" sz="1600" b="0" i="1" smtClean="0">
                          <a:latin typeface="Cambria Math" panose="02040503050406030204" pitchFamily="18" charset="0"/>
                          <a:ea typeface="Cambria Math" panose="02040503050406030204" pitchFamily="18" charset="0"/>
                          <a:cs typeface="Arial" panose="020B0604020202020204" pitchFamily="34" charset="0"/>
                        </a:rPr>
                        <m:t> </m:t>
                      </m:r>
                      <m:sSub>
                        <m:sSubPr>
                          <m:ctrlPr>
                            <a:rPr lang="pt-BR" sz="1600" b="0" i="1" smtClean="0">
                              <a:latin typeface="Cambria Math" panose="02040503050406030204" pitchFamily="18" charset="0"/>
                              <a:ea typeface="Cambria Math" panose="02040503050406030204" pitchFamily="18" charset="0"/>
                              <a:cs typeface="Arial" panose="020B0604020202020204" pitchFamily="34" charset="0"/>
                            </a:rPr>
                          </m:ctrlPr>
                        </m:sSubPr>
                        <m:e>
                          <m:r>
                            <a:rPr lang="pt-BR" sz="1600" b="0" i="1" smtClean="0">
                              <a:latin typeface="Cambria Math" panose="02040503050406030204" pitchFamily="18" charset="0"/>
                              <a:ea typeface="Cambria Math" panose="02040503050406030204" pitchFamily="18" charset="0"/>
                              <a:cs typeface="Arial" panose="020B0604020202020204" pitchFamily="34" charset="0"/>
                            </a:rPr>
                            <m:t>𝐸</m:t>
                          </m:r>
                        </m:e>
                        <m:sub>
                          <m:r>
                            <a:rPr lang="pt-BR" sz="1600" b="0" i="1" smtClean="0">
                              <a:latin typeface="Cambria Math" panose="02040503050406030204" pitchFamily="18" charset="0"/>
                              <a:ea typeface="Cambria Math" panose="02040503050406030204" pitchFamily="18" charset="0"/>
                              <a:cs typeface="Arial" panose="020B0604020202020204" pitchFamily="34" charset="0"/>
                            </a:rPr>
                            <m:t>𝑧</m:t>
                          </m:r>
                          <m:r>
                            <a:rPr lang="pt-BR" sz="1600" b="0" i="1" smtClean="0">
                              <a:latin typeface="Cambria Math" panose="02040503050406030204" pitchFamily="18" charset="0"/>
                              <a:ea typeface="Cambria Math" panose="02040503050406030204" pitchFamily="18" charset="0"/>
                              <a:cs typeface="Arial" panose="020B0604020202020204" pitchFamily="34" charset="0"/>
                            </a:rPr>
                            <m:t>0</m:t>
                          </m:r>
                        </m:sub>
                      </m:sSub>
                    </m:oMath>
                  </m:oMathPara>
                </a14:m>
                <a:endParaRPr lang="pt-BR" sz="1600">
                  <a:latin typeface="Arial" panose="020B0604020202020204" pitchFamily="34" charset="0"/>
                  <a:cs typeface="Arial" panose="020B0604020202020204" pitchFamily="34" charset="0"/>
                </a:endParaRPr>
              </a:p>
            </p:txBody>
          </p:sp>
        </mc:Choice>
        <mc:Fallback>
          <p:sp>
            <p:nvSpPr>
              <p:cNvPr id="107" name="CaixaDeTexto 106">
                <a:extLst>
                  <a:ext uri="{FF2B5EF4-FFF2-40B4-BE49-F238E27FC236}">
                    <a16:creationId xmlns:a16="http://schemas.microsoft.com/office/drawing/2014/main" id="{D31B653A-4652-1F60-E725-0540162C2190}"/>
                  </a:ext>
                </a:extLst>
              </p:cNvPr>
              <p:cNvSpPr txBox="1">
                <a:spLocks noRot="1" noChangeAspect="1" noMove="1" noResize="1" noEditPoints="1" noAdjustHandles="1" noChangeArrowheads="1" noChangeShapeType="1" noTextEdit="1"/>
              </p:cNvSpPr>
              <p:nvPr/>
            </p:nvSpPr>
            <p:spPr>
              <a:xfrm>
                <a:off x="7933360" y="4021455"/>
                <a:ext cx="1475008" cy="338554"/>
              </a:xfrm>
              <a:prstGeom prst="rect">
                <a:avLst/>
              </a:prstGeom>
              <a:blipFill>
                <a:blip r:embed="rId17"/>
                <a:stretch>
                  <a:fillRect b="-10909"/>
                </a:stretch>
              </a:blipFill>
            </p:spPr>
            <p:txBody>
              <a:bodyPr/>
              <a:lstStyle/>
              <a:p>
                <a:r>
                  <a:rPr lang="pt-BR">
                    <a:noFill/>
                  </a:rPr>
                  <a:t> </a:t>
                </a:r>
              </a:p>
            </p:txBody>
          </p:sp>
        </mc:Fallback>
      </mc:AlternateContent>
      <p:sp>
        <p:nvSpPr>
          <p:cNvPr id="7" name="Retângulo: Cantos Arredondados 6">
            <a:extLst>
              <a:ext uri="{FF2B5EF4-FFF2-40B4-BE49-F238E27FC236}">
                <a16:creationId xmlns:a16="http://schemas.microsoft.com/office/drawing/2014/main" id="{BFA81BDE-7ADF-C7A3-01F4-C3EFE2D337C7}"/>
              </a:ext>
            </a:extLst>
          </p:cNvPr>
          <p:cNvSpPr/>
          <p:nvPr/>
        </p:nvSpPr>
        <p:spPr>
          <a:xfrm>
            <a:off x="7933360" y="4018794"/>
            <a:ext cx="1475008" cy="382314"/>
          </a:xfrm>
          <a:prstGeom prst="roundRect">
            <a:avLst/>
          </a:prstGeom>
          <a:noFill/>
          <a:ln w="19050">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pt-BR" sz="1600"/>
          </a:p>
        </p:txBody>
      </p:sp>
      <mc:AlternateContent xmlns:mc="http://schemas.openxmlformats.org/markup-compatibility/2006">
        <mc:Choice xmlns:a14="http://schemas.microsoft.com/office/drawing/2010/main" Requires="a14">
          <p:sp>
            <p:nvSpPr>
              <p:cNvPr id="11" name="CaixaDeTexto 10">
                <a:extLst>
                  <a:ext uri="{FF2B5EF4-FFF2-40B4-BE49-F238E27FC236}">
                    <a16:creationId xmlns:a16="http://schemas.microsoft.com/office/drawing/2014/main" id="{D9C0E3F8-72FE-E9CE-67CD-95E09FB8EFB1}"/>
                  </a:ext>
                </a:extLst>
              </p:cNvPr>
              <p:cNvSpPr txBox="1"/>
              <p:nvPr/>
            </p:nvSpPr>
            <p:spPr>
              <a:xfrm>
                <a:off x="6096001" y="5445224"/>
                <a:ext cx="5221287" cy="830997"/>
              </a:xfrm>
              <a:prstGeom prst="rect">
                <a:avLst/>
              </a:prstGeom>
              <a:noFill/>
            </p:spPr>
            <p:txBody>
              <a:bodyPr wrap="square">
                <a:spAutoFit/>
              </a:bodyPr>
              <a:lstStyle/>
              <a:p>
                <a:r>
                  <a:rPr lang="pt-BR" sz="1600">
                    <a:ea typeface="Cambria Math" panose="02040503050406030204" pitchFamily="18" charset="0"/>
                    <a:cs typeface="Arial" panose="020B0604020202020204" pitchFamily="34" charset="0"/>
                  </a:rPr>
                  <a:t>The </a:t>
                </a:r>
                <a:r>
                  <a:rPr lang="pt-BR" sz="1600" i="1">
                    <a:ea typeface="Cambria Math" panose="02040503050406030204" pitchFamily="18" charset="0"/>
                    <a:cs typeface="Arial" panose="020B0604020202020204" pitchFamily="34" charset="0"/>
                  </a:rPr>
                  <a:t>Dirichlet–Neumann </a:t>
                </a:r>
                <a:r>
                  <a:rPr lang="pt-BR" sz="1600">
                    <a:ea typeface="Cambria Math" panose="02040503050406030204" pitchFamily="18" charset="0"/>
                    <a:cs typeface="Arial" panose="020B0604020202020204" pitchFamily="34" charset="0"/>
                  </a:rPr>
                  <a:t>operators, </a:t>
                </a:r>
                <a14:m>
                  <m:oMath xmlns:m="http://schemas.openxmlformats.org/officeDocument/2006/math">
                    <m:sSub>
                      <m:sSubPr>
                        <m:ctrlPr>
                          <a:rPr lang="pt-BR" sz="1600" i="1">
                            <a:latin typeface="Cambria Math" panose="02040503050406030204" pitchFamily="18" charset="0"/>
                            <a:ea typeface="Cambria Math" panose="02040503050406030204" pitchFamily="18" charset="0"/>
                            <a:cs typeface="Arial" panose="020B0604020202020204" pitchFamily="34" charset="0"/>
                          </a:rPr>
                        </m:ctrlPr>
                      </m:sSubPr>
                      <m:e>
                        <m:r>
                          <a:rPr lang="pt-BR" sz="1600" i="1">
                            <a:latin typeface="Cambria Math" panose="02040503050406030204" pitchFamily="18" charset="0"/>
                            <a:ea typeface="Cambria Math" panose="02040503050406030204" pitchFamily="18" charset="0"/>
                            <a:cs typeface="Arial" panose="020B0604020202020204" pitchFamily="34" charset="0"/>
                          </a:rPr>
                          <m:t>𝒟</m:t>
                        </m:r>
                      </m:e>
                      <m:sub>
                        <m:r>
                          <a:rPr lang="pt-BR" sz="1600" i="1">
                            <a:latin typeface="Cambria Math" panose="02040503050406030204" pitchFamily="18" charset="0"/>
                            <a:ea typeface="Cambria Math" panose="02040503050406030204" pitchFamily="18" charset="0"/>
                            <a:cs typeface="Arial" panose="020B0604020202020204" pitchFamily="34" charset="0"/>
                          </a:rPr>
                          <m:t>𝑘</m:t>
                        </m:r>
                      </m:sub>
                    </m:sSub>
                    <m:r>
                      <a:rPr lang="pt-BR" sz="1600" b="0" i="1" smtClean="0">
                        <a:latin typeface="Cambria Math" panose="02040503050406030204" pitchFamily="18" charset="0"/>
                        <a:ea typeface="Cambria Math" panose="02040503050406030204" pitchFamily="18" charset="0"/>
                        <a:cs typeface="Arial" panose="020B0604020202020204" pitchFamily="34" charset="0"/>
                      </a:rPr>
                      <m:t> </m:t>
                    </m:r>
                  </m:oMath>
                </a14:m>
                <a:r>
                  <a:rPr lang="pt-BR" sz="1600"/>
                  <a:t>and </a:t>
                </a:r>
                <a14:m>
                  <m:oMath xmlns:m="http://schemas.openxmlformats.org/officeDocument/2006/math">
                    <m:sSub>
                      <m:sSubPr>
                        <m:ctrlPr>
                          <a:rPr lang="pt-BR" sz="1600" i="1">
                            <a:latin typeface="Cambria Math" panose="02040503050406030204" pitchFamily="18" charset="0"/>
                            <a:ea typeface="Cambria Math" panose="02040503050406030204" pitchFamily="18" charset="0"/>
                            <a:cs typeface="Arial" panose="020B0604020202020204" pitchFamily="34" charset="0"/>
                          </a:rPr>
                        </m:ctrlPr>
                      </m:sSubPr>
                      <m:e>
                        <m:r>
                          <a:rPr lang="pt-BR" sz="1600" i="1">
                            <a:latin typeface="Cambria Math" panose="02040503050406030204" pitchFamily="18" charset="0"/>
                            <a:ea typeface="Cambria Math" panose="02040503050406030204" pitchFamily="18" charset="0"/>
                            <a:cs typeface="Arial" panose="020B0604020202020204" pitchFamily="34" charset="0"/>
                          </a:rPr>
                          <m:t>𝒟</m:t>
                        </m:r>
                      </m:e>
                      <m:sub>
                        <m:r>
                          <a:rPr lang="pt-BR" sz="1600" i="1">
                            <a:latin typeface="Cambria Math" panose="02040503050406030204" pitchFamily="18" charset="0"/>
                            <a:ea typeface="Cambria Math" panose="02040503050406030204" pitchFamily="18" charset="0"/>
                            <a:cs typeface="Arial" panose="020B0604020202020204" pitchFamily="34" charset="0"/>
                          </a:rPr>
                          <m:t>𝑘</m:t>
                        </m:r>
                        <m:r>
                          <a:rPr lang="pt-BR" sz="1600" i="1">
                            <a:latin typeface="Cambria Math" panose="02040503050406030204" pitchFamily="18" charset="0"/>
                            <a:ea typeface="Cambria Math" panose="02040503050406030204" pitchFamily="18" charset="0"/>
                            <a:cs typeface="Arial" panose="020B0604020202020204" pitchFamily="34" charset="0"/>
                          </a:rPr>
                          <m:t>0</m:t>
                        </m:r>
                      </m:sub>
                    </m:sSub>
                  </m:oMath>
                </a14:m>
                <a:r>
                  <a:rPr lang="pt-BR" sz="1600"/>
                  <a:t>, </a:t>
                </a:r>
                <a:r>
                  <a:rPr lang="en-US" sz="1600"/>
                  <a:t>establish the boundary conditions on </a:t>
                </a:r>
                <a14:m>
                  <m:oMath xmlns:m="http://schemas.openxmlformats.org/officeDocument/2006/math">
                    <m:r>
                      <a:rPr lang="en-US" sz="1600" i="1" smtClean="0">
                        <a:latin typeface="Cambria Math" panose="02040503050406030204" pitchFamily="18" charset="0"/>
                      </a:rPr>
                      <m:t>𝑐</m:t>
                    </m:r>
                  </m:oMath>
                </a14:m>
                <a:r>
                  <a:rPr lang="en-US" sz="1600"/>
                  <a:t> in relation to the values of the normal derivatives of the fields [3].</a:t>
                </a:r>
                <a:endParaRPr lang="pt-BR" sz="1600"/>
              </a:p>
            </p:txBody>
          </p:sp>
        </mc:Choice>
        <mc:Fallback>
          <p:sp>
            <p:nvSpPr>
              <p:cNvPr id="11" name="CaixaDeTexto 10">
                <a:extLst>
                  <a:ext uri="{FF2B5EF4-FFF2-40B4-BE49-F238E27FC236}">
                    <a16:creationId xmlns:a16="http://schemas.microsoft.com/office/drawing/2014/main" id="{D9C0E3F8-72FE-E9CE-67CD-95E09FB8EFB1}"/>
                  </a:ext>
                </a:extLst>
              </p:cNvPr>
              <p:cNvSpPr txBox="1">
                <a:spLocks noRot="1" noChangeAspect="1" noMove="1" noResize="1" noEditPoints="1" noAdjustHandles="1" noChangeArrowheads="1" noChangeShapeType="1" noTextEdit="1"/>
              </p:cNvSpPr>
              <p:nvPr/>
            </p:nvSpPr>
            <p:spPr>
              <a:xfrm>
                <a:off x="6096001" y="5445224"/>
                <a:ext cx="5221287" cy="830997"/>
              </a:xfrm>
              <a:prstGeom prst="rect">
                <a:avLst/>
              </a:prstGeom>
              <a:blipFill>
                <a:blip r:embed="rId18"/>
                <a:stretch>
                  <a:fillRect l="-583" t="-2190" b="-8029"/>
                </a:stretch>
              </a:blipFill>
            </p:spPr>
            <p:txBody>
              <a:bodyPr/>
              <a:lstStyle/>
              <a:p>
                <a:r>
                  <a:rPr lang="pt-BR">
                    <a:noFill/>
                  </a:rPr>
                  <a:t> </a:t>
                </a:r>
              </a:p>
            </p:txBody>
          </p:sp>
        </mc:Fallback>
      </mc:AlternateContent>
      <p:grpSp>
        <p:nvGrpSpPr>
          <p:cNvPr id="13" name="Agrupar 12">
            <a:extLst>
              <a:ext uri="{FF2B5EF4-FFF2-40B4-BE49-F238E27FC236}">
                <a16:creationId xmlns:a16="http://schemas.microsoft.com/office/drawing/2014/main" id="{4309A4FF-6867-124E-730D-430882BE6386}"/>
              </a:ext>
            </a:extLst>
          </p:cNvPr>
          <p:cNvGrpSpPr/>
          <p:nvPr/>
        </p:nvGrpSpPr>
        <p:grpSpPr>
          <a:xfrm>
            <a:off x="479425" y="165219"/>
            <a:ext cx="10729143" cy="309340"/>
            <a:chOff x="479425" y="94899"/>
            <a:chExt cx="10729143" cy="309340"/>
          </a:xfrm>
        </p:grpSpPr>
        <p:sp>
          <p:nvSpPr>
            <p:cNvPr id="15" name="CaixaDeTexto 14">
              <a:extLst>
                <a:ext uri="{FF2B5EF4-FFF2-40B4-BE49-F238E27FC236}">
                  <a16:creationId xmlns:a16="http://schemas.microsoft.com/office/drawing/2014/main" id="{90543D0C-D6C7-C45D-B036-7A7A95357EAF}"/>
                </a:ext>
              </a:extLst>
            </p:cNvPr>
            <p:cNvSpPr txBox="1"/>
            <p:nvPr/>
          </p:nvSpPr>
          <p:spPr>
            <a:xfrm>
              <a:off x="479425" y="94899"/>
              <a:ext cx="1872160" cy="307777"/>
            </a:xfrm>
            <a:prstGeom prst="rect">
              <a:avLst/>
            </a:prstGeom>
            <a:noFill/>
          </p:spPr>
          <p:txBody>
            <a:bodyPr wrap="square">
              <a:spAutoFit/>
            </a:bodyPr>
            <a:lstStyle/>
            <a:p>
              <a:r>
                <a:rPr lang="pt-BR" sz="1400">
                  <a:solidFill>
                    <a:srgbClr val="0070C0"/>
                  </a:solidFill>
                  <a:latin typeface="Arial Black" panose="020B0A04020102020204" pitchFamily="34" charset="0"/>
                </a:rPr>
                <a:t>Introduction</a:t>
              </a:r>
            </a:p>
          </p:txBody>
        </p:sp>
        <p:sp>
          <p:nvSpPr>
            <p:cNvPr id="16" name="CaixaDeTexto 15">
              <a:extLst>
                <a:ext uri="{FF2B5EF4-FFF2-40B4-BE49-F238E27FC236}">
                  <a16:creationId xmlns:a16="http://schemas.microsoft.com/office/drawing/2014/main" id="{848CDAC0-23C3-4C0E-2F62-5444AA778E7B}"/>
                </a:ext>
              </a:extLst>
            </p:cNvPr>
            <p:cNvSpPr txBox="1"/>
            <p:nvPr/>
          </p:nvSpPr>
          <p:spPr>
            <a:xfrm>
              <a:off x="2675620" y="96462"/>
              <a:ext cx="2196244" cy="307777"/>
            </a:xfrm>
            <a:prstGeom prst="rect">
              <a:avLst/>
            </a:prstGeom>
            <a:noFill/>
          </p:spPr>
          <p:txBody>
            <a:bodyPr wrap="square">
              <a:spAutoFit/>
            </a:bodyPr>
            <a:lstStyle/>
            <a:p>
              <a:r>
                <a:rPr lang="en-US" sz="1400">
                  <a:solidFill>
                    <a:schemeClr val="tx2">
                      <a:lumMod val="25000"/>
                      <a:lumOff val="75000"/>
                    </a:schemeClr>
                  </a:solidFill>
                  <a:latin typeface="Arial Black" panose="020B0A04020102020204" pitchFamily="34" charset="0"/>
                </a:rPr>
                <a:t>Lossless Medium</a:t>
              </a:r>
              <a:endParaRPr lang="pt-BR" sz="1400">
                <a:solidFill>
                  <a:schemeClr val="tx2">
                    <a:lumMod val="25000"/>
                    <a:lumOff val="75000"/>
                  </a:schemeClr>
                </a:solidFill>
                <a:latin typeface="Arial Black" panose="020B0A04020102020204" pitchFamily="34" charset="0"/>
              </a:endParaRPr>
            </a:p>
          </p:txBody>
        </p:sp>
        <p:sp>
          <p:nvSpPr>
            <p:cNvPr id="17" name="CaixaDeTexto 16">
              <a:extLst>
                <a:ext uri="{FF2B5EF4-FFF2-40B4-BE49-F238E27FC236}">
                  <a16:creationId xmlns:a16="http://schemas.microsoft.com/office/drawing/2014/main" id="{F660A0E0-E106-B903-FD50-134EAA98734D}"/>
                </a:ext>
              </a:extLst>
            </p:cNvPr>
            <p:cNvSpPr txBox="1"/>
            <p:nvPr/>
          </p:nvSpPr>
          <p:spPr>
            <a:xfrm>
              <a:off x="6083101" y="94899"/>
              <a:ext cx="1957115" cy="307777"/>
            </a:xfrm>
            <a:prstGeom prst="rect">
              <a:avLst/>
            </a:prstGeom>
            <a:noFill/>
          </p:spPr>
          <p:txBody>
            <a:bodyPr wrap="square">
              <a:spAutoFit/>
            </a:bodyPr>
            <a:lstStyle/>
            <a:p>
              <a:r>
                <a:rPr lang="pt-BR" sz="1400">
                  <a:solidFill>
                    <a:schemeClr val="tx2">
                      <a:lumMod val="25000"/>
                      <a:lumOff val="75000"/>
                    </a:schemeClr>
                  </a:solidFill>
                  <a:latin typeface="Arial Black" panose="020B0A04020102020204" pitchFamily="34" charset="0"/>
                </a:rPr>
                <a:t>p.u.l. Impedance</a:t>
              </a:r>
            </a:p>
          </p:txBody>
        </p:sp>
        <p:sp>
          <p:nvSpPr>
            <p:cNvPr id="18" name="CaixaDeTexto 17">
              <a:extLst>
                <a:ext uri="{FF2B5EF4-FFF2-40B4-BE49-F238E27FC236}">
                  <a16:creationId xmlns:a16="http://schemas.microsoft.com/office/drawing/2014/main" id="{B671CFFD-6A37-A11F-F538-5BF8180B4DAC}"/>
                </a:ext>
              </a:extLst>
            </p:cNvPr>
            <p:cNvSpPr txBox="1"/>
            <p:nvPr/>
          </p:nvSpPr>
          <p:spPr>
            <a:xfrm>
              <a:off x="9336408" y="96462"/>
              <a:ext cx="1872160" cy="307777"/>
            </a:xfrm>
            <a:prstGeom prst="rect">
              <a:avLst/>
            </a:prstGeom>
            <a:noFill/>
          </p:spPr>
          <p:txBody>
            <a:bodyPr wrap="square">
              <a:spAutoFit/>
            </a:bodyPr>
            <a:lstStyle/>
            <a:p>
              <a:r>
                <a:rPr lang="pt-BR" sz="1400">
                  <a:solidFill>
                    <a:schemeClr val="tx2">
                      <a:lumMod val="25000"/>
                      <a:lumOff val="75000"/>
                    </a:schemeClr>
                  </a:solidFill>
                  <a:latin typeface="Arial Black" panose="020B0A04020102020204" pitchFamily="34" charset="0"/>
                </a:rPr>
                <a:t>Case Studies</a:t>
              </a:r>
            </a:p>
          </p:txBody>
        </p:sp>
      </p:grpSp>
    </p:spTree>
    <p:extLst>
      <p:ext uri="{BB962C8B-B14F-4D97-AF65-F5344CB8AC3E}">
        <p14:creationId xmlns:p14="http://schemas.microsoft.com/office/powerpoint/2010/main" val="23389049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310BE2A7-F3D2-24C6-A415-EA4964A8FD02}"/>
              </a:ext>
            </a:extLst>
          </p:cNvPr>
          <p:cNvSpPr/>
          <p:nvPr/>
        </p:nvSpPr>
        <p:spPr>
          <a:xfrm>
            <a:off x="0" y="0"/>
            <a:ext cx="12192000" cy="404664"/>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6" name="Gráfico 5">
            <a:extLst>
              <a:ext uri="{FF2B5EF4-FFF2-40B4-BE49-F238E27FC236}">
                <a16:creationId xmlns:a16="http://schemas.microsoft.com/office/drawing/2014/main" id="{9DA9C8AB-72FF-D7D8-7E4D-1C5ECDBF0C8D}"/>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10345" t="32228" r="13793" b="43634"/>
          <a:stretch/>
        </p:blipFill>
        <p:spPr>
          <a:xfrm>
            <a:off x="11280576" y="6489338"/>
            <a:ext cx="792088" cy="252029"/>
          </a:xfrm>
          <a:prstGeom prst="rect">
            <a:avLst/>
          </a:prstGeom>
        </p:spPr>
      </p:pic>
      <p:sp>
        <p:nvSpPr>
          <p:cNvPr id="8" name="Espaço Reservado para Rodapé 57">
            <a:extLst>
              <a:ext uri="{FF2B5EF4-FFF2-40B4-BE49-F238E27FC236}">
                <a16:creationId xmlns:a16="http://schemas.microsoft.com/office/drawing/2014/main" id="{9BEF1642-B655-7CAD-CD9D-3570B3E8A5FE}"/>
              </a:ext>
            </a:extLst>
          </p:cNvPr>
          <p:cNvSpPr>
            <a:spLocks noGrp="1"/>
          </p:cNvSpPr>
          <p:nvPr>
            <p:ph type="ftr" sz="quarter" idx="11"/>
          </p:nvPr>
        </p:nvSpPr>
        <p:spPr>
          <a:xfrm>
            <a:off x="5357918" y="6489339"/>
            <a:ext cx="1476164" cy="252029"/>
          </a:xfrm>
        </p:spPr>
        <p:txBody>
          <a:bodyPr/>
          <a:lstStyle/>
          <a:p>
            <a:r>
              <a:rPr lang="pt-BR"/>
              <a:t>© Adilton Pereira</a:t>
            </a:r>
          </a:p>
        </p:txBody>
      </p:sp>
      <p:sp>
        <p:nvSpPr>
          <p:cNvPr id="9" name="Espaço Reservado para Número de Slide 58">
            <a:extLst>
              <a:ext uri="{FF2B5EF4-FFF2-40B4-BE49-F238E27FC236}">
                <a16:creationId xmlns:a16="http://schemas.microsoft.com/office/drawing/2014/main" id="{6712AAAE-5D61-5AD9-F1A7-A27ACC47ED61}"/>
              </a:ext>
            </a:extLst>
          </p:cNvPr>
          <p:cNvSpPr>
            <a:spLocks noGrp="1"/>
          </p:cNvSpPr>
          <p:nvPr>
            <p:ph type="sldNum" sz="quarter" idx="12"/>
          </p:nvPr>
        </p:nvSpPr>
        <p:spPr>
          <a:xfrm>
            <a:off x="136798" y="6480904"/>
            <a:ext cx="258416" cy="252029"/>
          </a:xfrm>
        </p:spPr>
        <p:txBody>
          <a:bodyPr/>
          <a:lstStyle/>
          <a:p>
            <a:fld id="{6023531A-24AE-4EE7-A19A-D3968154BEE1}" type="slidenum">
              <a:rPr lang="pt-BR" smtClean="0"/>
              <a:t>7</a:t>
            </a:fld>
            <a:endParaRPr lang="pt-BR"/>
          </a:p>
        </p:txBody>
      </p:sp>
      <mc:AlternateContent xmlns:mc="http://schemas.openxmlformats.org/markup-compatibility/2006">
        <mc:Choice xmlns:a14="http://schemas.microsoft.com/office/drawing/2010/main" Requires="a14">
          <p:sp>
            <p:nvSpPr>
              <p:cNvPr id="94" name="CaixaDeTexto 93">
                <a:extLst>
                  <a:ext uri="{FF2B5EF4-FFF2-40B4-BE49-F238E27FC236}">
                    <a16:creationId xmlns:a16="http://schemas.microsoft.com/office/drawing/2014/main" id="{D1D8FCDA-4632-6080-1621-67CDF796C564}"/>
                  </a:ext>
                </a:extLst>
              </p:cNvPr>
              <p:cNvSpPr txBox="1"/>
              <p:nvPr/>
            </p:nvSpPr>
            <p:spPr>
              <a:xfrm>
                <a:off x="874712" y="3471774"/>
                <a:ext cx="4104407" cy="830997"/>
              </a:xfrm>
              <a:prstGeom prst="rect">
                <a:avLst/>
              </a:prstGeom>
              <a:noFill/>
            </p:spPr>
            <p:txBody>
              <a:bodyPr wrap="square">
                <a:spAutoFit/>
              </a:bodyPr>
              <a:lstStyle>
                <a:defPPr>
                  <a:defRPr lang="pt-BR"/>
                </a:defPPr>
                <a:lvl1pPr>
                  <a:defRPr sz="1600"/>
                </a:lvl1pPr>
              </a:lstStyle>
              <a:p>
                <a:r>
                  <a:rPr lang="pt-BR"/>
                  <a:t>Multiconductor transmission (MTL) line with </a:t>
                </a:r>
                <a14:m>
                  <m:oMath xmlns:m="http://schemas.openxmlformats.org/officeDocument/2006/math">
                    <m:sSub>
                      <m:sSubPr>
                        <m:ctrlPr>
                          <a:rPr lang="en-US" i="1">
                            <a:latin typeface="Cambria Math" panose="02040503050406030204" pitchFamily="18" charset="0"/>
                          </a:rPr>
                        </m:ctrlPr>
                      </m:sSubPr>
                      <m:e>
                        <m:r>
                          <a:rPr lang="pt-BR">
                            <a:latin typeface="Cambria Math" panose="02040503050406030204" pitchFamily="18" charset="0"/>
                          </a:rPr>
                          <m:t>𝑚</m:t>
                        </m:r>
                      </m:e>
                      <m:sub>
                        <m:r>
                          <a:rPr lang="pt-BR">
                            <a:latin typeface="Cambria Math" panose="02040503050406030204" pitchFamily="18" charset="0"/>
                          </a:rPr>
                          <m:t>1</m:t>
                        </m:r>
                      </m:sub>
                    </m:sSub>
                  </m:oMath>
                </a14:m>
                <a:r>
                  <a:rPr lang="pt-BR"/>
                  <a:t> parallel solid cylindrical conductors and </a:t>
                </a:r>
                <a14:m>
                  <m:oMath xmlns:m="http://schemas.openxmlformats.org/officeDocument/2006/math">
                    <m:sSub>
                      <m:sSubPr>
                        <m:ctrlPr>
                          <a:rPr lang="pt-BR" i="1">
                            <a:latin typeface="Cambria Math" panose="02040503050406030204" pitchFamily="18" charset="0"/>
                          </a:rPr>
                        </m:ctrlPr>
                      </m:sSubPr>
                      <m:e>
                        <m:r>
                          <a:rPr lang="pt-BR">
                            <a:latin typeface="Cambria Math" panose="02040503050406030204" pitchFamily="18" charset="0"/>
                          </a:rPr>
                          <m:t>𝑚</m:t>
                        </m:r>
                      </m:e>
                      <m:sub>
                        <m:r>
                          <a:rPr lang="pt-BR">
                            <a:latin typeface="Cambria Math" panose="02040503050406030204" pitchFamily="18" charset="0"/>
                          </a:rPr>
                          <m:t>2</m:t>
                        </m:r>
                      </m:sub>
                    </m:sSub>
                  </m:oMath>
                </a14:m>
                <a:r>
                  <a:rPr lang="en-US"/>
                  <a:t> parallel hollow cylindrical conductors.</a:t>
                </a:r>
                <a:endParaRPr lang="pt-BR"/>
              </a:p>
            </p:txBody>
          </p:sp>
        </mc:Choice>
        <mc:Fallback>
          <p:sp>
            <p:nvSpPr>
              <p:cNvPr id="94" name="CaixaDeTexto 93">
                <a:extLst>
                  <a:ext uri="{FF2B5EF4-FFF2-40B4-BE49-F238E27FC236}">
                    <a16:creationId xmlns:a16="http://schemas.microsoft.com/office/drawing/2014/main" id="{D1D8FCDA-4632-6080-1621-67CDF796C564}"/>
                  </a:ext>
                </a:extLst>
              </p:cNvPr>
              <p:cNvSpPr txBox="1">
                <a:spLocks noRot="1" noChangeAspect="1" noMove="1" noResize="1" noEditPoints="1" noAdjustHandles="1" noChangeArrowheads="1" noChangeShapeType="1" noTextEdit="1"/>
              </p:cNvSpPr>
              <p:nvPr/>
            </p:nvSpPr>
            <p:spPr>
              <a:xfrm>
                <a:off x="874712" y="3471774"/>
                <a:ext cx="4104407" cy="830997"/>
              </a:xfrm>
              <a:prstGeom prst="rect">
                <a:avLst/>
              </a:prstGeom>
              <a:blipFill>
                <a:blip r:embed="rId4"/>
                <a:stretch>
                  <a:fillRect l="-742" t="-2206" b="-8824"/>
                </a:stretch>
              </a:blipFill>
            </p:spPr>
            <p:txBody>
              <a:bodyPr/>
              <a:lstStyle/>
              <a:p>
                <a:r>
                  <a:rPr lang="pt-BR">
                    <a:noFill/>
                  </a:rPr>
                  <a:t> </a:t>
                </a:r>
              </a:p>
            </p:txBody>
          </p:sp>
        </mc:Fallback>
      </mc:AlternateContent>
      <p:sp>
        <p:nvSpPr>
          <p:cNvPr id="92" name="CaixaDeTexto 91">
            <a:extLst>
              <a:ext uri="{FF2B5EF4-FFF2-40B4-BE49-F238E27FC236}">
                <a16:creationId xmlns:a16="http://schemas.microsoft.com/office/drawing/2014/main" id="{389AD4BA-DE4A-1658-2487-F94C2EEF6666}"/>
              </a:ext>
            </a:extLst>
          </p:cNvPr>
          <p:cNvSpPr txBox="1"/>
          <p:nvPr/>
        </p:nvSpPr>
        <p:spPr>
          <a:xfrm>
            <a:off x="479425" y="544453"/>
            <a:ext cx="2484227" cy="400110"/>
          </a:xfrm>
          <a:prstGeom prst="rect">
            <a:avLst/>
          </a:prstGeom>
          <a:noFill/>
        </p:spPr>
        <p:txBody>
          <a:bodyPr wrap="square" rtlCol="0">
            <a:spAutoFit/>
          </a:bodyPr>
          <a:lstStyle/>
          <a:p>
            <a:r>
              <a:rPr lang="pt-BR" sz="2000">
                <a:ln w="0"/>
                <a:effectLst>
                  <a:outerShdw blurRad="38100" dist="19050" dir="2700000" algn="tl" rotWithShape="0">
                    <a:schemeClr val="dk1">
                      <a:alpha val="40000"/>
                    </a:schemeClr>
                  </a:outerShdw>
                </a:effectLst>
              </a:rPr>
              <a:t>Problem Statement</a:t>
            </a:r>
          </a:p>
        </p:txBody>
      </p:sp>
      <p:grpSp>
        <p:nvGrpSpPr>
          <p:cNvPr id="29" name="Agrupar 28">
            <a:extLst>
              <a:ext uri="{FF2B5EF4-FFF2-40B4-BE49-F238E27FC236}">
                <a16:creationId xmlns:a16="http://schemas.microsoft.com/office/drawing/2014/main" id="{13074E31-F171-A258-2619-50EFDB2F72CE}"/>
              </a:ext>
            </a:extLst>
          </p:cNvPr>
          <p:cNvGrpSpPr/>
          <p:nvPr/>
        </p:nvGrpSpPr>
        <p:grpSpPr>
          <a:xfrm>
            <a:off x="479425" y="165219"/>
            <a:ext cx="10729143" cy="309340"/>
            <a:chOff x="479425" y="94899"/>
            <a:chExt cx="10729143" cy="309340"/>
          </a:xfrm>
        </p:grpSpPr>
        <p:sp>
          <p:nvSpPr>
            <p:cNvPr id="30" name="CaixaDeTexto 29">
              <a:extLst>
                <a:ext uri="{FF2B5EF4-FFF2-40B4-BE49-F238E27FC236}">
                  <a16:creationId xmlns:a16="http://schemas.microsoft.com/office/drawing/2014/main" id="{14DFDECB-0BDD-2589-CB78-B703AC78C54D}"/>
                </a:ext>
              </a:extLst>
            </p:cNvPr>
            <p:cNvSpPr txBox="1"/>
            <p:nvPr/>
          </p:nvSpPr>
          <p:spPr>
            <a:xfrm>
              <a:off x="479425" y="94899"/>
              <a:ext cx="1872160" cy="307777"/>
            </a:xfrm>
            <a:prstGeom prst="rect">
              <a:avLst/>
            </a:prstGeom>
            <a:noFill/>
          </p:spPr>
          <p:txBody>
            <a:bodyPr wrap="square">
              <a:spAutoFit/>
            </a:bodyPr>
            <a:lstStyle>
              <a:defPPr>
                <a:defRPr lang="pt-BR"/>
              </a:defPPr>
              <a:lvl1pPr>
                <a:defRPr sz="1400">
                  <a:solidFill>
                    <a:schemeClr val="tx2">
                      <a:lumMod val="25000"/>
                      <a:lumOff val="75000"/>
                    </a:schemeClr>
                  </a:solidFill>
                  <a:latin typeface="Arial Black" panose="020B0A04020102020204" pitchFamily="34" charset="0"/>
                </a:defRPr>
              </a:lvl1pPr>
            </a:lstStyle>
            <a:p>
              <a:r>
                <a:rPr lang="pt-BR"/>
                <a:t>Introduction</a:t>
              </a:r>
            </a:p>
          </p:txBody>
        </p:sp>
        <p:sp>
          <p:nvSpPr>
            <p:cNvPr id="31" name="CaixaDeTexto 30">
              <a:extLst>
                <a:ext uri="{FF2B5EF4-FFF2-40B4-BE49-F238E27FC236}">
                  <a16:creationId xmlns:a16="http://schemas.microsoft.com/office/drawing/2014/main" id="{9A010F09-EB6C-E016-AB68-489800DAB286}"/>
                </a:ext>
              </a:extLst>
            </p:cNvPr>
            <p:cNvSpPr txBox="1"/>
            <p:nvPr/>
          </p:nvSpPr>
          <p:spPr>
            <a:xfrm>
              <a:off x="2675620" y="96462"/>
              <a:ext cx="2196244" cy="307777"/>
            </a:xfrm>
            <a:prstGeom prst="rect">
              <a:avLst/>
            </a:prstGeom>
            <a:noFill/>
          </p:spPr>
          <p:txBody>
            <a:bodyPr wrap="square">
              <a:spAutoFit/>
            </a:bodyPr>
            <a:lstStyle>
              <a:defPPr>
                <a:defRPr lang="pt-BR"/>
              </a:defPPr>
              <a:lvl1pPr>
                <a:defRPr sz="1400">
                  <a:solidFill>
                    <a:srgbClr val="0070C0"/>
                  </a:solidFill>
                  <a:latin typeface="Arial Black" panose="020B0A04020102020204" pitchFamily="34" charset="0"/>
                </a:defRPr>
              </a:lvl1pPr>
            </a:lstStyle>
            <a:p>
              <a:r>
                <a:rPr lang="en-US"/>
                <a:t>Lossless Medium</a:t>
              </a:r>
              <a:endParaRPr lang="pt-BR"/>
            </a:p>
          </p:txBody>
        </p:sp>
        <p:sp>
          <p:nvSpPr>
            <p:cNvPr id="32" name="CaixaDeTexto 31">
              <a:extLst>
                <a:ext uri="{FF2B5EF4-FFF2-40B4-BE49-F238E27FC236}">
                  <a16:creationId xmlns:a16="http://schemas.microsoft.com/office/drawing/2014/main" id="{4DB6C471-4B75-88CB-D110-8FD209D315E5}"/>
                </a:ext>
              </a:extLst>
            </p:cNvPr>
            <p:cNvSpPr txBox="1"/>
            <p:nvPr/>
          </p:nvSpPr>
          <p:spPr>
            <a:xfrm>
              <a:off x="6083101" y="94899"/>
              <a:ext cx="1957115" cy="307777"/>
            </a:xfrm>
            <a:prstGeom prst="rect">
              <a:avLst/>
            </a:prstGeom>
            <a:noFill/>
          </p:spPr>
          <p:txBody>
            <a:bodyPr wrap="square">
              <a:spAutoFit/>
            </a:bodyPr>
            <a:lstStyle/>
            <a:p>
              <a:r>
                <a:rPr lang="pt-BR" sz="1400">
                  <a:solidFill>
                    <a:schemeClr val="tx2">
                      <a:lumMod val="25000"/>
                      <a:lumOff val="75000"/>
                    </a:schemeClr>
                  </a:solidFill>
                  <a:latin typeface="Arial Black" panose="020B0A04020102020204" pitchFamily="34" charset="0"/>
                </a:rPr>
                <a:t>p.u.l. Impedance</a:t>
              </a:r>
            </a:p>
          </p:txBody>
        </p:sp>
        <p:sp>
          <p:nvSpPr>
            <p:cNvPr id="33" name="CaixaDeTexto 32">
              <a:extLst>
                <a:ext uri="{FF2B5EF4-FFF2-40B4-BE49-F238E27FC236}">
                  <a16:creationId xmlns:a16="http://schemas.microsoft.com/office/drawing/2014/main" id="{FB44FC3A-8280-2734-466C-68A24D21A91E}"/>
                </a:ext>
              </a:extLst>
            </p:cNvPr>
            <p:cNvSpPr txBox="1"/>
            <p:nvPr/>
          </p:nvSpPr>
          <p:spPr>
            <a:xfrm>
              <a:off x="9336408" y="96462"/>
              <a:ext cx="1872160" cy="307777"/>
            </a:xfrm>
            <a:prstGeom prst="rect">
              <a:avLst/>
            </a:prstGeom>
            <a:noFill/>
          </p:spPr>
          <p:txBody>
            <a:bodyPr wrap="square">
              <a:spAutoFit/>
            </a:bodyPr>
            <a:lstStyle/>
            <a:p>
              <a:r>
                <a:rPr lang="pt-BR" sz="1400">
                  <a:solidFill>
                    <a:schemeClr val="tx2">
                      <a:lumMod val="25000"/>
                      <a:lumOff val="75000"/>
                    </a:schemeClr>
                  </a:solidFill>
                  <a:latin typeface="Arial Black" panose="020B0A04020102020204" pitchFamily="34" charset="0"/>
                </a:rPr>
                <a:t>Case Studies</a:t>
              </a:r>
            </a:p>
          </p:txBody>
        </p:sp>
      </p:grpSp>
      <p:sp>
        <p:nvSpPr>
          <p:cNvPr id="14" name="Elipse 13">
            <a:extLst>
              <a:ext uri="{FF2B5EF4-FFF2-40B4-BE49-F238E27FC236}">
                <a16:creationId xmlns:a16="http://schemas.microsoft.com/office/drawing/2014/main" id="{94D5144B-E0E6-8D48-55E3-0B5A16C49B15}"/>
              </a:ext>
            </a:extLst>
          </p:cNvPr>
          <p:cNvSpPr/>
          <p:nvPr/>
        </p:nvSpPr>
        <p:spPr>
          <a:xfrm>
            <a:off x="966865" y="1396517"/>
            <a:ext cx="1737360" cy="1737360"/>
          </a:xfrm>
          <a:prstGeom prst="ellipse">
            <a:avLst/>
          </a:prstGeom>
          <a:solidFill>
            <a:schemeClr val="accent3">
              <a:lumMod val="20000"/>
              <a:lumOff val="80000"/>
              <a:alpha val="50000"/>
            </a:schemeClr>
          </a:solidFill>
          <a:ln w="19050">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pt-BR"/>
          </a:p>
        </p:txBody>
      </p:sp>
      <mc:AlternateContent xmlns:mc="http://schemas.openxmlformats.org/markup-compatibility/2006">
        <mc:Choice xmlns:a14="http://schemas.microsoft.com/office/drawing/2010/main" Requires="a14">
          <p:sp>
            <p:nvSpPr>
              <p:cNvPr id="44" name="CaixaDeTexto 43">
                <a:extLst>
                  <a:ext uri="{FF2B5EF4-FFF2-40B4-BE49-F238E27FC236}">
                    <a16:creationId xmlns:a16="http://schemas.microsoft.com/office/drawing/2014/main" id="{1F45A3DF-0A88-4A87-4A97-268249D1CA97}"/>
                  </a:ext>
                </a:extLst>
              </p:cNvPr>
              <p:cNvSpPr txBox="1"/>
              <p:nvPr/>
            </p:nvSpPr>
            <p:spPr>
              <a:xfrm>
                <a:off x="1209166" y="1919389"/>
                <a:ext cx="411715" cy="32438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i="1" smtClean="0">
                              <a:latin typeface="Cambria Math" panose="02040503050406030204" pitchFamily="18" charset="0"/>
                            </a:rPr>
                            <m:t>𝑎</m:t>
                          </m:r>
                        </m:e>
                        <m:sub>
                          <m:r>
                            <a:rPr lang="pt-BR" sz="1400" b="0" i="1" smtClean="0">
                              <a:latin typeface="Cambria Math" panose="02040503050406030204" pitchFamily="18" charset="0"/>
                            </a:rPr>
                            <m:t>𝑝</m:t>
                          </m:r>
                        </m:sub>
                      </m:sSub>
                    </m:oMath>
                  </m:oMathPara>
                </a14:m>
                <a:endParaRPr lang="pt-BR" sz="1400"/>
              </a:p>
            </p:txBody>
          </p:sp>
        </mc:Choice>
        <mc:Fallback>
          <p:sp>
            <p:nvSpPr>
              <p:cNvPr id="44" name="CaixaDeTexto 43">
                <a:extLst>
                  <a:ext uri="{FF2B5EF4-FFF2-40B4-BE49-F238E27FC236}">
                    <a16:creationId xmlns:a16="http://schemas.microsoft.com/office/drawing/2014/main" id="{1F45A3DF-0A88-4A87-4A97-268249D1CA97}"/>
                  </a:ext>
                </a:extLst>
              </p:cNvPr>
              <p:cNvSpPr txBox="1">
                <a:spLocks noRot="1" noChangeAspect="1" noMove="1" noResize="1" noEditPoints="1" noAdjustHandles="1" noChangeArrowheads="1" noChangeShapeType="1" noTextEdit="1"/>
              </p:cNvSpPr>
              <p:nvPr/>
            </p:nvSpPr>
            <p:spPr>
              <a:xfrm>
                <a:off x="1209166" y="1919389"/>
                <a:ext cx="411715" cy="324384"/>
              </a:xfrm>
              <a:prstGeom prst="rect">
                <a:avLst/>
              </a:prstGeom>
              <a:blipFill>
                <a:blip r:embed="rId5"/>
                <a:stretch>
                  <a:fillRect/>
                </a:stretch>
              </a:blipFill>
            </p:spPr>
            <p:txBody>
              <a:bodyPr/>
              <a:lstStyle/>
              <a:p>
                <a:r>
                  <a:rPr lang="pt-BR">
                    <a:noFill/>
                  </a:rPr>
                  <a:t> </a:t>
                </a:r>
              </a:p>
            </p:txBody>
          </p:sp>
        </mc:Fallback>
      </mc:AlternateContent>
      <p:cxnSp>
        <p:nvCxnSpPr>
          <p:cNvPr id="45" name="Conector de Seta Reta 44">
            <a:extLst>
              <a:ext uri="{FF2B5EF4-FFF2-40B4-BE49-F238E27FC236}">
                <a16:creationId xmlns:a16="http://schemas.microsoft.com/office/drawing/2014/main" id="{4B976358-D9FD-1545-5FF0-AF658E00DA3B}"/>
              </a:ext>
            </a:extLst>
          </p:cNvPr>
          <p:cNvCxnSpPr>
            <a:cxnSpLocks/>
            <a:endCxn id="14" idx="1"/>
          </p:cNvCxnSpPr>
          <p:nvPr/>
        </p:nvCxnSpPr>
        <p:spPr>
          <a:xfrm flipH="1" flipV="1">
            <a:off x="1221295" y="1650947"/>
            <a:ext cx="626233" cy="61425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42" name="Elipse 41">
            <a:extLst>
              <a:ext uri="{FF2B5EF4-FFF2-40B4-BE49-F238E27FC236}">
                <a16:creationId xmlns:a16="http://schemas.microsoft.com/office/drawing/2014/main" id="{0220C587-7538-B23F-245C-2DFF839669C3}"/>
              </a:ext>
            </a:extLst>
          </p:cNvPr>
          <p:cNvSpPr/>
          <p:nvPr/>
        </p:nvSpPr>
        <p:spPr>
          <a:xfrm>
            <a:off x="3485294" y="1396517"/>
            <a:ext cx="1737360" cy="1737360"/>
          </a:xfrm>
          <a:prstGeom prst="ellipse">
            <a:avLst/>
          </a:prstGeom>
          <a:solidFill>
            <a:schemeClr val="accent1">
              <a:alpha val="50000"/>
            </a:schemeClr>
          </a:solidFill>
          <a:ln w="19050">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pt-BR" sz="2000"/>
          </a:p>
        </p:txBody>
      </p:sp>
      <p:sp>
        <p:nvSpPr>
          <p:cNvPr id="43" name="Elipse 42">
            <a:extLst>
              <a:ext uri="{FF2B5EF4-FFF2-40B4-BE49-F238E27FC236}">
                <a16:creationId xmlns:a16="http://schemas.microsoft.com/office/drawing/2014/main" id="{2131EC99-1D04-0D88-502E-04CBF261A5A7}"/>
              </a:ext>
            </a:extLst>
          </p:cNvPr>
          <p:cNvSpPr/>
          <p:nvPr/>
        </p:nvSpPr>
        <p:spPr>
          <a:xfrm>
            <a:off x="3759614" y="1670837"/>
            <a:ext cx="1188720" cy="1188720"/>
          </a:xfrm>
          <a:prstGeom prst="ellipse">
            <a:avLst/>
          </a:prstGeom>
          <a:solidFill>
            <a:schemeClr val="bg1"/>
          </a:solidFill>
          <a:ln w="19050">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pt-BR" sz="2000"/>
          </a:p>
        </p:txBody>
      </p:sp>
      <mc:AlternateContent xmlns:mc="http://schemas.openxmlformats.org/markup-compatibility/2006">
        <mc:Choice xmlns:a14="http://schemas.microsoft.com/office/drawing/2010/main" Requires="a14">
          <p:sp>
            <p:nvSpPr>
              <p:cNvPr id="39" name="CaixaDeTexto 38">
                <a:extLst>
                  <a:ext uri="{FF2B5EF4-FFF2-40B4-BE49-F238E27FC236}">
                    <a16:creationId xmlns:a16="http://schemas.microsoft.com/office/drawing/2014/main" id="{722828E4-8B91-0A39-CDD0-DC9E056B71E6}"/>
                  </a:ext>
                </a:extLst>
              </p:cNvPr>
              <p:cNvSpPr txBox="1"/>
              <p:nvPr/>
            </p:nvSpPr>
            <p:spPr>
              <a:xfrm>
                <a:off x="4072655" y="1716346"/>
                <a:ext cx="401970" cy="32438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b="0" i="1" smtClean="0">
                              <a:latin typeface="Cambria Math" panose="02040503050406030204" pitchFamily="18" charset="0"/>
                            </a:rPr>
                            <m:t>𝑏</m:t>
                          </m:r>
                        </m:e>
                        <m:sub>
                          <m:r>
                            <a:rPr lang="pt-BR" sz="1400" b="0" i="1" smtClean="0">
                              <a:latin typeface="Cambria Math" panose="02040503050406030204" pitchFamily="18" charset="0"/>
                            </a:rPr>
                            <m:t>𝑞</m:t>
                          </m:r>
                        </m:sub>
                      </m:sSub>
                    </m:oMath>
                  </m:oMathPara>
                </a14:m>
                <a:endParaRPr lang="pt-BR" sz="1400"/>
              </a:p>
            </p:txBody>
          </p:sp>
        </mc:Choice>
        <mc:Fallback>
          <p:sp>
            <p:nvSpPr>
              <p:cNvPr id="39" name="CaixaDeTexto 38">
                <a:extLst>
                  <a:ext uri="{FF2B5EF4-FFF2-40B4-BE49-F238E27FC236}">
                    <a16:creationId xmlns:a16="http://schemas.microsoft.com/office/drawing/2014/main" id="{722828E4-8B91-0A39-CDD0-DC9E056B71E6}"/>
                  </a:ext>
                </a:extLst>
              </p:cNvPr>
              <p:cNvSpPr txBox="1">
                <a:spLocks noRot="1" noChangeAspect="1" noMove="1" noResize="1" noEditPoints="1" noAdjustHandles="1" noChangeArrowheads="1" noChangeShapeType="1" noTextEdit="1"/>
              </p:cNvSpPr>
              <p:nvPr/>
            </p:nvSpPr>
            <p:spPr>
              <a:xfrm>
                <a:off x="4072655" y="1716346"/>
                <a:ext cx="401970" cy="324384"/>
              </a:xfrm>
              <a:prstGeom prst="rect">
                <a:avLst/>
              </a:prstGeom>
              <a:blipFill>
                <a:blip r:embed="rId6"/>
                <a:stretch>
                  <a:fillRect/>
                </a:stretch>
              </a:blipFill>
            </p:spPr>
            <p:txBody>
              <a:bodyPr/>
              <a:lstStyle/>
              <a:p>
                <a:r>
                  <a:rPr lang="pt-BR">
                    <a:noFill/>
                  </a:rPr>
                  <a:t> </a:t>
                </a:r>
              </a:p>
            </p:txBody>
          </p:sp>
        </mc:Fallback>
      </mc:AlternateContent>
      <p:grpSp>
        <p:nvGrpSpPr>
          <p:cNvPr id="36" name="Agrupar 35">
            <a:extLst>
              <a:ext uri="{FF2B5EF4-FFF2-40B4-BE49-F238E27FC236}">
                <a16:creationId xmlns:a16="http://schemas.microsoft.com/office/drawing/2014/main" id="{8B61572D-4DAE-FEF2-F897-F074964BFA5C}"/>
              </a:ext>
            </a:extLst>
          </p:cNvPr>
          <p:cNvGrpSpPr/>
          <p:nvPr/>
        </p:nvGrpSpPr>
        <p:grpSpPr>
          <a:xfrm>
            <a:off x="3510781" y="2008734"/>
            <a:ext cx="843193" cy="460323"/>
            <a:chOff x="2262768" y="2266357"/>
            <a:chExt cx="1496807" cy="836851"/>
          </a:xfrm>
        </p:grpSpPr>
        <mc:AlternateContent xmlns:mc="http://schemas.openxmlformats.org/markup-compatibility/2006">
          <mc:Choice xmlns:a14="http://schemas.microsoft.com/office/drawing/2010/main" Requires="a14">
            <p:sp>
              <p:nvSpPr>
                <p:cNvPr id="37" name="CaixaDeTexto 36">
                  <a:extLst>
                    <a:ext uri="{FF2B5EF4-FFF2-40B4-BE49-F238E27FC236}">
                      <a16:creationId xmlns:a16="http://schemas.microsoft.com/office/drawing/2014/main" id="{A3C98690-479E-4903-6000-A4FBB04E89D4}"/>
                    </a:ext>
                  </a:extLst>
                </p:cNvPr>
                <p:cNvSpPr txBox="1"/>
                <p:nvPr/>
              </p:nvSpPr>
              <p:spPr>
                <a:xfrm>
                  <a:off x="2838072" y="2513489"/>
                  <a:ext cx="729383" cy="5897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i="1" smtClean="0">
                                <a:latin typeface="Cambria Math" panose="02040503050406030204" pitchFamily="18" charset="0"/>
                              </a:rPr>
                              <m:t>𝑎</m:t>
                            </m:r>
                          </m:e>
                          <m:sub>
                            <m:r>
                              <a:rPr lang="pt-BR" sz="1400" b="0" i="1" smtClean="0">
                                <a:latin typeface="Cambria Math" panose="02040503050406030204" pitchFamily="18" charset="0"/>
                              </a:rPr>
                              <m:t>𝑞</m:t>
                            </m:r>
                          </m:sub>
                        </m:sSub>
                      </m:oMath>
                    </m:oMathPara>
                  </a14:m>
                  <a:endParaRPr lang="pt-BR" sz="1400"/>
                </a:p>
              </p:txBody>
            </p:sp>
          </mc:Choice>
          <mc:Fallback>
            <p:sp>
              <p:nvSpPr>
                <p:cNvPr id="37" name="CaixaDeTexto 36">
                  <a:extLst>
                    <a:ext uri="{FF2B5EF4-FFF2-40B4-BE49-F238E27FC236}">
                      <a16:creationId xmlns:a16="http://schemas.microsoft.com/office/drawing/2014/main" id="{A3C98690-479E-4903-6000-A4FBB04E89D4}"/>
                    </a:ext>
                  </a:extLst>
                </p:cNvPr>
                <p:cNvSpPr txBox="1">
                  <a:spLocks noRot="1" noChangeAspect="1" noMove="1" noResize="1" noEditPoints="1" noAdjustHandles="1" noChangeArrowheads="1" noChangeShapeType="1" noTextEdit="1"/>
                </p:cNvSpPr>
                <p:nvPr/>
              </p:nvSpPr>
              <p:spPr>
                <a:xfrm>
                  <a:off x="2838072" y="2513489"/>
                  <a:ext cx="729383" cy="589719"/>
                </a:xfrm>
                <a:prstGeom prst="rect">
                  <a:avLst/>
                </a:prstGeom>
                <a:blipFill>
                  <a:blip r:embed="rId7"/>
                  <a:stretch>
                    <a:fillRect/>
                  </a:stretch>
                </a:blipFill>
              </p:spPr>
              <p:txBody>
                <a:bodyPr/>
                <a:lstStyle/>
                <a:p>
                  <a:r>
                    <a:rPr lang="pt-BR">
                      <a:noFill/>
                    </a:rPr>
                    <a:t> </a:t>
                  </a:r>
                </a:p>
              </p:txBody>
            </p:sp>
          </mc:Fallback>
        </mc:AlternateContent>
        <p:cxnSp>
          <p:nvCxnSpPr>
            <p:cNvPr id="38" name="Conector de Seta Reta 37">
              <a:extLst>
                <a:ext uri="{FF2B5EF4-FFF2-40B4-BE49-F238E27FC236}">
                  <a16:creationId xmlns:a16="http://schemas.microsoft.com/office/drawing/2014/main" id="{9FB481F4-35E9-69F5-AFF2-76FD7F6D7837}"/>
                </a:ext>
              </a:extLst>
            </p:cNvPr>
            <p:cNvCxnSpPr>
              <a:cxnSpLocks/>
            </p:cNvCxnSpPr>
            <p:nvPr/>
          </p:nvCxnSpPr>
          <p:spPr>
            <a:xfrm flipH="1" flipV="1">
              <a:off x="2262768" y="2266357"/>
              <a:ext cx="1496807" cy="466241"/>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mc:AlternateContent xmlns:mc="http://schemas.openxmlformats.org/markup-compatibility/2006">
        <mc:Choice xmlns:a14="http://schemas.microsoft.com/office/drawing/2010/main" Requires="a14">
          <p:sp>
            <p:nvSpPr>
              <p:cNvPr id="26" name="CaixaDeTexto 25">
                <a:extLst>
                  <a:ext uri="{FF2B5EF4-FFF2-40B4-BE49-F238E27FC236}">
                    <a16:creationId xmlns:a16="http://schemas.microsoft.com/office/drawing/2014/main" id="{3249032C-AFD4-E5EC-9AED-73A0B0E1E087}"/>
                  </a:ext>
                </a:extLst>
              </p:cNvPr>
              <p:cNvSpPr txBox="1"/>
              <p:nvPr/>
            </p:nvSpPr>
            <p:spPr>
              <a:xfrm>
                <a:off x="2760147" y="1088740"/>
                <a:ext cx="630301"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b="0" i="1" smtClean="0">
                              <a:latin typeface="Cambria Math" panose="02040503050406030204" pitchFamily="18" charset="0"/>
                            </a:rPr>
                            <m:t>𝜀</m:t>
                          </m:r>
                        </m:e>
                        <m:sub>
                          <m:r>
                            <a:rPr lang="pt-BR" sz="1400" b="0" i="1" smtClean="0">
                              <a:latin typeface="Cambria Math" panose="02040503050406030204" pitchFamily="18" charset="0"/>
                            </a:rPr>
                            <m:t>0</m:t>
                          </m:r>
                        </m:sub>
                      </m:sSub>
                      <m:r>
                        <a:rPr lang="pt-BR" sz="1400" b="0" i="1" smtClean="0">
                          <a:latin typeface="Cambria Math" panose="02040503050406030204" pitchFamily="18" charset="0"/>
                        </a:rPr>
                        <m:t>,</m:t>
                      </m:r>
                      <m:sSub>
                        <m:sSubPr>
                          <m:ctrlPr>
                            <a:rPr lang="pt-BR" sz="1400" i="1">
                              <a:latin typeface="Cambria Math" panose="02040503050406030204" pitchFamily="18" charset="0"/>
                            </a:rPr>
                          </m:ctrlPr>
                        </m:sSubPr>
                        <m:e>
                          <m:r>
                            <a:rPr lang="pt-BR" sz="1400" b="0" i="1" smtClean="0">
                              <a:latin typeface="Cambria Math" panose="02040503050406030204" pitchFamily="18" charset="0"/>
                            </a:rPr>
                            <m:t>𝜇</m:t>
                          </m:r>
                        </m:e>
                        <m:sub>
                          <m:r>
                            <a:rPr lang="pt-BR" sz="1400" i="1">
                              <a:latin typeface="Cambria Math" panose="02040503050406030204" pitchFamily="18" charset="0"/>
                            </a:rPr>
                            <m:t>0</m:t>
                          </m:r>
                        </m:sub>
                      </m:sSub>
                    </m:oMath>
                  </m:oMathPara>
                </a14:m>
                <a:endParaRPr lang="pt-BR" sz="1600"/>
              </a:p>
            </p:txBody>
          </p:sp>
        </mc:Choice>
        <mc:Fallback>
          <p:sp>
            <p:nvSpPr>
              <p:cNvPr id="26" name="CaixaDeTexto 25">
                <a:extLst>
                  <a:ext uri="{FF2B5EF4-FFF2-40B4-BE49-F238E27FC236}">
                    <a16:creationId xmlns:a16="http://schemas.microsoft.com/office/drawing/2014/main" id="{3249032C-AFD4-E5EC-9AED-73A0B0E1E087}"/>
                  </a:ext>
                </a:extLst>
              </p:cNvPr>
              <p:cNvSpPr txBox="1">
                <a:spLocks noRot="1" noChangeAspect="1" noMove="1" noResize="1" noEditPoints="1" noAdjustHandles="1" noChangeArrowheads="1" noChangeShapeType="1" noTextEdit="1"/>
              </p:cNvSpPr>
              <p:nvPr/>
            </p:nvSpPr>
            <p:spPr>
              <a:xfrm>
                <a:off x="2760147" y="1088740"/>
                <a:ext cx="630301" cy="307777"/>
              </a:xfrm>
              <a:prstGeom prst="rect">
                <a:avLst/>
              </a:prstGeom>
              <a:blipFill>
                <a:blip r:embed="rId8"/>
                <a:stretch>
                  <a:fillRect b="-2000"/>
                </a:stretch>
              </a:blipFill>
            </p:spPr>
            <p:txBody>
              <a:bodyPr/>
              <a:lstStyle/>
              <a:p>
                <a:r>
                  <a:rPr lang="pt-BR">
                    <a:noFill/>
                  </a:rPr>
                  <a:t> </a:t>
                </a:r>
              </a:p>
            </p:txBody>
          </p:sp>
        </mc:Fallback>
      </mc:AlternateContent>
      <mc:AlternateContent xmlns:mc="http://schemas.openxmlformats.org/markup-compatibility/2006">
        <mc:Choice xmlns:a14="http://schemas.microsoft.com/office/drawing/2010/main" Requires="a14">
          <p:sp>
            <p:nvSpPr>
              <p:cNvPr id="27" name="CaixaDeTexto 26">
                <a:extLst>
                  <a:ext uri="{FF2B5EF4-FFF2-40B4-BE49-F238E27FC236}">
                    <a16:creationId xmlns:a16="http://schemas.microsoft.com/office/drawing/2014/main" id="{5C4D3DDB-4C41-563B-455D-4982819E54E6}"/>
                  </a:ext>
                </a:extLst>
              </p:cNvPr>
              <p:cNvSpPr txBox="1"/>
              <p:nvPr/>
            </p:nvSpPr>
            <p:spPr>
              <a:xfrm>
                <a:off x="1329528" y="2675453"/>
                <a:ext cx="1012034" cy="32438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b="0" i="1" smtClean="0">
                              <a:latin typeface="Cambria Math" panose="02040503050406030204" pitchFamily="18" charset="0"/>
                            </a:rPr>
                            <m:t>𝜀</m:t>
                          </m:r>
                        </m:e>
                        <m:sub>
                          <m:r>
                            <a:rPr lang="pt-BR" sz="1400" b="0" i="1" smtClean="0">
                              <a:latin typeface="Cambria Math" panose="02040503050406030204" pitchFamily="18" charset="0"/>
                            </a:rPr>
                            <m:t>𝑝</m:t>
                          </m:r>
                        </m:sub>
                      </m:sSub>
                      <m:r>
                        <a:rPr lang="pt-BR" sz="1400" b="0" i="1" smtClean="0">
                          <a:latin typeface="Cambria Math" panose="02040503050406030204" pitchFamily="18" charset="0"/>
                        </a:rPr>
                        <m:t>,</m:t>
                      </m:r>
                      <m:sSub>
                        <m:sSubPr>
                          <m:ctrlPr>
                            <a:rPr lang="pt-BR" sz="1400" i="1" smtClean="0">
                              <a:latin typeface="Cambria Math" panose="02040503050406030204" pitchFamily="18" charset="0"/>
                            </a:rPr>
                          </m:ctrlPr>
                        </m:sSubPr>
                        <m:e>
                          <m:r>
                            <a:rPr lang="pt-BR" sz="1400" b="0" i="1" smtClean="0">
                              <a:latin typeface="Cambria Math" panose="02040503050406030204" pitchFamily="18" charset="0"/>
                            </a:rPr>
                            <m:t>𝜇</m:t>
                          </m:r>
                        </m:e>
                        <m:sub>
                          <m:r>
                            <a:rPr lang="pt-BR" sz="1400" b="0" i="1" smtClean="0">
                              <a:latin typeface="Cambria Math" panose="02040503050406030204" pitchFamily="18" charset="0"/>
                            </a:rPr>
                            <m:t>𝑝</m:t>
                          </m:r>
                        </m:sub>
                      </m:sSub>
                      <m:r>
                        <a:rPr lang="pt-BR" sz="1400" b="0" i="1" smtClean="0">
                          <a:latin typeface="Cambria Math" panose="02040503050406030204" pitchFamily="18" charset="0"/>
                        </a:rPr>
                        <m:t>, </m:t>
                      </m:r>
                      <m:sSub>
                        <m:sSubPr>
                          <m:ctrlPr>
                            <a:rPr lang="pt-BR" sz="1400" b="0" i="1" smtClean="0">
                              <a:latin typeface="Cambria Math" panose="02040503050406030204" pitchFamily="18" charset="0"/>
                            </a:rPr>
                          </m:ctrlPr>
                        </m:sSubPr>
                        <m:e>
                          <m:r>
                            <a:rPr lang="pt-BR" sz="1400" b="0" i="1" smtClean="0">
                              <a:latin typeface="Cambria Math" panose="02040503050406030204" pitchFamily="18" charset="0"/>
                            </a:rPr>
                            <m:t>𝜎</m:t>
                          </m:r>
                        </m:e>
                        <m:sub>
                          <m:r>
                            <a:rPr lang="pt-BR" sz="1400" b="0" i="1" smtClean="0">
                              <a:latin typeface="Cambria Math" panose="02040503050406030204" pitchFamily="18" charset="0"/>
                            </a:rPr>
                            <m:t>𝑝</m:t>
                          </m:r>
                        </m:sub>
                      </m:sSub>
                    </m:oMath>
                  </m:oMathPara>
                </a14:m>
                <a:endParaRPr lang="pt-BR" sz="1400"/>
              </a:p>
            </p:txBody>
          </p:sp>
        </mc:Choice>
        <mc:Fallback>
          <p:sp>
            <p:nvSpPr>
              <p:cNvPr id="27" name="CaixaDeTexto 26">
                <a:extLst>
                  <a:ext uri="{FF2B5EF4-FFF2-40B4-BE49-F238E27FC236}">
                    <a16:creationId xmlns:a16="http://schemas.microsoft.com/office/drawing/2014/main" id="{5C4D3DDB-4C41-563B-455D-4982819E54E6}"/>
                  </a:ext>
                </a:extLst>
              </p:cNvPr>
              <p:cNvSpPr txBox="1">
                <a:spLocks noRot="1" noChangeAspect="1" noMove="1" noResize="1" noEditPoints="1" noAdjustHandles="1" noChangeArrowheads="1" noChangeShapeType="1" noTextEdit="1"/>
              </p:cNvSpPr>
              <p:nvPr/>
            </p:nvSpPr>
            <p:spPr>
              <a:xfrm>
                <a:off x="1329528" y="2675453"/>
                <a:ext cx="1012034" cy="324384"/>
              </a:xfrm>
              <a:prstGeom prst="rect">
                <a:avLst/>
              </a:prstGeom>
              <a:blipFill>
                <a:blip r:embed="rId9"/>
                <a:stretch>
                  <a:fillRect/>
                </a:stretch>
              </a:blipFill>
            </p:spPr>
            <p:txBody>
              <a:bodyPr/>
              <a:lstStyle/>
              <a:p>
                <a:r>
                  <a:rPr lang="pt-BR">
                    <a:noFill/>
                  </a:rPr>
                  <a:t> </a:t>
                </a:r>
              </a:p>
            </p:txBody>
          </p:sp>
        </mc:Fallback>
      </mc:AlternateContent>
      <mc:AlternateContent xmlns:mc="http://schemas.openxmlformats.org/markup-compatibility/2006">
        <mc:Choice xmlns:a14="http://schemas.microsoft.com/office/drawing/2010/main" Requires="a14">
          <p:sp>
            <p:nvSpPr>
              <p:cNvPr id="28" name="CaixaDeTexto 27">
                <a:extLst>
                  <a:ext uri="{FF2B5EF4-FFF2-40B4-BE49-F238E27FC236}">
                    <a16:creationId xmlns:a16="http://schemas.microsoft.com/office/drawing/2014/main" id="{048128AB-AB96-9B6D-3935-8C2C875D1B8E}"/>
                  </a:ext>
                </a:extLst>
              </p:cNvPr>
              <p:cNvSpPr txBox="1"/>
              <p:nvPr/>
            </p:nvSpPr>
            <p:spPr>
              <a:xfrm>
                <a:off x="3848136" y="2804909"/>
                <a:ext cx="1023728" cy="32438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b="0" i="1" smtClean="0">
                              <a:latin typeface="Cambria Math" panose="02040503050406030204" pitchFamily="18" charset="0"/>
                            </a:rPr>
                            <m:t>𝜀</m:t>
                          </m:r>
                        </m:e>
                        <m:sub>
                          <m:r>
                            <a:rPr lang="pt-BR" sz="1400" b="0" i="1" smtClean="0">
                              <a:latin typeface="Cambria Math" panose="02040503050406030204" pitchFamily="18" charset="0"/>
                            </a:rPr>
                            <m:t>𝑞</m:t>
                          </m:r>
                        </m:sub>
                      </m:sSub>
                      <m:r>
                        <a:rPr lang="pt-BR" sz="1400" b="0" i="1" smtClean="0">
                          <a:latin typeface="Cambria Math" panose="02040503050406030204" pitchFamily="18" charset="0"/>
                        </a:rPr>
                        <m:t>,</m:t>
                      </m:r>
                      <m:sSub>
                        <m:sSubPr>
                          <m:ctrlPr>
                            <a:rPr lang="pt-BR" sz="1400" i="1" smtClean="0">
                              <a:latin typeface="Cambria Math" panose="02040503050406030204" pitchFamily="18" charset="0"/>
                            </a:rPr>
                          </m:ctrlPr>
                        </m:sSubPr>
                        <m:e>
                          <m:r>
                            <a:rPr lang="pt-BR" sz="1400" b="0" i="1" smtClean="0">
                              <a:latin typeface="Cambria Math" panose="02040503050406030204" pitchFamily="18" charset="0"/>
                            </a:rPr>
                            <m:t>𝜇</m:t>
                          </m:r>
                        </m:e>
                        <m:sub>
                          <m:r>
                            <a:rPr lang="pt-BR" sz="1400" b="0" i="1" smtClean="0">
                              <a:latin typeface="Cambria Math" panose="02040503050406030204" pitchFamily="18" charset="0"/>
                            </a:rPr>
                            <m:t>𝑞</m:t>
                          </m:r>
                        </m:sub>
                      </m:sSub>
                      <m:r>
                        <a:rPr lang="pt-BR" sz="1400" b="0" i="1" smtClean="0">
                          <a:latin typeface="Cambria Math" panose="02040503050406030204" pitchFamily="18" charset="0"/>
                        </a:rPr>
                        <m:t>, </m:t>
                      </m:r>
                      <m:sSub>
                        <m:sSubPr>
                          <m:ctrlPr>
                            <a:rPr lang="pt-BR" sz="1400" b="0" i="1" smtClean="0">
                              <a:latin typeface="Cambria Math" panose="02040503050406030204" pitchFamily="18" charset="0"/>
                            </a:rPr>
                          </m:ctrlPr>
                        </m:sSubPr>
                        <m:e>
                          <m:r>
                            <a:rPr lang="pt-BR" sz="1400" b="0" i="1" smtClean="0">
                              <a:latin typeface="Cambria Math" panose="02040503050406030204" pitchFamily="18" charset="0"/>
                            </a:rPr>
                            <m:t>𝜎</m:t>
                          </m:r>
                        </m:e>
                        <m:sub>
                          <m:r>
                            <a:rPr lang="pt-BR" sz="1400" b="0" i="1" smtClean="0">
                              <a:latin typeface="Cambria Math" panose="02040503050406030204" pitchFamily="18" charset="0"/>
                            </a:rPr>
                            <m:t>𝑞</m:t>
                          </m:r>
                        </m:sub>
                      </m:sSub>
                    </m:oMath>
                  </m:oMathPara>
                </a14:m>
                <a:endParaRPr lang="pt-BR" sz="1400"/>
              </a:p>
            </p:txBody>
          </p:sp>
        </mc:Choice>
        <mc:Fallback>
          <p:sp>
            <p:nvSpPr>
              <p:cNvPr id="28" name="CaixaDeTexto 27">
                <a:extLst>
                  <a:ext uri="{FF2B5EF4-FFF2-40B4-BE49-F238E27FC236}">
                    <a16:creationId xmlns:a16="http://schemas.microsoft.com/office/drawing/2014/main" id="{048128AB-AB96-9B6D-3935-8C2C875D1B8E}"/>
                  </a:ext>
                </a:extLst>
              </p:cNvPr>
              <p:cNvSpPr txBox="1">
                <a:spLocks noRot="1" noChangeAspect="1" noMove="1" noResize="1" noEditPoints="1" noAdjustHandles="1" noChangeArrowheads="1" noChangeShapeType="1" noTextEdit="1"/>
              </p:cNvSpPr>
              <p:nvPr/>
            </p:nvSpPr>
            <p:spPr>
              <a:xfrm>
                <a:off x="3848136" y="2804909"/>
                <a:ext cx="1023728" cy="324384"/>
              </a:xfrm>
              <a:prstGeom prst="rect">
                <a:avLst/>
              </a:prstGeom>
              <a:blipFill>
                <a:blip r:embed="rId10"/>
                <a:stretch>
                  <a:fillRect/>
                </a:stretch>
              </a:blipFill>
            </p:spPr>
            <p:txBody>
              <a:bodyPr/>
              <a:lstStyle/>
              <a:p>
                <a:r>
                  <a:rPr lang="pt-BR">
                    <a:noFill/>
                  </a:rPr>
                  <a:t> </a:t>
                </a:r>
              </a:p>
            </p:txBody>
          </p:sp>
        </mc:Fallback>
      </mc:AlternateContent>
      <p:cxnSp>
        <p:nvCxnSpPr>
          <p:cNvPr id="50" name="Conector de Seta Reta 49">
            <a:extLst>
              <a:ext uri="{FF2B5EF4-FFF2-40B4-BE49-F238E27FC236}">
                <a16:creationId xmlns:a16="http://schemas.microsoft.com/office/drawing/2014/main" id="{9533CE13-CCBA-C2A4-A9E6-EC5F30E5C72A}"/>
              </a:ext>
            </a:extLst>
          </p:cNvPr>
          <p:cNvCxnSpPr>
            <a:cxnSpLocks/>
            <a:endCxn id="43" idx="1"/>
          </p:cNvCxnSpPr>
          <p:nvPr/>
        </p:nvCxnSpPr>
        <p:spPr>
          <a:xfrm flipH="1" flipV="1">
            <a:off x="3933698" y="1844921"/>
            <a:ext cx="420276" cy="420276"/>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mc:Choice xmlns:a14="http://schemas.microsoft.com/office/drawing/2010/main" Requires="a14">
          <p:sp>
            <p:nvSpPr>
              <p:cNvPr id="15" name="CaixaDeTexto 14">
                <a:extLst>
                  <a:ext uri="{FF2B5EF4-FFF2-40B4-BE49-F238E27FC236}">
                    <a16:creationId xmlns:a16="http://schemas.microsoft.com/office/drawing/2014/main" id="{FE575891-7567-E326-A2A2-3838D9129D13}"/>
                  </a:ext>
                </a:extLst>
              </p:cNvPr>
              <p:cNvSpPr txBox="1"/>
              <p:nvPr/>
            </p:nvSpPr>
            <p:spPr>
              <a:xfrm>
                <a:off x="6102462" y="1412776"/>
                <a:ext cx="5214826" cy="584775"/>
              </a:xfrm>
              <a:prstGeom prst="rect">
                <a:avLst/>
              </a:prstGeom>
              <a:noFill/>
            </p:spPr>
            <p:txBody>
              <a:bodyPr wrap="square">
                <a:spAutoFit/>
              </a:bodyPr>
              <a:lstStyle>
                <a:defPPr>
                  <a:defRPr lang="pt-BR"/>
                </a:defPPr>
                <a:lvl1pPr>
                  <a:defRPr sz="1600"/>
                </a:lvl1pPr>
              </a:lstStyle>
              <a:p>
                <a:r>
                  <a:rPr lang="en-US"/>
                  <a:t>The impedance matrix, </a:t>
                </a:r>
                <a14:m>
                  <m:oMath xmlns:m="http://schemas.openxmlformats.org/officeDocument/2006/math">
                    <m:r>
                      <a:rPr lang="en-US">
                        <a:latin typeface="Cambria Math" panose="02040503050406030204" pitchFamily="18" charset="0"/>
                      </a:rPr>
                      <m:t>𝒁</m:t>
                    </m:r>
                  </m:oMath>
                </a14:m>
                <a:r>
                  <a:rPr lang="en-US"/>
                  <a:t>, of </a:t>
                </a:r>
                <a14:m>
                  <m:oMath xmlns:m="http://schemas.openxmlformats.org/officeDocument/2006/math">
                    <m:sSub>
                      <m:sSubPr>
                        <m:ctrlPr>
                          <a:rPr lang="pt-BR" i="1" smtClean="0">
                            <a:latin typeface="Cambria Math" panose="02040503050406030204" pitchFamily="18" charset="0"/>
                          </a:rPr>
                        </m:ctrlPr>
                      </m:sSubPr>
                      <m:e>
                        <m:r>
                          <a:rPr lang="en-US">
                            <a:latin typeface="Cambria Math" panose="02040503050406030204" pitchFamily="18" charset="0"/>
                          </a:rPr>
                          <m:t>𝑚</m:t>
                        </m:r>
                      </m:e>
                      <m:sub>
                        <m:r>
                          <a:rPr lang="en-US">
                            <a:latin typeface="Cambria Math" panose="02040503050406030204" pitchFamily="18" charset="0"/>
                          </a:rPr>
                          <m:t>𝑐</m:t>
                        </m:r>
                      </m:sub>
                    </m:sSub>
                    <m:r>
                      <a:rPr lang="en-US">
                        <a:latin typeface="Cambria Math" panose="02040503050406030204" pitchFamily="18" charset="0"/>
                      </a:rPr>
                      <m:t> = </m:t>
                    </m:r>
                    <m:sSub>
                      <m:sSubPr>
                        <m:ctrlPr>
                          <a:rPr lang="pt-BR" i="1" smtClean="0">
                            <a:latin typeface="Cambria Math" panose="02040503050406030204" pitchFamily="18" charset="0"/>
                          </a:rPr>
                        </m:ctrlPr>
                      </m:sSubPr>
                      <m:e>
                        <m:r>
                          <a:rPr lang="en-US">
                            <a:latin typeface="Cambria Math" panose="02040503050406030204" pitchFamily="18" charset="0"/>
                          </a:rPr>
                          <m:t>𝑚</m:t>
                        </m:r>
                      </m:e>
                      <m:sub>
                        <m:r>
                          <a:rPr lang="en-US">
                            <a:latin typeface="Cambria Math" panose="02040503050406030204" pitchFamily="18" charset="0"/>
                          </a:rPr>
                          <m:t>1</m:t>
                        </m:r>
                      </m:sub>
                    </m:sSub>
                    <m:r>
                      <a:rPr lang="en-US">
                        <a:latin typeface="Cambria Math" panose="02040503050406030204" pitchFamily="18" charset="0"/>
                      </a:rPr>
                      <m:t> + </m:t>
                    </m:r>
                    <m:sSub>
                      <m:sSubPr>
                        <m:ctrlPr>
                          <a:rPr lang="pt-BR" i="1" smtClean="0">
                            <a:latin typeface="Cambria Math" panose="02040503050406030204" pitchFamily="18" charset="0"/>
                          </a:rPr>
                        </m:ctrlPr>
                      </m:sSubPr>
                      <m:e>
                        <m:r>
                          <a:rPr lang="en-US">
                            <a:latin typeface="Cambria Math" panose="02040503050406030204" pitchFamily="18" charset="0"/>
                          </a:rPr>
                          <m:t>𝑚</m:t>
                        </m:r>
                      </m:e>
                      <m:sub>
                        <m:r>
                          <a:rPr lang="en-US">
                            <a:latin typeface="Cambria Math" panose="02040503050406030204" pitchFamily="18" charset="0"/>
                          </a:rPr>
                          <m:t>2</m:t>
                        </m:r>
                      </m:sub>
                    </m:sSub>
                  </m:oMath>
                </a14:m>
                <a:r>
                  <a:rPr lang="en-US"/>
                  <a:t> parallel conductors satisfies the Telegrapher’s equation [5]:</a:t>
                </a:r>
                <a:endParaRPr lang="pt-BR"/>
              </a:p>
            </p:txBody>
          </p:sp>
        </mc:Choice>
        <mc:Fallback>
          <p:sp>
            <p:nvSpPr>
              <p:cNvPr id="15" name="CaixaDeTexto 14">
                <a:extLst>
                  <a:ext uri="{FF2B5EF4-FFF2-40B4-BE49-F238E27FC236}">
                    <a16:creationId xmlns:a16="http://schemas.microsoft.com/office/drawing/2014/main" id="{FE575891-7567-E326-A2A2-3838D9129D13}"/>
                  </a:ext>
                </a:extLst>
              </p:cNvPr>
              <p:cNvSpPr txBox="1">
                <a:spLocks noRot="1" noChangeAspect="1" noMove="1" noResize="1" noEditPoints="1" noAdjustHandles="1" noChangeArrowheads="1" noChangeShapeType="1" noTextEdit="1"/>
              </p:cNvSpPr>
              <p:nvPr/>
            </p:nvSpPr>
            <p:spPr>
              <a:xfrm>
                <a:off x="6102462" y="1412776"/>
                <a:ext cx="5214826" cy="584775"/>
              </a:xfrm>
              <a:prstGeom prst="rect">
                <a:avLst/>
              </a:prstGeom>
              <a:blipFill>
                <a:blip r:embed="rId11"/>
                <a:stretch>
                  <a:fillRect l="-584" t="-3125" b="-12500"/>
                </a:stretch>
              </a:blipFill>
            </p:spPr>
            <p:txBody>
              <a:bodyPr/>
              <a:lstStyle/>
              <a:p>
                <a:r>
                  <a:rPr lang="pt-BR">
                    <a:noFill/>
                  </a:rPr>
                  <a:t> </a:t>
                </a:r>
              </a:p>
            </p:txBody>
          </p:sp>
        </mc:Fallback>
      </mc:AlternateContent>
      <mc:AlternateContent xmlns:mc="http://schemas.openxmlformats.org/markup-compatibility/2006">
        <mc:Choice xmlns:a14="http://schemas.microsoft.com/office/drawing/2010/main" Requires="a14">
          <p:sp>
            <p:nvSpPr>
              <p:cNvPr id="16" name="CaixaDeTexto 15">
                <a:extLst>
                  <a:ext uri="{FF2B5EF4-FFF2-40B4-BE49-F238E27FC236}">
                    <a16:creationId xmlns:a16="http://schemas.microsoft.com/office/drawing/2014/main" id="{169D4B81-FB46-C3B1-0434-5690B65C6254}"/>
                  </a:ext>
                </a:extLst>
              </p:cNvPr>
              <p:cNvSpPr txBox="1"/>
              <p:nvPr/>
            </p:nvSpPr>
            <p:spPr>
              <a:xfrm>
                <a:off x="6084842" y="2243915"/>
                <a:ext cx="5232445" cy="56053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pt-BR" sz="1600" b="0" i="1" smtClean="0">
                              <a:latin typeface="Cambria Math" panose="02040503050406030204" pitchFamily="18" charset="0"/>
                              <a:cs typeface="Arial" panose="020B0604020202020204" pitchFamily="34" charset="0"/>
                            </a:rPr>
                          </m:ctrlPr>
                        </m:fPr>
                        <m:num>
                          <m:r>
                            <a:rPr lang="pt-BR" sz="1600" b="0" i="1" smtClean="0">
                              <a:latin typeface="Cambria Math" panose="02040503050406030204" pitchFamily="18" charset="0"/>
                              <a:cs typeface="Arial" panose="020B0604020202020204" pitchFamily="34" charset="0"/>
                            </a:rPr>
                            <m:t>𝜕</m:t>
                          </m:r>
                          <m:r>
                            <a:rPr lang="pt-BR" sz="1600" b="1" i="1" smtClean="0">
                              <a:latin typeface="Cambria Math" panose="02040503050406030204" pitchFamily="18" charset="0"/>
                              <a:cs typeface="Arial" panose="020B0604020202020204" pitchFamily="34" charset="0"/>
                            </a:rPr>
                            <m:t>𝑽</m:t>
                          </m:r>
                        </m:num>
                        <m:den>
                          <m:r>
                            <a:rPr lang="pt-BR" sz="1600" b="0" i="1" smtClean="0">
                              <a:latin typeface="Cambria Math" panose="02040503050406030204" pitchFamily="18" charset="0"/>
                              <a:cs typeface="Arial" panose="020B0604020202020204" pitchFamily="34" charset="0"/>
                            </a:rPr>
                            <m:t>𝜕</m:t>
                          </m:r>
                          <m:r>
                            <a:rPr lang="pt-BR" sz="1600" b="0" i="1" smtClean="0">
                              <a:latin typeface="Cambria Math" panose="02040503050406030204" pitchFamily="18" charset="0"/>
                              <a:cs typeface="Arial" panose="020B0604020202020204" pitchFamily="34" charset="0"/>
                            </a:rPr>
                            <m:t>𝑧</m:t>
                          </m:r>
                        </m:den>
                      </m:f>
                      <m:r>
                        <a:rPr lang="pt-BR" sz="1600" b="0" i="1" smtClean="0">
                          <a:latin typeface="Cambria Math" panose="02040503050406030204" pitchFamily="18" charset="0"/>
                          <a:cs typeface="Arial" panose="020B0604020202020204" pitchFamily="34" charset="0"/>
                        </a:rPr>
                        <m:t>=−</m:t>
                      </m:r>
                      <m:d>
                        <m:dPr>
                          <m:begChr m:val="["/>
                          <m:endChr m:val="]"/>
                          <m:ctrlPr>
                            <a:rPr lang="pt-BR" sz="1600" b="0" i="1" smtClean="0">
                              <a:latin typeface="Cambria Math" panose="02040503050406030204" pitchFamily="18" charset="0"/>
                              <a:cs typeface="Arial" panose="020B0604020202020204" pitchFamily="34" charset="0"/>
                            </a:rPr>
                          </m:ctrlPr>
                        </m:dPr>
                        <m:e>
                          <m:r>
                            <a:rPr lang="pt-BR" sz="1600" b="1" i="1" smtClean="0">
                              <a:latin typeface="Cambria Math" panose="02040503050406030204" pitchFamily="18" charset="0"/>
                              <a:cs typeface="Arial" panose="020B0604020202020204" pitchFamily="34" charset="0"/>
                            </a:rPr>
                            <m:t>𝑹</m:t>
                          </m:r>
                          <m:d>
                            <m:dPr>
                              <m:ctrlPr>
                                <a:rPr lang="pt-BR" sz="1600" b="0" i="1" smtClean="0">
                                  <a:latin typeface="Cambria Math" panose="02040503050406030204" pitchFamily="18" charset="0"/>
                                  <a:cs typeface="Arial" panose="020B0604020202020204" pitchFamily="34" charset="0"/>
                                </a:rPr>
                              </m:ctrlPr>
                            </m:dPr>
                            <m:e>
                              <m:r>
                                <a:rPr lang="pt-BR" sz="1600" b="0" i="1" smtClean="0">
                                  <a:latin typeface="Cambria Math" panose="02040503050406030204" pitchFamily="18" charset="0"/>
                                  <a:cs typeface="Arial" panose="020B0604020202020204" pitchFamily="34" charset="0"/>
                                </a:rPr>
                                <m:t>𝜔</m:t>
                              </m:r>
                            </m:e>
                          </m:d>
                          <m:r>
                            <a:rPr lang="pt-BR" sz="1600" b="0" i="1" smtClean="0">
                              <a:latin typeface="Cambria Math" panose="02040503050406030204" pitchFamily="18" charset="0"/>
                              <a:cs typeface="Arial" panose="020B0604020202020204" pitchFamily="34" charset="0"/>
                            </a:rPr>
                            <m:t>+</m:t>
                          </m:r>
                          <m:r>
                            <a:rPr lang="pt-BR" sz="1600" b="0" i="1" smtClean="0">
                              <a:latin typeface="Cambria Math" panose="02040503050406030204" pitchFamily="18" charset="0"/>
                              <a:cs typeface="Arial" panose="020B0604020202020204" pitchFamily="34" charset="0"/>
                            </a:rPr>
                            <m:t>𝑗</m:t>
                          </m:r>
                          <m:r>
                            <a:rPr lang="pt-BR" sz="1600" b="0" i="1" smtClean="0">
                              <a:latin typeface="Cambria Math" panose="02040503050406030204" pitchFamily="18" charset="0"/>
                              <a:cs typeface="Arial" panose="020B0604020202020204" pitchFamily="34" charset="0"/>
                            </a:rPr>
                            <m:t>𝜔</m:t>
                          </m:r>
                          <m:r>
                            <a:rPr lang="pt-BR" sz="1600" b="1" i="1" smtClean="0">
                              <a:latin typeface="Cambria Math" panose="02040503050406030204" pitchFamily="18" charset="0"/>
                              <a:cs typeface="Arial" panose="020B0604020202020204" pitchFamily="34" charset="0"/>
                            </a:rPr>
                            <m:t>𝑳</m:t>
                          </m:r>
                          <m:d>
                            <m:dPr>
                              <m:ctrlPr>
                                <a:rPr lang="pt-BR" sz="1600" b="0" i="1" smtClean="0">
                                  <a:latin typeface="Cambria Math" panose="02040503050406030204" pitchFamily="18" charset="0"/>
                                  <a:cs typeface="Arial" panose="020B0604020202020204" pitchFamily="34" charset="0"/>
                                </a:rPr>
                              </m:ctrlPr>
                            </m:dPr>
                            <m:e>
                              <m:r>
                                <a:rPr lang="pt-BR" sz="1600" b="0" i="1" smtClean="0">
                                  <a:latin typeface="Cambria Math" panose="02040503050406030204" pitchFamily="18" charset="0"/>
                                  <a:cs typeface="Arial" panose="020B0604020202020204" pitchFamily="34" charset="0"/>
                                </a:rPr>
                                <m:t>𝜔</m:t>
                              </m:r>
                            </m:e>
                          </m:d>
                        </m:e>
                      </m:d>
                      <m:r>
                        <a:rPr lang="pt-BR" sz="1600" b="1" i="1" smtClean="0">
                          <a:latin typeface="Cambria Math" panose="02040503050406030204" pitchFamily="18" charset="0"/>
                          <a:cs typeface="Arial" panose="020B0604020202020204" pitchFamily="34" charset="0"/>
                        </a:rPr>
                        <m:t>𝑰</m:t>
                      </m:r>
                    </m:oMath>
                  </m:oMathPara>
                </a14:m>
                <a:endParaRPr lang="pt-BR" sz="1600" b="1">
                  <a:latin typeface="Arial" panose="020B0604020202020204" pitchFamily="34" charset="0"/>
                  <a:cs typeface="Arial" panose="020B0604020202020204" pitchFamily="34" charset="0"/>
                </a:endParaRPr>
              </a:p>
            </p:txBody>
          </p:sp>
        </mc:Choice>
        <mc:Fallback>
          <p:sp>
            <p:nvSpPr>
              <p:cNvPr id="16" name="CaixaDeTexto 15">
                <a:extLst>
                  <a:ext uri="{FF2B5EF4-FFF2-40B4-BE49-F238E27FC236}">
                    <a16:creationId xmlns:a16="http://schemas.microsoft.com/office/drawing/2014/main" id="{169D4B81-FB46-C3B1-0434-5690B65C6254}"/>
                  </a:ext>
                </a:extLst>
              </p:cNvPr>
              <p:cNvSpPr txBox="1">
                <a:spLocks noRot="1" noChangeAspect="1" noMove="1" noResize="1" noEditPoints="1" noAdjustHandles="1" noChangeArrowheads="1" noChangeShapeType="1" noTextEdit="1"/>
              </p:cNvSpPr>
              <p:nvPr/>
            </p:nvSpPr>
            <p:spPr>
              <a:xfrm>
                <a:off x="6084842" y="2243915"/>
                <a:ext cx="5232445" cy="560538"/>
              </a:xfrm>
              <a:prstGeom prst="rect">
                <a:avLst/>
              </a:prstGeom>
              <a:blipFill>
                <a:blip r:embed="rId12"/>
                <a:stretch>
                  <a:fillRect/>
                </a:stretch>
              </a:blipFill>
            </p:spPr>
            <p:txBody>
              <a:bodyPr/>
              <a:lstStyle/>
              <a:p>
                <a:r>
                  <a:rPr lang="pt-BR">
                    <a:noFill/>
                  </a:rPr>
                  <a:t> </a:t>
                </a:r>
              </a:p>
            </p:txBody>
          </p:sp>
        </mc:Fallback>
      </mc:AlternateContent>
      <p:sp>
        <p:nvSpPr>
          <p:cNvPr id="17" name="CaixaDeTexto 16">
            <a:extLst>
              <a:ext uri="{FF2B5EF4-FFF2-40B4-BE49-F238E27FC236}">
                <a16:creationId xmlns:a16="http://schemas.microsoft.com/office/drawing/2014/main" id="{D9AFFBBF-1106-AFF6-0758-4189C023994A}"/>
              </a:ext>
            </a:extLst>
          </p:cNvPr>
          <p:cNvSpPr txBox="1"/>
          <p:nvPr/>
        </p:nvSpPr>
        <p:spPr>
          <a:xfrm>
            <a:off x="6095999" y="2816932"/>
            <a:ext cx="5232445" cy="338554"/>
          </a:xfrm>
          <a:prstGeom prst="rect">
            <a:avLst/>
          </a:prstGeom>
          <a:noFill/>
        </p:spPr>
        <p:txBody>
          <a:bodyPr wrap="square">
            <a:spAutoFit/>
          </a:bodyPr>
          <a:lstStyle>
            <a:defPPr>
              <a:defRPr lang="pt-BR"/>
            </a:defPPr>
            <a:lvl1pPr>
              <a:defRPr sz="1600"/>
            </a:lvl1pPr>
          </a:lstStyle>
          <a:p>
            <a:r>
              <a:rPr lang="pt-BR"/>
              <a:t>with</a:t>
            </a:r>
          </a:p>
        </p:txBody>
      </p:sp>
      <mc:AlternateContent xmlns:mc="http://schemas.openxmlformats.org/markup-compatibility/2006">
        <mc:Choice xmlns:a14="http://schemas.microsoft.com/office/drawing/2010/main" Requires="a14">
          <p:sp>
            <p:nvSpPr>
              <p:cNvPr id="21" name="CaixaDeTexto 20">
                <a:extLst>
                  <a:ext uri="{FF2B5EF4-FFF2-40B4-BE49-F238E27FC236}">
                    <a16:creationId xmlns:a16="http://schemas.microsoft.com/office/drawing/2014/main" id="{05CC984C-1DE1-3A77-41E8-3595F2044500}"/>
                  </a:ext>
                </a:extLst>
              </p:cNvPr>
              <p:cNvSpPr txBox="1"/>
              <p:nvPr/>
            </p:nvSpPr>
            <p:spPr>
              <a:xfrm>
                <a:off x="6624903" y="3216787"/>
                <a:ext cx="4681228" cy="1796389"/>
              </a:xfrm>
              <a:prstGeom prst="rect">
                <a:avLst/>
              </a:prstGeom>
              <a:noFill/>
            </p:spPr>
            <p:txBody>
              <a:bodyPr wrap="square">
                <a:spAutoFit/>
              </a:bodyPr>
              <a:lstStyle>
                <a:defPPr>
                  <a:defRPr lang="pt-BR"/>
                </a:defPPr>
                <a:lvl1pPr>
                  <a:defRPr sz="1600"/>
                </a:lvl1pPr>
              </a:lstStyle>
              <a:p>
                <a:pPr>
                  <a:lnSpc>
                    <a:spcPct val="150000"/>
                  </a:lnSpc>
                </a:pPr>
                <a14:m>
                  <m:oMath xmlns:m="http://schemas.openxmlformats.org/officeDocument/2006/math">
                    <m:r>
                      <a:rPr lang="pt-BR">
                        <a:latin typeface="Cambria Math" panose="02040503050406030204" pitchFamily="18" charset="0"/>
                      </a:rPr>
                      <m:t>𝑹</m:t>
                    </m:r>
                  </m:oMath>
                </a14:m>
                <a:r>
                  <a:rPr lang="en-US"/>
                  <a:t>, per unit length (p.u.l.) resistance matrix;</a:t>
                </a:r>
              </a:p>
              <a:p>
                <a:pPr>
                  <a:lnSpc>
                    <a:spcPct val="150000"/>
                  </a:lnSpc>
                </a:pPr>
                <a14:m>
                  <m:oMath xmlns:m="http://schemas.openxmlformats.org/officeDocument/2006/math">
                    <m:r>
                      <a:rPr lang="pt-BR">
                        <a:latin typeface="Cambria Math" panose="02040503050406030204" pitchFamily="18" charset="0"/>
                      </a:rPr>
                      <m:t>𝑳</m:t>
                    </m:r>
                  </m:oMath>
                </a14:m>
                <a:r>
                  <a:rPr lang="en-US"/>
                  <a:t>, per unit length (p.u.l.) inductance matrix;</a:t>
                </a:r>
              </a:p>
              <a:p>
                <a:pPr>
                  <a:lnSpc>
                    <a:spcPct val="150000"/>
                  </a:lnSpc>
                </a:pPr>
                <a14:m>
                  <m:oMath xmlns:m="http://schemas.openxmlformats.org/officeDocument/2006/math">
                    <m:r>
                      <a:rPr lang="pt-BR">
                        <a:latin typeface="Cambria Math" panose="02040503050406030204" pitchFamily="18" charset="0"/>
                      </a:rPr>
                      <m:t>𝑽</m:t>
                    </m:r>
                    <m:r>
                      <a:rPr lang="pt-BR">
                        <a:latin typeface="Cambria Math" panose="02040503050406030204" pitchFamily="18" charset="0"/>
                      </a:rPr>
                      <m:t>=</m:t>
                    </m:r>
                    <m:sSup>
                      <m:sSupPr>
                        <m:ctrlPr>
                          <a:rPr lang="pt-BR" i="1">
                            <a:latin typeface="Cambria Math" panose="02040503050406030204" pitchFamily="18" charset="0"/>
                          </a:rPr>
                        </m:ctrlPr>
                      </m:sSupPr>
                      <m:e>
                        <m:d>
                          <m:dPr>
                            <m:begChr m:val="["/>
                            <m:endChr m:val="]"/>
                            <m:ctrlPr>
                              <a:rPr lang="pt-BR" i="1">
                                <a:latin typeface="Cambria Math" panose="02040503050406030204" pitchFamily="18" charset="0"/>
                              </a:rPr>
                            </m:ctrlPr>
                          </m:dPr>
                          <m:e>
                            <m:sSub>
                              <m:sSubPr>
                                <m:ctrlPr>
                                  <a:rPr lang="pt-BR" i="1">
                                    <a:latin typeface="Cambria Math" panose="02040503050406030204" pitchFamily="18" charset="0"/>
                                  </a:rPr>
                                </m:ctrlPr>
                              </m:sSubPr>
                              <m:e>
                                <m:r>
                                  <m:rPr>
                                    <m:sty m:val="p"/>
                                  </m:rPr>
                                  <a:rPr lang="pt-BR">
                                    <a:latin typeface="Cambria Math" panose="02040503050406030204" pitchFamily="18" charset="0"/>
                                  </a:rPr>
                                  <m:t>V</m:t>
                                </m:r>
                              </m:e>
                              <m:sub>
                                <m:r>
                                  <a:rPr lang="pt-BR">
                                    <a:latin typeface="Cambria Math" panose="02040503050406030204" pitchFamily="18" charset="0"/>
                                  </a:rPr>
                                  <m:t>1</m:t>
                                </m:r>
                              </m:sub>
                            </m:sSub>
                            <m:r>
                              <a:rPr lang="pt-BR">
                                <a:latin typeface="Cambria Math" panose="02040503050406030204" pitchFamily="18" charset="0"/>
                              </a:rPr>
                              <m:t>  ⋯  </m:t>
                            </m:r>
                            <m:sSub>
                              <m:sSubPr>
                                <m:ctrlPr>
                                  <a:rPr lang="pt-BR" i="1">
                                    <a:latin typeface="Cambria Math" panose="02040503050406030204" pitchFamily="18" charset="0"/>
                                  </a:rPr>
                                </m:ctrlPr>
                              </m:sSubPr>
                              <m:e>
                                <m:r>
                                  <a:rPr lang="pt-BR">
                                    <a:latin typeface="Cambria Math" panose="02040503050406030204" pitchFamily="18" charset="0"/>
                                  </a:rPr>
                                  <m:t>𝑉</m:t>
                                </m:r>
                              </m:e>
                              <m:sub>
                                <m:sSub>
                                  <m:sSubPr>
                                    <m:ctrlPr>
                                      <a:rPr lang="pt-BR" i="1">
                                        <a:latin typeface="Cambria Math" panose="02040503050406030204" pitchFamily="18" charset="0"/>
                                      </a:rPr>
                                    </m:ctrlPr>
                                  </m:sSubPr>
                                  <m:e>
                                    <m:r>
                                      <a:rPr lang="pt-BR">
                                        <a:latin typeface="Cambria Math" panose="02040503050406030204" pitchFamily="18" charset="0"/>
                                      </a:rPr>
                                      <m:t>𝑚</m:t>
                                    </m:r>
                                  </m:e>
                                  <m:sub>
                                    <m:r>
                                      <a:rPr lang="pt-BR">
                                        <a:latin typeface="Cambria Math" panose="02040503050406030204" pitchFamily="18" charset="0"/>
                                      </a:rPr>
                                      <m:t>𝑐</m:t>
                                    </m:r>
                                  </m:sub>
                                </m:sSub>
                              </m:sub>
                            </m:sSub>
                          </m:e>
                        </m:d>
                      </m:e>
                      <m:sup>
                        <m:r>
                          <m:rPr>
                            <m:sty m:val="p"/>
                          </m:rPr>
                          <a:rPr lang="pt-BR">
                            <a:latin typeface="Cambria Math" panose="02040503050406030204" pitchFamily="18" charset="0"/>
                          </a:rPr>
                          <m:t>T</m:t>
                        </m:r>
                      </m:sup>
                    </m:sSup>
                  </m:oMath>
                </a14:m>
                <a:r>
                  <a:rPr lang="en-US"/>
                  <a:t>, potencial vector;</a:t>
                </a:r>
              </a:p>
              <a:p>
                <a:pPr>
                  <a:lnSpc>
                    <a:spcPct val="150000"/>
                  </a:lnSpc>
                </a:pPr>
                <a14:m>
                  <m:oMath xmlns:m="http://schemas.openxmlformats.org/officeDocument/2006/math">
                    <m:r>
                      <a:rPr lang="pt-BR">
                        <a:latin typeface="Cambria Math" panose="02040503050406030204" pitchFamily="18" charset="0"/>
                      </a:rPr>
                      <m:t>𝑰</m:t>
                    </m:r>
                    <m:r>
                      <a:rPr lang="pt-BR">
                        <a:latin typeface="Cambria Math" panose="02040503050406030204" pitchFamily="18" charset="0"/>
                      </a:rPr>
                      <m:t>=</m:t>
                    </m:r>
                    <m:sSup>
                      <m:sSupPr>
                        <m:ctrlPr>
                          <a:rPr lang="pt-BR" i="1">
                            <a:latin typeface="Cambria Math" panose="02040503050406030204" pitchFamily="18" charset="0"/>
                          </a:rPr>
                        </m:ctrlPr>
                      </m:sSupPr>
                      <m:e>
                        <m:d>
                          <m:dPr>
                            <m:begChr m:val="["/>
                            <m:endChr m:val="]"/>
                            <m:ctrlPr>
                              <a:rPr lang="pt-BR" i="1">
                                <a:latin typeface="Cambria Math" panose="02040503050406030204" pitchFamily="18" charset="0"/>
                              </a:rPr>
                            </m:ctrlPr>
                          </m:dPr>
                          <m:e>
                            <m:sSub>
                              <m:sSubPr>
                                <m:ctrlPr>
                                  <a:rPr lang="pt-BR" i="1">
                                    <a:latin typeface="Cambria Math" panose="02040503050406030204" pitchFamily="18" charset="0"/>
                                  </a:rPr>
                                </m:ctrlPr>
                              </m:sSubPr>
                              <m:e>
                                <m:r>
                                  <m:rPr>
                                    <m:sty m:val="p"/>
                                  </m:rPr>
                                  <a:rPr lang="pt-BR">
                                    <a:latin typeface="Cambria Math" panose="02040503050406030204" pitchFamily="18" charset="0"/>
                                  </a:rPr>
                                  <m:t>I</m:t>
                                </m:r>
                              </m:e>
                              <m:sub>
                                <m:r>
                                  <a:rPr lang="pt-BR">
                                    <a:latin typeface="Cambria Math" panose="02040503050406030204" pitchFamily="18" charset="0"/>
                                  </a:rPr>
                                  <m:t>1</m:t>
                                </m:r>
                              </m:sub>
                            </m:sSub>
                            <m:r>
                              <a:rPr lang="pt-BR">
                                <a:latin typeface="Cambria Math" panose="02040503050406030204" pitchFamily="18" charset="0"/>
                              </a:rPr>
                              <m:t>   ⋯  </m:t>
                            </m:r>
                            <m:sSub>
                              <m:sSubPr>
                                <m:ctrlPr>
                                  <a:rPr lang="pt-BR" i="1">
                                    <a:latin typeface="Cambria Math" panose="02040503050406030204" pitchFamily="18" charset="0"/>
                                  </a:rPr>
                                </m:ctrlPr>
                              </m:sSubPr>
                              <m:e>
                                <m:r>
                                  <a:rPr lang="pt-BR">
                                    <a:latin typeface="Cambria Math" panose="02040503050406030204" pitchFamily="18" charset="0"/>
                                  </a:rPr>
                                  <m:t>𝐼</m:t>
                                </m:r>
                              </m:e>
                              <m:sub>
                                <m:sSub>
                                  <m:sSubPr>
                                    <m:ctrlPr>
                                      <a:rPr lang="pt-BR" i="1">
                                        <a:latin typeface="Cambria Math" panose="02040503050406030204" pitchFamily="18" charset="0"/>
                                      </a:rPr>
                                    </m:ctrlPr>
                                  </m:sSubPr>
                                  <m:e>
                                    <m:r>
                                      <a:rPr lang="pt-BR">
                                        <a:latin typeface="Cambria Math" panose="02040503050406030204" pitchFamily="18" charset="0"/>
                                      </a:rPr>
                                      <m:t>𝑚</m:t>
                                    </m:r>
                                  </m:e>
                                  <m:sub>
                                    <m:r>
                                      <a:rPr lang="pt-BR">
                                        <a:latin typeface="Cambria Math" panose="02040503050406030204" pitchFamily="18" charset="0"/>
                                      </a:rPr>
                                      <m:t>𝑐</m:t>
                                    </m:r>
                                  </m:sub>
                                </m:sSub>
                              </m:sub>
                            </m:sSub>
                          </m:e>
                        </m:d>
                      </m:e>
                      <m:sup>
                        <m:r>
                          <m:rPr>
                            <m:sty m:val="p"/>
                          </m:rPr>
                          <a:rPr lang="pt-BR">
                            <a:latin typeface="Cambria Math" panose="02040503050406030204" pitchFamily="18" charset="0"/>
                          </a:rPr>
                          <m:t>T</m:t>
                        </m:r>
                      </m:sup>
                    </m:sSup>
                  </m:oMath>
                </a14:m>
                <a:r>
                  <a:rPr lang="en-US"/>
                  <a:t>, current vector;</a:t>
                </a:r>
              </a:p>
            </p:txBody>
          </p:sp>
        </mc:Choice>
        <mc:Fallback>
          <p:sp>
            <p:nvSpPr>
              <p:cNvPr id="21" name="CaixaDeTexto 20">
                <a:extLst>
                  <a:ext uri="{FF2B5EF4-FFF2-40B4-BE49-F238E27FC236}">
                    <a16:creationId xmlns:a16="http://schemas.microsoft.com/office/drawing/2014/main" id="{05CC984C-1DE1-3A77-41E8-3595F2044500}"/>
                  </a:ext>
                </a:extLst>
              </p:cNvPr>
              <p:cNvSpPr txBox="1">
                <a:spLocks noRot="1" noChangeAspect="1" noMove="1" noResize="1" noEditPoints="1" noAdjustHandles="1" noChangeArrowheads="1" noChangeShapeType="1" noTextEdit="1"/>
              </p:cNvSpPr>
              <p:nvPr/>
            </p:nvSpPr>
            <p:spPr>
              <a:xfrm>
                <a:off x="6624903" y="3216787"/>
                <a:ext cx="4681228" cy="1796389"/>
              </a:xfrm>
              <a:prstGeom prst="rect">
                <a:avLst/>
              </a:prstGeom>
              <a:blipFill>
                <a:blip r:embed="rId13"/>
                <a:stretch>
                  <a:fillRect b="-2721"/>
                </a:stretch>
              </a:blipFill>
            </p:spPr>
            <p:txBody>
              <a:bodyPr/>
              <a:lstStyle/>
              <a:p>
                <a:r>
                  <a:rPr lang="pt-BR">
                    <a:noFill/>
                  </a:rPr>
                  <a:t> </a:t>
                </a:r>
              </a:p>
            </p:txBody>
          </p:sp>
        </mc:Fallback>
      </mc:AlternateContent>
      <mc:AlternateContent xmlns:mc="http://schemas.openxmlformats.org/markup-compatibility/2006">
        <mc:Choice xmlns:a14="http://schemas.microsoft.com/office/drawing/2010/main" Requires="a14">
          <p:sp>
            <p:nvSpPr>
              <p:cNvPr id="2" name="CaixaDeTexto 1">
                <a:extLst>
                  <a:ext uri="{FF2B5EF4-FFF2-40B4-BE49-F238E27FC236}">
                    <a16:creationId xmlns:a16="http://schemas.microsoft.com/office/drawing/2014/main" id="{241CB4CE-83C8-19C5-74B3-B0898ED76721}"/>
                  </a:ext>
                </a:extLst>
              </p:cNvPr>
              <p:cNvSpPr txBox="1"/>
              <p:nvPr/>
            </p:nvSpPr>
            <p:spPr>
              <a:xfrm>
                <a:off x="479425" y="4617132"/>
                <a:ext cx="5352122" cy="1569660"/>
              </a:xfrm>
              <a:prstGeom prst="rect">
                <a:avLst/>
              </a:prstGeom>
              <a:noFill/>
            </p:spPr>
            <p:txBody>
              <a:bodyPr wrap="square">
                <a:spAutoFit/>
              </a:bodyPr>
              <a:lstStyle>
                <a:defPPr>
                  <a:defRPr lang="pt-BR"/>
                </a:defPPr>
                <a:lvl1pPr>
                  <a:defRPr sz="1600"/>
                </a:lvl1pPr>
              </a:lstStyle>
              <a:p>
                <a:r>
                  <a:rPr lang="en-US" b="1"/>
                  <a:t>Simplifying assumptions of the 2D quasi-TM approach</a:t>
                </a:r>
                <a:r>
                  <a:rPr lang="en-US"/>
                  <a:t>: </a:t>
                </a:r>
              </a:p>
              <a:p>
                <a:endParaRPr lang="en-US"/>
              </a:p>
              <a:p>
                <a:pPr marL="285750" indent="-285750">
                  <a:buFont typeface="Arial" panose="020B0604020202020204" pitchFamily="34" charset="0"/>
                  <a:buChar char="•"/>
                </a:pPr>
                <a:r>
                  <a:rPr lang="en-US"/>
                  <a:t>the conductors are invariable along the </a:t>
                </a:r>
                <a14:m>
                  <m:oMath xmlns:m="http://schemas.openxmlformats.org/officeDocument/2006/math">
                    <m:r>
                      <a:rPr lang="en-US"/>
                      <m:t>𝑧</m:t>
                    </m:r>
                  </m:oMath>
                </a14:m>
                <a:r>
                  <a:rPr lang="en-US"/>
                  <a:t> direction (uniform transmission line), </a:t>
                </a:r>
              </a:p>
              <a:p>
                <a:pPr marL="285750" indent="-285750">
                  <a:buFont typeface="Arial" panose="020B0604020202020204" pitchFamily="34" charset="0"/>
                  <a:buChar char="•"/>
                </a:pPr>
                <a:r>
                  <a:rPr lang="en-US"/>
                  <a:t>the cross-section of each conductor is much smaller than the wavelength at the frequencies of interest. </a:t>
                </a:r>
                <a:endParaRPr lang="pt-BR"/>
              </a:p>
            </p:txBody>
          </p:sp>
        </mc:Choice>
        <mc:Fallback>
          <p:sp>
            <p:nvSpPr>
              <p:cNvPr id="2" name="CaixaDeTexto 1">
                <a:extLst>
                  <a:ext uri="{FF2B5EF4-FFF2-40B4-BE49-F238E27FC236}">
                    <a16:creationId xmlns:a16="http://schemas.microsoft.com/office/drawing/2014/main" id="{241CB4CE-83C8-19C5-74B3-B0898ED76721}"/>
                  </a:ext>
                </a:extLst>
              </p:cNvPr>
              <p:cNvSpPr txBox="1">
                <a:spLocks noRot="1" noChangeAspect="1" noMove="1" noResize="1" noEditPoints="1" noAdjustHandles="1" noChangeArrowheads="1" noChangeShapeType="1" noTextEdit="1"/>
              </p:cNvSpPr>
              <p:nvPr/>
            </p:nvSpPr>
            <p:spPr>
              <a:xfrm>
                <a:off x="479425" y="4617132"/>
                <a:ext cx="5352122" cy="1569660"/>
              </a:xfrm>
              <a:prstGeom prst="rect">
                <a:avLst/>
              </a:prstGeom>
              <a:blipFill>
                <a:blip r:embed="rId14"/>
                <a:stretch>
                  <a:fillRect l="-683" t="-1163" b="-3876"/>
                </a:stretch>
              </a:blipFill>
            </p:spPr>
            <p:txBody>
              <a:bodyPr/>
              <a:lstStyle/>
              <a:p>
                <a:r>
                  <a:rPr lang="pt-BR">
                    <a:noFill/>
                  </a:rPr>
                  <a:t> </a:t>
                </a:r>
              </a:p>
            </p:txBody>
          </p:sp>
        </mc:Fallback>
      </mc:AlternateContent>
    </p:spTree>
    <p:extLst>
      <p:ext uri="{BB962C8B-B14F-4D97-AF65-F5344CB8AC3E}">
        <p14:creationId xmlns:p14="http://schemas.microsoft.com/office/powerpoint/2010/main" val="4730317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310BE2A7-F3D2-24C6-A415-EA4964A8FD02}"/>
              </a:ext>
            </a:extLst>
          </p:cNvPr>
          <p:cNvSpPr/>
          <p:nvPr/>
        </p:nvSpPr>
        <p:spPr>
          <a:xfrm>
            <a:off x="0" y="0"/>
            <a:ext cx="12192000" cy="404664"/>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6" name="Gráfico 5">
            <a:extLst>
              <a:ext uri="{FF2B5EF4-FFF2-40B4-BE49-F238E27FC236}">
                <a16:creationId xmlns:a16="http://schemas.microsoft.com/office/drawing/2014/main" id="{9DA9C8AB-72FF-D7D8-7E4D-1C5ECDBF0C8D}"/>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10345" t="32228" r="13793" b="43634"/>
          <a:stretch/>
        </p:blipFill>
        <p:spPr>
          <a:xfrm>
            <a:off x="11280576" y="6489338"/>
            <a:ext cx="792088" cy="252029"/>
          </a:xfrm>
          <a:prstGeom prst="rect">
            <a:avLst/>
          </a:prstGeom>
        </p:spPr>
      </p:pic>
      <p:sp>
        <p:nvSpPr>
          <p:cNvPr id="8" name="Espaço Reservado para Rodapé 57">
            <a:extLst>
              <a:ext uri="{FF2B5EF4-FFF2-40B4-BE49-F238E27FC236}">
                <a16:creationId xmlns:a16="http://schemas.microsoft.com/office/drawing/2014/main" id="{9BEF1642-B655-7CAD-CD9D-3570B3E8A5FE}"/>
              </a:ext>
            </a:extLst>
          </p:cNvPr>
          <p:cNvSpPr>
            <a:spLocks noGrp="1"/>
          </p:cNvSpPr>
          <p:nvPr>
            <p:ph type="ftr" sz="quarter" idx="11"/>
          </p:nvPr>
        </p:nvSpPr>
        <p:spPr>
          <a:xfrm>
            <a:off x="5357918" y="6489339"/>
            <a:ext cx="1476164" cy="252029"/>
          </a:xfrm>
        </p:spPr>
        <p:txBody>
          <a:bodyPr/>
          <a:lstStyle/>
          <a:p>
            <a:r>
              <a:rPr lang="pt-BR"/>
              <a:t>© Adilton Pereira</a:t>
            </a:r>
          </a:p>
        </p:txBody>
      </p:sp>
      <p:sp>
        <p:nvSpPr>
          <p:cNvPr id="9" name="Espaço Reservado para Número de Slide 58">
            <a:extLst>
              <a:ext uri="{FF2B5EF4-FFF2-40B4-BE49-F238E27FC236}">
                <a16:creationId xmlns:a16="http://schemas.microsoft.com/office/drawing/2014/main" id="{6712AAAE-5D61-5AD9-F1A7-A27ACC47ED61}"/>
              </a:ext>
            </a:extLst>
          </p:cNvPr>
          <p:cNvSpPr>
            <a:spLocks noGrp="1"/>
          </p:cNvSpPr>
          <p:nvPr>
            <p:ph type="sldNum" sz="quarter" idx="12"/>
          </p:nvPr>
        </p:nvSpPr>
        <p:spPr>
          <a:xfrm>
            <a:off x="136798" y="6480904"/>
            <a:ext cx="258416" cy="252029"/>
          </a:xfrm>
        </p:spPr>
        <p:txBody>
          <a:bodyPr/>
          <a:lstStyle/>
          <a:p>
            <a:fld id="{6023531A-24AE-4EE7-A19A-D3968154BEE1}" type="slidenum">
              <a:rPr lang="pt-BR" smtClean="0"/>
              <a:t>8</a:t>
            </a:fld>
            <a:endParaRPr lang="pt-BR"/>
          </a:p>
        </p:txBody>
      </p:sp>
      <p:sp>
        <p:nvSpPr>
          <p:cNvPr id="92" name="CaixaDeTexto 91">
            <a:extLst>
              <a:ext uri="{FF2B5EF4-FFF2-40B4-BE49-F238E27FC236}">
                <a16:creationId xmlns:a16="http://schemas.microsoft.com/office/drawing/2014/main" id="{389AD4BA-DE4A-1658-2487-F94C2EEF6666}"/>
              </a:ext>
            </a:extLst>
          </p:cNvPr>
          <p:cNvSpPr txBox="1"/>
          <p:nvPr/>
        </p:nvSpPr>
        <p:spPr>
          <a:xfrm>
            <a:off x="479425" y="544453"/>
            <a:ext cx="5616576" cy="400110"/>
          </a:xfrm>
          <a:prstGeom prst="rect">
            <a:avLst/>
          </a:prstGeom>
          <a:noFill/>
        </p:spPr>
        <p:txBody>
          <a:bodyPr wrap="square" rtlCol="0">
            <a:spAutoFit/>
          </a:bodyPr>
          <a:lstStyle/>
          <a:p>
            <a:r>
              <a:rPr lang="pt-BR" sz="2000">
                <a:ln w="0"/>
                <a:effectLst>
                  <a:outerShdw blurRad="38100" dist="19050" dir="2700000" algn="tl" rotWithShape="0">
                    <a:schemeClr val="dk1">
                      <a:alpha val="40000"/>
                    </a:schemeClr>
                  </a:outerShdw>
                </a:effectLst>
              </a:rPr>
              <a:t>Surface Admittance Operator of the MTL</a:t>
            </a:r>
          </a:p>
        </p:txBody>
      </p:sp>
      <p:grpSp>
        <p:nvGrpSpPr>
          <p:cNvPr id="29" name="Agrupar 28">
            <a:extLst>
              <a:ext uri="{FF2B5EF4-FFF2-40B4-BE49-F238E27FC236}">
                <a16:creationId xmlns:a16="http://schemas.microsoft.com/office/drawing/2014/main" id="{13074E31-F171-A258-2619-50EFDB2F72CE}"/>
              </a:ext>
            </a:extLst>
          </p:cNvPr>
          <p:cNvGrpSpPr/>
          <p:nvPr/>
        </p:nvGrpSpPr>
        <p:grpSpPr>
          <a:xfrm>
            <a:off x="479425" y="165219"/>
            <a:ext cx="10729143" cy="309340"/>
            <a:chOff x="479425" y="94899"/>
            <a:chExt cx="10729143" cy="309340"/>
          </a:xfrm>
        </p:grpSpPr>
        <p:sp>
          <p:nvSpPr>
            <p:cNvPr id="30" name="CaixaDeTexto 29">
              <a:extLst>
                <a:ext uri="{FF2B5EF4-FFF2-40B4-BE49-F238E27FC236}">
                  <a16:creationId xmlns:a16="http://schemas.microsoft.com/office/drawing/2014/main" id="{14DFDECB-0BDD-2589-CB78-B703AC78C54D}"/>
                </a:ext>
              </a:extLst>
            </p:cNvPr>
            <p:cNvSpPr txBox="1"/>
            <p:nvPr/>
          </p:nvSpPr>
          <p:spPr>
            <a:xfrm>
              <a:off x="479425" y="94899"/>
              <a:ext cx="1872160" cy="307777"/>
            </a:xfrm>
            <a:prstGeom prst="rect">
              <a:avLst/>
            </a:prstGeom>
            <a:noFill/>
          </p:spPr>
          <p:txBody>
            <a:bodyPr wrap="square">
              <a:spAutoFit/>
            </a:bodyPr>
            <a:lstStyle>
              <a:defPPr>
                <a:defRPr lang="pt-BR"/>
              </a:defPPr>
              <a:lvl1pPr>
                <a:defRPr sz="1400">
                  <a:solidFill>
                    <a:schemeClr val="tx2">
                      <a:lumMod val="25000"/>
                      <a:lumOff val="75000"/>
                    </a:schemeClr>
                  </a:solidFill>
                  <a:latin typeface="Arial Black" panose="020B0A04020102020204" pitchFamily="34" charset="0"/>
                </a:defRPr>
              </a:lvl1pPr>
            </a:lstStyle>
            <a:p>
              <a:r>
                <a:rPr lang="pt-BR"/>
                <a:t>Introduction</a:t>
              </a:r>
            </a:p>
          </p:txBody>
        </p:sp>
        <p:sp>
          <p:nvSpPr>
            <p:cNvPr id="31" name="CaixaDeTexto 30">
              <a:extLst>
                <a:ext uri="{FF2B5EF4-FFF2-40B4-BE49-F238E27FC236}">
                  <a16:creationId xmlns:a16="http://schemas.microsoft.com/office/drawing/2014/main" id="{9A010F09-EB6C-E016-AB68-489800DAB286}"/>
                </a:ext>
              </a:extLst>
            </p:cNvPr>
            <p:cNvSpPr txBox="1"/>
            <p:nvPr/>
          </p:nvSpPr>
          <p:spPr>
            <a:xfrm>
              <a:off x="2675620" y="96462"/>
              <a:ext cx="2196244" cy="307777"/>
            </a:xfrm>
            <a:prstGeom prst="rect">
              <a:avLst/>
            </a:prstGeom>
            <a:noFill/>
          </p:spPr>
          <p:txBody>
            <a:bodyPr wrap="square">
              <a:spAutoFit/>
            </a:bodyPr>
            <a:lstStyle>
              <a:defPPr>
                <a:defRPr lang="pt-BR"/>
              </a:defPPr>
              <a:lvl1pPr>
                <a:defRPr sz="1400">
                  <a:solidFill>
                    <a:srgbClr val="0070C0"/>
                  </a:solidFill>
                  <a:latin typeface="Arial Black" panose="020B0A04020102020204" pitchFamily="34" charset="0"/>
                </a:defRPr>
              </a:lvl1pPr>
            </a:lstStyle>
            <a:p>
              <a:r>
                <a:rPr lang="en-US"/>
                <a:t>Lossless Medium</a:t>
              </a:r>
              <a:endParaRPr lang="pt-BR"/>
            </a:p>
          </p:txBody>
        </p:sp>
        <p:sp>
          <p:nvSpPr>
            <p:cNvPr id="32" name="CaixaDeTexto 31">
              <a:extLst>
                <a:ext uri="{FF2B5EF4-FFF2-40B4-BE49-F238E27FC236}">
                  <a16:creationId xmlns:a16="http://schemas.microsoft.com/office/drawing/2014/main" id="{4DB6C471-4B75-88CB-D110-8FD209D315E5}"/>
                </a:ext>
              </a:extLst>
            </p:cNvPr>
            <p:cNvSpPr txBox="1"/>
            <p:nvPr/>
          </p:nvSpPr>
          <p:spPr>
            <a:xfrm>
              <a:off x="6083101" y="94899"/>
              <a:ext cx="1957115" cy="307777"/>
            </a:xfrm>
            <a:prstGeom prst="rect">
              <a:avLst/>
            </a:prstGeom>
            <a:noFill/>
          </p:spPr>
          <p:txBody>
            <a:bodyPr wrap="square">
              <a:spAutoFit/>
            </a:bodyPr>
            <a:lstStyle/>
            <a:p>
              <a:r>
                <a:rPr lang="pt-BR" sz="1400">
                  <a:solidFill>
                    <a:schemeClr val="tx2">
                      <a:lumMod val="25000"/>
                      <a:lumOff val="75000"/>
                    </a:schemeClr>
                  </a:solidFill>
                  <a:latin typeface="Arial Black" panose="020B0A04020102020204" pitchFamily="34" charset="0"/>
                </a:rPr>
                <a:t>p.u.l. Impedance</a:t>
              </a:r>
            </a:p>
          </p:txBody>
        </p:sp>
        <p:sp>
          <p:nvSpPr>
            <p:cNvPr id="33" name="CaixaDeTexto 32">
              <a:extLst>
                <a:ext uri="{FF2B5EF4-FFF2-40B4-BE49-F238E27FC236}">
                  <a16:creationId xmlns:a16="http://schemas.microsoft.com/office/drawing/2014/main" id="{FB44FC3A-8280-2734-466C-68A24D21A91E}"/>
                </a:ext>
              </a:extLst>
            </p:cNvPr>
            <p:cNvSpPr txBox="1"/>
            <p:nvPr/>
          </p:nvSpPr>
          <p:spPr>
            <a:xfrm>
              <a:off x="9336408" y="96462"/>
              <a:ext cx="1872160" cy="307777"/>
            </a:xfrm>
            <a:prstGeom prst="rect">
              <a:avLst/>
            </a:prstGeom>
            <a:noFill/>
          </p:spPr>
          <p:txBody>
            <a:bodyPr wrap="square">
              <a:spAutoFit/>
            </a:bodyPr>
            <a:lstStyle/>
            <a:p>
              <a:r>
                <a:rPr lang="pt-BR" sz="1400">
                  <a:solidFill>
                    <a:schemeClr val="tx2">
                      <a:lumMod val="25000"/>
                      <a:lumOff val="75000"/>
                    </a:schemeClr>
                  </a:solidFill>
                  <a:latin typeface="Arial Black" panose="020B0A04020102020204" pitchFamily="34" charset="0"/>
                </a:rPr>
                <a:t>Case Studies</a:t>
              </a:r>
            </a:p>
          </p:txBody>
        </p:sp>
      </p:grpSp>
      <p:sp>
        <p:nvSpPr>
          <p:cNvPr id="14" name="Elipse 13">
            <a:extLst>
              <a:ext uri="{FF2B5EF4-FFF2-40B4-BE49-F238E27FC236}">
                <a16:creationId xmlns:a16="http://schemas.microsoft.com/office/drawing/2014/main" id="{94D5144B-E0E6-8D48-55E3-0B5A16C49B15}"/>
              </a:ext>
            </a:extLst>
          </p:cNvPr>
          <p:cNvSpPr/>
          <p:nvPr/>
        </p:nvSpPr>
        <p:spPr>
          <a:xfrm>
            <a:off x="994570" y="2555736"/>
            <a:ext cx="1737360" cy="1737360"/>
          </a:xfrm>
          <a:prstGeom prst="ellipse">
            <a:avLst/>
          </a:prstGeom>
          <a:noFill/>
          <a:ln w="19050">
            <a:solidFill>
              <a:schemeClr val="accent3">
                <a:lumMod val="60000"/>
                <a:lumOff val="40000"/>
              </a:schemeClr>
            </a:solidFill>
            <a:prstDash val="sysDot"/>
          </a:ln>
        </p:spPr>
        <p:style>
          <a:lnRef idx="0">
            <a:scrgbClr r="0" g="0" b="0"/>
          </a:lnRef>
          <a:fillRef idx="0">
            <a:scrgbClr r="0" g="0" b="0"/>
          </a:fillRef>
          <a:effectRef idx="0">
            <a:scrgbClr r="0" g="0" b="0"/>
          </a:effectRef>
          <a:fontRef idx="minor">
            <a:schemeClr val="lt1"/>
          </a:fontRef>
        </p:style>
        <p:txBody>
          <a:bodyPr rtlCol="0" anchor="ctr"/>
          <a:lstStyle/>
          <a:p>
            <a:pPr algn="ctr"/>
            <a:endParaRPr lang="pt-BR"/>
          </a:p>
        </p:txBody>
      </p:sp>
      <mc:AlternateContent xmlns:mc="http://schemas.openxmlformats.org/markup-compatibility/2006">
        <mc:Choice xmlns:a14="http://schemas.microsoft.com/office/drawing/2010/main" Requires="a14">
          <p:sp>
            <p:nvSpPr>
              <p:cNvPr id="44" name="CaixaDeTexto 43">
                <a:extLst>
                  <a:ext uri="{FF2B5EF4-FFF2-40B4-BE49-F238E27FC236}">
                    <a16:creationId xmlns:a16="http://schemas.microsoft.com/office/drawing/2014/main" id="{1F45A3DF-0A88-4A87-4A97-268249D1CA97}"/>
                  </a:ext>
                </a:extLst>
              </p:cNvPr>
              <p:cNvSpPr txBox="1"/>
              <p:nvPr/>
            </p:nvSpPr>
            <p:spPr>
              <a:xfrm>
                <a:off x="1209166" y="3078608"/>
                <a:ext cx="411715" cy="32438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i="1" smtClean="0">
                              <a:latin typeface="Cambria Math" panose="02040503050406030204" pitchFamily="18" charset="0"/>
                            </a:rPr>
                            <m:t>𝑎</m:t>
                          </m:r>
                        </m:e>
                        <m:sub>
                          <m:r>
                            <a:rPr lang="pt-BR" sz="1400" b="0" i="1" smtClean="0">
                              <a:latin typeface="Cambria Math" panose="02040503050406030204" pitchFamily="18" charset="0"/>
                            </a:rPr>
                            <m:t>𝑝</m:t>
                          </m:r>
                        </m:sub>
                      </m:sSub>
                    </m:oMath>
                  </m:oMathPara>
                </a14:m>
                <a:endParaRPr lang="pt-BR" sz="1400"/>
              </a:p>
            </p:txBody>
          </p:sp>
        </mc:Choice>
        <mc:Fallback>
          <p:sp>
            <p:nvSpPr>
              <p:cNvPr id="44" name="CaixaDeTexto 43">
                <a:extLst>
                  <a:ext uri="{FF2B5EF4-FFF2-40B4-BE49-F238E27FC236}">
                    <a16:creationId xmlns:a16="http://schemas.microsoft.com/office/drawing/2014/main" id="{1F45A3DF-0A88-4A87-4A97-268249D1CA97}"/>
                  </a:ext>
                </a:extLst>
              </p:cNvPr>
              <p:cNvSpPr txBox="1">
                <a:spLocks noRot="1" noChangeAspect="1" noMove="1" noResize="1" noEditPoints="1" noAdjustHandles="1" noChangeArrowheads="1" noChangeShapeType="1" noTextEdit="1"/>
              </p:cNvSpPr>
              <p:nvPr/>
            </p:nvSpPr>
            <p:spPr>
              <a:xfrm>
                <a:off x="1209166" y="3078608"/>
                <a:ext cx="411715" cy="324384"/>
              </a:xfrm>
              <a:prstGeom prst="rect">
                <a:avLst/>
              </a:prstGeom>
              <a:blipFill>
                <a:blip r:embed="rId4"/>
                <a:stretch>
                  <a:fillRect/>
                </a:stretch>
              </a:blipFill>
            </p:spPr>
            <p:txBody>
              <a:bodyPr/>
              <a:lstStyle/>
              <a:p>
                <a:r>
                  <a:rPr lang="pt-BR">
                    <a:noFill/>
                  </a:rPr>
                  <a:t> </a:t>
                </a:r>
              </a:p>
            </p:txBody>
          </p:sp>
        </mc:Fallback>
      </mc:AlternateContent>
      <p:cxnSp>
        <p:nvCxnSpPr>
          <p:cNvPr id="45" name="Conector de Seta Reta 44">
            <a:extLst>
              <a:ext uri="{FF2B5EF4-FFF2-40B4-BE49-F238E27FC236}">
                <a16:creationId xmlns:a16="http://schemas.microsoft.com/office/drawing/2014/main" id="{4B976358-D9FD-1545-5FF0-AF658E00DA3B}"/>
              </a:ext>
            </a:extLst>
          </p:cNvPr>
          <p:cNvCxnSpPr>
            <a:cxnSpLocks/>
            <a:endCxn id="14" idx="1"/>
          </p:cNvCxnSpPr>
          <p:nvPr/>
        </p:nvCxnSpPr>
        <p:spPr>
          <a:xfrm flipH="1" flipV="1">
            <a:off x="1249000" y="2810166"/>
            <a:ext cx="626233" cy="61425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42" name="Elipse 41">
            <a:extLst>
              <a:ext uri="{FF2B5EF4-FFF2-40B4-BE49-F238E27FC236}">
                <a16:creationId xmlns:a16="http://schemas.microsoft.com/office/drawing/2014/main" id="{0220C587-7538-B23F-245C-2DFF839669C3}"/>
              </a:ext>
            </a:extLst>
          </p:cNvPr>
          <p:cNvSpPr/>
          <p:nvPr/>
        </p:nvSpPr>
        <p:spPr>
          <a:xfrm>
            <a:off x="3485294" y="2555736"/>
            <a:ext cx="1737360" cy="1737360"/>
          </a:xfrm>
          <a:prstGeom prst="ellipse">
            <a:avLst/>
          </a:prstGeom>
          <a:noFill/>
          <a:ln w="19050">
            <a:solidFill>
              <a:srgbClr val="0070C0"/>
            </a:solidFill>
            <a:prstDash val="sysDot"/>
          </a:ln>
        </p:spPr>
        <p:style>
          <a:lnRef idx="0">
            <a:scrgbClr r="0" g="0" b="0"/>
          </a:lnRef>
          <a:fillRef idx="0">
            <a:scrgbClr r="0" g="0" b="0"/>
          </a:fillRef>
          <a:effectRef idx="0">
            <a:scrgbClr r="0" g="0" b="0"/>
          </a:effectRef>
          <a:fontRef idx="minor">
            <a:schemeClr val="lt1"/>
          </a:fontRef>
        </p:style>
        <p:txBody>
          <a:bodyPr rtlCol="0" anchor="ctr"/>
          <a:lstStyle/>
          <a:p>
            <a:pPr algn="ctr"/>
            <a:endParaRPr lang="pt-BR" sz="2000"/>
          </a:p>
        </p:txBody>
      </p:sp>
      <p:sp>
        <p:nvSpPr>
          <p:cNvPr id="43" name="Elipse 42">
            <a:extLst>
              <a:ext uri="{FF2B5EF4-FFF2-40B4-BE49-F238E27FC236}">
                <a16:creationId xmlns:a16="http://schemas.microsoft.com/office/drawing/2014/main" id="{2131EC99-1D04-0D88-502E-04CBF261A5A7}"/>
              </a:ext>
            </a:extLst>
          </p:cNvPr>
          <p:cNvSpPr/>
          <p:nvPr/>
        </p:nvSpPr>
        <p:spPr>
          <a:xfrm>
            <a:off x="3759614" y="2830056"/>
            <a:ext cx="1188720" cy="1188720"/>
          </a:xfrm>
          <a:prstGeom prst="ellipse">
            <a:avLst/>
          </a:prstGeom>
          <a:solidFill>
            <a:schemeClr val="bg1"/>
          </a:solidFill>
          <a:ln w="19050">
            <a:solidFill>
              <a:srgbClr val="002060"/>
            </a:solidFill>
            <a:prstDash val="sysDot"/>
          </a:ln>
        </p:spPr>
        <p:style>
          <a:lnRef idx="0">
            <a:scrgbClr r="0" g="0" b="0"/>
          </a:lnRef>
          <a:fillRef idx="0">
            <a:scrgbClr r="0" g="0" b="0"/>
          </a:fillRef>
          <a:effectRef idx="0">
            <a:scrgbClr r="0" g="0" b="0"/>
          </a:effectRef>
          <a:fontRef idx="minor">
            <a:schemeClr val="lt1"/>
          </a:fontRef>
        </p:style>
        <p:txBody>
          <a:bodyPr rtlCol="0" anchor="ctr"/>
          <a:lstStyle/>
          <a:p>
            <a:pPr algn="ctr"/>
            <a:endParaRPr lang="pt-BR" sz="2000"/>
          </a:p>
        </p:txBody>
      </p:sp>
      <mc:AlternateContent xmlns:mc="http://schemas.openxmlformats.org/markup-compatibility/2006">
        <mc:Choice xmlns:a14="http://schemas.microsoft.com/office/drawing/2010/main" Requires="a14">
          <p:sp>
            <p:nvSpPr>
              <p:cNvPr id="39" name="CaixaDeTexto 38">
                <a:extLst>
                  <a:ext uri="{FF2B5EF4-FFF2-40B4-BE49-F238E27FC236}">
                    <a16:creationId xmlns:a16="http://schemas.microsoft.com/office/drawing/2014/main" id="{722828E4-8B91-0A39-CDD0-DC9E056B71E6}"/>
                  </a:ext>
                </a:extLst>
              </p:cNvPr>
              <p:cNvSpPr txBox="1"/>
              <p:nvPr/>
            </p:nvSpPr>
            <p:spPr>
              <a:xfrm>
                <a:off x="4076987" y="2964093"/>
                <a:ext cx="401457"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b="0" i="1" smtClean="0">
                              <a:latin typeface="Cambria Math" panose="02040503050406030204" pitchFamily="18" charset="0"/>
                            </a:rPr>
                            <m:t>𝑎</m:t>
                          </m:r>
                        </m:e>
                        <m:sub>
                          <m:r>
                            <a:rPr lang="pt-BR" sz="1400" b="0" i="1" smtClean="0">
                              <a:latin typeface="Cambria Math" panose="02040503050406030204" pitchFamily="18" charset="0"/>
                            </a:rPr>
                            <m:t>𝑟</m:t>
                          </m:r>
                        </m:sub>
                      </m:sSub>
                    </m:oMath>
                  </m:oMathPara>
                </a14:m>
                <a:endParaRPr lang="pt-BR" sz="1400"/>
              </a:p>
            </p:txBody>
          </p:sp>
        </mc:Choice>
        <mc:Fallback>
          <p:sp>
            <p:nvSpPr>
              <p:cNvPr id="39" name="CaixaDeTexto 38">
                <a:extLst>
                  <a:ext uri="{FF2B5EF4-FFF2-40B4-BE49-F238E27FC236}">
                    <a16:creationId xmlns:a16="http://schemas.microsoft.com/office/drawing/2014/main" id="{722828E4-8B91-0A39-CDD0-DC9E056B71E6}"/>
                  </a:ext>
                </a:extLst>
              </p:cNvPr>
              <p:cNvSpPr txBox="1">
                <a:spLocks noRot="1" noChangeAspect="1" noMove="1" noResize="1" noEditPoints="1" noAdjustHandles="1" noChangeArrowheads="1" noChangeShapeType="1" noTextEdit="1"/>
              </p:cNvSpPr>
              <p:nvPr/>
            </p:nvSpPr>
            <p:spPr>
              <a:xfrm>
                <a:off x="4076987" y="2964093"/>
                <a:ext cx="401457" cy="307777"/>
              </a:xfrm>
              <a:prstGeom prst="rect">
                <a:avLst/>
              </a:prstGeom>
              <a:blipFill>
                <a:blip r:embed="rId5"/>
                <a:stretch>
                  <a:fillRect/>
                </a:stretch>
              </a:blipFill>
            </p:spPr>
            <p:txBody>
              <a:bodyPr/>
              <a:lstStyle/>
              <a:p>
                <a:r>
                  <a:rPr lang="pt-BR">
                    <a:noFill/>
                  </a:rPr>
                  <a:t> </a:t>
                </a:r>
              </a:p>
            </p:txBody>
          </p:sp>
        </mc:Fallback>
      </mc:AlternateContent>
      <p:grpSp>
        <p:nvGrpSpPr>
          <p:cNvPr id="36" name="Agrupar 35">
            <a:extLst>
              <a:ext uri="{FF2B5EF4-FFF2-40B4-BE49-F238E27FC236}">
                <a16:creationId xmlns:a16="http://schemas.microsoft.com/office/drawing/2014/main" id="{8B61572D-4DAE-FEF2-F897-F074964BFA5C}"/>
              </a:ext>
            </a:extLst>
          </p:cNvPr>
          <p:cNvGrpSpPr/>
          <p:nvPr/>
        </p:nvGrpSpPr>
        <p:grpSpPr>
          <a:xfrm>
            <a:off x="3510781" y="3167953"/>
            <a:ext cx="843193" cy="460323"/>
            <a:chOff x="2262768" y="2266357"/>
            <a:chExt cx="1496807" cy="836851"/>
          </a:xfrm>
        </p:grpSpPr>
        <mc:AlternateContent xmlns:mc="http://schemas.openxmlformats.org/markup-compatibility/2006">
          <mc:Choice xmlns:a14="http://schemas.microsoft.com/office/drawing/2010/main" Requires="a14">
            <p:sp>
              <p:nvSpPr>
                <p:cNvPr id="37" name="CaixaDeTexto 36">
                  <a:extLst>
                    <a:ext uri="{FF2B5EF4-FFF2-40B4-BE49-F238E27FC236}">
                      <a16:creationId xmlns:a16="http://schemas.microsoft.com/office/drawing/2014/main" id="{A3C98690-479E-4903-6000-A4FBB04E89D4}"/>
                    </a:ext>
                  </a:extLst>
                </p:cNvPr>
                <p:cNvSpPr txBox="1"/>
                <p:nvPr/>
              </p:nvSpPr>
              <p:spPr>
                <a:xfrm>
                  <a:off x="2838072" y="2513489"/>
                  <a:ext cx="729383" cy="5897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i="1" smtClean="0">
                                <a:latin typeface="Cambria Math" panose="02040503050406030204" pitchFamily="18" charset="0"/>
                              </a:rPr>
                              <m:t>𝑎</m:t>
                            </m:r>
                          </m:e>
                          <m:sub>
                            <m:r>
                              <a:rPr lang="pt-BR" sz="1400" b="0" i="1" smtClean="0">
                                <a:latin typeface="Cambria Math" panose="02040503050406030204" pitchFamily="18" charset="0"/>
                              </a:rPr>
                              <m:t>𝑞</m:t>
                            </m:r>
                          </m:sub>
                        </m:sSub>
                      </m:oMath>
                    </m:oMathPara>
                  </a14:m>
                  <a:endParaRPr lang="pt-BR" sz="1400"/>
                </a:p>
              </p:txBody>
            </p:sp>
          </mc:Choice>
          <mc:Fallback>
            <p:sp>
              <p:nvSpPr>
                <p:cNvPr id="37" name="CaixaDeTexto 36">
                  <a:extLst>
                    <a:ext uri="{FF2B5EF4-FFF2-40B4-BE49-F238E27FC236}">
                      <a16:creationId xmlns:a16="http://schemas.microsoft.com/office/drawing/2014/main" id="{A3C98690-479E-4903-6000-A4FBB04E89D4}"/>
                    </a:ext>
                  </a:extLst>
                </p:cNvPr>
                <p:cNvSpPr txBox="1">
                  <a:spLocks noRot="1" noChangeAspect="1" noMove="1" noResize="1" noEditPoints="1" noAdjustHandles="1" noChangeArrowheads="1" noChangeShapeType="1" noTextEdit="1"/>
                </p:cNvSpPr>
                <p:nvPr/>
              </p:nvSpPr>
              <p:spPr>
                <a:xfrm>
                  <a:off x="2838072" y="2513489"/>
                  <a:ext cx="729383" cy="589719"/>
                </a:xfrm>
                <a:prstGeom prst="rect">
                  <a:avLst/>
                </a:prstGeom>
                <a:blipFill>
                  <a:blip r:embed="rId6"/>
                  <a:stretch>
                    <a:fillRect/>
                  </a:stretch>
                </a:blipFill>
              </p:spPr>
              <p:txBody>
                <a:bodyPr/>
                <a:lstStyle/>
                <a:p>
                  <a:r>
                    <a:rPr lang="pt-BR">
                      <a:noFill/>
                    </a:rPr>
                    <a:t> </a:t>
                  </a:r>
                </a:p>
              </p:txBody>
            </p:sp>
          </mc:Fallback>
        </mc:AlternateContent>
        <p:cxnSp>
          <p:nvCxnSpPr>
            <p:cNvPr id="38" name="Conector de Seta Reta 37">
              <a:extLst>
                <a:ext uri="{FF2B5EF4-FFF2-40B4-BE49-F238E27FC236}">
                  <a16:creationId xmlns:a16="http://schemas.microsoft.com/office/drawing/2014/main" id="{9FB481F4-35E9-69F5-AFF2-76FD7F6D7837}"/>
                </a:ext>
              </a:extLst>
            </p:cNvPr>
            <p:cNvCxnSpPr>
              <a:cxnSpLocks/>
            </p:cNvCxnSpPr>
            <p:nvPr/>
          </p:nvCxnSpPr>
          <p:spPr>
            <a:xfrm flipH="1" flipV="1">
              <a:off x="2262768" y="2266357"/>
              <a:ext cx="1496807" cy="466241"/>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mc:AlternateContent xmlns:mc="http://schemas.openxmlformats.org/markup-compatibility/2006">
        <mc:Choice xmlns:a14="http://schemas.microsoft.com/office/drawing/2010/main" Requires="a14">
          <p:sp>
            <p:nvSpPr>
              <p:cNvPr id="26" name="CaixaDeTexto 25">
                <a:extLst>
                  <a:ext uri="{FF2B5EF4-FFF2-40B4-BE49-F238E27FC236}">
                    <a16:creationId xmlns:a16="http://schemas.microsoft.com/office/drawing/2014/main" id="{3249032C-AFD4-E5EC-9AED-73A0B0E1E087}"/>
                  </a:ext>
                </a:extLst>
              </p:cNvPr>
              <p:cNvSpPr txBox="1"/>
              <p:nvPr/>
            </p:nvSpPr>
            <p:spPr>
              <a:xfrm>
                <a:off x="2760147" y="2247959"/>
                <a:ext cx="630301"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b="0" i="1" smtClean="0">
                              <a:latin typeface="Cambria Math" panose="02040503050406030204" pitchFamily="18" charset="0"/>
                            </a:rPr>
                            <m:t>𝜀</m:t>
                          </m:r>
                        </m:e>
                        <m:sub>
                          <m:r>
                            <a:rPr lang="pt-BR" sz="1400" b="0" i="1" smtClean="0">
                              <a:latin typeface="Cambria Math" panose="02040503050406030204" pitchFamily="18" charset="0"/>
                            </a:rPr>
                            <m:t>0</m:t>
                          </m:r>
                        </m:sub>
                      </m:sSub>
                      <m:r>
                        <a:rPr lang="pt-BR" sz="1400" b="0" i="1" smtClean="0">
                          <a:latin typeface="Cambria Math" panose="02040503050406030204" pitchFamily="18" charset="0"/>
                        </a:rPr>
                        <m:t>,</m:t>
                      </m:r>
                      <m:sSub>
                        <m:sSubPr>
                          <m:ctrlPr>
                            <a:rPr lang="pt-BR" sz="1400" i="1">
                              <a:latin typeface="Cambria Math" panose="02040503050406030204" pitchFamily="18" charset="0"/>
                            </a:rPr>
                          </m:ctrlPr>
                        </m:sSubPr>
                        <m:e>
                          <m:r>
                            <a:rPr lang="pt-BR" sz="1400" b="0" i="1" smtClean="0">
                              <a:latin typeface="Cambria Math" panose="02040503050406030204" pitchFamily="18" charset="0"/>
                            </a:rPr>
                            <m:t>𝜇</m:t>
                          </m:r>
                        </m:e>
                        <m:sub>
                          <m:r>
                            <a:rPr lang="pt-BR" sz="1400" i="1">
                              <a:latin typeface="Cambria Math" panose="02040503050406030204" pitchFamily="18" charset="0"/>
                            </a:rPr>
                            <m:t>0</m:t>
                          </m:r>
                        </m:sub>
                      </m:sSub>
                    </m:oMath>
                  </m:oMathPara>
                </a14:m>
                <a:endParaRPr lang="pt-BR" sz="1600"/>
              </a:p>
            </p:txBody>
          </p:sp>
        </mc:Choice>
        <mc:Fallback>
          <p:sp>
            <p:nvSpPr>
              <p:cNvPr id="26" name="CaixaDeTexto 25">
                <a:extLst>
                  <a:ext uri="{FF2B5EF4-FFF2-40B4-BE49-F238E27FC236}">
                    <a16:creationId xmlns:a16="http://schemas.microsoft.com/office/drawing/2014/main" id="{3249032C-AFD4-E5EC-9AED-73A0B0E1E087}"/>
                  </a:ext>
                </a:extLst>
              </p:cNvPr>
              <p:cNvSpPr txBox="1">
                <a:spLocks noRot="1" noChangeAspect="1" noMove="1" noResize="1" noEditPoints="1" noAdjustHandles="1" noChangeArrowheads="1" noChangeShapeType="1" noTextEdit="1"/>
              </p:cNvSpPr>
              <p:nvPr/>
            </p:nvSpPr>
            <p:spPr>
              <a:xfrm>
                <a:off x="2760147" y="2247959"/>
                <a:ext cx="630301" cy="307777"/>
              </a:xfrm>
              <a:prstGeom prst="rect">
                <a:avLst/>
              </a:prstGeom>
              <a:blipFill>
                <a:blip r:embed="rId7"/>
                <a:stretch>
                  <a:fillRect b="-2000"/>
                </a:stretch>
              </a:blipFill>
            </p:spPr>
            <p:txBody>
              <a:bodyPr/>
              <a:lstStyle/>
              <a:p>
                <a:r>
                  <a:rPr lang="pt-BR">
                    <a:noFill/>
                  </a:rPr>
                  <a:t> </a:t>
                </a:r>
              </a:p>
            </p:txBody>
          </p:sp>
        </mc:Fallback>
      </mc:AlternateContent>
      <p:cxnSp>
        <p:nvCxnSpPr>
          <p:cNvPr id="50" name="Conector de Seta Reta 49">
            <a:extLst>
              <a:ext uri="{FF2B5EF4-FFF2-40B4-BE49-F238E27FC236}">
                <a16:creationId xmlns:a16="http://schemas.microsoft.com/office/drawing/2014/main" id="{9533CE13-CCBA-C2A4-A9E6-EC5F30E5C72A}"/>
              </a:ext>
            </a:extLst>
          </p:cNvPr>
          <p:cNvCxnSpPr>
            <a:cxnSpLocks/>
            <a:endCxn id="43" idx="1"/>
          </p:cNvCxnSpPr>
          <p:nvPr/>
        </p:nvCxnSpPr>
        <p:spPr>
          <a:xfrm flipH="1" flipV="1">
            <a:off x="3933698" y="3004140"/>
            <a:ext cx="420276" cy="420276"/>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5" name="CaixaDeTexto 14">
            <a:extLst>
              <a:ext uri="{FF2B5EF4-FFF2-40B4-BE49-F238E27FC236}">
                <a16:creationId xmlns:a16="http://schemas.microsoft.com/office/drawing/2014/main" id="{FE575891-7567-E326-A2A2-3838D9129D13}"/>
              </a:ext>
            </a:extLst>
          </p:cNvPr>
          <p:cNvSpPr txBox="1"/>
          <p:nvPr/>
        </p:nvSpPr>
        <p:spPr>
          <a:xfrm>
            <a:off x="6115492" y="1445976"/>
            <a:ext cx="5214826" cy="338554"/>
          </a:xfrm>
          <a:prstGeom prst="rect">
            <a:avLst/>
          </a:prstGeom>
          <a:noFill/>
        </p:spPr>
        <p:txBody>
          <a:bodyPr wrap="square">
            <a:spAutoFit/>
          </a:bodyPr>
          <a:lstStyle>
            <a:defPPr>
              <a:defRPr lang="pt-BR"/>
            </a:defPPr>
            <a:lvl1pPr>
              <a:defRPr sz="1600"/>
            </a:lvl1pPr>
          </a:lstStyle>
          <a:p>
            <a:endParaRPr lang="pt-BR"/>
          </a:p>
        </p:txBody>
      </p:sp>
      <mc:AlternateContent xmlns:mc="http://schemas.openxmlformats.org/markup-compatibility/2006">
        <mc:Choice xmlns:a14="http://schemas.microsoft.com/office/drawing/2010/main" Requires="a14">
          <p:sp>
            <p:nvSpPr>
              <p:cNvPr id="22" name="CaixaDeTexto 21">
                <a:extLst>
                  <a:ext uri="{FF2B5EF4-FFF2-40B4-BE49-F238E27FC236}">
                    <a16:creationId xmlns:a16="http://schemas.microsoft.com/office/drawing/2014/main" id="{2E681D8B-2D12-8F34-236D-10DDFFEEBD4E}"/>
                  </a:ext>
                </a:extLst>
              </p:cNvPr>
              <p:cNvSpPr txBox="1"/>
              <p:nvPr/>
            </p:nvSpPr>
            <p:spPr>
              <a:xfrm>
                <a:off x="6102462" y="1412776"/>
                <a:ext cx="5214826" cy="830997"/>
              </a:xfrm>
              <a:prstGeom prst="rect">
                <a:avLst/>
              </a:prstGeom>
              <a:noFill/>
            </p:spPr>
            <p:txBody>
              <a:bodyPr wrap="square">
                <a:spAutoFit/>
              </a:bodyPr>
              <a:lstStyle>
                <a:defPPr>
                  <a:defRPr lang="pt-BR"/>
                </a:defPPr>
                <a:lvl1pPr>
                  <a:defRPr sz="1600"/>
                </a:lvl1pPr>
              </a:lstStyle>
              <a:p>
                <a:r>
                  <a:rPr lang="en-US"/>
                  <a:t>In the MoM-SO, the conductors are replaced by the surrounding medium and </a:t>
                </a:r>
                <a14:m>
                  <m:oMath xmlns:m="http://schemas.openxmlformats.org/officeDocument/2006/math">
                    <m:sSub>
                      <m:sSubPr>
                        <m:ctrlPr>
                          <a:rPr lang="pt-BR" b="0" i="1" smtClean="0">
                            <a:latin typeface="Cambria Math" panose="02040503050406030204" pitchFamily="18" charset="0"/>
                          </a:rPr>
                        </m:ctrlPr>
                      </m:sSubPr>
                      <m:e>
                        <m:r>
                          <a:rPr lang="en-US" i="1" smtClean="0">
                            <a:latin typeface="Cambria Math" panose="02040503050406030204" pitchFamily="18" charset="0"/>
                          </a:rPr>
                          <m:t>𝑚</m:t>
                        </m:r>
                      </m:e>
                      <m:sub>
                        <m:r>
                          <a:rPr lang="en-US" i="1" smtClean="0">
                            <a:latin typeface="Cambria Math" panose="02040503050406030204" pitchFamily="18" charset="0"/>
                          </a:rPr>
                          <m:t>𝑠</m:t>
                        </m:r>
                      </m:sub>
                    </m:sSub>
                    <m:r>
                      <a:rPr lang="en-US" i="1" smtClean="0">
                        <a:latin typeface="Cambria Math" panose="02040503050406030204" pitchFamily="18" charset="0"/>
                      </a:rPr>
                      <m:t> = </m:t>
                    </m:r>
                    <m:sSub>
                      <m:sSubPr>
                        <m:ctrlPr>
                          <a:rPr lang="pt-BR" b="0" i="1" smtClean="0">
                            <a:latin typeface="Cambria Math" panose="02040503050406030204" pitchFamily="18" charset="0"/>
                          </a:rPr>
                        </m:ctrlPr>
                      </m:sSubPr>
                      <m:e>
                        <m:r>
                          <a:rPr lang="en-US" i="1" smtClean="0">
                            <a:latin typeface="Cambria Math" panose="02040503050406030204" pitchFamily="18" charset="0"/>
                          </a:rPr>
                          <m:t>𝑚</m:t>
                        </m:r>
                      </m:e>
                      <m:sub>
                        <m:r>
                          <a:rPr lang="en-US" i="1" smtClean="0">
                            <a:latin typeface="Cambria Math" panose="02040503050406030204" pitchFamily="18" charset="0"/>
                          </a:rPr>
                          <m:t>1</m:t>
                        </m:r>
                      </m:sub>
                    </m:sSub>
                    <m:r>
                      <a:rPr lang="en-US" i="1" smtClean="0">
                        <a:latin typeface="Cambria Math" panose="02040503050406030204" pitchFamily="18" charset="0"/>
                      </a:rPr>
                      <m:t> + 2</m:t>
                    </m:r>
                    <m:sSub>
                      <m:sSubPr>
                        <m:ctrlPr>
                          <a:rPr lang="pt-BR" b="0" i="1" smtClean="0">
                            <a:latin typeface="Cambria Math" panose="02040503050406030204" pitchFamily="18" charset="0"/>
                          </a:rPr>
                        </m:ctrlPr>
                      </m:sSubPr>
                      <m:e>
                        <m:r>
                          <a:rPr lang="en-US" i="1" smtClean="0">
                            <a:latin typeface="Cambria Math" panose="02040503050406030204" pitchFamily="18" charset="0"/>
                          </a:rPr>
                          <m:t>𝑚</m:t>
                        </m:r>
                      </m:e>
                      <m:sub>
                        <m:r>
                          <a:rPr lang="en-US" i="1" smtClean="0">
                            <a:latin typeface="Cambria Math" panose="02040503050406030204" pitchFamily="18" charset="0"/>
                          </a:rPr>
                          <m:t>2</m:t>
                        </m:r>
                      </m:sub>
                    </m:sSub>
                    <m:r>
                      <a:rPr lang="en-US" i="1" smtClean="0">
                        <a:latin typeface="Cambria Math" panose="02040503050406030204" pitchFamily="18" charset="0"/>
                      </a:rPr>
                      <m:t> </m:t>
                    </m:r>
                  </m:oMath>
                </a14:m>
                <a:r>
                  <a:rPr lang="en-US"/>
                  <a:t>equivalent currents, </a:t>
                </a:r>
                <a14:m>
                  <m:oMath xmlns:m="http://schemas.openxmlformats.org/officeDocument/2006/math">
                    <m:sSubSup>
                      <m:sSubSupPr>
                        <m:ctrlPr>
                          <a:rPr lang="pt-BR" b="0" i="1" smtClean="0">
                            <a:latin typeface="Cambria Math" panose="02040503050406030204" pitchFamily="18" charset="0"/>
                          </a:rPr>
                        </m:ctrlPr>
                      </m:sSubSupPr>
                      <m:e>
                        <m:r>
                          <a:rPr lang="en-US" i="1" smtClean="0">
                            <a:latin typeface="Cambria Math" panose="02040503050406030204" pitchFamily="18" charset="0"/>
                          </a:rPr>
                          <m:t>𝐽</m:t>
                        </m:r>
                      </m:e>
                      <m:sub>
                        <m:r>
                          <a:rPr lang="en-US" i="1" smtClean="0">
                            <a:latin typeface="Cambria Math" panose="02040503050406030204" pitchFamily="18" charset="0"/>
                          </a:rPr>
                          <m:t>𝑠</m:t>
                        </m:r>
                      </m:sub>
                      <m:sup>
                        <m:r>
                          <a:rPr lang="pt-BR" b="0" i="1" smtClean="0">
                            <a:latin typeface="Cambria Math" panose="02040503050406030204" pitchFamily="18" charset="0"/>
                          </a:rPr>
                          <m:t> </m:t>
                        </m:r>
                      </m:sup>
                    </m:sSubSup>
                  </m:oMath>
                </a14:m>
                <a:r>
                  <a:rPr lang="en-US"/>
                  <a:t> , on each conductor’s boundary, </a:t>
                </a:r>
                <a14:m>
                  <m:oMath xmlns:m="http://schemas.openxmlformats.org/officeDocument/2006/math">
                    <m:r>
                      <a:rPr lang="en-US" i="1" smtClean="0">
                        <a:latin typeface="Cambria Math" panose="02040503050406030204" pitchFamily="18" charset="0"/>
                      </a:rPr>
                      <m:t>𝑐</m:t>
                    </m:r>
                  </m:oMath>
                </a14:m>
                <a:r>
                  <a:rPr lang="en-US"/>
                  <a:t>. </a:t>
                </a:r>
                <a:endParaRPr lang="pt-BR"/>
              </a:p>
            </p:txBody>
          </p:sp>
        </mc:Choice>
        <mc:Fallback>
          <p:sp>
            <p:nvSpPr>
              <p:cNvPr id="22" name="CaixaDeTexto 21">
                <a:extLst>
                  <a:ext uri="{FF2B5EF4-FFF2-40B4-BE49-F238E27FC236}">
                    <a16:creationId xmlns:a16="http://schemas.microsoft.com/office/drawing/2014/main" id="{2E681D8B-2D12-8F34-236D-10DDFFEEBD4E}"/>
                  </a:ext>
                </a:extLst>
              </p:cNvPr>
              <p:cNvSpPr txBox="1">
                <a:spLocks noRot="1" noChangeAspect="1" noMove="1" noResize="1" noEditPoints="1" noAdjustHandles="1" noChangeArrowheads="1" noChangeShapeType="1" noTextEdit="1"/>
              </p:cNvSpPr>
              <p:nvPr/>
            </p:nvSpPr>
            <p:spPr>
              <a:xfrm>
                <a:off x="6102462" y="1412776"/>
                <a:ext cx="5214826" cy="830997"/>
              </a:xfrm>
              <a:prstGeom prst="rect">
                <a:avLst/>
              </a:prstGeom>
              <a:blipFill>
                <a:blip r:embed="rId8"/>
                <a:stretch>
                  <a:fillRect l="-584" t="-2206" b="-8824"/>
                </a:stretch>
              </a:blipFill>
            </p:spPr>
            <p:txBody>
              <a:bodyPr/>
              <a:lstStyle/>
              <a:p>
                <a:r>
                  <a:rPr lang="pt-BR">
                    <a:noFill/>
                  </a:rPr>
                  <a:t> </a:t>
                </a:r>
              </a:p>
            </p:txBody>
          </p:sp>
        </mc:Fallback>
      </mc:AlternateContent>
      <mc:AlternateContent xmlns:mc="http://schemas.openxmlformats.org/markup-compatibility/2006">
        <mc:Choice xmlns:a14="http://schemas.microsoft.com/office/drawing/2010/main" Requires="a14">
          <p:sp>
            <p:nvSpPr>
              <p:cNvPr id="23" name="CaixaDeTexto 22">
                <a:extLst>
                  <a:ext uri="{FF2B5EF4-FFF2-40B4-BE49-F238E27FC236}">
                    <a16:creationId xmlns:a16="http://schemas.microsoft.com/office/drawing/2014/main" id="{B24280F9-EB39-F074-6E63-8C7D3C8875A2}"/>
                  </a:ext>
                </a:extLst>
              </p:cNvPr>
              <p:cNvSpPr txBox="1"/>
              <p:nvPr/>
            </p:nvSpPr>
            <p:spPr>
              <a:xfrm>
                <a:off x="1669375" y="2196375"/>
                <a:ext cx="391326" cy="32438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b="0" i="1" smtClean="0">
                              <a:latin typeface="Cambria Math" panose="02040503050406030204" pitchFamily="18" charset="0"/>
                            </a:rPr>
                            <m:t>𝑐</m:t>
                          </m:r>
                        </m:e>
                        <m:sub>
                          <m:r>
                            <a:rPr lang="pt-BR" sz="1400" b="0" i="1" smtClean="0">
                              <a:latin typeface="Cambria Math" panose="02040503050406030204" pitchFamily="18" charset="0"/>
                            </a:rPr>
                            <m:t>𝑝</m:t>
                          </m:r>
                        </m:sub>
                      </m:sSub>
                    </m:oMath>
                  </m:oMathPara>
                </a14:m>
                <a:endParaRPr lang="pt-BR" sz="1400"/>
              </a:p>
            </p:txBody>
          </p:sp>
        </mc:Choice>
        <mc:Fallback>
          <p:sp>
            <p:nvSpPr>
              <p:cNvPr id="23" name="CaixaDeTexto 22">
                <a:extLst>
                  <a:ext uri="{FF2B5EF4-FFF2-40B4-BE49-F238E27FC236}">
                    <a16:creationId xmlns:a16="http://schemas.microsoft.com/office/drawing/2014/main" id="{B24280F9-EB39-F074-6E63-8C7D3C8875A2}"/>
                  </a:ext>
                </a:extLst>
              </p:cNvPr>
              <p:cNvSpPr txBox="1">
                <a:spLocks noRot="1" noChangeAspect="1" noMove="1" noResize="1" noEditPoints="1" noAdjustHandles="1" noChangeArrowheads="1" noChangeShapeType="1" noTextEdit="1"/>
              </p:cNvSpPr>
              <p:nvPr/>
            </p:nvSpPr>
            <p:spPr>
              <a:xfrm>
                <a:off x="1669375" y="2196375"/>
                <a:ext cx="391326" cy="324384"/>
              </a:xfrm>
              <a:prstGeom prst="rect">
                <a:avLst/>
              </a:prstGeom>
              <a:blipFill>
                <a:blip r:embed="rId9"/>
                <a:stretch>
                  <a:fillRect/>
                </a:stretch>
              </a:blipFill>
            </p:spPr>
            <p:txBody>
              <a:bodyPr/>
              <a:lstStyle/>
              <a:p>
                <a:r>
                  <a:rPr lang="pt-BR">
                    <a:noFill/>
                  </a:rPr>
                  <a:t> </a:t>
                </a:r>
              </a:p>
            </p:txBody>
          </p:sp>
        </mc:Fallback>
      </mc:AlternateContent>
      <mc:AlternateContent xmlns:mc="http://schemas.openxmlformats.org/markup-compatibility/2006">
        <mc:Choice xmlns:a14="http://schemas.microsoft.com/office/drawing/2010/main" Requires="a14">
          <p:sp>
            <p:nvSpPr>
              <p:cNvPr id="24" name="CaixaDeTexto 23">
                <a:extLst>
                  <a:ext uri="{FF2B5EF4-FFF2-40B4-BE49-F238E27FC236}">
                    <a16:creationId xmlns:a16="http://schemas.microsoft.com/office/drawing/2014/main" id="{90D32FCC-9584-B139-A613-4ABFA69CAFD5}"/>
                  </a:ext>
                </a:extLst>
              </p:cNvPr>
              <p:cNvSpPr txBox="1"/>
              <p:nvPr/>
            </p:nvSpPr>
            <p:spPr>
              <a:xfrm>
                <a:off x="4159466" y="2144310"/>
                <a:ext cx="390492" cy="32438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b="0" i="1" smtClean="0">
                              <a:latin typeface="Cambria Math" panose="02040503050406030204" pitchFamily="18" charset="0"/>
                            </a:rPr>
                            <m:t>𝑐</m:t>
                          </m:r>
                        </m:e>
                        <m:sub>
                          <m:r>
                            <a:rPr lang="pt-BR" sz="1400" b="0" i="1" smtClean="0">
                              <a:latin typeface="Cambria Math" panose="02040503050406030204" pitchFamily="18" charset="0"/>
                            </a:rPr>
                            <m:t>𝑞</m:t>
                          </m:r>
                        </m:sub>
                      </m:sSub>
                    </m:oMath>
                  </m:oMathPara>
                </a14:m>
                <a:endParaRPr lang="pt-BR" sz="1400"/>
              </a:p>
            </p:txBody>
          </p:sp>
        </mc:Choice>
        <mc:Fallback>
          <p:sp>
            <p:nvSpPr>
              <p:cNvPr id="24" name="CaixaDeTexto 23">
                <a:extLst>
                  <a:ext uri="{FF2B5EF4-FFF2-40B4-BE49-F238E27FC236}">
                    <a16:creationId xmlns:a16="http://schemas.microsoft.com/office/drawing/2014/main" id="{90D32FCC-9584-B139-A613-4ABFA69CAFD5}"/>
                  </a:ext>
                </a:extLst>
              </p:cNvPr>
              <p:cNvSpPr txBox="1">
                <a:spLocks noRot="1" noChangeAspect="1" noMove="1" noResize="1" noEditPoints="1" noAdjustHandles="1" noChangeArrowheads="1" noChangeShapeType="1" noTextEdit="1"/>
              </p:cNvSpPr>
              <p:nvPr/>
            </p:nvSpPr>
            <p:spPr>
              <a:xfrm>
                <a:off x="4159466" y="2144310"/>
                <a:ext cx="390492" cy="324384"/>
              </a:xfrm>
              <a:prstGeom prst="rect">
                <a:avLst/>
              </a:prstGeom>
              <a:blipFill>
                <a:blip r:embed="rId10"/>
                <a:stretch>
                  <a:fillRect/>
                </a:stretch>
              </a:blipFill>
            </p:spPr>
            <p:txBody>
              <a:bodyPr/>
              <a:lstStyle/>
              <a:p>
                <a:r>
                  <a:rPr lang="pt-BR">
                    <a:noFill/>
                  </a:rPr>
                  <a:t> </a:t>
                </a:r>
              </a:p>
            </p:txBody>
          </p:sp>
        </mc:Fallback>
      </mc:AlternateContent>
      <mc:AlternateContent xmlns:mc="http://schemas.openxmlformats.org/markup-compatibility/2006">
        <mc:Choice xmlns:a14="http://schemas.microsoft.com/office/drawing/2010/main" Requires="a14">
          <p:sp>
            <p:nvSpPr>
              <p:cNvPr id="25" name="CaixaDeTexto 24">
                <a:extLst>
                  <a:ext uri="{FF2B5EF4-FFF2-40B4-BE49-F238E27FC236}">
                    <a16:creationId xmlns:a16="http://schemas.microsoft.com/office/drawing/2014/main" id="{0CB5022C-A688-733F-44D9-60BAA37CE597}"/>
                  </a:ext>
                </a:extLst>
              </p:cNvPr>
              <p:cNvSpPr txBox="1"/>
              <p:nvPr/>
            </p:nvSpPr>
            <p:spPr>
              <a:xfrm>
                <a:off x="4176391" y="2522974"/>
                <a:ext cx="381066"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b="0" i="1" smtClean="0">
                              <a:latin typeface="Cambria Math" panose="02040503050406030204" pitchFamily="18" charset="0"/>
                            </a:rPr>
                            <m:t>𝑐</m:t>
                          </m:r>
                        </m:e>
                        <m:sub>
                          <m:r>
                            <a:rPr lang="pt-BR" sz="1400" b="0" i="1" smtClean="0">
                              <a:latin typeface="Cambria Math" panose="02040503050406030204" pitchFamily="18" charset="0"/>
                            </a:rPr>
                            <m:t>𝑟</m:t>
                          </m:r>
                        </m:sub>
                      </m:sSub>
                    </m:oMath>
                  </m:oMathPara>
                </a14:m>
                <a:endParaRPr lang="pt-BR" sz="1400"/>
              </a:p>
            </p:txBody>
          </p:sp>
        </mc:Choice>
        <mc:Fallback>
          <p:sp>
            <p:nvSpPr>
              <p:cNvPr id="25" name="CaixaDeTexto 24">
                <a:extLst>
                  <a:ext uri="{FF2B5EF4-FFF2-40B4-BE49-F238E27FC236}">
                    <a16:creationId xmlns:a16="http://schemas.microsoft.com/office/drawing/2014/main" id="{0CB5022C-A688-733F-44D9-60BAA37CE597}"/>
                  </a:ext>
                </a:extLst>
              </p:cNvPr>
              <p:cNvSpPr txBox="1">
                <a:spLocks noRot="1" noChangeAspect="1" noMove="1" noResize="1" noEditPoints="1" noAdjustHandles="1" noChangeArrowheads="1" noChangeShapeType="1" noTextEdit="1"/>
              </p:cNvSpPr>
              <p:nvPr/>
            </p:nvSpPr>
            <p:spPr>
              <a:xfrm>
                <a:off x="4176391" y="2522974"/>
                <a:ext cx="381066" cy="307777"/>
              </a:xfrm>
              <a:prstGeom prst="rect">
                <a:avLst/>
              </a:prstGeom>
              <a:blipFill>
                <a:blip r:embed="rId11"/>
                <a:stretch>
                  <a:fillRect/>
                </a:stretch>
              </a:blipFill>
            </p:spPr>
            <p:txBody>
              <a:bodyPr/>
              <a:lstStyle/>
              <a:p>
                <a:r>
                  <a:rPr lang="pt-BR">
                    <a:noFill/>
                  </a:rPr>
                  <a:t> </a:t>
                </a:r>
              </a:p>
            </p:txBody>
          </p:sp>
        </mc:Fallback>
      </mc:AlternateContent>
      <p:grpSp>
        <p:nvGrpSpPr>
          <p:cNvPr id="57" name="Agrupar 56">
            <a:extLst>
              <a:ext uri="{FF2B5EF4-FFF2-40B4-BE49-F238E27FC236}">
                <a16:creationId xmlns:a16="http://schemas.microsoft.com/office/drawing/2014/main" id="{1EACEB1E-8569-0ADF-A8AF-4D5D62DB2487}"/>
              </a:ext>
            </a:extLst>
          </p:cNvPr>
          <p:cNvGrpSpPr/>
          <p:nvPr/>
        </p:nvGrpSpPr>
        <p:grpSpPr>
          <a:xfrm>
            <a:off x="2520585" y="2709335"/>
            <a:ext cx="556716" cy="353943"/>
            <a:chOff x="2520585" y="2709335"/>
            <a:chExt cx="556716" cy="353943"/>
          </a:xfrm>
        </p:grpSpPr>
        <p:grpSp>
          <p:nvGrpSpPr>
            <p:cNvPr id="41" name="Agrupar 40">
              <a:extLst>
                <a:ext uri="{FF2B5EF4-FFF2-40B4-BE49-F238E27FC236}">
                  <a16:creationId xmlns:a16="http://schemas.microsoft.com/office/drawing/2014/main" id="{36A261E2-3099-F4AE-050A-E4A3777B8FD3}"/>
                </a:ext>
              </a:extLst>
            </p:cNvPr>
            <p:cNvGrpSpPr/>
            <p:nvPr/>
          </p:nvGrpSpPr>
          <p:grpSpPr>
            <a:xfrm>
              <a:off x="2520585" y="2889662"/>
              <a:ext cx="108012" cy="107290"/>
              <a:chOff x="2999656" y="3825766"/>
              <a:chExt cx="182880" cy="182880"/>
            </a:xfrm>
          </p:grpSpPr>
          <p:sp>
            <p:nvSpPr>
              <p:cNvPr id="35" name="Elipse 34">
                <a:extLst>
                  <a:ext uri="{FF2B5EF4-FFF2-40B4-BE49-F238E27FC236}">
                    <a16:creationId xmlns:a16="http://schemas.microsoft.com/office/drawing/2014/main" id="{14B214F7-A59E-B555-E985-04636425BEAF}"/>
                  </a:ext>
                </a:extLst>
              </p:cNvPr>
              <p:cNvSpPr/>
              <p:nvPr/>
            </p:nvSpPr>
            <p:spPr>
              <a:xfrm flipH="1" flipV="1">
                <a:off x="2999656" y="3825766"/>
                <a:ext cx="182880" cy="182880"/>
              </a:xfrm>
              <a:prstGeom prst="ellipse">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0" name="Elipse 39">
                <a:extLst>
                  <a:ext uri="{FF2B5EF4-FFF2-40B4-BE49-F238E27FC236}">
                    <a16:creationId xmlns:a16="http://schemas.microsoft.com/office/drawing/2014/main" id="{9C1A9DD7-93DB-EA3C-A5BE-29A6158F003E}"/>
                  </a:ext>
                </a:extLst>
              </p:cNvPr>
              <p:cNvSpPr/>
              <p:nvPr/>
            </p:nvSpPr>
            <p:spPr>
              <a:xfrm flipH="1" flipV="1">
                <a:off x="3075614" y="3901620"/>
                <a:ext cx="30964" cy="31173"/>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mc:AlternateContent xmlns:mc="http://schemas.openxmlformats.org/markup-compatibility/2006">
          <mc:Choice xmlns:a14="http://schemas.microsoft.com/office/drawing/2010/main" Requires="a14">
            <p:sp>
              <p:nvSpPr>
                <p:cNvPr id="56" name="CaixaDeTexto 55">
                  <a:extLst>
                    <a:ext uri="{FF2B5EF4-FFF2-40B4-BE49-F238E27FC236}">
                      <a16:creationId xmlns:a16="http://schemas.microsoft.com/office/drawing/2014/main" id="{27B7F45F-0A58-E36F-0CE7-EF69E31D51D3}"/>
                    </a:ext>
                  </a:extLst>
                </p:cNvPr>
                <p:cNvSpPr txBox="1"/>
                <p:nvPr/>
              </p:nvSpPr>
              <p:spPr>
                <a:xfrm>
                  <a:off x="2583511" y="2709335"/>
                  <a:ext cx="493790" cy="35394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pt-BR" sz="1400" b="0" i="1" smtClean="0">
                                <a:latin typeface="Cambria Math" panose="02040503050406030204" pitchFamily="18" charset="0"/>
                              </a:rPr>
                            </m:ctrlPr>
                          </m:sSubSupPr>
                          <m:e>
                            <m:r>
                              <a:rPr lang="pt-BR" sz="1400" b="0" i="1" smtClean="0">
                                <a:latin typeface="Cambria Math" panose="02040503050406030204" pitchFamily="18" charset="0"/>
                              </a:rPr>
                              <m:t>𝐽</m:t>
                            </m:r>
                          </m:e>
                          <m:sub>
                            <m:r>
                              <a:rPr lang="pt-BR" sz="1400" b="0" i="1" smtClean="0">
                                <a:latin typeface="Cambria Math" panose="02040503050406030204" pitchFamily="18" charset="0"/>
                              </a:rPr>
                              <m:t>𝑠</m:t>
                            </m:r>
                          </m:sub>
                          <m:sup>
                            <m:r>
                              <a:rPr lang="pt-BR" sz="1400" b="0" i="1" smtClean="0">
                                <a:latin typeface="Cambria Math" panose="02040503050406030204" pitchFamily="18" charset="0"/>
                              </a:rPr>
                              <m:t>(</m:t>
                            </m:r>
                            <m:r>
                              <a:rPr lang="pt-BR" sz="1400" b="0" i="1" smtClean="0">
                                <a:latin typeface="Cambria Math" panose="02040503050406030204" pitchFamily="18" charset="0"/>
                              </a:rPr>
                              <m:t>𝑝</m:t>
                            </m:r>
                            <m:r>
                              <a:rPr lang="pt-BR" sz="1400" b="0" i="1" smtClean="0">
                                <a:latin typeface="Cambria Math" panose="02040503050406030204" pitchFamily="18" charset="0"/>
                              </a:rPr>
                              <m:t>)</m:t>
                            </m:r>
                          </m:sup>
                        </m:sSubSup>
                      </m:oMath>
                    </m:oMathPara>
                  </a14:m>
                  <a:endParaRPr lang="pt-BR" sz="1400"/>
                </a:p>
              </p:txBody>
            </p:sp>
          </mc:Choice>
          <mc:Fallback>
            <p:sp>
              <p:nvSpPr>
                <p:cNvPr id="56" name="CaixaDeTexto 55">
                  <a:extLst>
                    <a:ext uri="{FF2B5EF4-FFF2-40B4-BE49-F238E27FC236}">
                      <a16:creationId xmlns:a16="http://schemas.microsoft.com/office/drawing/2014/main" id="{27B7F45F-0A58-E36F-0CE7-EF69E31D51D3}"/>
                    </a:ext>
                  </a:extLst>
                </p:cNvPr>
                <p:cNvSpPr txBox="1">
                  <a:spLocks noRot="1" noChangeAspect="1" noMove="1" noResize="1" noEditPoints="1" noAdjustHandles="1" noChangeArrowheads="1" noChangeShapeType="1" noTextEdit="1"/>
                </p:cNvSpPr>
                <p:nvPr/>
              </p:nvSpPr>
              <p:spPr>
                <a:xfrm>
                  <a:off x="2583511" y="2709335"/>
                  <a:ext cx="493790" cy="353943"/>
                </a:xfrm>
                <a:prstGeom prst="rect">
                  <a:avLst/>
                </a:prstGeom>
                <a:blipFill>
                  <a:blip r:embed="rId12"/>
                  <a:stretch>
                    <a:fillRect b="-1695"/>
                  </a:stretch>
                </a:blipFill>
              </p:spPr>
              <p:txBody>
                <a:bodyPr/>
                <a:lstStyle/>
                <a:p>
                  <a:r>
                    <a:rPr lang="pt-BR">
                      <a:noFill/>
                    </a:rPr>
                    <a:t> </a:t>
                  </a:r>
                </a:p>
              </p:txBody>
            </p:sp>
          </mc:Fallback>
        </mc:AlternateContent>
      </p:grpSp>
      <p:grpSp>
        <p:nvGrpSpPr>
          <p:cNvPr id="59" name="Agrupar 58">
            <a:extLst>
              <a:ext uri="{FF2B5EF4-FFF2-40B4-BE49-F238E27FC236}">
                <a16:creationId xmlns:a16="http://schemas.microsoft.com/office/drawing/2014/main" id="{EA77A0B7-2E7F-36CC-53CB-59515E22ED8F}"/>
              </a:ext>
            </a:extLst>
          </p:cNvPr>
          <p:cNvGrpSpPr/>
          <p:nvPr/>
        </p:nvGrpSpPr>
        <p:grpSpPr>
          <a:xfrm>
            <a:off x="4566811" y="3897052"/>
            <a:ext cx="108012" cy="107290"/>
            <a:chOff x="2999656" y="3825766"/>
            <a:chExt cx="182880" cy="182880"/>
          </a:xfrm>
        </p:grpSpPr>
        <p:sp>
          <p:nvSpPr>
            <p:cNvPr id="61" name="Elipse 60">
              <a:extLst>
                <a:ext uri="{FF2B5EF4-FFF2-40B4-BE49-F238E27FC236}">
                  <a16:creationId xmlns:a16="http://schemas.microsoft.com/office/drawing/2014/main" id="{A92396E5-A5D1-1FEA-76A9-E176AE7DEEDB}"/>
                </a:ext>
              </a:extLst>
            </p:cNvPr>
            <p:cNvSpPr/>
            <p:nvPr/>
          </p:nvSpPr>
          <p:spPr>
            <a:xfrm flipH="1" flipV="1">
              <a:off x="2999656" y="3825766"/>
              <a:ext cx="182880" cy="182880"/>
            </a:xfrm>
            <a:prstGeom prst="ellipse">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2" name="Elipse 61">
              <a:extLst>
                <a:ext uri="{FF2B5EF4-FFF2-40B4-BE49-F238E27FC236}">
                  <a16:creationId xmlns:a16="http://schemas.microsoft.com/office/drawing/2014/main" id="{7B3B77B0-4027-F8FB-6DFD-58C96E710B3F}"/>
                </a:ext>
              </a:extLst>
            </p:cNvPr>
            <p:cNvSpPr/>
            <p:nvPr/>
          </p:nvSpPr>
          <p:spPr>
            <a:xfrm flipH="1" flipV="1">
              <a:off x="3075614" y="3901620"/>
              <a:ext cx="30964" cy="31173"/>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mc:AlternateContent xmlns:mc="http://schemas.openxmlformats.org/markup-compatibility/2006">
        <mc:Choice xmlns:a14="http://schemas.microsoft.com/office/drawing/2010/main" Requires="a14">
          <p:sp>
            <p:nvSpPr>
              <p:cNvPr id="60" name="CaixaDeTexto 59">
                <a:extLst>
                  <a:ext uri="{FF2B5EF4-FFF2-40B4-BE49-F238E27FC236}">
                    <a16:creationId xmlns:a16="http://schemas.microsoft.com/office/drawing/2014/main" id="{8367181B-B174-7222-9059-AD9CC7B667D9}"/>
                  </a:ext>
                </a:extLst>
              </p:cNvPr>
              <p:cNvSpPr txBox="1"/>
              <p:nvPr/>
            </p:nvSpPr>
            <p:spPr>
              <a:xfrm>
                <a:off x="4319916" y="3515811"/>
                <a:ext cx="493790" cy="35394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pt-BR" sz="1400" b="0" i="1" smtClean="0">
                              <a:latin typeface="Cambria Math" panose="02040503050406030204" pitchFamily="18" charset="0"/>
                            </a:rPr>
                          </m:ctrlPr>
                        </m:sSubSupPr>
                        <m:e>
                          <m:r>
                            <a:rPr lang="pt-BR" sz="1400" b="0" i="1" smtClean="0">
                              <a:latin typeface="Cambria Math" panose="02040503050406030204" pitchFamily="18" charset="0"/>
                            </a:rPr>
                            <m:t>𝐽</m:t>
                          </m:r>
                        </m:e>
                        <m:sub>
                          <m:r>
                            <a:rPr lang="pt-BR" sz="1400" b="0" i="1" smtClean="0">
                              <a:latin typeface="Cambria Math" panose="02040503050406030204" pitchFamily="18" charset="0"/>
                            </a:rPr>
                            <m:t>𝑠</m:t>
                          </m:r>
                        </m:sub>
                        <m:sup>
                          <m:r>
                            <a:rPr lang="pt-BR" sz="1400" b="0" i="1" smtClean="0">
                              <a:latin typeface="Cambria Math" panose="02040503050406030204" pitchFamily="18" charset="0"/>
                            </a:rPr>
                            <m:t>(</m:t>
                          </m:r>
                          <m:r>
                            <a:rPr lang="en-US" sz="1400" b="0" i="1" smtClean="0">
                              <a:latin typeface="Cambria Math" panose="02040503050406030204" pitchFamily="18" charset="0"/>
                            </a:rPr>
                            <m:t>𝑟</m:t>
                          </m:r>
                          <m:r>
                            <a:rPr lang="pt-BR" sz="1400" b="0" i="1" smtClean="0">
                              <a:latin typeface="Cambria Math" panose="02040503050406030204" pitchFamily="18" charset="0"/>
                            </a:rPr>
                            <m:t>)</m:t>
                          </m:r>
                        </m:sup>
                      </m:sSubSup>
                    </m:oMath>
                  </m:oMathPara>
                </a14:m>
                <a:endParaRPr lang="pt-BR" sz="1400"/>
              </a:p>
            </p:txBody>
          </p:sp>
        </mc:Choice>
        <mc:Fallback>
          <p:sp>
            <p:nvSpPr>
              <p:cNvPr id="60" name="CaixaDeTexto 59">
                <a:extLst>
                  <a:ext uri="{FF2B5EF4-FFF2-40B4-BE49-F238E27FC236}">
                    <a16:creationId xmlns:a16="http://schemas.microsoft.com/office/drawing/2014/main" id="{8367181B-B174-7222-9059-AD9CC7B667D9}"/>
                  </a:ext>
                </a:extLst>
              </p:cNvPr>
              <p:cNvSpPr txBox="1">
                <a:spLocks noRot="1" noChangeAspect="1" noMove="1" noResize="1" noEditPoints="1" noAdjustHandles="1" noChangeArrowheads="1" noChangeShapeType="1" noTextEdit="1"/>
              </p:cNvSpPr>
              <p:nvPr/>
            </p:nvSpPr>
            <p:spPr>
              <a:xfrm>
                <a:off x="4319916" y="3515811"/>
                <a:ext cx="493790" cy="353943"/>
              </a:xfrm>
              <a:prstGeom prst="rect">
                <a:avLst/>
              </a:prstGeom>
              <a:blipFill>
                <a:blip r:embed="rId13"/>
                <a:stretch>
                  <a:fillRect b="-3448"/>
                </a:stretch>
              </a:blipFill>
            </p:spPr>
            <p:txBody>
              <a:bodyPr/>
              <a:lstStyle/>
              <a:p>
                <a:r>
                  <a:rPr lang="pt-BR">
                    <a:noFill/>
                  </a:rPr>
                  <a:t> </a:t>
                </a:r>
              </a:p>
            </p:txBody>
          </p:sp>
        </mc:Fallback>
      </mc:AlternateContent>
      <p:grpSp>
        <p:nvGrpSpPr>
          <p:cNvPr id="64" name="Agrupar 63">
            <a:extLst>
              <a:ext uri="{FF2B5EF4-FFF2-40B4-BE49-F238E27FC236}">
                <a16:creationId xmlns:a16="http://schemas.microsoft.com/office/drawing/2014/main" id="{20ED0C21-A564-8B2B-7F3E-561F7B10F9B6}"/>
              </a:ext>
            </a:extLst>
          </p:cNvPr>
          <p:cNvGrpSpPr/>
          <p:nvPr/>
        </p:nvGrpSpPr>
        <p:grpSpPr>
          <a:xfrm>
            <a:off x="5177204" y="3186036"/>
            <a:ext cx="556716" cy="353943"/>
            <a:chOff x="2520585" y="2709335"/>
            <a:chExt cx="556716" cy="353943"/>
          </a:xfrm>
        </p:grpSpPr>
        <p:grpSp>
          <p:nvGrpSpPr>
            <p:cNvPr id="65" name="Agrupar 64">
              <a:extLst>
                <a:ext uri="{FF2B5EF4-FFF2-40B4-BE49-F238E27FC236}">
                  <a16:creationId xmlns:a16="http://schemas.microsoft.com/office/drawing/2014/main" id="{3FCAB255-2CBA-DE91-7761-95CF02D95D33}"/>
                </a:ext>
              </a:extLst>
            </p:cNvPr>
            <p:cNvGrpSpPr/>
            <p:nvPr/>
          </p:nvGrpSpPr>
          <p:grpSpPr>
            <a:xfrm>
              <a:off x="2520585" y="2889662"/>
              <a:ext cx="108012" cy="107290"/>
              <a:chOff x="2999656" y="3825766"/>
              <a:chExt cx="182880" cy="182880"/>
            </a:xfrm>
          </p:grpSpPr>
          <p:sp>
            <p:nvSpPr>
              <p:cNvPr id="67" name="Elipse 66">
                <a:extLst>
                  <a:ext uri="{FF2B5EF4-FFF2-40B4-BE49-F238E27FC236}">
                    <a16:creationId xmlns:a16="http://schemas.microsoft.com/office/drawing/2014/main" id="{05E59004-D7D4-347B-AB8C-B21BE4DD3485}"/>
                  </a:ext>
                </a:extLst>
              </p:cNvPr>
              <p:cNvSpPr/>
              <p:nvPr/>
            </p:nvSpPr>
            <p:spPr>
              <a:xfrm flipH="1" flipV="1">
                <a:off x="2999656" y="3825766"/>
                <a:ext cx="182880" cy="182880"/>
              </a:xfrm>
              <a:prstGeom prst="ellipse">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8" name="Elipse 67">
                <a:extLst>
                  <a:ext uri="{FF2B5EF4-FFF2-40B4-BE49-F238E27FC236}">
                    <a16:creationId xmlns:a16="http://schemas.microsoft.com/office/drawing/2014/main" id="{71F265C2-8540-8CE3-9E21-D95BF119043A}"/>
                  </a:ext>
                </a:extLst>
              </p:cNvPr>
              <p:cNvSpPr/>
              <p:nvPr/>
            </p:nvSpPr>
            <p:spPr>
              <a:xfrm flipH="1" flipV="1">
                <a:off x="3075614" y="3901620"/>
                <a:ext cx="30964" cy="31173"/>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mc:AlternateContent xmlns:mc="http://schemas.openxmlformats.org/markup-compatibility/2006">
          <mc:Choice xmlns:a14="http://schemas.microsoft.com/office/drawing/2010/main" Requires="a14">
            <p:sp>
              <p:nvSpPr>
                <p:cNvPr id="66" name="CaixaDeTexto 65">
                  <a:extLst>
                    <a:ext uri="{FF2B5EF4-FFF2-40B4-BE49-F238E27FC236}">
                      <a16:creationId xmlns:a16="http://schemas.microsoft.com/office/drawing/2014/main" id="{103A5FD8-1C86-1CCC-FA77-7168A55B09CC}"/>
                    </a:ext>
                  </a:extLst>
                </p:cNvPr>
                <p:cNvSpPr txBox="1"/>
                <p:nvPr/>
              </p:nvSpPr>
              <p:spPr>
                <a:xfrm>
                  <a:off x="2583511" y="2709335"/>
                  <a:ext cx="493790" cy="35394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pt-BR" sz="1400" b="0" i="1" smtClean="0">
                                <a:latin typeface="Cambria Math" panose="02040503050406030204" pitchFamily="18" charset="0"/>
                              </a:rPr>
                            </m:ctrlPr>
                          </m:sSubSupPr>
                          <m:e>
                            <m:r>
                              <a:rPr lang="pt-BR" sz="1400" b="0" i="1" smtClean="0">
                                <a:latin typeface="Cambria Math" panose="02040503050406030204" pitchFamily="18" charset="0"/>
                              </a:rPr>
                              <m:t>𝐽</m:t>
                            </m:r>
                          </m:e>
                          <m:sub>
                            <m:r>
                              <a:rPr lang="pt-BR" sz="1400" b="0" i="1" smtClean="0">
                                <a:latin typeface="Cambria Math" panose="02040503050406030204" pitchFamily="18" charset="0"/>
                              </a:rPr>
                              <m:t>𝑠</m:t>
                            </m:r>
                          </m:sub>
                          <m:sup>
                            <m:r>
                              <a:rPr lang="pt-BR" sz="1400" b="0" i="1" smtClean="0">
                                <a:latin typeface="Cambria Math" panose="02040503050406030204" pitchFamily="18" charset="0"/>
                              </a:rPr>
                              <m:t>(</m:t>
                            </m:r>
                            <m:r>
                              <a:rPr lang="en-US" sz="1400" b="0" i="1" smtClean="0">
                                <a:latin typeface="Cambria Math" panose="02040503050406030204" pitchFamily="18" charset="0"/>
                              </a:rPr>
                              <m:t>𝑞</m:t>
                            </m:r>
                            <m:r>
                              <a:rPr lang="pt-BR" sz="1400" b="0" i="1" smtClean="0">
                                <a:latin typeface="Cambria Math" panose="02040503050406030204" pitchFamily="18" charset="0"/>
                              </a:rPr>
                              <m:t>)</m:t>
                            </m:r>
                          </m:sup>
                        </m:sSubSup>
                      </m:oMath>
                    </m:oMathPara>
                  </a14:m>
                  <a:endParaRPr lang="pt-BR" sz="1400"/>
                </a:p>
              </p:txBody>
            </p:sp>
          </mc:Choice>
          <mc:Fallback>
            <p:sp>
              <p:nvSpPr>
                <p:cNvPr id="66" name="CaixaDeTexto 65">
                  <a:extLst>
                    <a:ext uri="{FF2B5EF4-FFF2-40B4-BE49-F238E27FC236}">
                      <a16:creationId xmlns:a16="http://schemas.microsoft.com/office/drawing/2014/main" id="{103A5FD8-1C86-1CCC-FA77-7168A55B09CC}"/>
                    </a:ext>
                  </a:extLst>
                </p:cNvPr>
                <p:cNvSpPr txBox="1">
                  <a:spLocks noRot="1" noChangeAspect="1" noMove="1" noResize="1" noEditPoints="1" noAdjustHandles="1" noChangeArrowheads="1" noChangeShapeType="1" noTextEdit="1"/>
                </p:cNvSpPr>
                <p:nvPr/>
              </p:nvSpPr>
              <p:spPr>
                <a:xfrm>
                  <a:off x="2583511" y="2709335"/>
                  <a:ext cx="493790" cy="353943"/>
                </a:xfrm>
                <a:prstGeom prst="rect">
                  <a:avLst/>
                </a:prstGeom>
                <a:blipFill>
                  <a:blip r:embed="rId14"/>
                  <a:stretch>
                    <a:fillRect b="-3448"/>
                  </a:stretch>
                </a:blipFill>
              </p:spPr>
              <p:txBody>
                <a:bodyPr/>
                <a:lstStyle/>
                <a:p>
                  <a:r>
                    <a:rPr lang="pt-BR">
                      <a:noFill/>
                    </a:rPr>
                    <a:t> </a:t>
                  </a:r>
                </a:p>
              </p:txBody>
            </p:sp>
          </mc:Fallback>
        </mc:AlternateContent>
      </p:grpSp>
      <mc:AlternateContent xmlns:mc="http://schemas.openxmlformats.org/markup-compatibility/2006">
        <mc:Choice xmlns:a14="http://schemas.microsoft.com/office/drawing/2010/main" Requires="a14">
          <p:sp>
            <p:nvSpPr>
              <p:cNvPr id="69" name="CaixaDeTexto 68">
                <a:extLst>
                  <a:ext uri="{FF2B5EF4-FFF2-40B4-BE49-F238E27FC236}">
                    <a16:creationId xmlns:a16="http://schemas.microsoft.com/office/drawing/2014/main" id="{FC60B356-1ADE-381F-211A-58EAAC72A0C0}"/>
                  </a:ext>
                </a:extLst>
              </p:cNvPr>
              <p:cNvSpPr txBox="1"/>
              <p:nvPr/>
            </p:nvSpPr>
            <p:spPr>
              <a:xfrm>
                <a:off x="6096000" y="2348880"/>
                <a:ext cx="5221288" cy="849976"/>
              </a:xfrm>
              <a:prstGeom prst="rect">
                <a:avLst/>
              </a:prstGeom>
              <a:noFill/>
            </p:spPr>
            <p:txBody>
              <a:bodyPr wrap="square">
                <a:spAutoFit/>
              </a:bodyPr>
              <a:lstStyle>
                <a:defPPr>
                  <a:defRPr lang="pt-BR"/>
                </a:defPPr>
                <a:lvl1pPr>
                  <a:defRPr sz="1600"/>
                </a:lvl1pPr>
              </a:lstStyle>
              <a:p>
                <a:r>
                  <a:rPr lang="en-US"/>
                  <a:t>The longitudinal electric field on the boundary of the conductors, </a:t>
                </a:r>
                <a14:m>
                  <m:oMath xmlns:m="http://schemas.openxmlformats.org/officeDocument/2006/math">
                    <m:sSubSup>
                      <m:sSubSupPr>
                        <m:ctrlPr>
                          <a:rPr lang="pt-BR" b="0" i="1" smtClean="0">
                            <a:latin typeface="Cambria Math" panose="02040503050406030204" pitchFamily="18" charset="0"/>
                          </a:rPr>
                        </m:ctrlPr>
                      </m:sSubSupPr>
                      <m:e>
                        <m:r>
                          <m:rPr>
                            <m:sty m:val="p"/>
                          </m:rPr>
                          <a:rPr lang="pt-BR" b="0" i="0" smtClean="0">
                            <a:latin typeface="Cambria Math" panose="02040503050406030204" pitchFamily="18" charset="0"/>
                          </a:rPr>
                          <m:t>E</m:t>
                        </m:r>
                      </m:e>
                      <m:sub>
                        <m:r>
                          <m:rPr>
                            <m:sty m:val="p"/>
                          </m:rPr>
                          <a:rPr lang="pt-BR" b="0" i="0" smtClean="0">
                            <a:latin typeface="Cambria Math" panose="02040503050406030204" pitchFamily="18" charset="0"/>
                          </a:rPr>
                          <m:t>z</m:t>
                        </m:r>
                      </m:sub>
                      <m:sup>
                        <m:r>
                          <a:rPr lang="pt-BR" b="0" i="1" smtClean="0">
                            <a:latin typeface="Cambria Math" panose="02040503050406030204" pitchFamily="18" charset="0"/>
                          </a:rPr>
                          <m:t> </m:t>
                        </m:r>
                      </m:sup>
                    </m:sSubSup>
                    <m:r>
                      <a:rPr lang="pt-BR" b="0" i="1" smtClean="0">
                        <a:latin typeface="Cambria Math" panose="02040503050406030204" pitchFamily="18" charset="0"/>
                      </a:rPr>
                      <m:t> (</m:t>
                    </m:r>
                    <m:sSub>
                      <m:sSubPr>
                        <m:ctrlPr>
                          <a:rPr lang="pt-BR" i="1">
                            <a:latin typeface="Cambria Math" panose="02040503050406030204" pitchFamily="18" charset="0"/>
                          </a:rPr>
                        </m:ctrlPr>
                      </m:sSubPr>
                      <m:e>
                        <m:r>
                          <a:rPr lang="pt-BR" i="1">
                            <a:latin typeface="Cambria Math" panose="02040503050406030204" pitchFamily="18" charset="0"/>
                          </a:rPr>
                          <m:t>𝜃</m:t>
                        </m:r>
                      </m:e>
                      <m:sub>
                        <m:r>
                          <a:rPr lang="pt-BR" i="1">
                            <a:latin typeface="Cambria Math" panose="02040503050406030204" pitchFamily="18" charset="0"/>
                          </a:rPr>
                          <m:t>𝑝</m:t>
                        </m:r>
                      </m:sub>
                    </m:sSub>
                    <m:r>
                      <a:rPr lang="pt-BR" i="1">
                        <a:latin typeface="Cambria Math" panose="02040503050406030204" pitchFamily="18" charset="0"/>
                      </a:rPr>
                      <m:t>)</m:t>
                    </m:r>
                  </m:oMath>
                </a14:m>
                <a:r>
                  <a:rPr lang="en-US"/>
                  <a:t>, can be expand by a truncated Fourier series</a:t>
                </a:r>
                <a:r>
                  <a:rPr lang="pt-BR"/>
                  <a:t>:</a:t>
                </a:r>
              </a:p>
            </p:txBody>
          </p:sp>
        </mc:Choice>
        <mc:Fallback>
          <p:sp>
            <p:nvSpPr>
              <p:cNvPr id="69" name="CaixaDeTexto 68">
                <a:extLst>
                  <a:ext uri="{FF2B5EF4-FFF2-40B4-BE49-F238E27FC236}">
                    <a16:creationId xmlns:a16="http://schemas.microsoft.com/office/drawing/2014/main" id="{FC60B356-1ADE-381F-211A-58EAAC72A0C0}"/>
                  </a:ext>
                </a:extLst>
              </p:cNvPr>
              <p:cNvSpPr txBox="1">
                <a:spLocks noRot="1" noChangeAspect="1" noMove="1" noResize="1" noEditPoints="1" noAdjustHandles="1" noChangeArrowheads="1" noChangeShapeType="1" noTextEdit="1"/>
              </p:cNvSpPr>
              <p:nvPr/>
            </p:nvSpPr>
            <p:spPr>
              <a:xfrm>
                <a:off x="6096000" y="2348880"/>
                <a:ext cx="5221288" cy="849976"/>
              </a:xfrm>
              <a:prstGeom prst="rect">
                <a:avLst/>
              </a:prstGeom>
              <a:blipFill>
                <a:blip r:embed="rId15"/>
                <a:stretch>
                  <a:fillRect l="-583" t="-2143" b="-7857"/>
                </a:stretch>
              </a:blipFill>
            </p:spPr>
            <p:txBody>
              <a:bodyPr/>
              <a:lstStyle/>
              <a:p>
                <a:r>
                  <a:rPr lang="pt-BR">
                    <a:noFill/>
                  </a:rPr>
                  <a:t> </a:t>
                </a:r>
              </a:p>
            </p:txBody>
          </p:sp>
        </mc:Fallback>
      </mc:AlternateContent>
      <mc:AlternateContent xmlns:mc="http://schemas.openxmlformats.org/markup-compatibility/2006">
        <mc:Choice xmlns:a14="http://schemas.microsoft.com/office/drawing/2010/main" Requires="a14">
          <p:sp>
            <p:nvSpPr>
              <p:cNvPr id="72" name="CaixaDeTexto 71">
                <a:extLst>
                  <a:ext uri="{FF2B5EF4-FFF2-40B4-BE49-F238E27FC236}">
                    <a16:creationId xmlns:a16="http://schemas.microsoft.com/office/drawing/2014/main" id="{2B2252D7-BDB0-0800-4153-D51498FB71FE}"/>
                  </a:ext>
                </a:extLst>
              </p:cNvPr>
              <p:cNvSpPr txBox="1"/>
              <p:nvPr/>
            </p:nvSpPr>
            <p:spPr>
              <a:xfrm>
                <a:off x="6106273" y="3290319"/>
                <a:ext cx="5190639" cy="858761"/>
              </a:xfrm>
              <a:prstGeom prst="rect">
                <a:avLst/>
              </a:prstGeom>
              <a:noFill/>
            </p:spPr>
            <p:txBody>
              <a:bodyPr wrap="square">
                <a:spAutoFit/>
              </a:bodyPr>
              <a:lstStyle>
                <a:defPPr>
                  <a:defRPr lang="pt-BR"/>
                </a:defPPr>
                <a:lvl1pPr>
                  <a:defRPr sz="1600"/>
                </a:lvl1pPr>
              </a:lstStyle>
              <a:p>
                <a14:m>
                  <m:oMathPara xmlns:m="http://schemas.openxmlformats.org/officeDocument/2006/math">
                    <m:oMathParaPr>
                      <m:jc m:val="centerGroup"/>
                    </m:oMathParaPr>
                    <m:oMath xmlns:m="http://schemas.openxmlformats.org/officeDocument/2006/math">
                      <m:sSubSup>
                        <m:sSubSupPr>
                          <m:ctrlPr>
                            <a:rPr lang="pt-BR" b="0" i="0" smtClean="0">
                              <a:latin typeface="Cambria Math" panose="02040503050406030204" pitchFamily="18" charset="0"/>
                            </a:rPr>
                          </m:ctrlPr>
                        </m:sSubSupPr>
                        <m:e>
                          <m:r>
                            <m:rPr>
                              <m:sty m:val="p"/>
                            </m:rPr>
                            <a:rPr lang="pt-BR" b="0" i="0" smtClean="0">
                              <a:latin typeface="Cambria Math" panose="02040503050406030204" pitchFamily="18" charset="0"/>
                            </a:rPr>
                            <m:t>E</m:t>
                          </m:r>
                        </m:e>
                        <m:sub>
                          <m:r>
                            <m:rPr>
                              <m:sty m:val="p"/>
                            </m:rPr>
                            <a:rPr lang="pt-BR" b="0" i="0" smtClean="0">
                              <a:latin typeface="Cambria Math" panose="02040503050406030204" pitchFamily="18" charset="0"/>
                            </a:rPr>
                            <m:t>z</m:t>
                          </m:r>
                        </m:sub>
                        <m:sup>
                          <m:d>
                            <m:dPr>
                              <m:ctrlPr>
                                <a:rPr lang="pt-BR" b="0" i="1" smtClean="0">
                                  <a:latin typeface="Cambria Math" panose="02040503050406030204" pitchFamily="18" charset="0"/>
                                </a:rPr>
                              </m:ctrlPr>
                            </m:dPr>
                            <m:e>
                              <m:r>
                                <a:rPr lang="pt-BR" b="0" i="1" smtClean="0">
                                  <a:latin typeface="Cambria Math" panose="02040503050406030204" pitchFamily="18" charset="0"/>
                                </a:rPr>
                                <m:t>𝑝</m:t>
                              </m:r>
                            </m:e>
                          </m:d>
                        </m:sup>
                      </m:sSubSup>
                      <m:r>
                        <a:rPr lang="pt-BR" b="0" i="1" smtClean="0">
                          <a:latin typeface="Cambria Math" panose="02040503050406030204" pitchFamily="18" charset="0"/>
                        </a:rPr>
                        <m:t>(</m:t>
                      </m:r>
                      <m:sSub>
                        <m:sSubPr>
                          <m:ctrlPr>
                            <a:rPr lang="pt-BR" b="0" i="1" smtClean="0">
                              <a:latin typeface="Cambria Math" panose="02040503050406030204" pitchFamily="18" charset="0"/>
                            </a:rPr>
                          </m:ctrlPr>
                        </m:sSubPr>
                        <m:e>
                          <m:r>
                            <a:rPr lang="pt-BR" b="0" i="1" smtClean="0">
                              <a:latin typeface="Cambria Math" panose="02040503050406030204" pitchFamily="18" charset="0"/>
                            </a:rPr>
                            <m:t>𝜃</m:t>
                          </m:r>
                        </m:e>
                        <m:sub>
                          <m:r>
                            <a:rPr lang="pt-BR" b="0" i="1" smtClean="0">
                              <a:latin typeface="Cambria Math" panose="02040503050406030204" pitchFamily="18" charset="0"/>
                            </a:rPr>
                            <m:t>𝑝</m:t>
                          </m:r>
                        </m:sub>
                      </m:sSub>
                      <m:r>
                        <a:rPr lang="pt-BR" b="0" i="1" smtClean="0">
                          <a:latin typeface="Cambria Math" panose="02040503050406030204" pitchFamily="18" charset="0"/>
                        </a:rPr>
                        <m:t>)</m:t>
                      </m:r>
                      <m:r>
                        <a:rPr lang="pt-BR" b="0">
                          <a:latin typeface="Cambria Math" panose="02040503050406030204" pitchFamily="18" charset="0"/>
                        </a:rPr>
                        <m:t>=</m:t>
                      </m:r>
                      <m:nary>
                        <m:naryPr>
                          <m:chr m:val="∑"/>
                          <m:ctrlPr>
                            <a:rPr lang="pt-BR" b="0" i="1" smtClean="0">
                              <a:latin typeface="Cambria Math" panose="02040503050406030204" pitchFamily="18" charset="0"/>
                            </a:rPr>
                          </m:ctrlPr>
                        </m:naryPr>
                        <m:sub>
                          <m:r>
                            <m:rPr>
                              <m:brk m:alnAt="23"/>
                            </m:rPr>
                            <a:rPr lang="pt-BR" b="0" i="1" smtClean="0">
                              <a:latin typeface="Cambria Math" panose="02040503050406030204" pitchFamily="18" charset="0"/>
                            </a:rPr>
                            <m:t>𝑛</m:t>
                          </m:r>
                          <m:r>
                            <a:rPr lang="pt-BR" b="0" i="1" smtClean="0">
                              <a:latin typeface="Cambria Math" panose="02040503050406030204" pitchFamily="18" charset="0"/>
                            </a:rPr>
                            <m:t>=−</m:t>
                          </m:r>
                          <m:sSub>
                            <m:sSubPr>
                              <m:ctrlPr>
                                <a:rPr lang="pt-BR" b="0" i="1" smtClean="0">
                                  <a:latin typeface="Cambria Math" panose="02040503050406030204" pitchFamily="18" charset="0"/>
                                </a:rPr>
                              </m:ctrlPr>
                            </m:sSubPr>
                            <m:e>
                              <m:r>
                                <m:rPr>
                                  <m:brk m:alnAt="23"/>
                                </m:rPr>
                                <a:rPr lang="pt-BR" b="0" i="1" smtClean="0">
                                  <a:latin typeface="Cambria Math" panose="02040503050406030204" pitchFamily="18" charset="0"/>
                                </a:rPr>
                                <m:t>𝑁</m:t>
                              </m:r>
                            </m:e>
                            <m:sub>
                              <m:r>
                                <m:rPr>
                                  <m:brk m:alnAt="23"/>
                                </m:rPr>
                                <a:rPr lang="pt-BR" b="0" i="1" smtClean="0">
                                  <a:latin typeface="Cambria Math" panose="02040503050406030204" pitchFamily="18" charset="0"/>
                                </a:rPr>
                                <m:t>𝑝</m:t>
                              </m:r>
                            </m:sub>
                          </m:sSub>
                        </m:sub>
                        <m:sup>
                          <m:sSub>
                            <m:sSubPr>
                              <m:ctrlPr>
                                <a:rPr lang="pt-BR" i="1">
                                  <a:latin typeface="Cambria Math" panose="02040503050406030204" pitchFamily="18" charset="0"/>
                                </a:rPr>
                              </m:ctrlPr>
                            </m:sSubPr>
                            <m:e>
                              <m:r>
                                <m:rPr>
                                  <m:brk m:alnAt="23"/>
                                </m:rPr>
                                <a:rPr lang="pt-BR" i="1">
                                  <a:latin typeface="Cambria Math" panose="02040503050406030204" pitchFamily="18" charset="0"/>
                                </a:rPr>
                                <m:t>𝑁</m:t>
                              </m:r>
                            </m:e>
                            <m:sub>
                              <m:r>
                                <m:rPr>
                                  <m:brk m:alnAt="23"/>
                                </m:rPr>
                                <a:rPr lang="pt-BR" i="1">
                                  <a:latin typeface="Cambria Math" panose="02040503050406030204" pitchFamily="18" charset="0"/>
                                </a:rPr>
                                <m:t>𝑝</m:t>
                              </m:r>
                            </m:sub>
                          </m:sSub>
                        </m:sup>
                        <m:e>
                          <m:sSubSup>
                            <m:sSubSupPr>
                              <m:ctrlPr>
                                <a:rPr lang="pt-BR" b="0" i="1" smtClean="0">
                                  <a:latin typeface="Cambria Math" panose="02040503050406030204" pitchFamily="18" charset="0"/>
                                </a:rPr>
                              </m:ctrlPr>
                            </m:sSubSupPr>
                            <m:e>
                              <m:r>
                                <a:rPr lang="pt-BR" b="0" i="1" smtClean="0">
                                  <a:latin typeface="Cambria Math" panose="02040503050406030204" pitchFamily="18" charset="0"/>
                                </a:rPr>
                                <m:t>𝐸</m:t>
                              </m:r>
                            </m:e>
                            <m:sub>
                              <m:r>
                                <a:rPr lang="pt-BR" b="0" i="1" smtClean="0">
                                  <a:latin typeface="Cambria Math" panose="02040503050406030204" pitchFamily="18" charset="0"/>
                                </a:rPr>
                                <m:t>𝑛</m:t>
                              </m:r>
                            </m:sub>
                            <m:sup>
                              <m:r>
                                <a:rPr lang="pt-BR" b="0" i="1" smtClean="0">
                                  <a:latin typeface="Cambria Math" panose="02040503050406030204" pitchFamily="18" charset="0"/>
                                </a:rPr>
                                <m:t>(</m:t>
                              </m:r>
                              <m:r>
                                <a:rPr lang="pt-BR" b="0" i="1" smtClean="0">
                                  <a:latin typeface="Cambria Math" panose="02040503050406030204" pitchFamily="18" charset="0"/>
                                </a:rPr>
                                <m:t>𝑝</m:t>
                              </m:r>
                              <m:r>
                                <a:rPr lang="pt-BR" b="0" i="1" smtClean="0">
                                  <a:latin typeface="Cambria Math" panose="02040503050406030204" pitchFamily="18" charset="0"/>
                                </a:rPr>
                                <m:t>)</m:t>
                              </m:r>
                            </m:sup>
                          </m:sSubSup>
                          <m:sSup>
                            <m:sSupPr>
                              <m:ctrlPr>
                                <a:rPr lang="pt-BR" b="0" i="1" smtClean="0">
                                  <a:latin typeface="Cambria Math" panose="02040503050406030204" pitchFamily="18" charset="0"/>
                                </a:rPr>
                              </m:ctrlPr>
                            </m:sSupPr>
                            <m:e>
                              <m:r>
                                <a:rPr lang="pt-BR" b="0" i="1" smtClean="0">
                                  <a:latin typeface="Cambria Math" panose="02040503050406030204" pitchFamily="18" charset="0"/>
                                </a:rPr>
                                <m:t>𝑒</m:t>
                              </m:r>
                            </m:e>
                            <m:sup>
                              <m:r>
                                <a:rPr lang="pt-BR" b="0" i="1" smtClean="0">
                                  <a:latin typeface="Cambria Math" panose="02040503050406030204" pitchFamily="18" charset="0"/>
                                </a:rPr>
                                <m:t>𝑗𝑛</m:t>
                              </m:r>
                              <m:sSub>
                                <m:sSubPr>
                                  <m:ctrlPr>
                                    <a:rPr lang="pt-BR" b="0" i="1" smtClean="0">
                                      <a:latin typeface="Cambria Math" panose="02040503050406030204" pitchFamily="18" charset="0"/>
                                    </a:rPr>
                                  </m:ctrlPr>
                                </m:sSubPr>
                                <m:e>
                                  <m:r>
                                    <a:rPr lang="pt-BR" b="0" i="1" smtClean="0">
                                      <a:latin typeface="Cambria Math" panose="02040503050406030204" pitchFamily="18" charset="0"/>
                                    </a:rPr>
                                    <m:t>𝜃</m:t>
                                  </m:r>
                                </m:e>
                                <m:sub>
                                  <m:r>
                                    <a:rPr lang="pt-BR" b="0" i="1" smtClean="0">
                                      <a:latin typeface="Cambria Math" panose="02040503050406030204" pitchFamily="18" charset="0"/>
                                    </a:rPr>
                                    <m:t>𝑝</m:t>
                                  </m:r>
                                </m:sub>
                              </m:sSub>
                            </m:sup>
                          </m:sSup>
                        </m:e>
                      </m:nary>
                    </m:oMath>
                  </m:oMathPara>
                </a14:m>
                <a:endParaRPr lang="en-US"/>
              </a:p>
            </p:txBody>
          </p:sp>
        </mc:Choice>
        <mc:Fallback>
          <p:sp>
            <p:nvSpPr>
              <p:cNvPr id="72" name="CaixaDeTexto 71">
                <a:extLst>
                  <a:ext uri="{FF2B5EF4-FFF2-40B4-BE49-F238E27FC236}">
                    <a16:creationId xmlns:a16="http://schemas.microsoft.com/office/drawing/2014/main" id="{2B2252D7-BDB0-0800-4153-D51498FB71FE}"/>
                  </a:ext>
                </a:extLst>
              </p:cNvPr>
              <p:cNvSpPr txBox="1">
                <a:spLocks noRot="1" noChangeAspect="1" noMove="1" noResize="1" noEditPoints="1" noAdjustHandles="1" noChangeArrowheads="1" noChangeShapeType="1" noTextEdit="1"/>
              </p:cNvSpPr>
              <p:nvPr/>
            </p:nvSpPr>
            <p:spPr>
              <a:xfrm>
                <a:off x="6106273" y="3290319"/>
                <a:ext cx="5190639" cy="858761"/>
              </a:xfrm>
              <a:prstGeom prst="rect">
                <a:avLst/>
              </a:prstGeom>
              <a:blipFill>
                <a:blip r:embed="rId16"/>
                <a:stretch>
                  <a:fillRect/>
                </a:stretch>
              </a:blipFill>
            </p:spPr>
            <p:txBody>
              <a:bodyPr/>
              <a:lstStyle/>
              <a:p>
                <a:r>
                  <a:rPr lang="pt-BR">
                    <a:noFill/>
                  </a:rPr>
                  <a:t> </a:t>
                </a:r>
              </a:p>
            </p:txBody>
          </p:sp>
        </mc:Fallback>
      </mc:AlternateContent>
      <mc:AlternateContent xmlns:mc="http://schemas.openxmlformats.org/markup-compatibility/2006">
        <mc:Choice xmlns:a14="http://schemas.microsoft.com/office/drawing/2010/main" Requires="a14">
          <p:sp>
            <p:nvSpPr>
              <p:cNvPr id="73" name="CaixaDeTexto 72">
                <a:extLst>
                  <a:ext uri="{FF2B5EF4-FFF2-40B4-BE49-F238E27FC236}">
                    <a16:creationId xmlns:a16="http://schemas.microsoft.com/office/drawing/2014/main" id="{65843819-16A7-23E6-11AF-74F186A3000C}"/>
                  </a:ext>
                </a:extLst>
              </p:cNvPr>
              <p:cNvSpPr txBox="1"/>
              <p:nvPr/>
            </p:nvSpPr>
            <p:spPr>
              <a:xfrm>
                <a:off x="6104769" y="4415228"/>
                <a:ext cx="5221288" cy="868956"/>
              </a:xfrm>
              <a:prstGeom prst="rect">
                <a:avLst/>
              </a:prstGeom>
              <a:noFill/>
            </p:spPr>
            <p:txBody>
              <a:bodyPr wrap="square">
                <a:spAutoFit/>
              </a:bodyPr>
              <a:lstStyle>
                <a:defPPr>
                  <a:defRPr lang="pt-BR"/>
                </a:defPPr>
                <a:lvl1pPr>
                  <a:defRPr sz="1600"/>
                </a:lvl1pPr>
              </a:lstStyle>
              <a:p>
                <a14:m>
                  <m:oMath xmlns:m="http://schemas.openxmlformats.org/officeDocument/2006/math">
                    <m:sSub>
                      <m:sSubPr>
                        <m:ctrlPr>
                          <a:rPr lang="pt-BR" b="0" i="1" smtClean="0">
                            <a:latin typeface="Cambria Math" panose="02040503050406030204" pitchFamily="18" charset="0"/>
                          </a:rPr>
                        </m:ctrlPr>
                      </m:sSubPr>
                      <m:e>
                        <m:r>
                          <a:rPr lang="en-US" i="1" smtClean="0">
                            <a:latin typeface="Cambria Math" panose="02040503050406030204" pitchFamily="18" charset="0"/>
                          </a:rPr>
                          <m:t>𝑁</m:t>
                        </m:r>
                      </m:e>
                      <m:sub>
                        <m:r>
                          <a:rPr lang="en-US" i="1" smtClean="0">
                            <a:latin typeface="Cambria Math" panose="02040503050406030204" pitchFamily="18" charset="0"/>
                          </a:rPr>
                          <m:t>𝑝</m:t>
                        </m:r>
                      </m:sub>
                    </m:sSub>
                  </m:oMath>
                </a14:m>
                <a:r>
                  <a:rPr lang="en-US"/>
                  <a:t> governs the accuracy of the field representation inside the conductor. By setting </a:t>
                </a:r>
                <a14:m>
                  <m:oMath xmlns:m="http://schemas.openxmlformats.org/officeDocument/2006/math">
                    <m:sSub>
                      <m:sSubPr>
                        <m:ctrlPr>
                          <a:rPr lang="pt-BR" b="0" i="1" smtClean="0">
                            <a:latin typeface="Cambria Math" panose="02040503050406030204" pitchFamily="18" charset="0"/>
                          </a:rPr>
                        </m:ctrlPr>
                      </m:sSubPr>
                      <m:e>
                        <m:r>
                          <a:rPr lang="en-US" i="1" smtClean="0">
                            <a:latin typeface="Cambria Math" panose="02040503050406030204" pitchFamily="18" charset="0"/>
                          </a:rPr>
                          <m:t>𝑁</m:t>
                        </m:r>
                      </m:e>
                      <m:sub>
                        <m:r>
                          <a:rPr lang="en-US" i="1" smtClean="0">
                            <a:latin typeface="Cambria Math" panose="02040503050406030204" pitchFamily="18" charset="0"/>
                          </a:rPr>
                          <m:t>𝑝</m:t>
                        </m:r>
                      </m:sub>
                    </m:sSub>
                    <m:r>
                      <a:rPr lang="en-US" i="1" smtClean="0">
                        <a:latin typeface="Cambria Math" panose="02040503050406030204" pitchFamily="18" charset="0"/>
                      </a:rPr>
                      <m:t> = 0</m:t>
                    </m:r>
                  </m:oMath>
                </a14:m>
                <a:r>
                  <a:rPr lang="en-US"/>
                  <a:t>, the electric field is assumed to be circularly-symmetric.</a:t>
                </a:r>
                <a:endParaRPr lang="pt-BR"/>
              </a:p>
            </p:txBody>
          </p:sp>
        </mc:Choice>
        <mc:Fallback>
          <p:sp>
            <p:nvSpPr>
              <p:cNvPr id="73" name="CaixaDeTexto 72">
                <a:extLst>
                  <a:ext uri="{FF2B5EF4-FFF2-40B4-BE49-F238E27FC236}">
                    <a16:creationId xmlns:a16="http://schemas.microsoft.com/office/drawing/2014/main" id="{65843819-16A7-23E6-11AF-74F186A3000C}"/>
                  </a:ext>
                </a:extLst>
              </p:cNvPr>
              <p:cNvSpPr txBox="1">
                <a:spLocks noRot="1" noChangeAspect="1" noMove="1" noResize="1" noEditPoints="1" noAdjustHandles="1" noChangeArrowheads="1" noChangeShapeType="1" noTextEdit="1"/>
              </p:cNvSpPr>
              <p:nvPr/>
            </p:nvSpPr>
            <p:spPr>
              <a:xfrm>
                <a:off x="6104769" y="4415228"/>
                <a:ext cx="5221288" cy="868956"/>
              </a:xfrm>
              <a:prstGeom prst="rect">
                <a:avLst/>
              </a:prstGeom>
              <a:blipFill>
                <a:blip r:embed="rId17"/>
                <a:stretch>
                  <a:fillRect l="-583" t="-1399" r="-700" b="-7692"/>
                </a:stretch>
              </a:blipFill>
            </p:spPr>
            <p:txBody>
              <a:bodyPr/>
              <a:lstStyle/>
              <a:p>
                <a:r>
                  <a:rPr lang="pt-BR">
                    <a:noFill/>
                  </a:rPr>
                  <a:t> </a:t>
                </a:r>
              </a:p>
            </p:txBody>
          </p:sp>
        </mc:Fallback>
      </mc:AlternateContent>
      <mc:AlternateContent xmlns:mc="http://schemas.openxmlformats.org/markup-compatibility/2006">
        <mc:Choice xmlns:a14="http://schemas.microsoft.com/office/drawing/2010/main" Requires="a14">
          <p:sp>
            <p:nvSpPr>
              <p:cNvPr id="74" name="CaixaDeTexto 73">
                <a:extLst>
                  <a:ext uri="{FF2B5EF4-FFF2-40B4-BE49-F238E27FC236}">
                    <a16:creationId xmlns:a16="http://schemas.microsoft.com/office/drawing/2014/main" id="{70751F3A-EE5D-6903-6D46-1FBEB1F8DE30}"/>
                  </a:ext>
                </a:extLst>
              </p:cNvPr>
              <p:cNvSpPr txBox="1"/>
              <p:nvPr/>
            </p:nvSpPr>
            <p:spPr>
              <a:xfrm>
                <a:off x="6096000" y="5455686"/>
                <a:ext cx="5221288" cy="637610"/>
              </a:xfrm>
              <a:prstGeom prst="rect">
                <a:avLst/>
              </a:prstGeom>
              <a:noFill/>
            </p:spPr>
            <p:txBody>
              <a:bodyPr wrap="square">
                <a:spAutoFit/>
              </a:bodyPr>
              <a:lstStyle>
                <a:defPPr>
                  <a:defRPr lang="pt-BR"/>
                </a:defPPr>
                <a:lvl1pPr>
                  <a:defRPr sz="1600"/>
                </a:lvl1pPr>
              </a:lstStyle>
              <a:p>
                <a:r>
                  <a:rPr lang="en-US"/>
                  <a:t>Fourier coefficients </a:t>
                </a:r>
                <a14:m>
                  <m:oMath xmlns:m="http://schemas.openxmlformats.org/officeDocument/2006/math">
                    <m:sSubSup>
                      <m:sSubSupPr>
                        <m:ctrlPr>
                          <a:rPr lang="pt-BR" b="0" i="1" smtClean="0">
                            <a:latin typeface="Cambria Math" panose="02040503050406030204" pitchFamily="18" charset="0"/>
                          </a:rPr>
                        </m:ctrlPr>
                      </m:sSubSupPr>
                      <m:e>
                        <m:r>
                          <a:rPr lang="en-US" i="1" smtClean="0">
                            <a:latin typeface="Cambria Math" panose="02040503050406030204" pitchFamily="18" charset="0"/>
                          </a:rPr>
                          <m:t>𝐸</m:t>
                        </m:r>
                      </m:e>
                      <m:sub>
                        <m:r>
                          <a:rPr lang="en-US" i="1" smtClean="0">
                            <a:latin typeface="Cambria Math" panose="02040503050406030204" pitchFamily="18" charset="0"/>
                          </a:rPr>
                          <m:t>𝑛</m:t>
                        </m:r>
                      </m:sub>
                      <m:sup>
                        <m:r>
                          <a:rPr lang="pt-BR" b="0" i="1" smtClean="0">
                            <a:latin typeface="Cambria Math" panose="02040503050406030204" pitchFamily="18" charset="0"/>
                          </a:rPr>
                          <m:t>(</m:t>
                        </m:r>
                        <m:r>
                          <a:rPr lang="en-US" i="1" smtClean="0">
                            <a:latin typeface="Cambria Math" panose="02040503050406030204" pitchFamily="18" charset="0"/>
                          </a:rPr>
                          <m:t>𝑝</m:t>
                        </m:r>
                        <m:r>
                          <a:rPr lang="pt-BR" b="0" i="1" smtClean="0">
                            <a:latin typeface="Cambria Math" panose="02040503050406030204" pitchFamily="18" charset="0"/>
                          </a:rPr>
                          <m:t>)</m:t>
                        </m:r>
                      </m:sup>
                    </m:sSubSup>
                  </m:oMath>
                </a14:m>
                <a:r>
                  <a:rPr lang="en-US"/>
                  <a:t> are one of the unknown variables in the MoM-SO formulation.</a:t>
                </a:r>
                <a:endParaRPr lang="pt-BR"/>
              </a:p>
            </p:txBody>
          </p:sp>
        </mc:Choice>
        <mc:Fallback>
          <p:sp>
            <p:nvSpPr>
              <p:cNvPr id="74" name="CaixaDeTexto 73">
                <a:extLst>
                  <a:ext uri="{FF2B5EF4-FFF2-40B4-BE49-F238E27FC236}">
                    <a16:creationId xmlns:a16="http://schemas.microsoft.com/office/drawing/2014/main" id="{70751F3A-EE5D-6903-6D46-1FBEB1F8DE30}"/>
                  </a:ext>
                </a:extLst>
              </p:cNvPr>
              <p:cNvSpPr txBox="1">
                <a:spLocks noRot="1" noChangeAspect="1" noMove="1" noResize="1" noEditPoints="1" noAdjustHandles="1" noChangeArrowheads="1" noChangeShapeType="1" noTextEdit="1"/>
              </p:cNvSpPr>
              <p:nvPr/>
            </p:nvSpPr>
            <p:spPr>
              <a:xfrm>
                <a:off x="6096000" y="5455686"/>
                <a:ext cx="5221288" cy="637610"/>
              </a:xfrm>
              <a:prstGeom prst="rect">
                <a:avLst/>
              </a:prstGeom>
              <a:blipFill>
                <a:blip r:embed="rId18"/>
                <a:stretch>
                  <a:fillRect l="-583" r="-1050" b="-10476"/>
                </a:stretch>
              </a:blipFill>
            </p:spPr>
            <p:txBody>
              <a:bodyPr/>
              <a:lstStyle/>
              <a:p>
                <a:r>
                  <a:rPr lang="pt-BR">
                    <a:noFill/>
                  </a:rPr>
                  <a:t> </a:t>
                </a:r>
              </a:p>
            </p:txBody>
          </p:sp>
        </mc:Fallback>
      </mc:AlternateContent>
    </p:spTree>
    <p:extLst>
      <p:ext uri="{BB962C8B-B14F-4D97-AF65-F5344CB8AC3E}">
        <p14:creationId xmlns:p14="http://schemas.microsoft.com/office/powerpoint/2010/main" val="16304224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310BE2A7-F3D2-24C6-A415-EA4964A8FD02}"/>
              </a:ext>
            </a:extLst>
          </p:cNvPr>
          <p:cNvSpPr/>
          <p:nvPr/>
        </p:nvSpPr>
        <p:spPr>
          <a:xfrm>
            <a:off x="0" y="0"/>
            <a:ext cx="12192000" cy="404664"/>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6" name="Gráfico 5">
            <a:extLst>
              <a:ext uri="{FF2B5EF4-FFF2-40B4-BE49-F238E27FC236}">
                <a16:creationId xmlns:a16="http://schemas.microsoft.com/office/drawing/2014/main" id="{9DA9C8AB-72FF-D7D8-7E4D-1C5ECDBF0C8D}"/>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10345" t="32228" r="13793" b="43634"/>
          <a:stretch/>
        </p:blipFill>
        <p:spPr>
          <a:xfrm>
            <a:off x="11280576" y="6489338"/>
            <a:ext cx="792088" cy="252029"/>
          </a:xfrm>
          <a:prstGeom prst="rect">
            <a:avLst/>
          </a:prstGeom>
        </p:spPr>
      </p:pic>
      <p:sp>
        <p:nvSpPr>
          <p:cNvPr id="8" name="Espaço Reservado para Rodapé 57">
            <a:extLst>
              <a:ext uri="{FF2B5EF4-FFF2-40B4-BE49-F238E27FC236}">
                <a16:creationId xmlns:a16="http://schemas.microsoft.com/office/drawing/2014/main" id="{9BEF1642-B655-7CAD-CD9D-3570B3E8A5FE}"/>
              </a:ext>
            </a:extLst>
          </p:cNvPr>
          <p:cNvSpPr>
            <a:spLocks noGrp="1"/>
          </p:cNvSpPr>
          <p:nvPr>
            <p:ph type="ftr" sz="quarter" idx="11"/>
          </p:nvPr>
        </p:nvSpPr>
        <p:spPr>
          <a:xfrm>
            <a:off x="5357918" y="6489339"/>
            <a:ext cx="1476164" cy="252029"/>
          </a:xfrm>
        </p:spPr>
        <p:txBody>
          <a:bodyPr/>
          <a:lstStyle/>
          <a:p>
            <a:r>
              <a:rPr lang="pt-BR"/>
              <a:t>© Adilton Pereira</a:t>
            </a:r>
          </a:p>
        </p:txBody>
      </p:sp>
      <p:sp>
        <p:nvSpPr>
          <p:cNvPr id="9" name="Espaço Reservado para Número de Slide 58">
            <a:extLst>
              <a:ext uri="{FF2B5EF4-FFF2-40B4-BE49-F238E27FC236}">
                <a16:creationId xmlns:a16="http://schemas.microsoft.com/office/drawing/2014/main" id="{6712AAAE-5D61-5AD9-F1A7-A27ACC47ED61}"/>
              </a:ext>
            </a:extLst>
          </p:cNvPr>
          <p:cNvSpPr>
            <a:spLocks noGrp="1"/>
          </p:cNvSpPr>
          <p:nvPr>
            <p:ph type="sldNum" sz="quarter" idx="12"/>
          </p:nvPr>
        </p:nvSpPr>
        <p:spPr>
          <a:xfrm>
            <a:off x="136798" y="6480904"/>
            <a:ext cx="258416" cy="252029"/>
          </a:xfrm>
        </p:spPr>
        <p:txBody>
          <a:bodyPr/>
          <a:lstStyle/>
          <a:p>
            <a:fld id="{6023531A-24AE-4EE7-A19A-D3968154BEE1}" type="slidenum">
              <a:rPr lang="pt-BR" smtClean="0"/>
              <a:t>9</a:t>
            </a:fld>
            <a:endParaRPr lang="pt-BR"/>
          </a:p>
        </p:txBody>
      </p:sp>
      <p:sp>
        <p:nvSpPr>
          <p:cNvPr id="92" name="CaixaDeTexto 91">
            <a:extLst>
              <a:ext uri="{FF2B5EF4-FFF2-40B4-BE49-F238E27FC236}">
                <a16:creationId xmlns:a16="http://schemas.microsoft.com/office/drawing/2014/main" id="{389AD4BA-DE4A-1658-2487-F94C2EEF6666}"/>
              </a:ext>
            </a:extLst>
          </p:cNvPr>
          <p:cNvSpPr txBox="1"/>
          <p:nvPr/>
        </p:nvSpPr>
        <p:spPr>
          <a:xfrm>
            <a:off x="479425" y="544453"/>
            <a:ext cx="5616576" cy="400110"/>
          </a:xfrm>
          <a:prstGeom prst="rect">
            <a:avLst/>
          </a:prstGeom>
          <a:noFill/>
        </p:spPr>
        <p:txBody>
          <a:bodyPr wrap="square" rtlCol="0">
            <a:spAutoFit/>
          </a:bodyPr>
          <a:lstStyle/>
          <a:p>
            <a:r>
              <a:rPr lang="pt-BR" sz="2000">
                <a:ln w="0"/>
                <a:effectLst>
                  <a:outerShdw blurRad="38100" dist="19050" dir="2700000" algn="tl" rotWithShape="0">
                    <a:schemeClr val="dk1">
                      <a:alpha val="40000"/>
                    </a:schemeClr>
                  </a:outerShdw>
                </a:effectLst>
              </a:rPr>
              <a:t>Surface Admittance Operator of the MTL</a:t>
            </a:r>
          </a:p>
        </p:txBody>
      </p:sp>
      <p:grpSp>
        <p:nvGrpSpPr>
          <p:cNvPr id="29" name="Agrupar 28">
            <a:extLst>
              <a:ext uri="{FF2B5EF4-FFF2-40B4-BE49-F238E27FC236}">
                <a16:creationId xmlns:a16="http://schemas.microsoft.com/office/drawing/2014/main" id="{13074E31-F171-A258-2619-50EFDB2F72CE}"/>
              </a:ext>
            </a:extLst>
          </p:cNvPr>
          <p:cNvGrpSpPr/>
          <p:nvPr/>
        </p:nvGrpSpPr>
        <p:grpSpPr>
          <a:xfrm>
            <a:off x="479425" y="165219"/>
            <a:ext cx="10729143" cy="309340"/>
            <a:chOff x="479425" y="94899"/>
            <a:chExt cx="10729143" cy="309340"/>
          </a:xfrm>
        </p:grpSpPr>
        <p:sp>
          <p:nvSpPr>
            <p:cNvPr id="30" name="CaixaDeTexto 29">
              <a:extLst>
                <a:ext uri="{FF2B5EF4-FFF2-40B4-BE49-F238E27FC236}">
                  <a16:creationId xmlns:a16="http://schemas.microsoft.com/office/drawing/2014/main" id="{14DFDECB-0BDD-2589-CB78-B703AC78C54D}"/>
                </a:ext>
              </a:extLst>
            </p:cNvPr>
            <p:cNvSpPr txBox="1"/>
            <p:nvPr/>
          </p:nvSpPr>
          <p:spPr>
            <a:xfrm>
              <a:off x="479425" y="94899"/>
              <a:ext cx="1872160" cy="307777"/>
            </a:xfrm>
            <a:prstGeom prst="rect">
              <a:avLst/>
            </a:prstGeom>
            <a:noFill/>
          </p:spPr>
          <p:txBody>
            <a:bodyPr wrap="square">
              <a:spAutoFit/>
            </a:bodyPr>
            <a:lstStyle>
              <a:defPPr>
                <a:defRPr lang="pt-BR"/>
              </a:defPPr>
              <a:lvl1pPr>
                <a:defRPr sz="1400">
                  <a:solidFill>
                    <a:schemeClr val="tx2">
                      <a:lumMod val="25000"/>
                      <a:lumOff val="75000"/>
                    </a:schemeClr>
                  </a:solidFill>
                  <a:latin typeface="Arial Black" panose="020B0A04020102020204" pitchFamily="34" charset="0"/>
                </a:defRPr>
              </a:lvl1pPr>
            </a:lstStyle>
            <a:p>
              <a:r>
                <a:rPr lang="pt-BR"/>
                <a:t>Introduction</a:t>
              </a:r>
            </a:p>
          </p:txBody>
        </p:sp>
        <p:sp>
          <p:nvSpPr>
            <p:cNvPr id="31" name="CaixaDeTexto 30">
              <a:extLst>
                <a:ext uri="{FF2B5EF4-FFF2-40B4-BE49-F238E27FC236}">
                  <a16:creationId xmlns:a16="http://schemas.microsoft.com/office/drawing/2014/main" id="{9A010F09-EB6C-E016-AB68-489800DAB286}"/>
                </a:ext>
              </a:extLst>
            </p:cNvPr>
            <p:cNvSpPr txBox="1"/>
            <p:nvPr/>
          </p:nvSpPr>
          <p:spPr>
            <a:xfrm>
              <a:off x="2675620" y="96462"/>
              <a:ext cx="2196244" cy="307777"/>
            </a:xfrm>
            <a:prstGeom prst="rect">
              <a:avLst/>
            </a:prstGeom>
            <a:noFill/>
          </p:spPr>
          <p:txBody>
            <a:bodyPr wrap="square">
              <a:spAutoFit/>
            </a:bodyPr>
            <a:lstStyle>
              <a:defPPr>
                <a:defRPr lang="pt-BR"/>
              </a:defPPr>
              <a:lvl1pPr>
                <a:defRPr sz="1400">
                  <a:solidFill>
                    <a:srgbClr val="0070C0"/>
                  </a:solidFill>
                  <a:latin typeface="Arial Black" panose="020B0A04020102020204" pitchFamily="34" charset="0"/>
                </a:defRPr>
              </a:lvl1pPr>
            </a:lstStyle>
            <a:p>
              <a:r>
                <a:rPr lang="en-US"/>
                <a:t>Lossless Medium</a:t>
              </a:r>
              <a:endParaRPr lang="pt-BR"/>
            </a:p>
          </p:txBody>
        </p:sp>
        <p:sp>
          <p:nvSpPr>
            <p:cNvPr id="32" name="CaixaDeTexto 31">
              <a:extLst>
                <a:ext uri="{FF2B5EF4-FFF2-40B4-BE49-F238E27FC236}">
                  <a16:creationId xmlns:a16="http://schemas.microsoft.com/office/drawing/2014/main" id="{4DB6C471-4B75-88CB-D110-8FD209D315E5}"/>
                </a:ext>
              </a:extLst>
            </p:cNvPr>
            <p:cNvSpPr txBox="1"/>
            <p:nvPr/>
          </p:nvSpPr>
          <p:spPr>
            <a:xfrm>
              <a:off x="6083101" y="94899"/>
              <a:ext cx="1957115" cy="307777"/>
            </a:xfrm>
            <a:prstGeom prst="rect">
              <a:avLst/>
            </a:prstGeom>
            <a:noFill/>
          </p:spPr>
          <p:txBody>
            <a:bodyPr wrap="square">
              <a:spAutoFit/>
            </a:bodyPr>
            <a:lstStyle/>
            <a:p>
              <a:r>
                <a:rPr lang="pt-BR" sz="1400">
                  <a:solidFill>
                    <a:schemeClr val="tx2">
                      <a:lumMod val="25000"/>
                      <a:lumOff val="75000"/>
                    </a:schemeClr>
                  </a:solidFill>
                  <a:latin typeface="Arial Black" panose="020B0A04020102020204" pitchFamily="34" charset="0"/>
                </a:rPr>
                <a:t>p.u.l. Impedance</a:t>
              </a:r>
            </a:p>
          </p:txBody>
        </p:sp>
        <p:sp>
          <p:nvSpPr>
            <p:cNvPr id="33" name="CaixaDeTexto 32">
              <a:extLst>
                <a:ext uri="{FF2B5EF4-FFF2-40B4-BE49-F238E27FC236}">
                  <a16:creationId xmlns:a16="http://schemas.microsoft.com/office/drawing/2014/main" id="{FB44FC3A-8280-2734-466C-68A24D21A91E}"/>
                </a:ext>
              </a:extLst>
            </p:cNvPr>
            <p:cNvSpPr txBox="1"/>
            <p:nvPr/>
          </p:nvSpPr>
          <p:spPr>
            <a:xfrm>
              <a:off x="9336408" y="96462"/>
              <a:ext cx="1872160" cy="307777"/>
            </a:xfrm>
            <a:prstGeom prst="rect">
              <a:avLst/>
            </a:prstGeom>
            <a:noFill/>
          </p:spPr>
          <p:txBody>
            <a:bodyPr wrap="square">
              <a:spAutoFit/>
            </a:bodyPr>
            <a:lstStyle/>
            <a:p>
              <a:r>
                <a:rPr lang="pt-BR" sz="1400">
                  <a:solidFill>
                    <a:schemeClr val="tx2">
                      <a:lumMod val="25000"/>
                      <a:lumOff val="75000"/>
                    </a:schemeClr>
                  </a:solidFill>
                  <a:latin typeface="Arial Black" panose="020B0A04020102020204" pitchFamily="34" charset="0"/>
                </a:rPr>
                <a:t>Case Studies</a:t>
              </a:r>
            </a:p>
          </p:txBody>
        </p:sp>
      </p:grpSp>
      <p:sp>
        <p:nvSpPr>
          <p:cNvPr id="14" name="Elipse 13">
            <a:extLst>
              <a:ext uri="{FF2B5EF4-FFF2-40B4-BE49-F238E27FC236}">
                <a16:creationId xmlns:a16="http://schemas.microsoft.com/office/drawing/2014/main" id="{94D5144B-E0E6-8D48-55E3-0B5A16C49B15}"/>
              </a:ext>
            </a:extLst>
          </p:cNvPr>
          <p:cNvSpPr/>
          <p:nvPr/>
        </p:nvSpPr>
        <p:spPr>
          <a:xfrm>
            <a:off x="994570" y="2555736"/>
            <a:ext cx="1737360" cy="1737360"/>
          </a:xfrm>
          <a:prstGeom prst="ellipse">
            <a:avLst/>
          </a:prstGeom>
          <a:noFill/>
          <a:ln w="19050">
            <a:solidFill>
              <a:schemeClr val="accent3">
                <a:lumMod val="60000"/>
                <a:lumOff val="40000"/>
              </a:schemeClr>
            </a:solidFill>
            <a:prstDash val="sysDot"/>
          </a:ln>
        </p:spPr>
        <p:style>
          <a:lnRef idx="0">
            <a:scrgbClr r="0" g="0" b="0"/>
          </a:lnRef>
          <a:fillRef idx="0">
            <a:scrgbClr r="0" g="0" b="0"/>
          </a:fillRef>
          <a:effectRef idx="0">
            <a:scrgbClr r="0" g="0" b="0"/>
          </a:effectRef>
          <a:fontRef idx="minor">
            <a:schemeClr val="lt1"/>
          </a:fontRef>
        </p:style>
        <p:txBody>
          <a:bodyPr rtlCol="0" anchor="ctr"/>
          <a:lstStyle/>
          <a:p>
            <a:pPr algn="ctr"/>
            <a:endParaRPr lang="pt-BR"/>
          </a:p>
        </p:txBody>
      </p:sp>
      <mc:AlternateContent xmlns:mc="http://schemas.openxmlformats.org/markup-compatibility/2006">
        <mc:Choice xmlns:a14="http://schemas.microsoft.com/office/drawing/2010/main" Requires="a14">
          <p:sp>
            <p:nvSpPr>
              <p:cNvPr id="44" name="CaixaDeTexto 43">
                <a:extLst>
                  <a:ext uri="{FF2B5EF4-FFF2-40B4-BE49-F238E27FC236}">
                    <a16:creationId xmlns:a16="http://schemas.microsoft.com/office/drawing/2014/main" id="{1F45A3DF-0A88-4A87-4A97-268249D1CA97}"/>
                  </a:ext>
                </a:extLst>
              </p:cNvPr>
              <p:cNvSpPr txBox="1"/>
              <p:nvPr/>
            </p:nvSpPr>
            <p:spPr>
              <a:xfrm>
                <a:off x="1209166" y="3078608"/>
                <a:ext cx="411715" cy="32438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i="1" smtClean="0">
                              <a:latin typeface="Cambria Math" panose="02040503050406030204" pitchFamily="18" charset="0"/>
                            </a:rPr>
                            <m:t>𝑎</m:t>
                          </m:r>
                        </m:e>
                        <m:sub>
                          <m:r>
                            <a:rPr lang="pt-BR" sz="1400" b="0" i="1" smtClean="0">
                              <a:latin typeface="Cambria Math" panose="02040503050406030204" pitchFamily="18" charset="0"/>
                            </a:rPr>
                            <m:t>𝑝</m:t>
                          </m:r>
                        </m:sub>
                      </m:sSub>
                    </m:oMath>
                  </m:oMathPara>
                </a14:m>
                <a:endParaRPr lang="pt-BR" sz="1400"/>
              </a:p>
            </p:txBody>
          </p:sp>
        </mc:Choice>
        <mc:Fallback>
          <p:sp>
            <p:nvSpPr>
              <p:cNvPr id="44" name="CaixaDeTexto 43">
                <a:extLst>
                  <a:ext uri="{FF2B5EF4-FFF2-40B4-BE49-F238E27FC236}">
                    <a16:creationId xmlns:a16="http://schemas.microsoft.com/office/drawing/2014/main" id="{1F45A3DF-0A88-4A87-4A97-268249D1CA97}"/>
                  </a:ext>
                </a:extLst>
              </p:cNvPr>
              <p:cNvSpPr txBox="1">
                <a:spLocks noRot="1" noChangeAspect="1" noMove="1" noResize="1" noEditPoints="1" noAdjustHandles="1" noChangeArrowheads="1" noChangeShapeType="1" noTextEdit="1"/>
              </p:cNvSpPr>
              <p:nvPr/>
            </p:nvSpPr>
            <p:spPr>
              <a:xfrm>
                <a:off x="1209166" y="3078608"/>
                <a:ext cx="411715" cy="324384"/>
              </a:xfrm>
              <a:prstGeom prst="rect">
                <a:avLst/>
              </a:prstGeom>
              <a:blipFill>
                <a:blip r:embed="rId4"/>
                <a:stretch>
                  <a:fillRect/>
                </a:stretch>
              </a:blipFill>
            </p:spPr>
            <p:txBody>
              <a:bodyPr/>
              <a:lstStyle/>
              <a:p>
                <a:r>
                  <a:rPr lang="pt-BR">
                    <a:noFill/>
                  </a:rPr>
                  <a:t> </a:t>
                </a:r>
              </a:p>
            </p:txBody>
          </p:sp>
        </mc:Fallback>
      </mc:AlternateContent>
      <p:cxnSp>
        <p:nvCxnSpPr>
          <p:cNvPr id="45" name="Conector de Seta Reta 44">
            <a:extLst>
              <a:ext uri="{FF2B5EF4-FFF2-40B4-BE49-F238E27FC236}">
                <a16:creationId xmlns:a16="http://schemas.microsoft.com/office/drawing/2014/main" id="{4B976358-D9FD-1545-5FF0-AF658E00DA3B}"/>
              </a:ext>
            </a:extLst>
          </p:cNvPr>
          <p:cNvCxnSpPr>
            <a:cxnSpLocks/>
            <a:endCxn id="14" idx="1"/>
          </p:cNvCxnSpPr>
          <p:nvPr/>
        </p:nvCxnSpPr>
        <p:spPr>
          <a:xfrm flipH="1" flipV="1">
            <a:off x="1249000" y="2810166"/>
            <a:ext cx="626233" cy="61425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42" name="Elipse 41">
            <a:extLst>
              <a:ext uri="{FF2B5EF4-FFF2-40B4-BE49-F238E27FC236}">
                <a16:creationId xmlns:a16="http://schemas.microsoft.com/office/drawing/2014/main" id="{0220C587-7538-B23F-245C-2DFF839669C3}"/>
              </a:ext>
            </a:extLst>
          </p:cNvPr>
          <p:cNvSpPr/>
          <p:nvPr/>
        </p:nvSpPr>
        <p:spPr>
          <a:xfrm>
            <a:off x="3485294" y="2555736"/>
            <a:ext cx="1737360" cy="1737360"/>
          </a:xfrm>
          <a:prstGeom prst="ellipse">
            <a:avLst/>
          </a:prstGeom>
          <a:noFill/>
          <a:ln w="19050">
            <a:solidFill>
              <a:srgbClr val="0070C0"/>
            </a:solidFill>
            <a:prstDash val="sysDot"/>
          </a:ln>
        </p:spPr>
        <p:style>
          <a:lnRef idx="0">
            <a:scrgbClr r="0" g="0" b="0"/>
          </a:lnRef>
          <a:fillRef idx="0">
            <a:scrgbClr r="0" g="0" b="0"/>
          </a:fillRef>
          <a:effectRef idx="0">
            <a:scrgbClr r="0" g="0" b="0"/>
          </a:effectRef>
          <a:fontRef idx="minor">
            <a:schemeClr val="lt1"/>
          </a:fontRef>
        </p:style>
        <p:txBody>
          <a:bodyPr rtlCol="0" anchor="ctr"/>
          <a:lstStyle/>
          <a:p>
            <a:pPr algn="ctr"/>
            <a:endParaRPr lang="pt-BR" sz="2000"/>
          </a:p>
        </p:txBody>
      </p:sp>
      <p:sp>
        <p:nvSpPr>
          <p:cNvPr id="43" name="Elipse 42">
            <a:extLst>
              <a:ext uri="{FF2B5EF4-FFF2-40B4-BE49-F238E27FC236}">
                <a16:creationId xmlns:a16="http://schemas.microsoft.com/office/drawing/2014/main" id="{2131EC99-1D04-0D88-502E-04CBF261A5A7}"/>
              </a:ext>
            </a:extLst>
          </p:cNvPr>
          <p:cNvSpPr/>
          <p:nvPr/>
        </p:nvSpPr>
        <p:spPr>
          <a:xfrm>
            <a:off x="3759614" y="2830056"/>
            <a:ext cx="1188720" cy="1188720"/>
          </a:xfrm>
          <a:prstGeom prst="ellipse">
            <a:avLst/>
          </a:prstGeom>
          <a:solidFill>
            <a:schemeClr val="bg1"/>
          </a:solidFill>
          <a:ln w="19050">
            <a:solidFill>
              <a:srgbClr val="002060"/>
            </a:solidFill>
            <a:prstDash val="sysDot"/>
          </a:ln>
        </p:spPr>
        <p:style>
          <a:lnRef idx="0">
            <a:scrgbClr r="0" g="0" b="0"/>
          </a:lnRef>
          <a:fillRef idx="0">
            <a:scrgbClr r="0" g="0" b="0"/>
          </a:fillRef>
          <a:effectRef idx="0">
            <a:scrgbClr r="0" g="0" b="0"/>
          </a:effectRef>
          <a:fontRef idx="minor">
            <a:schemeClr val="lt1"/>
          </a:fontRef>
        </p:style>
        <p:txBody>
          <a:bodyPr rtlCol="0" anchor="ctr"/>
          <a:lstStyle/>
          <a:p>
            <a:pPr algn="ctr"/>
            <a:endParaRPr lang="pt-BR" sz="2000"/>
          </a:p>
        </p:txBody>
      </p:sp>
      <mc:AlternateContent xmlns:mc="http://schemas.openxmlformats.org/markup-compatibility/2006">
        <mc:Choice xmlns:a14="http://schemas.microsoft.com/office/drawing/2010/main" Requires="a14">
          <p:sp>
            <p:nvSpPr>
              <p:cNvPr id="39" name="CaixaDeTexto 38">
                <a:extLst>
                  <a:ext uri="{FF2B5EF4-FFF2-40B4-BE49-F238E27FC236}">
                    <a16:creationId xmlns:a16="http://schemas.microsoft.com/office/drawing/2014/main" id="{722828E4-8B91-0A39-CDD0-DC9E056B71E6}"/>
                  </a:ext>
                </a:extLst>
              </p:cNvPr>
              <p:cNvSpPr txBox="1"/>
              <p:nvPr/>
            </p:nvSpPr>
            <p:spPr>
              <a:xfrm>
                <a:off x="4076987" y="2964093"/>
                <a:ext cx="401457"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b="0" i="1" smtClean="0">
                              <a:latin typeface="Cambria Math" panose="02040503050406030204" pitchFamily="18" charset="0"/>
                            </a:rPr>
                            <m:t>𝑎</m:t>
                          </m:r>
                        </m:e>
                        <m:sub>
                          <m:r>
                            <a:rPr lang="pt-BR" sz="1400" b="0" i="1" smtClean="0">
                              <a:latin typeface="Cambria Math" panose="02040503050406030204" pitchFamily="18" charset="0"/>
                            </a:rPr>
                            <m:t>𝑟</m:t>
                          </m:r>
                        </m:sub>
                      </m:sSub>
                    </m:oMath>
                  </m:oMathPara>
                </a14:m>
                <a:endParaRPr lang="pt-BR" sz="1400"/>
              </a:p>
            </p:txBody>
          </p:sp>
        </mc:Choice>
        <mc:Fallback>
          <p:sp>
            <p:nvSpPr>
              <p:cNvPr id="39" name="CaixaDeTexto 38">
                <a:extLst>
                  <a:ext uri="{FF2B5EF4-FFF2-40B4-BE49-F238E27FC236}">
                    <a16:creationId xmlns:a16="http://schemas.microsoft.com/office/drawing/2014/main" id="{722828E4-8B91-0A39-CDD0-DC9E056B71E6}"/>
                  </a:ext>
                </a:extLst>
              </p:cNvPr>
              <p:cNvSpPr txBox="1">
                <a:spLocks noRot="1" noChangeAspect="1" noMove="1" noResize="1" noEditPoints="1" noAdjustHandles="1" noChangeArrowheads="1" noChangeShapeType="1" noTextEdit="1"/>
              </p:cNvSpPr>
              <p:nvPr/>
            </p:nvSpPr>
            <p:spPr>
              <a:xfrm>
                <a:off x="4076987" y="2964093"/>
                <a:ext cx="401457" cy="307777"/>
              </a:xfrm>
              <a:prstGeom prst="rect">
                <a:avLst/>
              </a:prstGeom>
              <a:blipFill>
                <a:blip r:embed="rId5"/>
                <a:stretch>
                  <a:fillRect/>
                </a:stretch>
              </a:blipFill>
            </p:spPr>
            <p:txBody>
              <a:bodyPr/>
              <a:lstStyle/>
              <a:p>
                <a:r>
                  <a:rPr lang="pt-BR">
                    <a:noFill/>
                  </a:rPr>
                  <a:t> </a:t>
                </a:r>
              </a:p>
            </p:txBody>
          </p:sp>
        </mc:Fallback>
      </mc:AlternateContent>
      <p:grpSp>
        <p:nvGrpSpPr>
          <p:cNvPr id="36" name="Agrupar 35">
            <a:extLst>
              <a:ext uri="{FF2B5EF4-FFF2-40B4-BE49-F238E27FC236}">
                <a16:creationId xmlns:a16="http://schemas.microsoft.com/office/drawing/2014/main" id="{8B61572D-4DAE-FEF2-F897-F074964BFA5C}"/>
              </a:ext>
            </a:extLst>
          </p:cNvPr>
          <p:cNvGrpSpPr/>
          <p:nvPr/>
        </p:nvGrpSpPr>
        <p:grpSpPr>
          <a:xfrm>
            <a:off x="3510781" y="3167953"/>
            <a:ext cx="843193" cy="460323"/>
            <a:chOff x="2262768" y="2266357"/>
            <a:chExt cx="1496807" cy="836851"/>
          </a:xfrm>
        </p:grpSpPr>
        <mc:AlternateContent xmlns:mc="http://schemas.openxmlformats.org/markup-compatibility/2006">
          <mc:Choice xmlns:a14="http://schemas.microsoft.com/office/drawing/2010/main" Requires="a14">
            <p:sp>
              <p:nvSpPr>
                <p:cNvPr id="37" name="CaixaDeTexto 36">
                  <a:extLst>
                    <a:ext uri="{FF2B5EF4-FFF2-40B4-BE49-F238E27FC236}">
                      <a16:creationId xmlns:a16="http://schemas.microsoft.com/office/drawing/2014/main" id="{A3C98690-479E-4903-6000-A4FBB04E89D4}"/>
                    </a:ext>
                  </a:extLst>
                </p:cNvPr>
                <p:cNvSpPr txBox="1"/>
                <p:nvPr/>
              </p:nvSpPr>
              <p:spPr>
                <a:xfrm>
                  <a:off x="2838072" y="2513489"/>
                  <a:ext cx="729383" cy="5897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i="1" smtClean="0">
                                <a:latin typeface="Cambria Math" panose="02040503050406030204" pitchFamily="18" charset="0"/>
                              </a:rPr>
                              <m:t>𝑎</m:t>
                            </m:r>
                          </m:e>
                          <m:sub>
                            <m:r>
                              <a:rPr lang="pt-BR" sz="1400" b="0" i="1" smtClean="0">
                                <a:latin typeface="Cambria Math" panose="02040503050406030204" pitchFamily="18" charset="0"/>
                              </a:rPr>
                              <m:t>𝑞</m:t>
                            </m:r>
                          </m:sub>
                        </m:sSub>
                      </m:oMath>
                    </m:oMathPara>
                  </a14:m>
                  <a:endParaRPr lang="pt-BR" sz="1400"/>
                </a:p>
              </p:txBody>
            </p:sp>
          </mc:Choice>
          <mc:Fallback>
            <p:sp>
              <p:nvSpPr>
                <p:cNvPr id="37" name="CaixaDeTexto 36">
                  <a:extLst>
                    <a:ext uri="{FF2B5EF4-FFF2-40B4-BE49-F238E27FC236}">
                      <a16:creationId xmlns:a16="http://schemas.microsoft.com/office/drawing/2014/main" id="{A3C98690-479E-4903-6000-A4FBB04E89D4}"/>
                    </a:ext>
                  </a:extLst>
                </p:cNvPr>
                <p:cNvSpPr txBox="1">
                  <a:spLocks noRot="1" noChangeAspect="1" noMove="1" noResize="1" noEditPoints="1" noAdjustHandles="1" noChangeArrowheads="1" noChangeShapeType="1" noTextEdit="1"/>
                </p:cNvSpPr>
                <p:nvPr/>
              </p:nvSpPr>
              <p:spPr>
                <a:xfrm>
                  <a:off x="2838072" y="2513489"/>
                  <a:ext cx="729383" cy="589719"/>
                </a:xfrm>
                <a:prstGeom prst="rect">
                  <a:avLst/>
                </a:prstGeom>
                <a:blipFill>
                  <a:blip r:embed="rId6"/>
                  <a:stretch>
                    <a:fillRect/>
                  </a:stretch>
                </a:blipFill>
              </p:spPr>
              <p:txBody>
                <a:bodyPr/>
                <a:lstStyle/>
                <a:p>
                  <a:r>
                    <a:rPr lang="pt-BR">
                      <a:noFill/>
                    </a:rPr>
                    <a:t> </a:t>
                  </a:r>
                </a:p>
              </p:txBody>
            </p:sp>
          </mc:Fallback>
        </mc:AlternateContent>
        <p:cxnSp>
          <p:nvCxnSpPr>
            <p:cNvPr id="38" name="Conector de Seta Reta 37">
              <a:extLst>
                <a:ext uri="{FF2B5EF4-FFF2-40B4-BE49-F238E27FC236}">
                  <a16:creationId xmlns:a16="http://schemas.microsoft.com/office/drawing/2014/main" id="{9FB481F4-35E9-69F5-AFF2-76FD7F6D7837}"/>
                </a:ext>
              </a:extLst>
            </p:cNvPr>
            <p:cNvCxnSpPr>
              <a:cxnSpLocks/>
            </p:cNvCxnSpPr>
            <p:nvPr/>
          </p:nvCxnSpPr>
          <p:spPr>
            <a:xfrm flipH="1" flipV="1">
              <a:off x="2262768" y="2266357"/>
              <a:ext cx="1496807" cy="466241"/>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mc:AlternateContent xmlns:mc="http://schemas.openxmlformats.org/markup-compatibility/2006">
        <mc:Choice xmlns:a14="http://schemas.microsoft.com/office/drawing/2010/main" Requires="a14">
          <p:sp>
            <p:nvSpPr>
              <p:cNvPr id="26" name="CaixaDeTexto 25">
                <a:extLst>
                  <a:ext uri="{FF2B5EF4-FFF2-40B4-BE49-F238E27FC236}">
                    <a16:creationId xmlns:a16="http://schemas.microsoft.com/office/drawing/2014/main" id="{3249032C-AFD4-E5EC-9AED-73A0B0E1E087}"/>
                  </a:ext>
                </a:extLst>
              </p:cNvPr>
              <p:cNvSpPr txBox="1"/>
              <p:nvPr/>
            </p:nvSpPr>
            <p:spPr>
              <a:xfrm>
                <a:off x="2760147" y="2247959"/>
                <a:ext cx="630301"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b="0" i="1" smtClean="0">
                              <a:latin typeface="Cambria Math" panose="02040503050406030204" pitchFamily="18" charset="0"/>
                            </a:rPr>
                            <m:t>𝜀</m:t>
                          </m:r>
                        </m:e>
                        <m:sub>
                          <m:r>
                            <a:rPr lang="pt-BR" sz="1400" b="0" i="1" smtClean="0">
                              <a:latin typeface="Cambria Math" panose="02040503050406030204" pitchFamily="18" charset="0"/>
                            </a:rPr>
                            <m:t>0</m:t>
                          </m:r>
                        </m:sub>
                      </m:sSub>
                      <m:r>
                        <a:rPr lang="pt-BR" sz="1400" b="0" i="1" smtClean="0">
                          <a:latin typeface="Cambria Math" panose="02040503050406030204" pitchFamily="18" charset="0"/>
                        </a:rPr>
                        <m:t>,</m:t>
                      </m:r>
                      <m:sSub>
                        <m:sSubPr>
                          <m:ctrlPr>
                            <a:rPr lang="pt-BR" sz="1400" i="1">
                              <a:latin typeface="Cambria Math" panose="02040503050406030204" pitchFamily="18" charset="0"/>
                            </a:rPr>
                          </m:ctrlPr>
                        </m:sSubPr>
                        <m:e>
                          <m:r>
                            <a:rPr lang="pt-BR" sz="1400" b="0" i="1" smtClean="0">
                              <a:latin typeface="Cambria Math" panose="02040503050406030204" pitchFamily="18" charset="0"/>
                            </a:rPr>
                            <m:t>𝜇</m:t>
                          </m:r>
                        </m:e>
                        <m:sub>
                          <m:r>
                            <a:rPr lang="pt-BR" sz="1400" i="1">
                              <a:latin typeface="Cambria Math" panose="02040503050406030204" pitchFamily="18" charset="0"/>
                            </a:rPr>
                            <m:t>0</m:t>
                          </m:r>
                        </m:sub>
                      </m:sSub>
                    </m:oMath>
                  </m:oMathPara>
                </a14:m>
                <a:endParaRPr lang="pt-BR" sz="1600"/>
              </a:p>
            </p:txBody>
          </p:sp>
        </mc:Choice>
        <mc:Fallback>
          <p:sp>
            <p:nvSpPr>
              <p:cNvPr id="26" name="CaixaDeTexto 25">
                <a:extLst>
                  <a:ext uri="{FF2B5EF4-FFF2-40B4-BE49-F238E27FC236}">
                    <a16:creationId xmlns:a16="http://schemas.microsoft.com/office/drawing/2014/main" id="{3249032C-AFD4-E5EC-9AED-73A0B0E1E087}"/>
                  </a:ext>
                </a:extLst>
              </p:cNvPr>
              <p:cNvSpPr txBox="1">
                <a:spLocks noRot="1" noChangeAspect="1" noMove="1" noResize="1" noEditPoints="1" noAdjustHandles="1" noChangeArrowheads="1" noChangeShapeType="1" noTextEdit="1"/>
              </p:cNvSpPr>
              <p:nvPr/>
            </p:nvSpPr>
            <p:spPr>
              <a:xfrm>
                <a:off x="2760147" y="2247959"/>
                <a:ext cx="630301" cy="307777"/>
              </a:xfrm>
              <a:prstGeom prst="rect">
                <a:avLst/>
              </a:prstGeom>
              <a:blipFill>
                <a:blip r:embed="rId7"/>
                <a:stretch>
                  <a:fillRect b="-2000"/>
                </a:stretch>
              </a:blipFill>
            </p:spPr>
            <p:txBody>
              <a:bodyPr/>
              <a:lstStyle/>
              <a:p>
                <a:r>
                  <a:rPr lang="pt-BR">
                    <a:noFill/>
                  </a:rPr>
                  <a:t> </a:t>
                </a:r>
              </a:p>
            </p:txBody>
          </p:sp>
        </mc:Fallback>
      </mc:AlternateContent>
      <p:cxnSp>
        <p:nvCxnSpPr>
          <p:cNvPr id="50" name="Conector de Seta Reta 49">
            <a:extLst>
              <a:ext uri="{FF2B5EF4-FFF2-40B4-BE49-F238E27FC236}">
                <a16:creationId xmlns:a16="http://schemas.microsoft.com/office/drawing/2014/main" id="{9533CE13-CCBA-C2A4-A9E6-EC5F30E5C72A}"/>
              </a:ext>
            </a:extLst>
          </p:cNvPr>
          <p:cNvCxnSpPr>
            <a:cxnSpLocks/>
            <a:endCxn id="43" idx="1"/>
          </p:cNvCxnSpPr>
          <p:nvPr/>
        </p:nvCxnSpPr>
        <p:spPr>
          <a:xfrm flipH="1" flipV="1">
            <a:off x="3933698" y="3004140"/>
            <a:ext cx="420276" cy="420276"/>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mc:Choice xmlns:a14="http://schemas.microsoft.com/office/drawing/2010/main" Requires="a14">
          <p:sp>
            <p:nvSpPr>
              <p:cNvPr id="23" name="CaixaDeTexto 22">
                <a:extLst>
                  <a:ext uri="{FF2B5EF4-FFF2-40B4-BE49-F238E27FC236}">
                    <a16:creationId xmlns:a16="http://schemas.microsoft.com/office/drawing/2014/main" id="{B24280F9-EB39-F074-6E63-8C7D3C8875A2}"/>
                  </a:ext>
                </a:extLst>
              </p:cNvPr>
              <p:cNvSpPr txBox="1"/>
              <p:nvPr/>
            </p:nvSpPr>
            <p:spPr>
              <a:xfrm>
                <a:off x="1669375" y="2196375"/>
                <a:ext cx="391326" cy="32438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b="0" i="1" smtClean="0">
                              <a:latin typeface="Cambria Math" panose="02040503050406030204" pitchFamily="18" charset="0"/>
                            </a:rPr>
                            <m:t>𝑐</m:t>
                          </m:r>
                        </m:e>
                        <m:sub>
                          <m:r>
                            <a:rPr lang="pt-BR" sz="1400" b="0" i="1" smtClean="0">
                              <a:latin typeface="Cambria Math" panose="02040503050406030204" pitchFamily="18" charset="0"/>
                            </a:rPr>
                            <m:t>𝑝</m:t>
                          </m:r>
                        </m:sub>
                      </m:sSub>
                    </m:oMath>
                  </m:oMathPara>
                </a14:m>
                <a:endParaRPr lang="pt-BR" sz="1400"/>
              </a:p>
            </p:txBody>
          </p:sp>
        </mc:Choice>
        <mc:Fallback>
          <p:sp>
            <p:nvSpPr>
              <p:cNvPr id="23" name="CaixaDeTexto 22">
                <a:extLst>
                  <a:ext uri="{FF2B5EF4-FFF2-40B4-BE49-F238E27FC236}">
                    <a16:creationId xmlns:a16="http://schemas.microsoft.com/office/drawing/2014/main" id="{B24280F9-EB39-F074-6E63-8C7D3C8875A2}"/>
                  </a:ext>
                </a:extLst>
              </p:cNvPr>
              <p:cNvSpPr txBox="1">
                <a:spLocks noRot="1" noChangeAspect="1" noMove="1" noResize="1" noEditPoints="1" noAdjustHandles="1" noChangeArrowheads="1" noChangeShapeType="1" noTextEdit="1"/>
              </p:cNvSpPr>
              <p:nvPr/>
            </p:nvSpPr>
            <p:spPr>
              <a:xfrm>
                <a:off x="1669375" y="2196375"/>
                <a:ext cx="391326" cy="324384"/>
              </a:xfrm>
              <a:prstGeom prst="rect">
                <a:avLst/>
              </a:prstGeom>
              <a:blipFill>
                <a:blip r:embed="rId8"/>
                <a:stretch>
                  <a:fillRect/>
                </a:stretch>
              </a:blipFill>
            </p:spPr>
            <p:txBody>
              <a:bodyPr/>
              <a:lstStyle/>
              <a:p>
                <a:r>
                  <a:rPr lang="pt-BR">
                    <a:noFill/>
                  </a:rPr>
                  <a:t> </a:t>
                </a:r>
              </a:p>
            </p:txBody>
          </p:sp>
        </mc:Fallback>
      </mc:AlternateContent>
      <mc:AlternateContent xmlns:mc="http://schemas.openxmlformats.org/markup-compatibility/2006">
        <mc:Choice xmlns:a14="http://schemas.microsoft.com/office/drawing/2010/main" Requires="a14">
          <p:sp>
            <p:nvSpPr>
              <p:cNvPr id="24" name="CaixaDeTexto 23">
                <a:extLst>
                  <a:ext uri="{FF2B5EF4-FFF2-40B4-BE49-F238E27FC236}">
                    <a16:creationId xmlns:a16="http://schemas.microsoft.com/office/drawing/2014/main" id="{90D32FCC-9584-B139-A613-4ABFA69CAFD5}"/>
                  </a:ext>
                </a:extLst>
              </p:cNvPr>
              <p:cNvSpPr txBox="1"/>
              <p:nvPr/>
            </p:nvSpPr>
            <p:spPr>
              <a:xfrm>
                <a:off x="4159466" y="2144310"/>
                <a:ext cx="390492" cy="32438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b="0" i="1" smtClean="0">
                              <a:latin typeface="Cambria Math" panose="02040503050406030204" pitchFamily="18" charset="0"/>
                            </a:rPr>
                            <m:t>𝑐</m:t>
                          </m:r>
                        </m:e>
                        <m:sub>
                          <m:r>
                            <a:rPr lang="pt-BR" sz="1400" b="0" i="1" smtClean="0">
                              <a:latin typeface="Cambria Math" panose="02040503050406030204" pitchFamily="18" charset="0"/>
                            </a:rPr>
                            <m:t>𝑞</m:t>
                          </m:r>
                        </m:sub>
                      </m:sSub>
                    </m:oMath>
                  </m:oMathPara>
                </a14:m>
                <a:endParaRPr lang="pt-BR" sz="1400"/>
              </a:p>
            </p:txBody>
          </p:sp>
        </mc:Choice>
        <mc:Fallback>
          <p:sp>
            <p:nvSpPr>
              <p:cNvPr id="24" name="CaixaDeTexto 23">
                <a:extLst>
                  <a:ext uri="{FF2B5EF4-FFF2-40B4-BE49-F238E27FC236}">
                    <a16:creationId xmlns:a16="http://schemas.microsoft.com/office/drawing/2014/main" id="{90D32FCC-9584-B139-A613-4ABFA69CAFD5}"/>
                  </a:ext>
                </a:extLst>
              </p:cNvPr>
              <p:cNvSpPr txBox="1">
                <a:spLocks noRot="1" noChangeAspect="1" noMove="1" noResize="1" noEditPoints="1" noAdjustHandles="1" noChangeArrowheads="1" noChangeShapeType="1" noTextEdit="1"/>
              </p:cNvSpPr>
              <p:nvPr/>
            </p:nvSpPr>
            <p:spPr>
              <a:xfrm>
                <a:off x="4159466" y="2144310"/>
                <a:ext cx="390492" cy="324384"/>
              </a:xfrm>
              <a:prstGeom prst="rect">
                <a:avLst/>
              </a:prstGeom>
              <a:blipFill>
                <a:blip r:embed="rId9"/>
                <a:stretch>
                  <a:fillRect/>
                </a:stretch>
              </a:blipFill>
            </p:spPr>
            <p:txBody>
              <a:bodyPr/>
              <a:lstStyle/>
              <a:p>
                <a:r>
                  <a:rPr lang="pt-BR">
                    <a:noFill/>
                  </a:rPr>
                  <a:t> </a:t>
                </a:r>
              </a:p>
            </p:txBody>
          </p:sp>
        </mc:Fallback>
      </mc:AlternateContent>
      <mc:AlternateContent xmlns:mc="http://schemas.openxmlformats.org/markup-compatibility/2006">
        <mc:Choice xmlns:a14="http://schemas.microsoft.com/office/drawing/2010/main" Requires="a14">
          <p:sp>
            <p:nvSpPr>
              <p:cNvPr id="25" name="CaixaDeTexto 24">
                <a:extLst>
                  <a:ext uri="{FF2B5EF4-FFF2-40B4-BE49-F238E27FC236}">
                    <a16:creationId xmlns:a16="http://schemas.microsoft.com/office/drawing/2014/main" id="{0CB5022C-A688-733F-44D9-60BAA37CE597}"/>
                  </a:ext>
                </a:extLst>
              </p:cNvPr>
              <p:cNvSpPr txBox="1"/>
              <p:nvPr/>
            </p:nvSpPr>
            <p:spPr>
              <a:xfrm>
                <a:off x="4176391" y="2522974"/>
                <a:ext cx="381066"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b="0" i="1" smtClean="0">
                              <a:latin typeface="Cambria Math" panose="02040503050406030204" pitchFamily="18" charset="0"/>
                            </a:rPr>
                            <m:t>𝑐</m:t>
                          </m:r>
                        </m:e>
                        <m:sub>
                          <m:r>
                            <a:rPr lang="pt-BR" sz="1400" b="0" i="1" smtClean="0">
                              <a:latin typeface="Cambria Math" panose="02040503050406030204" pitchFamily="18" charset="0"/>
                            </a:rPr>
                            <m:t>𝑟</m:t>
                          </m:r>
                        </m:sub>
                      </m:sSub>
                    </m:oMath>
                  </m:oMathPara>
                </a14:m>
                <a:endParaRPr lang="pt-BR" sz="1400"/>
              </a:p>
            </p:txBody>
          </p:sp>
        </mc:Choice>
        <mc:Fallback>
          <p:sp>
            <p:nvSpPr>
              <p:cNvPr id="25" name="CaixaDeTexto 24">
                <a:extLst>
                  <a:ext uri="{FF2B5EF4-FFF2-40B4-BE49-F238E27FC236}">
                    <a16:creationId xmlns:a16="http://schemas.microsoft.com/office/drawing/2014/main" id="{0CB5022C-A688-733F-44D9-60BAA37CE597}"/>
                  </a:ext>
                </a:extLst>
              </p:cNvPr>
              <p:cNvSpPr txBox="1">
                <a:spLocks noRot="1" noChangeAspect="1" noMove="1" noResize="1" noEditPoints="1" noAdjustHandles="1" noChangeArrowheads="1" noChangeShapeType="1" noTextEdit="1"/>
              </p:cNvSpPr>
              <p:nvPr/>
            </p:nvSpPr>
            <p:spPr>
              <a:xfrm>
                <a:off x="4176391" y="2522974"/>
                <a:ext cx="381066" cy="307777"/>
              </a:xfrm>
              <a:prstGeom prst="rect">
                <a:avLst/>
              </a:prstGeom>
              <a:blipFill>
                <a:blip r:embed="rId10"/>
                <a:stretch>
                  <a:fillRect/>
                </a:stretch>
              </a:blipFill>
            </p:spPr>
            <p:txBody>
              <a:bodyPr/>
              <a:lstStyle/>
              <a:p>
                <a:r>
                  <a:rPr lang="pt-BR">
                    <a:noFill/>
                  </a:rPr>
                  <a:t> </a:t>
                </a:r>
              </a:p>
            </p:txBody>
          </p:sp>
        </mc:Fallback>
      </mc:AlternateContent>
      <p:grpSp>
        <p:nvGrpSpPr>
          <p:cNvPr id="57" name="Agrupar 56">
            <a:extLst>
              <a:ext uri="{FF2B5EF4-FFF2-40B4-BE49-F238E27FC236}">
                <a16:creationId xmlns:a16="http://schemas.microsoft.com/office/drawing/2014/main" id="{1EACEB1E-8569-0ADF-A8AF-4D5D62DB2487}"/>
              </a:ext>
            </a:extLst>
          </p:cNvPr>
          <p:cNvGrpSpPr/>
          <p:nvPr/>
        </p:nvGrpSpPr>
        <p:grpSpPr>
          <a:xfrm>
            <a:off x="2520585" y="2709335"/>
            <a:ext cx="556716" cy="353943"/>
            <a:chOff x="2520585" y="2709335"/>
            <a:chExt cx="556716" cy="353943"/>
          </a:xfrm>
        </p:grpSpPr>
        <p:grpSp>
          <p:nvGrpSpPr>
            <p:cNvPr id="41" name="Agrupar 40">
              <a:extLst>
                <a:ext uri="{FF2B5EF4-FFF2-40B4-BE49-F238E27FC236}">
                  <a16:creationId xmlns:a16="http://schemas.microsoft.com/office/drawing/2014/main" id="{36A261E2-3099-F4AE-050A-E4A3777B8FD3}"/>
                </a:ext>
              </a:extLst>
            </p:cNvPr>
            <p:cNvGrpSpPr/>
            <p:nvPr/>
          </p:nvGrpSpPr>
          <p:grpSpPr>
            <a:xfrm>
              <a:off x="2520585" y="2889662"/>
              <a:ext cx="108012" cy="107290"/>
              <a:chOff x="2999656" y="3825766"/>
              <a:chExt cx="182880" cy="182880"/>
            </a:xfrm>
          </p:grpSpPr>
          <p:sp>
            <p:nvSpPr>
              <p:cNvPr id="35" name="Elipse 34">
                <a:extLst>
                  <a:ext uri="{FF2B5EF4-FFF2-40B4-BE49-F238E27FC236}">
                    <a16:creationId xmlns:a16="http://schemas.microsoft.com/office/drawing/2014/main" id="{14B214F7-A59E-B555-E985-04636425BEAF}"/>
                  </a:ext>
                </a:extLst>
              </p:cNvPr>
              <p:cNvSpPr/>
              <p:nvPr/>
            </p:nvSpPr>
            <p:spPr>
              <a:xfrm flipH="1" flipV="1">
                <a:off x="2999656" y="3825766"/>
                <a:ext cx="182880" cy="182880"/>
              </a:xfrm>
              <a:prstGeom prst="ellipse">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0" name="Elipse 39">
                <a:extLst>
                  <a:ext uri="{FF2B5EF4-FFF2-40B4-BE49-F238E27FC236}">
                    <a16:creationId xmlns:a16="http://schemas.microsoft.com/office/drawing/2014/main" id="{9C1A9DD7-93DB-EA3C-A5BE-29A6158F003E}"/>
                  </a:ext>
                </a:extLst>
              </p:cNvPr>
              <p:cNvSpPr/>
              <p:nvPr/>
            </p:nvSpPr>
            <p:spPr>
              <a:xfrm flipH="1" flipV="1">
                <a:off x="3075614" y="3901620"/>
                <a:ext cx="30964" cy="31173"/>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mc:AlternateContent xmlns:mc="http://schemas.openxmlformats.org/markup-compatibility/2006">
          <mc:Choice xmlns:a14="http://schemas.microsoft.com/office/drawing/2010/main" Requires="a14">
            <p:sp>
              <p:nvSpPr>
                <p:cNvPr id="56" name="CaixaDeTexto 55">
                  <a:extLst>
                    <a:ext uri="{FF2B5EF4-FFF2-40B4-BE49-F238E27FC236}">
                      <a16:creationId xmlns:a16="http://schemas.microsoft.com/office/drawing/2014/main" id="{27B7F45F-0A58-E36F-0CE7-EF69E31D51D3}"/>
                    </a:ext>
                  </a:extLst>
                </p:cNvPr>
                <p:cNvSpPr txBox="1"/>
                <p:nvPr/>
              </p:nvSpPr>
              <p:spPr>
                <a:xfrm>
                  <a:off x="2583511" y="2709335"/>
                  <a:ext cx="493790" cy="35394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pt-BR" sz="1400" b="0" i="1" smtClean="0">
                                <a:latin typeface="Cambria Math" panose="02040503050406030204" pitchFamily="18" charset="0"/>
                              </a:rPr>
                            </m:ctrlPr>
                          </m:sSubSupPr>
                          <m:e>
                            <m:r>
                              <a:rPr lang="pt-BR" sz="1400" b="0" i="1" smtClean="0">
                                <a:latin typeface="Cambria Math" panose="02040503050406030204" pitchFamily="18" charset="0"/>
                              </a:rPr>
                              <m:t>𝐽</m:t>
                            </m:r>
                          </m:e>
                          <m:sub>
                            <m:r>
                              <a:rPr lang="pt-BR" sz="1400" b="0" i="1" smtClean="0">
                                <a:latin typeface="Cambria Math" panose="02040503050406030204" pitchFamily="18" charset="0"/>
                              </a:rPr>
                              <m:t>𝑠</m:t>
                            </m:r>
                          </m:sub>
                          <m:sup>
                            <m:r>
                              <a:rPr lang="pt-BR" sz="1400" b="0" i="1" smtClean="0">
                                <a:latin typeface="Cambria Math" panose="02040503050406030204" pitchFamily="18" charset="0"/>
                              </a:rPr>
                              <m:t>(</m:t>
                            </m:r>
                            <m:r>
                              <a:rPr lang="pt-BR" sz="1400" b="0" i="1" smtClean="0">
                                <a:latin typeface="Cambria Math" panose="02040503050406030204" pitchFamily="18" charset="0"/>
                              </a:rPr>
                              <m:t>𝑝</m:t>
                            </m:r>
                            <m:r>
                              <a:rPr lang="pt-BR" sz="1400" b="0" i="1" smtClean="0">
                                <a:latin typeface="Cambria Math" panose="02040503050406030204" pitchFamily="18" charset="0"/>
                              </a:rPr>
                              <m:t>)</m:t>
                            </m:r>
                          </m:sup>
                        </m:sSubSup>
                      </m:oMath>
                    </m:oMathPara>
                  </a14:m>
                  <a:endParaRPr lang="pt-BR" sz="1400"/>
                </a:p>
              </p:txBody>
            </p:sp>
          </mc:Choice>
          <mc:Fallback>
            <p:sp>
              <p:nvSpPr>
                <p:cNvPr id="56" name="CaixaDeTexto 55">
                  <a:extLst>
                    <a:ext uri="{FF2B5EF4-FFF2-40B4-BE49-F238E27FC236}">
                      <a16:creationId xmlns:a16="http://schemas.microsoft.com/office/drawing/2014/main" id="{27B7F45F-0A58-E36F-0CE7-EF69E31D51D3}"/>
                    </a:ext>
                  </a:extLst>
                </p:cNvPr>
                <p:cNvSpPr txBox="1">
                  <a:spLocks noRot="1" noChangeAspect="1" noMove="1" noResize="1" noEditPoints="1" noAdjustHandles="1" noChangeArrowheads="1" noChangeShapeType="1" noTextEdit="1"/>
                </p:cNvSpPr>
                <p:nvPr/>
              </p:nvSpPr>
              <p:spPr>
                <a:xfrm>
                  <a:off x="2583511" y="2709335"/>
                  <a:ext cx="493790" cy="353943"/>
                </a:xfrm>
                <a:prstGeom prst="rect">
                  <a:avLst/>
                </a:prstGeom>
                <a:blipFill>
                  <a:blip r:embed="rId11"/>
                  <a:stretch>
                    <a:fillRect b="-1695"/>
                  </a:stretch>
                </a:blipFill>
              </p:spPr>
              <p:txBody>
                <a:bodyPr/>
                <a:lstStyle/>
                <a:p>
                  <a:r>
                    <a:rPr lang="pt-BR">
                      <a:noFill/>
                    </a:rPr>
                    <a:t> </a:t>
                  </a:r>
                </a:p>
              </p:txBody>
            </p:sp>
          </mc:Fallback>
        </mc:AlternateContent>
      </p:grpSp>
      <p:grpSp>
        <p:nvGrpSpPr>
          <p:cNvPr id="59" name="Agrupar 58">
            <a:extLst>
              <a:ext uri="{FF2B5EF4-FFF2-40B4-BE49-F238E27FC236}">
                <a16:creationId xmlns:a16="http://schemas.microsoft.com/office/drawing/2014/main" id="{EA77A0B7-2E7F-36CC-53CB-59515E22ED8F}"/>
              </a:ext>
            </a:extLst>
          </p:cNvPr>
          <p:cNvGrpSpPr/>
          <p:nvPr/>
        </p:nvGrpSpPr>
        <p:grpSpPr>
          <a:xfrm>
            <a:off x="4566811" y="3897052"/>
            <a:ext cx="108012" cy="107290"/>
            <a:chOff x="2999656" y="3825766"/>
            <a:chExt cx="182880" cy="182880"/>
          </a:xfrm>
        </p:grpSpPr>
        <p:sp>
          <p:nvSpPr>
            <p:cNvPr id="61" name="Elipse 60">
              <a:extLst>
                <a:ext uri="{FF2B5EF4-FFF2-40B4-BE49-F238E27FC236}">
                  <a16:creationId xmlns:a16="http://schemas.microsoft.com/office/drawing/2014/main" id="{A92396E5-A5D1-1FEA-76A9-E176AE7DEEDB}"/>
                </a:ext>
              </a:extLst>
            </p:cNvPr>
            <p:cNvSpPr/>
            <p:nvPr/>
          </p:nvSpPr>
          <p:spPr>
            <a:xfrm flipH="1" flipV="1">
              <a:off x="2999656" y="3825766"/>
              <a:ext cx="182880" cy="182880"/>
            </a:xfrm>
            <a:prstGeom prst="ellipse">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2" name="Elipse 61">
              <a:extLst>
                <a:ext uri="{FF2B5EF4-FFF2-40B4-BE49-F238E27FC236}">
                  <a16:creationId xmlns:a16="http://schemas.microsoft.com/office/drawing/2014/main" id="{7B3B77B0-4027-F8FB-6DFD-58C96E710B3F}"/>
                </a:ext>
              </a:extLst>
            </p:cNvPr>
            <p:cNvSpPr/>
            <p:nvPr/>
          </p:nvSpPr>
          <p:spPr>
            <a:xfrm flipH="1" flipV="1">
              <a:off x="3075614" y="3901620"/>
              <a:ext cx="30964" cy="31173"/>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mc:AlternateContent xmlns:mc="http://schemas.openxmlformats.org/markup-compatibility/2006">
        <mc:Choice xmlns:a14="http://schemas.microsoft.com/office/drawing/2010/main" Requires="a14">
          <p:sp>
            <p:nvSpPr>
              <p:cNvPr id="60" name="CaixaDeTexto 59">
                <a:extLst>
                  <a:ext uri="{FF2B5EF4-FFF2-40B4-BE49-F238E27FC236}">
                    <a16:creationId xmlns:a16="http://schemas.microsoft.com/office/drawing/2014/main" id="{8367181B-B174-7222-9059-AD9CC7B667D9}"/>
                  </a:ext>
                </a:extLst>
              </p:cNvPr>
              <p:cNvSpPr txBox="1"/>
              <p:nvPr/>
            </p:nvSpPr>
            <p:spPr>
              <a:xfrm>
                <a:off x="4319916" y="3515811"/>
                <a:ext cx="493790" cy="35394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pt-BR" sz="1400" b="0" i="1" smtClean="0">
                              <a:latin typeface="Cambria Math" panose="02040503050406030204" pitchFamily="18" charset="0"/>
                            </a:rPr>
                          </m:ctrlPr>
                        </m:sSubSupPr>
                        <m:e>
                          <m:r>
                            <a:rPr lang="pt-BR" sz="1400" b="0" i="1" smtClean="0">
                              <a:latin typeface="Cambria Math" panose="02040503050406030204" pitchFamily="18" charset="0"/>
                            </a:rPr>
                            <m:t>𝐽</m:t>
                          </m:r>
                        </m:e>
                        <m:sub>
                          <m:r>
                            <a:rPr lang="pt-BR" sz="1400" b="0" i="1" smtClean="0">
                              <a:latin typeface="Cambria Math" panose="02040503050406030204" pitchFamily="18" charset="0"/>
                            </a:rPr>
                            <m:t>𝑠</m:t>
                          </m:r>
                        </m:sub>
                        <m:sup>
                          <m:r>
                            <a:rPr lang="pt-BR" sz="1400" b="0" i="1" smtClean="0">
                              <a:latin typeface="Cambria Math" panose="02040503050406030204" pitchFamily="18" charset="0"/>
                            </a:rPr>
                            <m:t>(</m:t>
                          </m:r>
                          <m:r>
                            <a:rPr lang="en-US" sz="1400" b="0" i="1" smtClean="0">
                              <a:latin typeface="Cambria Math" panose="02040503050406030204" pitchFamily="18" charset="0"/>
                            </a:rPr>
                            <m:t>𝑟</m:t>
                          </m:r>
                          <m:r>
                            <a:rPr lang="pt-BR" sz="1400" b="0" i="1" smtClean="0">
                              <a:latin typeface="Cambria Math" panose="02040503050406030204" pitchFamily="18" charset="0"/>
                            </a:rPr>
                            <m:t>)</m:t>
                          </m:r>
                        </m:sup>
                      </m:sSubSup>
                    </m:oMath>
                  </m:oMathPara>
                </a14:m>
                <a:endParaRPr lang="pt-BR" sz="1400"/>
              </a:p>
            </p:txBody>
          </p:sp>
        </mc:Choice>
        <mc:Fallback>
          <p:sp>
            <p:nvSpPr>
              <p:cNvPr id="60" name="CaixaDeTexto 59">
                <a:extLst>
                  <a:ext uri="{FF2B5EF4-FFF2-40B4-BE49-F238E27FC236}">
                    <a16:creationId xmlns:a16="http://schemas.microsoft.com/office/drawing/2014/main" id="{8367181B-B174-7222-9059-AD9CC7B667D9}"/>
                  </a:ext>
                </a:extLst>
              </p:cNvPr>
              <p:cNvSpPr txBox="1">
                <a:spLocks noRot="1" noChangeAspect="1" noMove="1" noResize="1" noEditPoints="1" noAdjustHandles="1" noChangeArrowheads="1" noChangeShapeType="1" noTextEdit="1"/>
              </p:cNvSpPr>
              <p:nvPr/>
            </p:nvSpPr>
            <p:spPr>
              <a:xfrm>
                <a:off x="4319916" y="3515811"/>
                <a:ext cx="493790" cy="353943"/>
              </a:xfrm>
              <a:prstGeom prst="rect">
                <a:avLst/>
              </a:prstGeom>
              <a:blipFill>
                <a:blip r:embed="rId12"/>
                <a:stretch>
                  <a:fillRect b="-3448"/>
                </a:stretch>
              </a:blipFill>
            </p:spPr>
            <p:txBody>
              <a:bodyPr/>
              <a:lstStyle/>
              <a:p>
                <a:r>
                  <a:rPr lang="pt-BR">
                    <a:noFill/>
                  </a:rPr>
                  <a:t> </a:t>
                </a:r>
              </a:p>
            </p:txBody>
          </p:sp>
        </mc:Fallback>
      </mc:AlternateContent>
      <p:grpSp>
        <p:nvGrpSpPr>
          <p:cNvPr id="64" name="Agrupar 63">
            <a:extLst>
              <a:ext uri="{FF2B5EF4-FFF2-40B4-BE49-F238E27FC236}">
                <a16:creationId xmlns:a16="http://schemas.microsoft.com/office/drawing/2014/main" id="{20ED0C21-A564-8B2B-7F3E-561F7B10F9B6}"/>
              </a:ext>
            </a:extLst>
          </p:cNvPr>
          <p:cNvGrpSpPr/>
          <p:nvPr/>
        </p:nvGrpSpPr>
        <p:grpSpPr>
          <a:xfrm>
            <a:off x="5177204" y="3186036"/>
            <a:ext cx="556716" cy="353943"/>
            <a:chOff x="2520585" y="2709335"/>
            <a:chExt cx="556716" cy="353943"/>
          </a:xfrm>
        </p:grpSpPr>
        <p:grpSp>
          <p:nvGrpSpPr>
            <p:cNvPr id="65" name="Agrupar 64">
              <a:extLst>
                <a:ext uri="{FF2B5EF4-FFF2-40B4-BE49-F238E27FC236}">
                  <a16:creationId xmlns:a16="http://schemas.microsoft.com/office/drawing/2014/main" id="{3FCAB255-2CBA-DE91-7761-95CF02D95D33}"/>
                </a:ext>
              </a:extLst>
            </p:cNvPr>
            <p:cNvGrpSpPr/>
            <p:nvPr/>
          </p:nvGrpSpPr>
          <p:grpSpPr>
            <a:xfrm>
              <a:off x="2520585" y="2889662"/>
              <a:ext cx="108012" cy="107290"/>
              <a:chOff x="2999656" y="3825766"/>
              <a:chExt cx="182880" cy="182880"/>
            </a:xfrm>
          </p:grpSpPr>
          <p:sp>
            <p:nvSpPr>
              <p:cNvPr id="67" name="Elipse 66">
                <a:extLst>
                  <a:ext uri="{FF2B5EF4-FFF2-40B4-BE49-F238E27FC236}">
                    <a16:creationId xmlns:a16="http://schemas.microsoft.com/office/drawing/2014/main" id="{05E59004-D7D4-347B-AB8C-B21BE4DD3485}"/>
                  </a:ext>
                </a:extLst>
              </p:cNvPr>
              <p:cNvSpPr/>
              <p:nvPr/>
            </p:nvSpPr>
            <p:spPr>
              <a:xfrm flipH="1" flipV="1">
                <a:off x="2999656" y="3825766"/>
                <a:ext cx="182880" cy="182880"/>
              </a:xfrm>
              <a:prstGeom prst="ellipse">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8" name="Elipse 67">
                <a:extLst>
                  <a:ext uri="{FF2B5EF4-FFF2-40B4-BE49-F238E27FC236}">
                    <a16:creationId xmlns:a16="http://schemas.microsoft.com/office/drawing/2014/main" id="{71F265C2-8540-8CE3-9E21-D95BF119043A}"/>
                  </a:ext>
                </a:extLst>
              </p:cNvPr>
              <p:cNvSpPr/>
              <p:nvPr/>
            </p:nvSpPr>
            <p:spPr>
              <a:xfrm flipH="1" flipV="1">
                <a:off x="3075614" y="3901620"/>
                <a:ext cx="30964" cy="31173"/>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mc:AlternateContent xmlns:mc="http://schemas.openxmlformats.org/markup-compatibility/2006">
          <mc:Choice xmlns:a14="http://schemas.microsoft.com/office/drawing/2010/main" Requires="a14">
            <p:sp>
              <p:nvSpPr>
                <p:cNvPr id="66" name="CaixaDeTexto 65">
                  <a:extLst>
                    <a:ext uri="{FF2B5EF4-FFF2-40B4-BE49-F238E27FC236}">
                      <a16:creationId xmlns:a16="http://schemas.microsoft.com/office/drawing/2014/main" id="{103A5FD8-1C86-1CCC-FA77-7168A55B09CC}"/>
                    </a:ext>
                  </a:extLst>
                </p:cNvPr>
                <p:cNvSpPr txBox="1"/>
                <p:nvPr/>
              </p:nvSpPr>
              <p:spPr>
                <a:xfrm>
                  <a:off x="2583511" y="2709335"/>
                  <a:ext cx="493790" cy="35394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pt-BR" sz="1400" b="0" i="1" smtClean="0">
                                <a:latin typeface="Cambria Math" panose="02040503050406030204" pitchFamily="18" charset="0"/>
                              </a:rPr>
                            </m:ctrlPr>
                          </m:sSubSupPr>
                          <m:e>
                            <m:r>
                              <a:rPr lang="pt-BR" sz="1400" b="0" i="1" smtClean="0">
                                <a:latin typeface="Cambria Math" panose="02040503050406030204" pitchFamily="18" charset="0"/>
                              </a:rPr>
                              <m:t>𝐽</m:t>
                            </m:r>
                          </m:e>
                          <m:sub>
                            <m:r>
                              <a:rPr lang="pt-BR" sz="1400" b="0" i="1" smtClean="0">
                                <a:latin typeface="Cambria Math" panose="02040503050406030204" pitchFamily="18" charset="0"/>
                              </a:rPr>
                              <m:t>𝑠</m:t>
                            </m:r>
                          </m:sub>
                          <m:sup>
                            <m:r>
                              <a:rPr lang="pt-BR" sz="1400" b="0" i="1" smtClean="0">
                                <a:latin typeface="Cambria Math" panose="02040503050406030204" pitchFamily="18" charset="0"/>
                              </a:rPr>
                              <m:t>(</m:t>
                            </m:r>
                            <m:r>
                              <a:rPr lang="en-US" sz="1400" b="0" i="1" smtClean="0">
                                <a:latin typeface="Cambria Math" panose="02040503050406030204" pitchFamily="18" charset="0"/>
                              </a:rPr>
                              <m:t>𝑞</m:t>
                            </m:r>
                            <m:r>
                              <a:rPr lang="pt-BR" sz="1400" b="0" i="1" smtClean="0">
                                <a:latin typeface="Cambria Math" panose="02040503050406030204" pitchFamily="18" charset="0"/>
                              </a:rPr>
                              <m:t>)</m:t>
                            </m:r>
                          </m:sup>
                        </m:sSubSup>
                      </m:oMath>
                    </m:oMathPara>
                  </a14:m>
                  <a:endParaRPr lang="pt-BR" sz="1400"/>
                </a:p>
              </p:txBody>
            </p:sp>
          </mc:Choice>
          <mc:Fallback>
            <p:sp>
              <p:nvSpPr>
                <p:cNvPr id="66" name="CaixaDeTexto 65">
                  <a:extLst>
                    <a:ext uri="{FF2B5EF4-FFF2-40B4-BE49-F238E27FC236}">
                      <a16:creationId xmlns:a16="http://schemas.microsoft.com/office/drawing/2014/main" id="{103A5FD8-1C86-1CCC-FA77-7168A55B09CC}"/>
                    </a:ext>
                  </a:extLst>
                </p:cNvPr>
                <p:cNvSpPr txBox="1">
                  <a:spLocks noRot="1" noChangeAspect="1" noMove="1" noResize="1" noEditPoints="1" noAdjustHandles="1" noChangeArrowheads="1" noChangeShapeType="1" noTextEdit="1"/>
                </p:cNvSpPr>
                <p:nvPr/>
              </p:nvSpPr>
              <p:spPr>
                <a:xfrm>
                  <a:off x="2583511" y="2709335"/>
                  <a:ext cx="493790" cy="353943"/>
                </a:xfrm>
                <a:prstGeom prst="rect">
                  <a:avLst/>
                </a:prstGeom>
                <a:blipFill>
                  <a:blip r:embed="rId13"/>
                  <a:stretch>
                    <a:fillRect b="-3448"/>
                  </a:stretch>
                </a:blipFill>
              </p:spPr>
              <p:txBody>
                <a:bodyPr/>
                <a:lstStyle/>
                <a:p>
                  <a:r>
                    <a:rPr lang="pt-BR">
                      <a:noFill/>
                    </a:rPr>
                    <a:t> </a:t>
                  </a:r>
                </a:p>
              </p:txBody>
            </p:sp>
          </mc:Fallback>
        </mc:AlternateContent>
      </p:grpSp>
      <mc:AlternateContent xmlns:mc="http://schemas.openxmlformats.org/markup-compatibility/2006">
        <mc:Choice xmlns:a14="http://schemas.microsoft.com/office/drawing/2010/main" Requires="a14">
          <p:sp>
            <p:nvSpPr>
              <p:cNvPr id="70" name="CaixaDeTexto 69">
                <a:extLst>
                  <a:ext uri="{FF2B5EF4-FFF2-40B4-BE49-F238E27FC236}">
                    <a16:creationId xmlns:a16="http://schemas.microsoft.com/office/drawing/2014/main" id="{9B1CA937-986C-2942-F587-D7D1777D1C93}"/>
                  </a:ext>
                </a:extLst>
              </p:cNvPr>
              <p:cNvSpPr txBox="1"/>
              <p:nvPr/>
            </p:nvSpPr>
            <p:spPr>
              <a:xfrm>
                <a:off x="6117322" y="4288101"/>
                <a:ext cx="5190639" cy="437043"/>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centerGroup"/>
                    </m:oMathParaPr>
                    <m:oMath xmlns:m="http://schemas.openxmlformats.org/officeDocument/2006/math">
                      <m:r>
                        <a:rPr lang="pt-BR" b="1" i="0" smtClean="0">
                          <a:latin typeface="Cambria Math" panose="02040503050406030204" pitchFamily="18" charset="0"/>
                        </a:rPr>
                        <m:t>𝐄</m:t>
                      </m:r>
                      <m:r>
                        <a:rPr lang="pt-BR">
                          <a:latin typeface="Cambria Math" panose="02040503050406030204" pitchFamily="18" charset="0"/>
                        </a:rPr>
                        <m:t>=</m:t>
                      </m:r>
                      <m:sSup>
                        <m:sSupPr>
                          <m:ctrlPr>
                            <a:rPr lang="pt-BR" i="1">
                              <a:latin typeface="Cambria Math" panose="02040503050406030204" pitchFamily="18" charset="0"/>
                            </a:rPr>
                          </m:ctrlPr>
                        </m:sSupPr>
                        <m:e>
                          <m:d>
                            <m:dPr>
                              <m:begChr m:val="["/>
                              <m:endChr m:val="]"/>
                              <m:ctrlPr>
                                <a:rPr lang="pt-BR" i="1">
                                  <a:latin typeface="Cambria Math" panose="02040503050406030204" pitchFamily="18" charset="0"/>
                                </a:rPr>
                              </m:ctrlPr>
                            </m:dPr>
                            <m:e>
                              <m:sSubSup>
                                <m:sSubSupPr>
                                  <m:ctrlPr>
                                    <a:rPr lang="pt-BR" i="1">
                                      <a:latin typeface="Cambria Math" panose="02040503050406030204" pitchFamily="18" charset="0"/>
                                    </a:rPr>
                                  </m:ctrlPr>
                                </m:sSubSupPr>
                                <m:e>
                                  <m:r>
                                    <a:rPr lang="pt-BR" b="1">
                                      <a:latin typeface="Cambria Math" panose="02040503050406030204" pitchFamily="18" charset="0"/>
                                    </a:rPr>
                                    <m:t>𝐄</m:t>
                                  </m:r>
                                </m:e>
                                <m:sub>
                                  <m:r>
                                    <a:rPr lang="pt-BR" i="1">
                                      <a:latin typeface="Cambria Math" panose="02040503050406030204" pitchFamily="18" charset="0"/>
                                    </a:rPr>
                                    <m:t> </m:t>
                                  </m:r>
                                </m:sub>
                                <m:sup>
                                  <m:d>
                                    <m:dPr>
                                      <m:ctrlPr>
                                        <a:rPr lang="pt-BR" i="1">
                                          <a:latin typeface="Cambria Math" panose="02040503050406030204" pitchFamily="18" charset="0"/>
                                        </a:rPr>
                                      </m:ctrlPr>
                                    </m:dPr>
                                    <m:e>
                                      <m:r>
                                        <a:rPr lang="pt-BR" i="1">
                                          <a:latin typeface="Cambria Math" panose="02040503050406030204" pitchFamily="18" charset="0"/>
                                        </a:rPr>
                                        <m:t>1</m:t>
                                      </m:r>
                                    </m:e>
                                  </m:d>
                                </m:sup>
                              </m:sSubSup>
                              <m:r>
                                <a:rPr lang="en-US" b="0" i="1" smtClean="0">
                                  <a:latin typeface="Cambria Math" panose="02040503050406030204" pitchFamily="18" charset="0"/>
                                </a:rPr>
                                <m:t>  </m:t>
                              </m:r>
                              <m:sSubSup>
                                <m:sSubSupPr>
                                  <m:ctrlPr>
                                    <a:rPr lang="pt-BR" i="1">
                                      <a:latin typeface="Cambria Math" panose="02040503050406030204" pitchFamily="18" charset="0"/>
                                    </a:rPr>
                                  </m:ctrlPr>
                                </m:sSubSupPr>
                                <m:e>
                                  <m:r>
                                    <a:rPr lang="pt-BR" b="1">
                                      <a:latin typeface="Cambria Math" panose="02040503050406030204" pitchFamily="18" charset="0"/>
                                    </a:rPr>
                                    <m:t>𝐄</m:t>
                                  </m:r>
                                </m:e>
                                <m:sub>
                                  <m:r>
                                    <a:rPr lang="pt-BR" i="1">
                                      <a:latin typeface="Cambria Math" panose="02040503050406030204" pitchFamily="18" charset="0"/>
                                    </a:rPr>
                                    <m:t> </m:t>
                                  </m:r>
                                </m:sub>
                                <m:sup>
                                  <m:r>
                                    <a:rPr lang="pt-BR" i="1">
                                      <a:latin typeface="Cambria Math" panose="02040503050406030204" pitchFamily="18" charset="0"/>
                                    </a:rPr>
                                    <m:t>(</m:t>
                                  </m:r>
                                  <m:r>
                                    <a:rPr lang="en-US" b="0" i="1" smtClean="0">
                                      <a:latin typeface="Cambria Math" panose="02040503050406030204" pitchFamily="18" charset="0"/>
                                    </a:rPr>
                                    <m:t>2</m:t>
                                  </m:r>
                                  <m:r>
                                    <a:rPr lang="pt-BR" i="1">
                                      <a:latin typeface="Cambria Math" panose="02040503050406030204" pitchFamily="18" charset="0"/>
                                    </a:rPr>
                                    <m:t>)</m:t>
                                  </m:r>
                                </m:sup>
                              </m:sSubSup>
                              <m:r>
                                <a:rPr lang="en-US" b="0" i="0" smtClean="0">
                                  <a:latin typeface="Cambria Math" panose="02040503050406030204" pitchFamily="18" charset="0"/>
                                </a:rPr>
                                <m:t> </m:t>
                              </m:r>
                              <m:r>
                                <a:rPr lang="pt-BR">
                                  <a:latin typeface="Cambria Math" panose="02040503050406030204" pitchFamily="18" charset="0"/>
                                </a:rPr>
                                <m:t>⋯</m:t>
                              </m:r>
                              <m:sSubSup>
                                <m:sSubSupPr>
                                  <m:ctrlPr>
                                    <a:rPr lang="pt-BR" i="1">
                                      <a:latin typeface="Cambria Math" panose="02040503050406030204" pitchFamily="18" charset="0"/>
                                    </a:rPr>
                                  </m:ctrlPr>
                                </m:sSubSupPr>
                                <m:e>
                                  <m:r>
                                    <a:rPr lang="pt-BR" b="1">
                                      <a:latin typeface="Cambria Math" panose="02040503050406030204" pitchFamily="18" charset="0"/>
                                    </a:rPr>
                                    <m:t>𝐄</m:t>
                                  </m:r>
                                </m:e>
                                <m:sub>
                                  <m:r>
                                    <a:rPr lang="pt-BR" i="1">
                                      <a:latin typeface="Cambria Math" panose="02040503050406030204" pitchFamily="18" charset="0"/>
                                    </a:rPr>
                                    <m:t> </m:t>
                                  </m:r>
                                </m:sub>
                                <m:sup>
                                  <m:r>
                                    <a:rPr lang="pt-BR" i="1">
                                      <a:latin typeface="Cambria Math" panose="02040503050406030204" pitchFamily="18" charset="0"/>
                                    </a:rPr>
                                    <m:t>(</m:t>
                                  </m:r>
                                  <m:sSub>
                                    <m:sSubPr>
                                      <m:ctrlPr>
                                        <a:rPr lang="pt-BR" b="0" i="1" smtClean="0">
                                          <a:latin typeface="Cambria Math" panose="02040503050406030204" pitchFamily="18" charset="0"/>
                                        </a:rPr>
                                      </m:ctrlPr>
                                    </m:sSubPr>
                                    <m:e>
                                      <m:r>
                                        <a:rPr lang="pt-BR" b="0" i="1" smtClean="0">
                                          <a:latin typeface="Cambria Math" panose="02040503050406030204" pitchFamily="18" charset="0"/>
                                        </a:rPr>
                                        <m:t>𝑚</m:t>
                                      </m:r>
                                    </m:e>
                                    <m:sub>
                                      <m:r>
                                        <a:rPr lang="pt-BR" b="0" i="1" smtClean="0">
                                          <a:latin typeface="Cambria Math" panose="02040503050406030204" pitchFamily="18" charset="0"/>
                                        </a:rPr>
                                        <m:t>𝑠</m:t>
                                      </m:r>
                                    </m:sub>
                                  </m:sSub>
                                  <m:r>
                                    <a:rPr lang="pt-BR" i="1">
                                      <a:latin typeface="Cambria Math" panose="02040503050406030204" pitchFamily="18" charset="0"/>
                                    </a:rPr>
                                    <m:t>)</m:t>
                                  </m:r>
                                </m:sup>
                              </m:sSubSup>
                            </m:e>
                          </m:d>
                        </m:e>
                        <m:sup>
                          <m:r>
                            <m:rPr>
                              <m:sty m:val="p"/>
                            </m:rPr>
                            <a:rPr lang="pt-BR">
                              <a:latin typeface="Cambria Math" panose="02040503050406030204" pitchFamily="18" charset="0"/>
                            </a:rPr>
                            <m:t>T</m:t>
                          </m:r>
                        </m:sup>
                      </m:sSup>
                    </m:oMath>
                  </m:oMathPara>
                </a14:m>
                <a:endParaRPr lang="en-US"/>
              </a:p>
            </p:txBody>
          </p:sp>
        </mc:Choice>
        <mc:Fallback>
          <p:sp>
            <p:nvSpPr>
              <p:cNvPr id="70" name="CaixaDeTexto 69">
                <a:extLst>
                  <a:ext uri="{FF2B5EF4-FFF2-40B4-BE49-F238E27FC236}">
                    <a16:creationId xmlns:a16="http://schemas.microsoft.com/office/drawing/2014/main" id="{9B1CA937-986C-2942-F587-D7D1777D1C93}"/>
                  </a:ext>
                </a:extLst>
              </p:cNvPr>
              <p:cNvSpPr txBox="1">
                <a:spLocks noRot="1" noChangeAspect="1" noMove="1" noResize="1" noEditPoints="1" noAdjustHandles="1" noChangeArrowheads="1" noChangeShapeType="1" noTextEdit="1"/>
              </p:cNvSpPr>
              <p:nvPr/>
            </p:nvSpPr>
            <p:spPr>
              <a:xfrm>
                <a:off x="6117322" y="4288101"/>
                <a:ext cx="5190639" cy="437043"/>
              </a:xfrm>
              <a:prstGeom prst="rect">
                <a:avLst/>
              </a:prstGeom>
              <a:blipFill>
                <a:blip r:embed="rId14"/>
                <a:stretch>
                  <a:fillRect/>
                </a:stretch>
              </a:blipFill>
            </p:spPr>
            <p:txBody>
              <a:bodyPr/>
              <a:lstStyle/>
              <a:p>
                <a:r>
                  <a:rPr lang="pt-BR">
                    <a:noFill/>
                  </a:rPr>
                  <a:t> </a:t>
                </a:r>
              </a:p>
            </p:txBody>
          </p:sp>
        </mc:Fallback>
      </mc:AlternateContent>
      <mc:AlternateContent xmlns:mc="http://schemas.openxmlformats.org/markup-compatibility/2006">
        <mc:Choice xmlns:a14="http://schemas.microsoft.com/office/drawing/2010/main" Requires="a14">
          <p:sp>
            <p:nvSpPr>
              <p:cNvPr id="2" name="CaixaDeTexto 1">
                <a:extLst>
                  <a:ext uri="{FF2B5EF4-FFF2-40B4-BE49-F238E27FC236}">
                    <a16:creationId xmlns:a16="http://schemas.microsoft.com/office/drawing/2014/main" id="{5F4E5046-FAD1-4CA8-3416-68707FD9EB48}"/>
                  </a:ext>
                </a:extLst>
              </p:cNvPr>
              <p:cNvSpPr txBox="1"/>
              <p:nvPr/>
            </p:nvSpPr>
            <p:spPr>
              <a:xfrm>
                <a:off x="6124819" y="1340768"/>
                <a:ext cx="5192469" cy="338554"/>
              </a:xfrm>
              <a:prstGeom prst="rect">
                <a:avLst/>
              </a:prstGeom>
              <a:noFill/>
            </p:spPr>
            <p:txBody>
              <a:bodyPr wrap="square">
                <a:spAutoFit/>
              </a:bodyPr>
              <a:lstStyle>
                <a:defPPr>
                  <a:defRPr lang="pt-BR"/>
                </a:defPPr>
                <a:lvl1pPr>
                  <a:defRPr sz="1600"/>
                </a:lvl1pPr>
              </a:lstStyle>
              <a:p>
                <a:r>
                  <a:rPr lang="en-US"/>
                  <a:t>If </a:t>
                </a:r>
                <a14:m>
                  <m:oMath xmlns:m="http://schemas.openxmlformats.org/officeDocument/2006/math">
                    <m:r>
                      <a:rPr lang="en-US" i="1" smtClean="0">
                        <a:latin typeface="Cambria Math" panose="02040503050406030204" pitchFamily="18" charset="0"/>
                      </a:rPr>
                      <m:t>𝑝</m:t>
                    </m:r>
                  </m:oMath>
                </a14:m>
                <a:r>
                  <a:rPr lang="en-US"/>
                  <a:t>th-conductor is solid,</a:t>
                </a:r>
                <a:endParaRPr lang="pt-BR"/>
              </a:p>
            </p:txBody>
          </p:sp>
        </mc:Choice>
        <mc:Fallback>
          <p:sp>
            <p:nvSpPr>
              <p:cNvPr id="2" name="CaixaDeTexto 1">
                <a:extLst>
                  <a:ext uri="{FF2B5EF4-FFF2-40B4-BE49-F238E27FC236}">
                    <a16:creationId xmlns:a16="http://schemas.microsoft.com/office/drawing/2014/main" id="{5F4E5046-FAD1-4CA8-3416-68707FD9EB48}"/>
                  </a:ext>
                </a:extLst>
              </p:cNvPr>
              <p:cNvSpPr txBox="1">
                <a:spLocks noRot="1" noChangeAspect="1" noMove="1" noResize="1" noEditPoints="1" noAdjustHandles="1" noChangeArrowheads="1" noChangeShapeType="1" noTextEdit="1"/>
              </p:cNvSpPr>
              <p:nvPr/>
            </p:nvSpPr>
            <p:spPr>
              <a:xfrm>
                <a:off x="6124819" y="1340768"/>
                <a:ext cx="5192469" cy="338554"/>
              </a:xfrm>
              <a:prstGeom prst="rect">
                <a:avLst/>
              </a:prstGeom>
              <a:blipFill>
                <a:blip r:embed="rId15"/>
                <a:stretch>
                  <a:fillRect l="-704" t="-5455" b="-23636"/>
                </a:stretch>
              </a:blipFill>
            </p:spPr>
            <p:txBody>
              <a:bodyPr/>
              <a:lstStyle/>
              <a:p>
                <a:r>
                  <a:rPr lang="pt-BR">
                    <a:noFill/>
                  </a:rPr>
                  <a:t> </a:t>
                </a:r>
              </a:p>
            </p:txBody>
          </p:sp>
        </mc:Fallback>
      </mc:AlternateContent>
      <mc:AlternateContent xmlns:mc="http://schemas.openxmlformats.org/markup-compatibility/2006">
        <mc:Choice xmlns:a14="http://schemas.microsoft.com/office/drawing/2010/main" Requires="a14">
          <p:sp>
            <p:nvSpPr>
              <p:cNvPr id="3" name="CaixaDeTexto 2">
                <a:extLst>
                  <a:ext uri="{FF2B5EF4-FFF2-40B4-BE49-F238E27FC236}">
                    <a16:creationId xmlns:a16="http://schemas.microsoft.com/office/drawing/2014/main" id="{3BFA5389-C648-E072-8A98-9F62C7AC95E2}"/>
                  </a:ext>
                </a:extLst>
              </p:cNvPr>
              <p:cNvSpPr txBox="1"/>
              <p:nvPr/>
            </p:nvSpPr>
            <p:spPr>
              <a:xfrm>
                <a:off x="6139679" y="1742257"/>
                <a:ext cx="5190639" cy="519181"/>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centerGroup"/>
                    </m:oMathParaPr>
                    <m:oMath xmlns:m="http://schemas.openxmlformats.org/officeDocument/2006/math">
                      <m:sSup>
                        <m:sSupPr>
                          <m:ctrlPr>
                            <a:rPr lang="pt-BR" b="1" i="0" smtClean="0">
                              <a:latin typeface="Cambria Math" panose="02040503050406030204" pitchFamily="18" charset="0"/>
                            </a:rPr>
                          </m:ctrlPr>
                        </m:sSupPr>
                        <m:e>
                          <m:r>
                            <a:rPr lang="pt-BR" b="1" i="0" smtClean="0">
                              <a:latin typeface="Cambria Math" panose="02040503050406030204" pitchFamily="18" charset="0"/>
                            </a:rPr>
                            <m:t>𝐄</m:t>
                          </m:r>
                        </m:e>
                        <m:sup>
                          <m:r>
                            <a:rPr lang="pt-BR" b="0" i="1" smtClean="0">
                              <a:latin typeface="Cambria Math" panose="02040503050406030204" pitchFamily="18" charset="0"/>
                            </a:rPr>
                            <m:t>(</m:t>
                          </m:r>
                          <m:r>
                            <a:rPr lang="pt-BR" b="0" i="1" smtClean="0">
                              <a:latin typeface="Cambria Math" panose="02040503050406030204" pitchFamily="18" charset="0"/>
                            </a:rPr>
                            <m:t>𝑝</m:t>
                          </m:r>
                          <m:r>
                            <a:rPr lang="pt-BR" b="0" i="1" smtClean="0">
                              <a:latin typeface="Cambria Math" panose="02040503050406030204" pitchFamily="18" charset="0"/>
                            </a:rPr>
                            <m:t>)</m:t>
                          </m:r>
                        </m:sup>
                      </m:sSup>
                      <m:r>
                        <a:rPr lang="pt-BR">
                          <a:latin typeface="Cambria Math" panose="02040503050406030204" pitchFamily="18" charset="0"/>
                        </a:rPr>
                        <m:t>=</m:t>
                      </m:r>
                      <m:sSup>
                        <m:sSupPr>
                          <m:ctrlPr>
                            <a:rPr lang="pt-BR" i="1">
                              <a:latin typeface="Cambria Math" panose="02040503050406030204" pitchFamily="18" charset="0"/>
                            </a:rPr>
                          </m:ctrlPr>
                        </m:sSupPr>
                        <m:e>
                          <m:d>
                            <m:dPr>
                              <m:begChr m:val="["/>
                              <m:endChr m:val="]"/>
                              <m:ctrlPr>
                                <a:rPr lang="pt-BR" i="1">
                                  <a:latin typeface="Cambria Math" panose="02040503050406030204" pitchFamily="18" charset="0"/>
                                </a:rPr>
                              </m:ctrlPr>
                            </m:dPr>
                            <m:e>
                              <m:sSubSup>
                                <m:sSubSupPr>
                                  <m:ctrlPr>
                                    <a:rPr lang="pt-BR" i="1">
                                      <a:latin typeface="Cambria Math" panose="02040503050406030204" pitchFamily="18" charset="0"/>
                                    </a:rPr>
                                  </m:ctrlPr>
                                </m:sSubSupPr>
                                <m:e>
                                  <m:r>
                                    <m:rPr>
                                      <m:sty m:val="p"/>
                                    </m:rPr>
                                    <a:rPr lang="pt-BR" b="0" i="1">
                                      <a:latin typeface="Cambria Math" panose="02040503050406030204" pitchFamily="18" charset="0"/>
                                    </a:rPr>
                                    <m:t>E</m:t>
                                  </m:r>
                                </m:e>
                                <m:sub>
                                  <m:r>
                                    <a:rPr lang="pt-BR" b="0" i="1">
                                      <a:latin typeface="Cambria Math" panose="02040503050406030204" pitchFamily="18" charset="0"/>
                                    </a:rPr>
                                    <m:t> </m:t>
                                  </m:r>
                                  <m:r>
                                    <a:rPr lang="pt-BR" b="0" i="1" smtClean="0">
                                      <a:latin typeface="Cambria Math" panose="02040503050406030204" pitchFamily="18" charset="0"/>
                                    </a:rPr>
                                    <m:t>−</m:t>
                                  </m:r>
                                  <m:sSub>
                                    <m:sSubPr>
                                      <m:ctrlPr>
                                        <a:rPr lang="pt-BR" b="0" i="1" smtClean="0">
                                          <a:latin typeface="Cambria Math" panose="02040503050406030204" pitchFamily="18" charset="0"/>
                                        </a:rPr>
                                      </m:ctrlPr>
                                    </m:sSubPr>
                                    <m:e>
                                      <m:r>
                                        <a:rPr lang="pt-BR" b="0" i="1" smtClean="0">
                                          <a:latin typeface="Cambria Math" panose="02040503050406030204" pitchFamily="18" charset="0"/>
                                        </a:rPr>
                                        <m:t>𝑁</m:t>
                                      </m:r>
                                    </m:e>
                                    <m:sub>
                                      <m:r>
                                        <a:rPr lang="pt-BR" b="0" i="1" smtClean="0">
                                          <a:latin typeface="Cambria Math" panose="02040503050406030204" pitchFamily="18" charset="0"/>
                                        </a:rPr>
                                        <m:t>𝑝</m:t>
                                      </m:r>
                                    </m:sub>
                                  </m:sSub>
                                </m:sub>
                                <m:sup>
                                  <m:d>
                                    <m:dPr>
                                      <m:ctrlPr>
                                        <a:rPr lang="pt-BR" i="1">
                                          <a:latin typeface="Cambria Math" panose="02040503050406030204" pitchFamily="18" charset="0"/>
                                        </a:rPr>
                                      </m:ctrlPr>
                                    </m:dPr>
                                    <m:e>
                                      <m:r>
                                        <a:rPr lang="pt-BR" b="0" i="1" smtClean="0">
                                          <a:latin typeface="Cambria Math" panose="02040503050406030204" pitchFamily="18" charset="0"/>
                                        </a:rPr>
                                        <m:t>𝑝</m:t>
                                      </m:r>
                                    </m:e>
                                  </m:d>
                                </m:sup>
                              </m:sSubSup>
                              <m:r>
                                <a:rPr lang="pt-BR" b="0">
                                  <a:latin typeface="Cambria Math" panose="02040503050406030204" pitchFamily="18" charset="0"/>
                                </a:rPr>
                                <m:t>⋯</m:t>
                              </m:r>
                              <m:sSubSup>
                                <m:sSubSupPr>
                                  <m:ctrlPr>
                                    <a:rPr lang="pt-BR" i="1">
                                      <a:latin typeface="Cambria Math" panose="02040503050406030204" pitchFamily="18" charset="0"/>
                                    </a:rPr>
                                  </m:ctrlPr>
                                </m:sSubSupPr>
                                <m:e>
                                  <m:r>
                                    <m:rPr>
                                      <m:sty m:val="p"/>
                                    </m:rPr>
                                    <a:rPr lang="pt-BR" i="1">
                                      <a:latin typeface="Cambria Math" panose="02040503050406030204" pitchFamily="18" charset="0"/>
                                    </a:rPr>
                                    <m:t>E</m:t>
                                  </m:r>
                                </m:e>
                                <m:sub>
                                  <m:r>
                                    <a:rPr lang="pt-BR" i="1">
                                      <a:latin typeface="Cambria Math" panose="02040503050406030204" pitchFamily="18" charset="0"/>
                                    </a:rPr>
                                    <m:t> </m:t>
                                  </m:r>
                                  <m:r>
                                    <a:rPr lang="pt-BR" b="0" i="1" smtClean="0">
                                      <a:latin typeface="Cambria Math" panose="02040503050406030204" pitchFamily="18" charset="0"/>
                                    </a:rPr>
                                    <m:t>0</m:t>
                                  </m:r>
                                </m:sub>
                                <m:sup>
                                  <m:d>
                                    <m:dPr>
                                      <m:ctrlPr>
                                        <a:rPr lang="pt-BR" i="1">
                                          <a:latin typeface="Cambria Math" panose="02040503050406030204" pitchFamily="18" charset="0"/>
                                        </a:rPr>
                                      </m:ctrlPr>
                                    </m:dPr>
                                    <m:e>
                                      <m:r>
                                        <a:rPr lang="pt-BR" i="1">
                                          <a:latin typeface="Cambria Math" panose="02040503050406030204" pitchFamily="18" charset="0"/>
                                        </a:rPr>
                                        <m:t>𝑝</m:t>
                                      </m:r>
                                    </m:e>
                                  </m:d>
                                </m:sup>
                              </m:sSubSup>
                              <m:r>
                                <a:rPr lang="pt-BR">
                                  <a:latin typeface="Cambria Math" panose="02040503050406030204" pitchFamily="18" charset="0"/>
                                </a:rPr>
                                <m:t>⋯</m:t>
                              </m:r>
                              <m:sSubSup>
                                <m:sSubSupPr>
                                  <m:ctrlPr>
                                    <a:rPr lang="pt-BR" i="1">
                                      <a:latin typeface="Cambria Math" panose="02040503050406030204" pitchFamily="18" charset="0"/>
                                    </a:rPr>
                                  </m:ctrlPr>
                                </m:sSubSupPr>
                                <m:e>
                                  <m:r>
                                    <m:rPr>
                                      <m:sty m:val="p"/>
                                    </m:rPr>
                                    <a:rPr lang="pt-BR" i="1">
                                      <a:latin typeface="Cambria Math" panose="02040503050406030204" pitchFamily="18" charset="0"/>
                                    </a:rPr>
                                    <m:t>E</m:t>
                                  </m:r>
                                </m:e>
                                <m:sub>
                                  <m:r>
                                    <a:rPr lang="pt-BR" i="1">
                                      <a:latin typeface="Cambria Math" panose="02040503050406030204" pitchFamily="18" charset="0"/>
                                    </a:rPr>
                                    <m:t> </m:t>
                                  </m:r>
                                  <m:sSub>
                                    <m:sSubPr>
                                      <m:ctrlPr>
                                        <a:rPr lang="pt-BR" i="1">
                                          <a:latin typeface="Cambria Math" panose="02040503050406030204" pitchFamily="18" charset="0"/>
                                        </a:rPr>
                                      </m:ctrlPr>
                                    </m:sSubPr>
                                    <m:e>
                                      <m:r>
                                        <a:rPr lang="pt-BR" i="1">
                                          <a:latin typeface="Cambria Math" panose="02040503050406030204" pitchFamily="18" charset="0"/>
                                        </a:rPr>
                                        <m:t>𝑁</m:t>
                                      </m:r>
                                    </m:e>
                                    <m:sub>
                                      <m:r>
                                        <a:rPr lang="pt-BR" i="1">
                                          <a:latin typeface="Cambria Math" panose="02040503050406030204" pitchFamily="18" charset="0"/>
                                        </a:rPr>
                                        <m:t>𝑝</m:t>
                                      </m:r>
                                    </m:sub>
                                  </m:sSub>
                                </m:sub>
                                <m:sup>
                                  <m:d>
                                    <m:dPr>
                                      <m:ctrlPr>
                                        <a:rPr lang="pt-BR" i="1">
                                          <a:latin typeface="Cambria Math" panose="02040503050406030204" pitchFamily="18" charset="0"/>
                                        </a:rPr>
                                      </m:ctrlPr>
                                    </m:dPr>
                                    <m:e>
                                      <m:r>
                                        <a:rPr lang="pt-BR" i="1">
                                          <a:latin typeface="Cambria Math" panose="02040503050406030204" pitchFamily="18" charset="0"/>
                                        </a:rPr>
                                        <m:t>𝑝</m:t>
                                      </m:r>
                                    </m:e>
                                  </m:d>
                                </m:sup>
                              </m:sSubSup>
                            </m:e>
                          </m:d>
                        </m:e>
                        <m:sup>
                          <m:r>
                            <m:rPr>
                              <m:sty m:val="p"/>
                            </m:rPr>
                            <a:rPr lang="pt-BR">
                              <a:latin typeface="Cambria Math" panose="02040503050406030204" pitchFamily="18" charset="0"/>
                            </a:rPr>
                            <m:t>T</m:t>
                          </m:r>
                        </m:sup>
                      </m:sSup>
                    </m:oMath>
                  </m:oMathPara>
                </a14:m>
                <a:endParaRPr lang="en-US"/>
              </a:p>
            </p:txBody>
          </p:sp>
        </mc:Choice>
        <mc:Fallback>
          <p:sp>
            <p:nvSpPr>
              <p:cNvPr id="3" name="CaixaDeTexto 2">
                <a:extLst>
                  <a:ext uri="{FF2B5EF4-FFF2-40B4-BE49-F238E27FC236}">
                    <a16:creationId xmlns:a16="http://schemas.microsoft.com/office/drawing/2014/main" id="{3BFA5389-C648-E072-8A98-9F62C7AC95E2}"/>
                  </a:ext>
                </a:extLst>
              </p:cNvPr>
              <p:cNvSpPr txBox="1">
                <a:spLocks noRot="1" noChangeAspect="1" noMove="1" noResize="1" noEditPoints="1" noAdjustHandles="1" noChangeArrowheads="1" noChangeShapeType="1" noTextEdit="1"/>
              </p:cNvSpPr>
              <p:nvPr/>
            </p:nvSpPr>
            <p:spPr>
              <a:xfrm>
                <a:off x="6139679" y="1742257"/>
                <a:ext cx="5190639" cy="519181"/>
              </a:xfrm>
              <a:prstGeom prst="rect">
                <a:avLst/>
              </a:prstGeom>
              <a:blipFill>
                <a:blip r:embed="rId16"/>
                <a:stretch>
                  <a:fillRect/>
                </a:stretch>
              </a:blipFill>
            </p:spPr>
            <p:txBody>
              <a:bodyPr/>
              <a:lstStyle/>
              <a:p>
                <a:r>
                  <a:rPr lang="pt-BR">
                    <a:noFill/>
                  </a:rPr>
                  <a:t> </a:t>
                </a:r>
              </a:p>
            </p:txBody>
          </p:sp>
        </mc:Fallback>
      </mc:AlternateContent>
      <mc:AlternateContent xmlns:mc="http://schemas.openxmlformats.org/markup-compatibility/2006">
        <mc:Choice xmlns:a14="http://schemas.microsoft.com/office/drawing/2010/main" Requires="a14">
          <p:sp>
            <p:nvSpPr>
              <p:cNvPr id="5" name="CaixaDeTexto 4">
                <a:extLst>
                  <a:ext uri="{FF2B5EF4-FFF2-40B4-BE49-F238E27FC236}">
                    <a16:creationId xmlns:a16="http://schemas.microsoft.com/office/drawing/2014/main" id="{47EC93A1-8D66-50F2-3F44-1DA036EED29C}"/>
                  </a:ext>
                </a:extLst>
              </p:cNvPr>
              <p:cNvSpPr txBox="1"/>
              <p:nvPr/>
            </p:nvSpPr>
            <p:spPr>
              <a:xfrm>
                <a:off x="6083101" y="2406370"/>
                <a:ext cx="5205499" cy="338554"/>
              </a:xfrm>
              <a:prstGeom prst="rect">
                <a:avLst/>
              </a:prstGeom>
              <a:noFill/>
            </p:spPr>
            <p:txBody>
              <a:bodyPr wrap="square">
                <a:spAutoFit/>
              </a:bodyPr>
              <a:lstStyle>
                <a:defPPr>
                  <a:defRPr lang="pt-BR"/>
                </a:defPPr>
                <a:lvl1pPr>
                  <a:defRPr sz="1600"/>
                </a:lvl1pPr>
              </a:lstStyle>
              <a:p>
                <a:r>
                  <a:rPr lang="en-US"/>
                  <a:t>otherwise, if </a:t>
                </a:r>
                <a14:m>
                  <m:oMath xmlns:m="http://schemas.openxmlformats.org/officeDocument/2006/math">
                    <m:r>
                      <a:rPr lang="en-US" i="1" smtClean="0">
                        <a:latin typeface="Cambria Math" panose="02040503050406030204" pitchFamily="18" charset="0"/>
                      </a:rPr>
                      <m:t>𝑞</m:t>
                    </m:r>
                  </m:oMath>
                </a14:m>
                <a:r>
                  <a:rPr lang="en-US"/>
                  <a:t>th-conductor is hollow then,</a:t>
                </a:r>
                <a:endParaRPr lang="pt-BR"/>
              </a:p>
            </p:txBody>
          </p:sp>
        </mc:Choice>
        <mc:Fallback>
          <p:sp>
            <p:nvSpPr>
              <p:cNvPr id="5" name="CaixaDeTexto 4">
                <a:extLst>
                  <a:ext uri="{FF2B5EF4-FFF2-40B4-BE49-F238E27FC236}">
                    <a16:creationId xmlns:a16="http://schemas.microsoft.com/office/drawing/2014/main" id="{47EC93A1-8D66-50F2-3F44-1DA036EED29C}"/>
                  </a:ext>
                </a:extLst>
              </p:cNvPr>
              <p:cNvSpPr txBox="1">
                <a:spLocks noRot="1" noChangeAspect="1" noMove="1" noResize="1" noEditPoints="1" noAdjustHandles="1" noChangeArrowheads="1" noChangeShapeType="1" noTextEdit="1"/>
              </p:cNvSpPr>
              <p:nvPr/>
            </p:nvSpPr>
            <p:spPr>
              <a:xfrm>
                <a:off x="6083101" y="2406370"/>
                <a:ext cx="5205499" cy="338554"/>
              </a:xfrm>
              <a:prstGeom prst="rect">
                <a:avLst/>
              </a:prstGeom>
              <a:blipFill>
                <a:blip r:embed="rId17"/>
                <a:stretch>
                  <a:fillRect l="-703" t="-5455" b="-23636"/>
                </a:stretch>
              </a:blipFill>
            </p:spPr>
            <p:txBody>
              <a:bodyPr/>
              <a:lstStyle/>
              <a:p>
                <a:r>
                  <a:rPr lang="pt-BR">
                    <a:noFill/>
                  </a:rPr>
                  <a:t> </a:t>
                </a:r>
              </a:p>
            </p:txBody>
          </p:sp>
        </mc:Fallback>
      </mc:AlternateContent>
      <mc:AlternateContent xmlns:mc="http://schemas.openxmlformats.org/markup-compatibility/2006">
        <mc:Choice xmlns:a14="http://schemas.microsoft.com/office/drawing/2010/main" Requires="a14">
          <p:sp>
            <p:nvSpPr>
              <p:cNvPr id="7" name="CaixaDeTexto 6">
                <a:extLst>
                  <a:ext uri="{FF2B5EF4-FFF2-40B4-BE49-F238E27FC236}">
                    <a16:creationId xmlns:a16="http://schemas.microsoft.com/office/drawing/2014/main" id="{D96D10D0-D58C-B778-D303-CD2BD1C13C16}"/>
                  </a:ext>
                </a:extLst>
              </p:cNvPr>
              <p:cNvSpPr txBox="1"/>
              <p:nvPr/>
            </p:nvSpPr>
            <p:spPr>
              <a:xfrm>
                <a:off x="6139679" y="2837811"/>
                <a:ext cx="5190639" cy="519181"/>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centerGroup"/>
                    </m:oMathParaPr>
                    <m:oMath xmlns:m="http://schemas.openxmlformats.org/officeDocument/2006/math">
                      <m:sSup>
                        <m:sSupPr>
                          <m:ctrlPr>
                            <a:rPr lang="pt-BR" b="1" i="0" smtClean="0">
                              <a:latin typeface="Cambria Math" panose="02040503050406030204" pitchFamily="18" charset="0"/>
                            </a:rPr>
                          </m:ctrlPr>
                        </m:sSupPr>
                        <m:e>
                          <m:r>
                            <a:rPr lang="pt-BR" b="1" i="0" smtClean="0">
                              <a:latin typeface="Cambria Math" panose="02040503050406030204" pitchFamily="18" charset="0"/>
                            </a:rPr>
                            <m:t>𝐄</m:t>
                          </m:r>
                        </m:e>
                        <m:sup>
                          <m:r>
                            <a:rPr lang="pt-BR" b="0" i="1" smtClean="0">
                              <a:latin typeface="Cambria Math" panose="02040503050406030204" pitchFamily="18" charset="0"/>
                            </a:rPr>
                            <m:t>(</m:t>
                          </m:r>
                          <m:r>
                            <a:rPr lang="pt-BR" b="0" i="1" smtClean="0">
                              <a:latin typeface="Cambria Math" panose="02040503050406030204" pitchFamily="18" charset="0"/>
                            </a:rPr>
                            <m:t>𝑞</m:t>
                          </m:r>
                          <m:r>
                            <a:rPr lang="pt-BR" b="0" i="1" smtClean="0">
                              <a:latin typeface="Cambria Math" panose="02040503050406030204" pitchFamily="18" charset="0"/>
                            </a:rPr>
                            <m:t>)</m:t>
                          </m:r>
                        </m:sup>
                      </m:sSup>
                      <m:r>
                        <a:rPr lang="pt-BR">
                          <a:latin typeface="Cambria Math" panose="02040503050406030204" pitchFamily="18" charset="0"/>
                        </a:rPr>
                        <m:t>=</m:t>
                      </m:r>
                      <m:sSup>
                        <m:sSupPr>
                          <m:ctrlPr>
                            <a:rPr lang="pt-BR" i="1">
                              <a:latin typeface="Cambria Math" panose="02040503050406030204" pitchFamily="18" charset="0"/>
                            </a:rPr>
                          </m:ctrlPr>
                        </m:sSupPr>
                        <m:e>
                          <m:d>
                            <m:dPr>
                              <m:begChr m:val="["/>
                              <m:endChr m:val="]"/>
                              <m:ctrlPr>
                                <a:rPr lang="pt-BR" i="1">
                                  <a:latin typeface="Cambria Math" panose="02040503050406030204" pitchFamily="18" charset="0"/>
                                </a:rPr>
                              </m:ctrlPr>
                            </m:dPr>
                            <m:e>
                              <m:sSubSup>
                                <m:sSubSupPr>
                                  <m:ctrlPr>
                                    <a:rPr lang="pt-BR" i="1">
                                      <a:latin typeface="Cambria Math" panose="02040503050406030204" pitchFamily="18" charset="0"/>
                                    </a:rPr>
                                  </m:ctrlPr>
                                </m:sSubSupPr>
                                <m:e>
                                  <m:r>
                                    <m:rPr>
                                      <m:sty m:val="p"/>
                                    </m:rPr>
                                    <a:rPr lang="pt-BR" b="0" i="1">
                                      <a:latin typeface="Cambria Math" panose="02040503050406030204" pitchFamily="18" charset="0"/>
                                    </a:rPr>
                                    <m:t>E</m:t>
                                  </m:r>
                                </m:e>
                                <m:sub>
                                  <m:r>
                                    <a:rPr lang="pt-BR" b="0" i="1">
                                      <a:latin typeface="Cambria Math" panose="02040503050406030204" pitchFamily="18" charset="0"/>
                                    </a:rPr>
                                    <m:t> </m:t>
                                  </m:r>
                                  <m:r>
                                    <a:rPr lang="pt-BR" b="0" i="1" smtClean="0">
                                      <a:latin typeface="Cambria Math" panose="02040503050406030204" pitchFamily="18" charset="0"/>
                                    </a:rPr>
                                    <m:t>−</m:t>
                                  </m:r>
                                  <m:sSub>
                                    <m:sSubPr>
                                      <m:ctrlPr>
                                        <a:rPr lang="pt-BR" b="0" i="1" smtClean="0">
                                          <a:latin typeface="Cambria Math" panose="02040503050406030204" pitchFamily="18" charset="0"/>
                                        </a:rPr>
                                      </m:ctrlPr>
                                    </m:sSubPr>
                                    <m:e>
                                      <m:r>
                                        <a:rPr lang="pt-BR" b="0" i="1" smtClean="0">
                                          <a:latin typeface="Cambria Math" panose="02040503050406030204" pitchFamily="18" charset="0"/>
                                        </a:rPr>
                                        <m:t>𝑁</m:t>
                                      </m:r>
                                    </m:e>
                                    <m:sub>
                                      <m:r>
                                        <a:rPr lang="pt-BR" b="0" i="1" smtClean="0">
                                          <a:latin typeface="Cambria Math" panose="02040503050406030204" pitchFamily="18" charset="0"/>
                                        </a:rPr>
                                        <m:t>`</m:t>
                                      </m:r>
                                      <m:r>
                                        <a:rPr lang="pt-BR" b="0" i="1" smtClean="0">
                                          <a:latin typeface="Cambria Math" panose="02040503050406030204" pitchFamily="18" charset="0"/>
                                        </a:rPr>
                                        <m:t>𝑟</m:t>
                                      </m:r>
                                    </m:sub>
                                  </m:sSub>
                                </m:sub>
                                <m:sup>
                                  <m:d>
                                    <m:dPr>
                                      <m:ctrlPr>
                                        <a:rPr lang="pt-BR" i="1">
                                          <a:latin typeface="Cambria Math" panose="02040503050406030204" pitchFamily="18" charset="0"/>
                                        </a:rPr>
                                      </m:ctrlPr>
                                    </m:dPr>
                                    <m:e>
                                      <m:r>
                                        <a:rPr lang="pt-BR" b="0" i="1" smtClean="0">
                                          <a:latin typeface="Cambria Math" panose="02040503050406030204" pitchFamily="18" charset="0"/>
                                        </a:rPr>
                                        <m:t>𝑟</m:t>
                                      </m:r>
                                    </m:e>
                                  </m:d>
                                </m:sup>
                              </m:sSubSup>
                              <m:r>
                                <a:rPr lang="pt-BR" b="0">
                                  <a:latin typeface="Cambria Math" panose="02040503050406030204" pitchFamily="18" charset="0"/>
                                </a:rPr>
                                <m:t>⋯</m:t>
                              </m:r>
                              <m:sSubSup>
                                <m:sSubSupPr>
                                  <m:ctrlPr>
                                    <a:rPr lang="pt-BR" i="1">
                                      <a:latin typeface="Cambria Math" panose="02040503050406030204" pitchFamily="18" charset="0"/>
                                    </a:rPr>
                                  </m:ctrlPr>
                                </m:sSubSupPr>
                                <m:e>
                                  <m:r>
                                    <m:rPr>
                                      <m:sty m:val="p"/>
                                    </m:rPr>
                                    <a:rPr lang="pt-BR" i="1">
                                      <a:latin typeface="Cambria Math" panose="02040503050406030204" pitchFamily="18" charset="0"/>
                                    </a:rPr>
                                    <m:t>E</m:t>
                                  </m:r>
                                </m:e>
                                <m:sub>
                                  <m:r>
                                    <a:rPr lang="pt-BR" i="1">
                                      <a:latin typeface="Cambria Math" panose="02040503050406030204" pitchFamily="18" charset="0"/>
                                    </a:rPr>
                                    <m:t> </m:t>
                                  </m:r>
                                  <m:r>
                                    <a:rPr lang="pt-BR" b="0" i="1" smtClean="0">
                                      <a:latin typeface="Cambria Math" panose="02040503050406030204" pitchFamily="18" charset="0"/>
                                    </a:rPr>
                                    <m:t>0</m:t>
                                  </m:r>
                                </m:sub>
                                <m:sup>
                                  <m:d>
                                    <m:dPr>
                                      <m:ctrlPr>
                                        <a:rPr lang="pt-BR" i="1">
                                          <a:latin typeface="Cambria Math" panose="02040503050406030204" pitchFamily="18" charset="0"/>
                                        </a:rPr>
                                      </m:ctrlPr>
                                    </m:dPr>
                                    <m:e>
                                      <m:r>
                                        <a:rPr lang="pt-BR" b="0" i="1" smtClean="0">
                                          <a:latin typeface="Cambria Math" panose="02040503050406030204" pitchFamily="18" charset="0"/>
                                        </a:rPr>
                                        <m:t>𝑟</m:t>
                                      </m:r>
                                    </m:e>
                                  </m:d>
                                </m:sup>
                              </m:sSubSup>
                              <m:r>
                                <a:rPr lang="pt-BR">
                                  <a:latin typeface="Cambria Math" panose="02040503050406030204" pitchFamily="18" charset="0"/>
                                </a:rPr>
                                <m:t>⋯</m:t>
                              </m:r>
                              <m:sSubSup>
                                <m:sSubSupPr>
                                  <m:ctrlPr>
                                    <a:rPr lang="pt-BR" i="1">
                                      <a:latin typeface="Cambria Math" panose="02040503050406030204" pitchFamily="18" charset="0"/>
                                    </a:rPr>
                                  </m:ctrlPr>
                                </m:sSubSupPr>
                                <m:e>
                                  <m:r>
                                    <m:rPr>
                                      <m:sty m:val="p"/>
                                    </m:rPr>
                                    <a:rPr lang="pt-BR" i="1">
                                      <a:latin typeface="Cambria Math" panose="02040503050406030204" pitchFamily="18" charset="0"/>
                                    </a:rPr>
                                    <m:t>E</m:t>
                                  </m:r>
                                </m:e>
                                <m:sub>
                                  <m:r>
                                    <a:rPr lang="pt-BR" i="1">
                                      <a:latin typeface="Cambria Math" panose="02040503050406030204" pitchFamily="18" charset="0"/>
                                    </a:rPr>
                                    <m:t> </m:t>
                                  </m:r>
                                  <m:sSub>
                                    <m:sSubPr>
                                      <m:ctrlPr>
                                        <a:rPr lang="pt-BR" i="1">
                                          <a:latin typeface="Cambria Math" panose="02040503050406030204" pitchFamily="18" charset="0"/>
                                        </a:rPr>
                                      </m:ctrlPr>
                                    </m:sSubPr>
                                    <m:e>
                                      <m:r>
                                        <a:rPr lang="pt-BR" i="1">
                                          <a:latin typeface="Cambria Math" panose="02040503050406030204" pitchFamily="18" charset="0"/>
                                        </a:rPr>
                                        <m:t>𝑁</m:t>
                                      </m:r>
                                    </m:e>
                                    <m:sub>
                                      <m:r>
                                        <a:rPr lang="pt-BR" b="0" i="1" smtClean="0">
                                          <a:latin typeface="Cambria Math" panose="02040503050406030204" pitchFamily="18" charset="0"/>
                                        </a:rPr>
                                        <m:t>𝑟</m:t>
                                      </m:r>
                                    </m:sub>
                                  </m:sSub>
                                </m:sub>
                                <m:sup>
                                  <m:d>
                                    <m:dPr>
                                      <m:ctrlPr>
                                        <a:rPr lang="pt-BR" i="1" smtClean="0">
                                          <a:latin typeface="Cambria Math" panose="02040503050406030204" pitchFamily="18" charset="0"/>
                                        </a:rPr>
                                      </m:ctrlPr>
                                    </m:dPr>
                                    <m:e>
                                      <m:r>
                                        <a:rPr lang="pt-BR" b="0" i="1" smtClean="0">
                                          <a:latin typeface="Cambria Math" panose="02040503050406030204" pitchFamily="18" charset="0"/>
                                        </a:rPr>
                                        <m:t>𝑟</m:t>
                                      </m:r>
                                    </m:e>
                                  </m:d>
                                </m:sup>
                              </m:sSubSup>
                              <m:r>
                                <a:rPr lang="pt-BR" b="0" i="1" smtClean="0">
                                  <a:latin typeface="Cambria Math" panose="02040503050406030204" pitchFamily="18" charset="0"/>
                                </a:rPr>
                                <m:t> </m:t>
                              </m:r>
                              <m:sSubSup>
                                <m:sSubSupPr>
                                  <m:ctrlPr>
                                    <a:rPr lang="pt-BR" i="1">
                                      <a:latin typeface="Cambria Math" panose="02040503050406030204" pitchFamily="18" charset="0"/>
                                    </a:rPr>
                                  </m:ctrlPr>
                                </m:sSubSupPr>
                                <m:e>
                                  <m:r>
                                    <m:rPr>
                                      <m:sty m:val="p"/>
                                    </m:rPr>
                                    <a:rPr lang="pt-BR" i="1">
                                      <a:latin typeface="Cambria Math" panose="02040503050406030204" pitchFamily="18" charset="0"/>
                                    </a:rPr>
                                    <m:t>E</m:t>
                                  </m:r>
                                </m:e>
                                <m:sub>
                                  <m:r>
                                    <a:rPr lang="pt-BR" i="1">
                                      <a:latin typeface="Cambria Math" panose="02040503050406030204" pitchFamily="18" charset="0"/>
                                    </a:rPr>
                                    <m:t> </m:t>
                                  </m:r>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𝑁</m:t>
                                      </m:r>
                                    </m:e>
                                    <m:sub>
                                      <m:r>
                                        <a:rPr lang="pt-BR" b="0" i="1" smtClean="0">
                                          <a:latin typeface="Cambria Math" panose="02040503050406030204" pitchFamily="18" charset="0"/>
                                        </a:rPr>
                                        <m:t>𝑞</m:t>
                                      </m:r>
                                    </m:sub>
                                  </m:sSub>
                                </m:sub>
                                <m:sup>
                                  <m:d>
                                    <m:dPr>
                                      <m:ctrlPr>
                                        <a:rPr lang="pt-BR" i="1">
                                          <a:latin typeface="Cambria Math" panose="02040503050406030204" pitchFamily="18" charset="0"/>
                                        </a:rPr>
                                      </m:ctrlPr>
                                    </m:dPr>
                                    <m:e>
                                      <m:r>
                                        <a:rPr lang="pt-BR" b="0" i="1" smtClean="0">
                                          <a:latin typeface="Cambria Math" panose="02040503050406030204" pitchFamily="18" charset="0"/>
                                        </a:rPr>
                                        <m:t>𝑞</m:t>
                                      </m:r>
                                    </m:e>
                                  </m:d>
                                </m:sup>
                              </m:sSubSup>
                              <m:r>
                                <a:rPr lang="pt-BR">
                                  <a:latin typeface="Cambria Math" panose="02040503050406030204" pitchFamily="18" charset="0"/>
                                </a:rPr>
                                <m:t>⋯</m:t>
                              </m:r>
                              <m:sSubSup>
                                <m:sSubSupPr>
                                  <m:ctrlPr>
                                    <a:rPr lang="pt-BR" i="1">
                                      <a:latin typeface="Cambria Math" panose="02040503050406030204" pitchFamily="18" charset="0"/>
                                    </a:rPr>
                                  </m:ctrlPr>
                                </m:sSubSupPr>
                                <m:e>
                                  <m:r>
                                    <m:rPr>
                                      <m:sty m:val="p"/>
                                    </m:rPr>
                                    <a:rPr lang="pt-BR" i="1">
                                      <a:latin typeface="Cambria Math" panose="02040503050406030204" pitchFamily="18" charset="0"/>
                                    </a:rPr>
                                    <m:t>E</m:t>
                                  </m:r>
                                </m:e>
                                <m:sub>
                                  <m:r>
                                    <a:rPr lang="pt-BR" i="1">
                                      <a:latin typeface="Cambria Math" panose="02040503050406030204" pitchFamily="18" charset="0"/>
                                    </a:rPr>
                                    <m:t> </m:t>
                                  </m:r>
                                  <m:r>
                                    <a:rPr lang="pt-BR" i="1">
                                      <a:latin typeface="Cambria Math" panose="02040503050406030204" pitchFamily="18" charset="0"/>
                                    </a:rPr>
                                    <m:t>0</m:t>
                                  </m:r>
                                </m:sub>
                                <m:sup>
                                  <m:d>
                                    <m:dPr>
                                      <m:ctrlPr>
                                        <a:rPr lang="pt-BR" i="1">
                                          <a:latin typeface="Cambria Math" panose="02040503050406030204" pitchFamily="18" charset="0"/>
                                        </a:rPr>
                                      </m:ctrlPr>
                                    </m:dPr>
                                    <m:e>
                                      <m:r>
                                        <a:rPr lang="pt-BR" b="0" i="1" smtClean="0">
                                          <a:latin typeface="Cambria Math" panose="02040503050406030204" pitchFamily="18" charset="0"/>
                                        </a:rPr>
                                        <m:t>𝑞</m:t>
                                      </m:r>
                                    </m:e>
                                  </m:d>
                                </m:sup>
                              </m:sSubSup>
                              <m:r>
                                <a:rPr lang="pt-BR">
                                  <a:latin typeface="Cambria Math" panose="02040503050406030204" pitchFamily="18" charset="0"/>
                                </a:rPr>
                                <m:t>⋯</m:t>
                              </m:r>
                              <m:sSubSup>
                                <m:sSubSupPr>
                                  <m:ctrlPr>
                                    <a:rPr lang="pt-BR" i="1">
                                      <a:latin typeface="Cambria Math" panose="02040503050406030204" pitchFamily="18" charset="0"/>
                                    </a:rPr>
                                  </m:ctrlPr>
                                </m:sSubSupPr>
                                <m:e>
                                  <m:r>
                                    <m:rPr>
                                      <m:sty m:val="p"/>
                                    </m:rPr>
                                    <a:rPr lang="pt-BR" i="1">
                                      <a:latin typeface="Cambria Math" panose="02040503050406030204" pitchFamily="18" charset="0"/>
                                    </a:rPr>
                                    <m:t>E</m:t>
                                  </m:r>
                                </m:e>
                                <m:sub>
                                  <m:r>
                                    <a:rPr lang="pt-BR" i="1">
                                      <a:latin typeface="Cambria Math" panose="02040503050406030204" pitchFamily="18" charset="0"/>
                                    </a:rPr>
                                    <m:t> </m:t>
                                  </m:r>
                                  <m:sSub>
                                    <m:sSubPr>
                                      <m:ctrlPr>
                                        <a:rPr lang="pt-BR" i="1">
                                          <a:latin typeface="Cambria Math" panose="02040503050406030204" pitchFamily="18" charset="0"/>
                                        </a:rPr>
                                      </m:ctrlPr>
                                    </m:sSubPr>
                                    <m:e>
                                      <m:r>
                                        <a:rPr lang="pt-BR" i="1">
                                          <a:latin typeface="Cambria Math" panose="02040503050406030204" pitchFamily="18" charset="0"/>
                                        </a:rPr>
                                        <m:t>𝑁</m:t>
                                      </m:r>
                                    </m:e>
                                    <m:sub>
                                      <m:r>
                                        <a:rPr lang="pt-BR" b="0" i="1" smtClean="0">
                                          <a:latin typeface="Cambria Math" panose="02040503050406030204" pitchFamily="18" charset="0"/>
                                        </a:rPr>
                                        <m:t>𝑞</m:t>
                                      </m:r>
                                    </m:sub>
                                  </m:sSub>
                                </m:sub>
                                <m:sup>
                                  <m:d>
                                    <m:dPr>
                                      <m:ctrlPr>
                                        <a:rPr lang="pt-BR" i="1">
                                          <a:latin typeface="Cambria Math" panose="02040503050406030204" pitchFamily="18" charset="0"/>
                                        </a:rPr>
                                      </m:ctrlPr>
                                    </m:dPr>
                                    <m:e>
                                      <m:r>
                                        <a:rPr lang="pt-BR" b="0" i="1" smtClean="0">
                                          <a:latin typeface="Cambria Math" panose="02040503050406030204" pitchFamily="18" charset="0"/>
                                        </a:rPr>
                                        <m:t>𝑞</m:t>
                                      </m:r>
                                    </m:e>
                                  </m:d>
                                </m:sup>
                              </m:sSubSup>
                            </m:e>
                          </m:d>
                        </m:e>
                        <m:sup>
                          <m:r>
                            <m:rPr>
                              <m:sty m:val="p"/>
                            </m:rPr>
                            <a:rPr lang="pt-BR">
                              <a:latin typeface="Cambria Math" panose="02040503050406030204" pitchFamily="18" charset="0"/>
                            </a:rPr>
                            <m:t>T</m:t>
                          </m:r>
                        </m:sup>
                      </m:sSup>
                    </m:oMath>
                  </m:oMathPara>
                </a14:m>
                <a:endParaRPr lang="en-US"/>
              </a:p>
            </p:txBody>
          </p:sp>
        </mc:Choice>
        <mc:Fallback>
          <p:sp>
            <p:nvSpPr>
              <p:cNvPr id="7" name="CaixaDeTexto 6">
                <a:extLst>
                  <a:ext uri="{FF2B5EF4-FFF2-40B4-BE49-F238E27FC236}">
                    <a16:creationId xmlns:a16="http://schemas.microsoft.com/office/drawing/2014/main" id="{D96D10D0-D58C-B778-D303-CD2BD1C13C16}"/>
                  </a:ext>
                </a:extLst>
              </p:cNvPr>
              <p:cNvSpPr txBox="1">
                <a:spLocks noRot="1" noChangeAspect="1" noMove="1" noResize="1" noEditPoints="1" noAdjustHandles="1" noChangeArrowheads="1" noChangeShapeType="1" noTextEdit="1"/>
              </p:cNvSpPr>
              <p:nvPr/>
            </p:nvSpPr>
            <p:spPr>
              <a:xfrm>
                <a:off x="6139679" y="2837811"/>
                <a:ext cx="5190639" cy="519181"/>
              </a:xfrm>
              <a:prstGeom prst="rect">
                <a:avLst/>
              </a:prstGeom>
              <a:blipFill>
                <a:blip r:embed="rId18"/>
                <a:stretch>
                  <a:fillRect/>
                </a:stretch>
              </a:blipFill>
            </p:spPr>
            <p:txBody>
              <a:bodyPr/>
              <a:lstStyle/>
              <a:p>
                <a:r>
                  <a:rPr lang="pt-BR">
                    <a:noFill/>
                  </a:rPr>
                  <a:t> </a:t>
                </a:r>
              </a:p>
            </p:txBody>
          </p:sp>
        </mc:Fallback>
      </mc:AlternateContent>
      <mc:AlternateContent xmlns:mc="http://schemas.openxmlformats.org/markup-compatibility/2006">
        <mc:Choice xmlns:a14="http://schemas.microsoft.com/office/drawing/2010/main" Requires="a14">
          <p:sp>
            <p:nvSpPr>
              <p:cNvPr id="10" name="CaixaDeTexto 9">
                <a:extLst>
                  <a:ext uri="{FF2B5EF4-FFF2-40B4-BE49-F238E27FC236}">
                    <a16:creationId xmlns:a16="http://schemas.microsoft.com/office/drawing/2014/main" id="{D86EA7A2-A1C0-1258-B263-A2F345916762}"/>
                  </a:ext>
                </a:extLst>
              </p:cNvPr>
              <p:cNvSpPr txBox="1"/>
              <p:nvPr/>
            </p:nvSpPr>
            <p:spPr>
              <a:xfrm>
                <a:off x="6102462" y="3529540"/>
                <a:ext cx="5466146" cy="584775"/>
              </a:xfrm>
              <a:prstGeom prst="rect">
                <a:avLst/>
              </a:prstGeom>
              <a:noFill/>
            </p:spPr>
            <p:txBody>
              <a:bodyPr wrap="square">
                <a:spAutoFit/>
              </a:bodyPr>
              <a:lstStyle>
                <a:defPPr>
                  <a:defRPr lang="pt-BR"/>
                </a:defPPr>
                <a:lvl1pPr>
                  <a:defRPr sz="1600"/>
                </a:lvl1pPr>
              </a:lstStyle>
              <a:p>
                <a:r>
                  <a:rPr lang="en-US"/>
                  <a:t>The electric field coefficients from all </a:t>
                </a:r>
                <a14:m>
                  <m:oMath xmlns:m="http://schemas.openxmlformats.org/officeDocument/2006/math">
                    <m:sSub>
                      <m:sSubPr>
                        <m:ctrlPr>
                          <a:rPr lang="en-US" i="1" smtClean="0">
                            <a:latin typeface="Cambria Math" panose="02040503050406030204" pitchFamily="18" charset="0"/>
                          </a:rPr>
                        </m:ctrlPr>
                      </m:sSubPr>
                      <m:e>
                        <m:r>
                          <a:rPr lang="en-US" i="1" smtClean="0">
                            <a:latin typeface="Cambria Math" panose="02040503050406030204" pitchFamily="18" charset="0"/>
                          </a:rPr>
                          <m:t>𝑚</m:t>
                        </m:r>
                      </m:e>
                      <m:sub>
                        <m:r>
                          <a:rPr lang="en-US" i="1" smtClean="0">
                            <a:latin typeface="Cambria Math" panose="02040503050406030204" pitchFamily="18" charset="0"/>
                          </a:rPr>
                          <m:t>𝑠</m:t>
                        </m:r>
                      </m:sub>
                    </m:sSub>
                  </m:oMath>
                </a14:m>
                <a:r>
                  <a:rPr lang="en-US"/>
                  <a:t> surface conductors can be assemble into a global vector of unknowns, </a:t>
                </a:r>
                <a14:m>
                  <m:oMath xmlns:m="http://schemas.openxmlformats.org/officeDocument/2006/math">
                    <m:r>
                      <a:rPr lang="en-US" b="1" i="1" smtClean="0">
                        <a:latin typeface="Cambria Math" panose="02040503050406030204" pitchFamily="18" charset="0"/>
                      </a:rPr>
                      <m:t>𝑬</m:t>
                    </m:r>
                  </m:oMath>
                </a14:m>
                <a:r>
                  <a:rPr lang="en-US"/>
                  <a:t>.</a:t>
                </a:r>
                <a:endParaRPr lang="pt-BR"/>
              </a:p>
            </p:txBody>
          </p:sp>
        </mc:Choice>
        <mc:Fallback>
          <p:sp>
            <p:nvSpPr>
              <p:cNvPr id="10" name="CaixaDeTexto 9">
                <a:extLst>
                  <a:ext uri="{FF2B5EF4-FFF2-40B4-BE49-F238E27FC236}">
                    <a16:creationId xmlns:a16="http://schemas.microsoft.com/office/drawing/2014/main" id="{D86EA7A2-A1C0-1258-B263-A2F345916762}"/>
                  </a:ext>
                </a:extLst>
              </p:cNvPr>
              <p:cNvSpPr txBox="1">
                <a:spLocks noRot="1" noChangeAspect="1" noMove="1" noResize="1" noEditPoints="1" noAdjustHandles="1" noChangeArrowheads="1" noChangeShapeType="1" noTextEdit="1"/>
              </p:cNvSpPr>
              <p:nvPr/>
            </p:nvSpPr>
            <p:spPr>
              <a:xfrm>
                <a:off x="6102462" y="3529540"/>
                <a:ext cx="5466146" cy="584775"/>
              </a:xfrm>
              <a:prstGeom prst="rect">
                <a:avLst/>
              </a:prstGeom>
              <a:blipFill>
                <a:blip r:embed="rId19"/>
                <a:stretch>
                  <a:fillRect l="-557" t="-3125" r="-1115" b="-12500"/>
                </a:stretch>
              </a:blipFill>
            </p:spPr>
            <p:txBody>
              <a:bodyPr/>
              <a:lstStyle/>
              <a:p>
                <a:r>
                  <a:rPr lang="pt-BR">
                    <a:noFill/>
                  </a:rPr>
                  <a:t> </a:t>
                </a:r>
              </a:p>
            </p:txBody>
          </p:sp>
        </mc:Fallback>
      </mc:AlternateContent>
      <mc:AlternateContent xmlns:mc="http://schemas.openxmlformats.org/markup-compatibility/2006">
        <mc:Choice xmlns:a14="http://schemas.microsoft.com/office/drawing/2010/main" Requires="a14">
          <p:sp>
            <p:nvSpPr>
              <p:cNvPr id="11" name="CaixaDeTexto 10">
                <a:extLst>
                  <a:ext uri="{FF2B5EF4-FFF2-40B4-BE49-F238E27FC236}">
                    <a16:creationId xmlns:a16="http://schemas.microsoft.com/office/drawing/2014/main" id="{66802B92-6147-8246-DAFF-70970DA63A8A}"/>
                  </a:ext>
                </a:extLst>
              </p:cNvPr>
              <p:cNvSpPr txBox="1"/>
              <p:nvPr/>
            </p:nvSpPr>
            <p:spPr>
              <a:xfrm>
                <a:off x="6139679" y="5334713"/>
                <a:ext cx="5190639" cy="811056"/>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centerGroup"/>
                    </m:oMathParaPr>
                    <m:oMath xmlns:m="http://schemas.openxmlformats.org/officeDocument/2006/math">
                      <m:r>
                        <m:rPr>
                          <m:sty m:val="p"/>
                        </m:rPr>
                        <a:rPr lang="pt-BR" smtClean="0">
                          <a:latin typeface="Cambria Math" panose="02040503050406030204" pitchFamily="18" charset="0"/>
                        </a:rPr>
                        <m:t>N</m:t>
                      </m:r>
                      <m:r>
                        <a:rPr lang="pt-BR" b="0">
                          <a:latin typeface="Cambria Math" panose="02040503050406030204" pitchFamily="18" charset="0"/>
                        </a:rPr>
                        <m:t>=</m:t>
                      </m:r>
                      <m:nary>
                        <m:naryPr>
                          <m:chr m:val="∑"/>
                          <m:ctrlPr>
                            <a:rPr lang="pt-BR" i="1">
                              <a:latin typeface="Cambria Math" panose="02040503050406030204" pitchFamily="18" charset="0"/>
                            </a:rPr>
                          </m:ctrlPr>
                        </m:naryPr>
                        <m:sub>
                          <m:r>
                            <a:rPr lang="pt-BR" b="0" i="1" smtClean="0">
                              <a:latin typeface="Cambria Math" panose="02040503050406030204" pitchFamily="18" charset="0"/>
                            </a:rPr>
                            <m:t>𝑝</m:t>
                          </m:r>
                          <m:r>
                            <a:rPr lang="pt-BR" i="1" smtClean="0">
                              <a:latin typeface="Cambria Math" panose="02040503050406030204" pitchFamily="18" charset="0"/>
                            </a:rPr>
                            <m:t>=</m:t>
                          </m:r>
                          <m:r>
                            <a:rPr lang="pt-BR" b="0" i="1" smtClean="0">
                              <a:latin typeface="Cambria Math" panose="02040503050406030204" pitchFamily="18" charset="0"/>
                            </a:rPr>
                            <m:t>1</m:t>
                          </m:r>
                        </m:sub>
                        <m:sup>
                          <m:sSub>
                            <m:sSubPr>
                              <m:ctrlPr>
                                <a:rPr lang="pt-BR" b="0" i="1" smtClean="0">
                                  <a:latin typeface="Cambria Math" panose="02040503050406030204" pitchFamily="18" charset="0"/>
                                </a:rPr>
                              </m:ctrlPr>
                            </m:sSubPr>
                            <m:e>
                              <m:r>
                                <a:rPr lang="pt-BR" b="0" i="1" smtClean="0">
                                  <a:latin typeface="Cambria Math" panose="02040503050406030204" pitchFamily="18" charset="0"/>
                                </a:rPr>
                                <m:t>𝑚</m:t>
                              </m:r>
                            </m:e>
                            <m:sub>
                              <m:r>
                                <a:rPr lang="pt-BR" b="0" i="1" smtClean="0">
                                  <a:latin typeface="Cambria Math" panose="02040503050406030204" pitchFamily="18" charset="0"/>
                                </a:rPr>
                                <m:t>𝑠</m:t>
                              </m:r>
                            </m:sub>
                          </m:sSub>
                        </m:sup>
                        <m:e>
                          <m:d>
                            <m:dPr>
                              <m:ctrlPr>
                                <a:rPr lang="pt-BR" b="0" i="1" smtClean="0">
                                  <a:latin typeface="Cambria Math" panose="02040503050406030204" pitchFamily="18" charset="0"/>
                                </a:rPr>
                              </m:ctrlPr>
                            </m:dPr>
                            <m:e>
                              <m:r>
                                <a:rPr lang="pt-BR" b="0" i="1" smtClean="0">
                                  <a:latin typeface="Cambria Math" panose="02040503050406030204" pitchFamily="18" charset="0"/>
                                </a:rPr>
                                <m:t>2</m:t>
                              </m:r>
                              <m:sSub>
                                <m:sSubPr>
                                  <m:ctrlPr>
                                    <a:rPr lang="pt-BR" b="0" i="1" smtClean="0">
                                      <a:latin typeface="Cambria Math" panose="02040503050406030204" pitchFamily="18" charset="0"/>
                                    </a:rPr>
                                  </m:ctrlPr>
                                </m:sSubPr>
                                <m:e>
                                  <m:r>
                                    <a:rPr lang="pt-BR" b="0" i="1" smtClean="0">
                                      <a:latin typeface="Cambria Math" panose="02040503050406030204" pitchFamily="18" charset="0"/>
                                    </a:rPr>
                                    <m:t>𝑁</m:t>
                                  </m:r>
                                </m:e>
                                <m:sub>
                                  <m:r>
                                    <a:rPr lang="pt-BR" b="0" i="1" smtClean="0">
                                      <a:latin typeface="Cambria Math" panose="02040503050406030204" pitchFamily="18" charset="0"/>
                                    </a:rPr>
                                    <m:t>𝑝</m:t>
                                  </m:r>
                                </m:sub>
                              </m:sSub>
                              <m:r>
                                <a:rPr lang="pt-BR" b="0" i="1" smtClean="0">
                                  <a:latin typeface="Cambria Math" panose="02040503050406030204" pitchFamily="18" charset="0"/>
                                </a:rPr>
                                <m:t>+1</m:t>
                              </m:r>
                            </m:e>
                          </m:d>
                        </m:e>
                      </m:nary>
                    </m:oMath>
                  </m:oMathPara>
                </a14:m>
                <a:endParaRPr lang="en-US"/>
              </a:p>
            </p:txBody>
          </p:sp>
        </mc:Choice>
        <mc:Fallback>
          <p:sp>
            <p:nvSpPr>
              <p:cNvPr id="11" name="CaixaDeTexto 10">
                <a:extLst>
                  <a:ext uri="{FF2B5EF4-FFF2-40B4-BE49-F238E27FC236}">
                    <a16:creationId xmlns:a16="http://schemas.microsoft.com/office/drawing/2014/main" id="{66802B92-6147-8246-DAFF-70970DA63A8A}"/>
                  </a:ext>
                </a:extLst>
              </p:cNvPr>
              <p:cNvSpPr txBox="1">
                <a:spLocks noRot="1" noChangeAspect="1" noMove="1" noResize="1" noEditPoints="1" noAdjustHandles="1" noChangeArrowheads="1" noChangeShapeType="1" noTextEdit="1"/>
              </p:cNvSpPr>
              <p:nvPr/>
            </p:nvSpPr>
            <p:spPr>
              <a:xfrm>
                <a:off x="6139679" y="5334713"/>
                <a:ext cx="5190639" cy="811056"/>
              </a:xfrm>
              <a:prstGeom prst="rect">
                <a:avLst/>
              </a:prstGeom>
              <a:blipFill>
                <a:blip r:embed="rId20"/>
                <a:stretch>
                  <a:fillRect/>
                </a:stretch>
              </a:blipFill>
            </p:spPr>
            <p:txBody>
              <a:bodyPr/>
              <a:lstStyle/>
              <a:p>
                <a:r>
                  <a:rPr lang="pt-BR">
                    <a:noFill/>
                  </a:rPr>
                  <a:t> </a:t>
                </a:r>
              </a:p>
            </p:txBody>
          </p:sp>
        </mc:Fallback>
      </mc:AlternateContent>
      <mc:AlternateContent xmlns:mc="http://schemas.openxmlformats.org/markup-compatibility/2006">
        <mc:Choice xmlns:a14="http://schemas.microsoft.com/office/drawing/2010/main" Requires="a14">
          <p:sp>
            <p:nvSpPr>
              <p:cNvPr id="12" name="CaixaDeTexto 11">
                <a:extLst>
                  <a:ext uri="{FF2B5EF4-FFF2-40B4-BE49-F238E27FC236}">
                    <a16:creationId xmlns:a16="http://schemas.microsoft.com/office/drawing/2014/main" id="{A5E1EE2E-2929-C14A-5422-046D2B505A32}"/>
                  </a:ext>
                </a:extLst>
              </p:cNvPr>
              <p:cNvSpPr txBox="1"/>
              <p:nvPr/>
            </p:nvSpPr>
            <p:spPr>
              <a:xfrm>
                <a:off x="6127661" y="4898929"/>
                <a:ext cx="5466146" cy="338554"/>
              </a:xfrm>
              <a:prstGeom prst="rect">
                <a:avLst/>
              </a:prstGeom>
              <a:noFill/>
            </p:spPr>
            <p:txBody>
              <a:bodyPr wrap="square">
                <a:spAutoFit/>
              </a:bodyPr>
              <a:lstStyle>
                <a:defPPr>
                  <a:defRPr lang="pt-BR"/>
                </a:defPPr>
                <a:lvl1pPr>
                  <a:defRPr sz="1600"/>
                </a:lvl1pPr>
              </a:lstStyle>
              <a:p>
                <a:r>
                  <a:rPr lang="en-US"/>
                  <a:t>The size of </a:t>
                </a:r>
                <a14:m>
                  <m:oMath xmlns:m="http://schemas.openxmlformats.org/officeDocument/2006/math">
                    <m:r>
                      <a:rPr lang="en-US" b="1" i="0" smtClean="0">
                        <a:latin typeface="Cambria Math" panose="02040503050406030204" pitchFamily="18" charset="0"/>
                      </a:rPr>
                      <m:t>𝐄</m:t>
                    </m:r>
                  </m:oMath>
                </a14:m>
                <a:r>
                  <a:rPr lang="en-US"/>
                  <a:t> is </a:t>
                </a:r>
                <a14:m>
                  <m:oMath xmlns:m="http://schemas.openxmlformats.org/officeDocument/2006/math">
                    <m:r>
                      <a:rPr lang="en-US" i="1" smtClean="0">
                        <a:latin typeface="Cambria Math" panose="02040503050406030204" pitchFamily="18" charset="0"/>
                      </a:rPr>
                      <m:t>𝑁</m:t>
                    </m:r>
                    <m:r>
                      <a:rPr lang="en-US" i="1" smtClean="0">
                        <a:latin typeface="Cambria Math" panose="02040503050406030204" pitchFamily="18" charset="0"/>
                      </a:rPr>
                      <m:t>×1</m:t>
                    </m:r>
                  </m:oMath>
                </a14:m>
                <a:r>
                  <a:rPr lang="en-US"/>
                  <a:t>, where</a:t>
                </a:r>
                <a:endParaRPr lang="pt-BR"/>
              </a:p>
            </p:txBody>
          </p:sp>
        </mc:Choice>
        <mc:Fallback>
          <p:sp>
            <p:nvSpPr>
              <p:cNvPr id="12" name="CaixaDeTexto 11">
                <a:extLst>
                  <a:ext uri="{FF2B5EF4-FFF2-40B4-BE49-F238E27FC236}">
                    <a16:creationId xmlns:a16="http://schemas.microsoft.com/office/drawing/2014/main" id="{A5E1EE2E-2929-C14A-5422-046D2B505A32}"/>
                  </a:ext>
                </a:extLst>
              </p:cNvPr>
              <p:cNvSpPr txBox="1">
                <a:spLocks noRot="1" noChangeAspect="1" noMove="1" noResize="1" noEditPoints="1" noAdjustHandles="1" noChangeArrowheads="1" noChangeShapeType="1" noTextEdit="1"/>
              </p:cNvSpPr>
              <p:nvPr/>
            </p:nvSpPr>
            <p:spPr>
              <a:xfrm>
                <a:off x="6127661" y="4898929"/>
                <a:ext cx="5466146" cy="338554"/>
              </a:xfrm>
              <a:prstGeom prst="rect">
                <a:avLst/>
              </a:prstGeom>
              <a:blipFill>
                <a:blip r:embed="rId21"/>
                <a:stretch>
                  <a:fillRect l="-557" t="-5455" b="-23636"/>
                </a:stretch>
              </a:blipFill>
            </p:spPr>
            <p:txBody>
              <a:bodyPr/>
              <a:lstStyle/>
              <a:p>
                <a:r>
                  <a:rPr lang="pt-BR">
                    <a:noFill/>
                  </a:rPr>
                  <a:t> </a:t>
                </a:r>
              </a:p>
            </p:txBody>
          </p:sp>
        </mc:Fallback>
      </mc:AlternateContent>
    </p:spTree>
    <p:extLst>
      <p:ext uri="{BB962C8B-B14F-4D97-AF65-F5344CB8AC3E}">
        <p14:creationId xmlns:p14="http://schemas.microsoft.com/office/powerpoint/2010/main" val="27494961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310BE2A7-F3D2-24C6-A415-EA4964A8FD02}"/>
              </a:ext>
            </a:extLst>
          </p:cNvPr>
          <p:cNvSpPr/>
          <p:nvPr/>
        </p:nvSpPr>
        <p:spPr>
          <a:xfrm>
            <a:off x="0" y="0"/>
            <a:ext cx="12192000" cy="404664"/>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6" name="Gráfico 5">
            <a:extLst>
              <a:ext uri="{FF2B5EF4-FFF2-40B4-BE49-F238E27FC236}">
                <a16:creationId xmlns:a16="http://schemas.microsoft.com/office/drawing/2014/main" id="{9DA9C8AB-72FF-D7D8-7E4D-1C5ECDBF0C8D}"/>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10345" t="32228" r="13793" b="43634"/>
          <a:stretch/>
        </p:blipFill>
        <p:spPr>
          <a:xfrm>
            <a:off x="11280576" y="6489338"/>
            <a:ext cx="792088" cy="252029"/>
          </a:xfrm>
          <a:prstGeom prst="rect">
            <a:avLst/>
          </a:prstGeom>
        </p:spPr>
      </p:pic>
      <p:sp>
        <p:nvSpPr>
          <p:cNvPr id="8" name="Espaço Reservado para Rodapé 57">
            <a:extLst>
              <a:ext uri="{FF2B5EF4-FFF2-40B4-BE49-F238E27FC236}">
                <a16:creationId xmlns:a16="http://schemas.microsoft.com/office/drawing/2014/main" id="{9BEF1642-B655-7CAD-CD9D-3570B3E8A5FE}"/>
              </a:ext>
            </a:extLst>
          </p:cNvPr>
          <p:cNvSpPr>
            <a:spLocks noGrp="1"/>
          </p:cNvSpPr>
          <p:nvPr>
            <p:ph type="ftr" sz="quarter" idx="11"/>
          </p:nvPr>
        </p:nvSpPr>
        <p:spPr>
          <a:xfrm>
            <a:off x="5357918" y="6489339"/>
            <a:ext cx="1476164" cy="252029"/>
          </a:xfrm>
        </p:spPr>
        <p:txBody>
          <a:bodyPr/>
          <a:lstStyle/>
          <a:p>
            <a:r>
              <a:rPr lang="pt-BR"/>
              <a:t>© Adilton Pereira</a:t>
            </a:r>
          </a:p>
        </p:txBody>
      </p:sp>
      <p:sp>
        <p:nvSpPr>
          <p:cNvPr id="9" name="Espaço Reservado para Número de Slide 58">
            <a:extLst>
              <a:ext uri="{FF2B5EF4-FFF2-40B4-BE49-F238E27FC236}">
                <a16:creationId xmlns:a16="http://schemas.microsoft.com/office/drawing/2014/main" id="{6712AAAE-5D61-5AD9-F1A7-A27ACC47ED61}"/>
              </a:ext>
            </a:extLst>
          </p:cNvPr>
          <p:cNvSpPr>
            <a:spLocks noGrp="1"/>
          </p:cNvSpPr>
          <p:nvPr>
            <p:ph type="sldNum" sz="quarter" idx="12"/>
          </p:nvPr>
        </p:nvSpPr>
        <p:spPr>
          <a:xfrm>
            <a:off x="172802" y="6480904"/>
            <a:ext cx="414586" cy="252029"/>
          </a:xfrm>
        </p:spPr>
        <p:txBody>
          <a:bodyPr/>
          <a:lstStyle/>
          <a:p>
            <a:fld id="{6023531A-24AE-4EE7-A19A-D3968154BEE1}" type="slidenum">
              <a:rPr lang="pt-BR" smtClean="0"/>
              <a:t>10</a:t>
            </a:fld>
            <a:endParaRPr lang="pt-BR"/>
          </a:p>
        </p:txBody>
      </p:sp>
      <p:sp>
        <p:nvSpPr>
          <p:cNvPr id="92" name="CaixaDeTexto 91">
            <a:extLst>
              <a:ext uri="{FF2B5EF4-FFF2-40B4-BE49-F238E27FC236}">
                <a16:creationId xmlns:a16="http://schemas.microsoft.com/office/drawing/2014/main" id="{389AD4BA-DE4A-1658-2487-F94C2EEF6666}"/>
              </a:ext>
            </a:extLst>
          </p:cNvPr>
          <p:cNvSpPr txBox="1"/>
          <p:nvPr/>
        </p:nvSpPr>
        <p:spPr>
          <a:xfrm>
            <a:off x="479425" y="544453"/>
            <a:ext cx="5616576" cy="400110"/>
          </a:xfrm>
          <a:prstGeom prst="rect">
            <a:avLst/>
          </a:prstGeom>
          <a:noFill/>
        </p:spPr>
        <p:txBody>
          <a:bodyPr wrap="square" rtlCol="0">
            <a:spAutoFit/>
          </a:bodyPr>
          <a:lstStyle/>
          <a:p>
            <a:r>
              <a:rPr lang="pt-BR" sz="2000">
                <a:ln w="0"/>
                <a:effectLst>
                  <a:outerShdw blurRad="38100" dist="19050" dir="2700000" algn="tl" rotWithShape="0">
                    <a:schemeClr val="dk1">
                      <a:alpha val="40000"/>
                    </a:schemeClr>
                  </a:outerShdw>
                </a:effectLst>
              </a:rPr>
              <a:t>Surface Admittance Operator of the MTL</a:t>
            </a:r>
          </a:p>
        </p:txBody>
      </p:sp>
      <p:grpSp>
        <p:nvGrpSpPr>
          <p:cNvPr id="29" name="Agrupar 28">
            <a:extLst>
              <a:ext uri="{FF2B5EF4-FFF2-40B4-BE49-F238E27FC236}">
                <a16:creationId xmlns:a16="http://schemas.microsoft.com/office/drawing/2014/main" id="{13074E31-F171-A258-2619-50EFDB2F72CE}"/>
              </a:ext>
            </a:extLst>
          </p:cNvPr>
          <p:cNvGrpSpPr/>
          <p:nvPr/>
        </p:nvGrpSpPr>
        <p:grpSpPr>
          <a:xfrm>
            <a:off x="479425" y="165219"/>
            <a:ext cx="10729143" cy="309340"/>
            <a:chOff x="479425" y="94899"/>
            <a:chExt cx="10729143" cy="309340"/>
          </a:xfrm>
        </p:grpSpPr>
        <p:sp>
          <p:nvSpPr>
            <p:cNvPr id="30" name="CaixaDeTexto 29">
              <a:extLst>
                <a:ext uri="{FF2B5EF4-FFF2-40B4-BE49-F238E27FC236}">
                  <a16:creationId xmlns:a16="http://schemas.microsoft.com/office/drawing/2014/main" id="{14DFDECB-0BDD-2589-CB78-B703AC78C54D}"/>
                </a:ext>
              </a:extLst>
            </p:cNvPr>
            <p:cNvSpPr txBox="1"/>
            <p:nvPr/>
          </p:nvSpPr>
          <p:spPr>
            <a:xfrm>
              <a:off x="479425" y="94899"/>
              <a:ext cx="1872160" cy="307777"/>
            </a:xfrm>
            <a:prstGeom prst="rect">
              <a:avLst/>
            </a:prstGeom>
            <a:noFill/>
          </p:spPr>
          <p:txBody>
            <a:bodyPr wrap="square">
              <a:spAutoFit/>
            </a:bodyPr>
            <a:lstStyle>
              <a:defPPr>
                <a:defRPr lang="pt-BR"/>
              </a:defPPr>
              <a:lvl1pPr>
                <a:defRPr sz="1400">
                  <a:solidFill>
                    <a:schemeClr val="tx2">
                      <a:lumMod val="25000"/>
                      <a:lumOff val="75000"/>
                    </a:schemeClr>
                  </a:solidFill>
                  <a:latin typeface="Arial Black" panose="020B0A04020102020204" pitchFamily="34" charset="0"/>
                </a:defRPr>
              </a:lvl1pPr>
            </a:lstStyle>
            <a:p>
              <a:r>
                <a:rPr lang="pt-BR"/>
                <a:t>Introduction</a:t>
              </a:r>
            </a:p>
          </p:txBody>
        </p:sp>
        <p:sp>
          <p:nvSpPr>
            <p:cNvPr id="31" name="CaixaDeTexto 30">
              <a:extLst>
                <a:ext uri="{FF2B5EF4-FFF2-40B4-BE49-F238E27FC236}">
                  <a16:creationId xmlns:a16="http://schemas.microsoft.com/office/drawing/2014/main" id="{9A010F09-EB6C-E016-AB68-489800DAB286}"/>
                </a:ext>
              </a:extLst>
            </p:cNvPr>
            <p:cNvSpPr txBox="1"/>
            <p:nvPr/>
          </p:nvSpPr>
          <p:spPr>
            <a:xfrm>
              <a:off x="2675620" y="96462"/>
              <a:ext cx="2196244" cy="307777"/>
            </a:xfrm>
            <a:prstGeom prst="rect">
              <a:avLst/>
            </a:prstGeom>
            <a:noFill/>
          </p:spPr>
          <p:txBody>
            <a:bodyPr wrap="square">
              <a:spAutoFit/>
            </a:bodyPr>
            <a:lstStyle>
              <a:defPPr>
                <a:defRPr lang="pt-BR"/>
              </a:defPPr>
              <a:lvl1pPr>
                <a:defRPr sz="1400">
                  <a:solidFill>
                    <a:srgbClr val="0070C0"/>
                  </a:solidFill>
                  <a:latin typeface="Arial Black" panose="020B0A04020102020204" pitchFamily="34" charset="0"/>
                </a:defRPr>
              </a:lvl1pPr>
            </a:lstStyle>
            <a:p>
              <a:r>
                <a:rPr lang="en-US"/>
                <a:t>Lossless Medium</a:t>
              </a:r>
              <a:endParaRPr lang="pt-BR"/>
            </a:p>
          </p:txBody>
        </p:sp>
        <p:sp>
          <p:nvSpPr>
            <p:cNvPr id="32" name="CaixaDeTexto 31">
              <a:extLst>
                <a:ext uri="{FF2B5EF4-FFF2-40B4-BE49-F238E27FC236}">
                  <a16:creationId xmlns:a16="http://schemas.microsoft.com/office/drawing/2014/main" id="{4DB6C471-4B75-88CB-D110-8FD209D315E5}"/>
                </a:ext>
              </a:extLst>
            </p:cNvPr>
            <p:cNvSpPr txBox="1"/>
            <p:nvPr/>
          </p:nvSpPr>
          <p:spPr>
            <a:xfrm>
              <a:off x="6083101" y="94899"/>
              <a:ext cx="1957115" cy="307777"/>
            </a:xfrm>
            <a:prstGeom prst="rect">
              <a:avLst/>
            </a:prstGeom>
            <a:noFill/>
          </p:spPr>
          <p:txBody>
            <a:bodyPr wrap="square">
              <a:spAutoFit/>
            </a:bodyPr>
            <a:lstStyle/>
            <a:p>
              <a:r>
                <a:rPr lang="pt-BR" sz="1400">
                  <a:solidFill>
                    <a:schemeClr val="tx2">
                      <a:lumMod val="25000"/>
                      <a:lumOff val="75000"/>
                    </a:schemeClr>
                  </a:solidFill>
                  <a:latin typeface="Arial Black" panose="020B0A04020102020204" pitchFamily="34" charset="0"/>
                </a:rPr>
                <a:t>p.u.l. Impedance</a:t>
              </a:r>
            </a:p>
          </p:txBody>
        </p:sp>
        <p:sp>
          <p:nvSpPr>
            <p:cNvPr id="33" name="CaixaDeTexto 32">
              <a:extLst>
                <a:ext uri="{FF2B5EF4-FFF2-40B4-BE49-F238E27FC236}">
                  <a16:creationId xmlns:a16="http://schemas.microsoft.com/office/drawing/2014/main" id="{FB44FC3A-8280-2734-466C-68A24D21A91E}"/>
                </a:ext>
              </a:extLst>
            </p:cNvPr>
            <p:cNvSpPr txBox="1"/>
            <p:nvPr/>
          </p:nvSpPr>
          <p:spPr>
            <a:xfrm>
              <a:off x="9336408" y="96462"/>
              <a:ext cx="1872160" cy="307777"/>
            </a:xfrm>
            <a:prstGeom prst="rect">
              <a:avLst/>
            </a:prstGeom>
            <a:noFill/>
          </p:spPr>
          <p:txBody>
            <a:bodyPr wrap="square">
              <a:spAutoFit/>
            </a:bodyPr>
            <a:lstStyle/>
            <a:p>
              <a:r>
                <a:rPr lang="pt-BR" sz="1400">
                  <a:solidFill>
                    <a:schemeClr val="tx2">
                      <a:lumMod val="25000"/>
                      <a:lumOff val="75000"/>
                    </a:schemeClr>
                  </a:solidFill>
                  <a:latin typeface="Arial Black" panose="020B0A04020102020204" pitchFamily="34" charset="0"/>
                </a:rPr>
                <a:t>Case Studies</a:t>
              </a:r>
            </a:p>
          </p:txBody>
        </p:sp>
      </p:grpSp>
      <p:sp>
        <p:nvSpPr>
          <p:cNvPr id="14" name="Elipse 13">
            <a:extLst>
              <a:ext uri="{FF2B5EF4-FFF2-40B4-BE49-F238E27FC236}">
                <a16:creationId xmlns:a16="http://schemas.microsoft.com/office/drawing/2014/main" id="{94D5144B-E0E6-8D48-55E3-0B5A16C49B15}"/>
              </a:ext>
            </a:extLst>
          </p:cNvPr>
          <p:cNvSpPr/>
          <p:nvPr/>
        </p:nvSpPr>
        <p:spPr>
          <a:xfrm>
            <a:off x="994570" y="2555736"/>
            <a:ext cx="1737360" cy="1737360"/>
          </a:xfrm>
          <a:prstGeom prst="ellipse">
            <a:avLst/>
          </a:prstGeom>
          <a:noFill/>
          <a:ln w="19050">
            <a:solidFill>
              <a:schemeClr val="accent3">
                <a:lumMod val="60000"/>
                <a:lumOff val="40000"/>
              </a:schemeClr>
            </a:solidFill>
            <a:prstDash val="sysDot"/>
          </a:ln>
        </p:spPr>
        <p:style>
          <a:lnRef idx="0">
            <a:scrgbClr r="0" g="0" b="0"/>
          </a:lnRef>
          <a:fillRef idx="0">
            <a:scrgbClr r="0" g="0" b="0"/>
          </a:fillRef>
          <a:effectRef idx="0">
            <a:scrgbClr r="0" g="0" b="0"/>
          </a:effectRef>
          <a:fontRef idx="minor">
            <a:schemeClr val="lt1"/>
          </a:fontRef>
        </p:style>
        <p:txBody>
          <a:bodyPr rtlCol="0" anchor="ctr"/>
          <a:lstStyle/>
          <a:p>
            <a:pPr algn="ctr"/>
            <a:endParaRPr lang="pt-BR"/>
          </a:p>
        </p:txBody>
      </p:sp>
      <mc:AlternateContent xmlns:mc="http://schemas.openxmlformats.org/markup-compatibility/2006">
        <mc:Choice xmlns:a14="http://schemas.microsoft.com/office/drawing/2010/main" Requires="a14">
          <p:sp>
            <p:nvSpPr>
              <p:cNvPr id="44" name="CaixaDeTexto 43">
                <a:extLst>
                  <a:ext uri="{FF2B5EF4-FFF2-40B4-BE49-F238E27FC236}">
                    <a16:creationId xmlns:a16="http://schemas.microsoft.com/office/drawing/2014/main" id="{1F45A3DF-0A88-4A87-4A97-268249D1CA97}"/>
                  </a:ext>
                </a:extLst>
              </p:cNvPr>
              <p:cNvSpPr txBox="1"/>
              <p:nvPr/>
            </p:nvSpPr>
            <p:spPr>
              <a:xfrm>
                <a:off x="1209166" y="3078608"/>
                <a:ext cx="411715" cy="32438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i="1" smtClean="0">
                              <a:latin typeface="Cambria Math" panose="02040503050406030204" pitchFamily="18" charset="0"/>
                            </a:rPr>
                            <m:t>𝑎</m:t>
                          </m:r>
                        </m:e>
                        <m:sub>
                          <m:r>
                            <a:rPr lang="pt-BR" sz="1400" b="0" i="1" smtClean="0">
                              <a:latin typeface="Cambria Math" panose="02040503050406030204" pitchFamily="18" charset="0"/>
                            </a:rPr>
                            <m:t>𝑝</m:t>
                          </m:r>
                        </m:sub>
                      </m:sSub>
                    </m:oMath>
                  </m:oMathPara>
                </a14:m>
                <a:endParaRPr lang="pt-BR" sz="1400"/>
              </a:p>
            </p:txBody>
          </p:sp>
        </mc:Choice>
        <mc:Fallback>
          <p:sp>
            <p:nvSpPr>
              <p:cNvPr id="44" name="CaixaDeTexto 43">
                <a:extLst>
                  <a:ext uri="{FF2B5EF4-FFF2-40B4-BE49-F238E27FC236}">
                    <a16:creationId xmlns:a16="http://schemas.microsoft.com/office/drawing/2014/main" id="{1F45A3DF-0A88-4A87-4A97-268249D1CA97}"/>
                  </a:ext>
                </a:extLst>
              </p:cNvPr>
              <p:cNvSpPr txBox="1">
                <a:spLocks noRot="1" noChangeAspect="1" noMove="1" noResize="1" noEditPoints="1" noAdjustHandles="1" noChangeArrowheads="1" noChangeShapeType="1" noTextEdit="1"/>
              </p:cNvSpPr>
              <p:nvPr/>
            </p:nvSpPr>
            <p:spPr>
              <a:xfrm>
                <a:off x="1209166" y="3078608"/>
                <a:ext cx="411715" cy="324384"/>
              </a:xfrm>
              <a:prstGeom prst="rect">
                <a:avLst/>
              </a:prstGeom>
              <a:blipFill>
                <a:blip r:embed="rId4"/>
                <a:stretch>
                  <a:fillRect/>
                </a:stretch>
              </a:blipFill>
            </p:spPr>
            <p:txBody>
              <a:bodyPr/>
              <a:lstStyle/>
              <a:p>
                <a:r>
                  <a:rPr lang="pt-BR">
                    <a:noFill/>
                  </a:rPr>
                  <a:t> </a:t>
                </a:r>
              </a:p>
            </p:txBody>
          </p:sp>
        </mc:Fallback>
      </mc:AlternateContent>
      <p:cxnSp>
        <p:nvCxnSpPr>
          <p:cNvPr id="45" name="Conector de Seta Reta 44">
            <a:extLst>
              <a:ext uri="{FF2B5EF4-FFF2-40B4-BE49-F238E27FC236}">
                <a16:creationId xmlns:a16="http://schemas.microsoft.com/office/drawing/2014/main" id="{4B976358-D9FD-1545-5FF0-AF658E00DA3B}"/>
              </a:ext>
            </a:extLst>
          </p:cNvPr>
          <p:cNvCxnSpPr>
            <a:cxnSpLocks/>
            <a:endCxn id="14" idx="1"/>
          </p:cNvCxnSpPr>
          <p:nvPr/>
        </p:nvCxnSpPr>
        <p:spPr>
          <a:xfrm flipH="1" flipV="1">
            <a:off x="1249000" y="2810166"/>
            <a:ext cx="626233" cy="61425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42" name="Elipse 41">
            <a:extLst>
              <a:ext uri="{FF2B5EF4-FFF2-40B4-BE49-F238E27FC236}">
                <a16:creationId xmlns:a16="http://schemas.microsoft.com/office/drawing/2014/main" id="{0220C587-7538-B23F-245C-2DFF839669C3}"/>
              </a:ext>
            </a:extLst>
          </p:cNvPr>
          <p:cNvSpPr/>
          <p:nvPr/>
        </p:nvSpPr>
        <p:spPr>
          <a:xfrm>
            <a:off x="3485294" y="2555736"/>
            <a:ext cx="1737360" cy="1737360"/>
          </a:xfrm>
          <a:prstGeom prst="ellipse">
            <a:avLst/>
          </a:prstGeom>
          <a:noFill/>
          <a:ln w="19050">
            <a:solidFill>
              <a:srgbClr val="0070C0"/>
            </a:solidFill>
            <a:prstDash val="sysDot"/>
          </a:ln>
        </p:spPr>
        <p:style>
          <a:lnRef idx="0">
            <a:scrgbClr r="0" g="0" b="0"/>
          </a:lnRef>
          <a:fillRef idx="0">
            <a:scrgbClr r="0" g="0" b="0"/>
          </a:fillRef>
          <a:effectRef idx="0">
            <a:scrgbClr r="0" g="0" b="0"/>
          </a:effectRef>
          <a:fontRef idx="minor">
            <a:schemeClr val="lt1"/>
          </a:fontRef>
        </p:style>
        <p:txBody>
          <a:bodyPr rtlCol="0" anchor="ctr"/>
          <a:lstStyle/>
          <a:p>
            <a:pPr algn="ctr"/>
            <a:endParaRPr lang="pt-BR" sz="2000"/>
          </a:p>
        </p:txBody>
      </p:sp>
      <p:sp>
        <p:nvSpPr>
          <p:cNvPr id="43" name="Elipse 42">
            <a:extLst>
              <a:ext uri="{FF2B5EF4-FFF2-40B4-BE49-F238E27FC236}">
                <a16:creationId xmlns:a16="http://schemas.microsoft.com/office/drawing/2014/main" id="{2131EC99-1D04-0D88-502E-04CBF261A5A7}"/>
              </a:ext>
            </a:extLst>
          </p:cNvPr>
          <p:cNvSpPr/>
          <p:nvPr/>
        </p:nvSpPr>
        <p:spPr>
          <a:xfrm>
            <a:off x="3759614" y="2830056"/>
            <a:ext cx="1188720" cy="1188720"/>
          </a:xfrm>
          <a:prstGeom prst="ellipse">
            <a:avLst/>
          </a:prstGeom>
          <a:solidFill>
            <a:schemeClr val="bg1"/>
          </a:solidFill>
          <a:ln w="19050">
            <a:solidFill>
              <a:srgbClr val="002060"/>
            </a:solidFill>
            <a:prstDash val="sysDot"/>
          </a:ln>
        </p:spPr>
        <p:style>
          <a:lnRef idx="0">
            <a:scrgbClr r="0" g="0" b="0"/>
          </a:lnRef>
          <a:fillRef idx="0">
            <a:scrgbClr r="0" g="0" b="0"/>
          </a:fillRef>
          <a:effectRef idx="0">
            <a:scrgbClr r="0" g="0" b="0"/>
          </a:effectRef>
          <a:fontRef idx="minor">
            <a:schemeClr val="lt1"/>
          </a:fontRef>
        </p:style>
        <p:txBody>
          <a:bodyPr rtlCol="0" anchor="ctr"/>
          <a:lstStyle/>
          <a:p>
            <a:pPr algn="ctr"/>
            <a:endParaRPr lang="pt-BR" sz="2000"/>
          </a:p>
        </p:txBody>
      </p:sp>
      <mc:AlternateContent xmlns:mc="http://schemas.openxmlformats.org/markup-compatibility/2006">
        <mc:Choice xmlns:a14="http://schemas.microsoft.com/office/drawing/2010/main" Requires="a14">
          <p:sp>
            <p:nvSpPr>
              <p:cNvPr id="39" name="CaixaDeTexto 38">
                <a:extLst>
                  <a:ext uri="{FF2B5EF4-FFF2-40B4-BE49-F238E27FC236}">
                    <a16:creationId xmlns:a16="http://schemas.microsoft.com/office/drawing/2014/main" id="{722828E4-8B91-0A39-CDD0-DC9E056B71E6}"/>
                  </a:ext>
                </a:extLst>
              </p:cNvPr>
              <p:cNvSpPr txBox="1"/>
              <p:nvPr/>
            </p:nvSpPr>
            <p:spPr>
              <a:xfrm>
                <a:off x="4076987" y="2964093"/>
                <a:ext cx="401457"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b="0" i="1" smtClean="0">
                              <a:latin typeface="Cambria Math" panose="02040503050406030204" pitchFamily="18" charset="0"/>
                            </a:rPr>
                            <m:t>𝑎</m:t>
                          </m:r>
                        </m:e>
                        <m:sub>
                          <m:r>
                            <a:rPr lang="pt-BR" sz="1400" b="0" i="1" smtClean="0">
                              <a:latin typeface="Cambria Math" panose="02040503050406030204" pitchFamily="18" charset="0"/>
                            </a:rPr>
                            <m:t>𝑟</m:t>
                          </m:r>
                        </m:sub>
                      </m:sSub>
                    </m:oMath>
                  </m:oMathPara>
                </a14:m>
                <a:endParaRPr lang="pt-BR" sz="1400"/>
              </a:p>
            </p:txBody>
          </p:sp>
        </mc:Choice>
        <mc:Fallback>
          <p:sp>
            <p:nvSpPr>
              <p:cNvPr id="39" name="CaixaDeTexto 38">
                <a:extLst>
                  <a:ext uri="{FF2B5EF4-FFF2-40B4-BE49-F238E27FC236}">
                    <a16:creationId xmlns:a16="http://schemas.microsoft.com/office/drawing/2014/main" id="{722828E4-8B91-0A39-CDD0-DC9E056B71E6}"/>
                  </a:ext>
                </a:extLst>
              </p:cNvPr>
              <p:cNvSpPr txBox="1">
                <a:spLocks noRot="1" noChangeAspect="1" noMove="1" noResize="1" noEditPoints="1" noAdjustHandles="1" noChangeArrowheads="1" noChangeShapeType="1" noTextEdit="1"/>
              </p:cNvSpPr>
              <p:nvPr/>
            </p:nvSpPr>
            <p:spPr>
              <a:xfrm>
                <a:off x="4076987" y="2964093"/>
                <a:ext cx="401457" cy="307777"/>
              </a:xfrm>
              <a:prstGeom prst="rect">
                <a:avLst/>
              </a:prstGeom>
              <a:blipFill>
                <a:blip r:embed="rId5"/>
                <a:stretch>
                  <a:fillRect/>
                </a:stretch>
              </a:blipFill>
            </p:spPr>
            <p:txBody>
              <a:bodyPr/>
              <a:lstStyle/>
              <a:p>
                <a:r>
                  <a:rPr lang="pt-BR">
                    <a:noFill/>
                  </a:rPr>
                  <a:t> </a:t>
                </a:r>
              </a:p>
            </p:txBody>
          </p:sp>
        </mc:Fallback>
      </mc:AlternateContent>
      <p:grpSp>
        <p:nvGrpSpPr>
          <p:cNvPr id="36" name="Agrupar 35">
            <a:extLst>
              <a:ext uri="{FF2B5EF4-FFF2-40B4-BE49-F238E27FC236}">
                <a16:creationId xmlns:a16="http://schemas.microsoft.com/office/drawing/2014/main" id="{8B61572D-4DAE-FEF2-F897-F074964BFA5C}"/>
              </a:ext>
            </a:extLst>
          </p:cNvPr>
          <p:cNvGrpSpPr/>
          <p:nvPr/>
        </p:nvGrpSpPr>
        <p:grpSpPr>
          <a:xfrm>
            <a:off x="3510781" y="3167953"/>
            <a:ext cx="843193" cy="460323"/>
            <a:chOff x="2262768" y="2266357"/>
            <a:chExt cx="1496807" cy="836851"/>
          </a:xfrm>
        </p:grpSpPr>
        <mc:AlternateContent xmlns:mc="http://schemas.openxmlformats.org/markup-compatibility/2006">
          <mc:Choice xmlns:a14="http://schemas.microsoft.com/office/drawing/2010/main" Requires="a14">
            <p:sp>
              <p:nvSpPr>
                <p:cNvPr id="37" name="CaixaDeTexto 36">
                  <a:extLst>
                    <a:ext uri="{FF2B5EF4-FFF2-40B4-BE49-F238E27FC236}">
                      <a16:creationId xmlns:a16="http://schemas.microsoft.com/office/drawing/2014/main" id="{A3C98690-479E-4903-6000-A4FBB04E89D4}"/>
                    </a:ext>
                  </a:extLst>
                </p:cNvPr>
                <p:cNvSpPr txBox="1"/>
                <p:nvPr/>
              </p:nvSpPr>
              <p:spPr>
                <a:xfrm>
                  <a:off x="2838072" y="2513489"/>
                  <a:ext cx="729383" cy="5897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i="1" smtClean="0">
                                <a:latin typeface="Cambria Math" panose="02040503050406030204" pitchFamily="18" charset="0"/>
                              </a:rPr>
                              <m:t>𝑎</m:t>
                            </m:r>
                          </m:e>
                          <m:sub>
                            <m:r>
                              <a:rPr lang="pt-BR" sz="1400" b="0" i="1" smtClean="0">
                                <a:latin typeface="Cambria Math" panose="02040503050406030204" pitchFamily="18" charset="0"/>
                              </a:rPr>
                              <m:t>𝑞</m:t>
                            </m:r>
                          </m:sub>
                        </m:sSub>
                      </m:oMath>
                    </m:oMathPara>
                  </a14:m>
                  <a:endParaRPr lang="pt-BR" sz="1400"/>
                </a:p>
              </p:txBody>
            </p:sp>
          </mc:Choice>
          <mc:Fallback>
            <p:sp>
              <p:nvSpPr>
                <p:cNvPr id="37" name="CaixaDeTexto 36">
                  <a:extLst>
                    <a:ext uri="{FF2B5EF4-FFF2-40B4-BE49-F238E27FC236}">
                      <a16:creationId xmlns:a16="http://schemas.microsoft.com/office/drawing/2014/main" id="{A3C98690-479E-4903-6000-A4FBB04E89D4}"/>
                    </a:ext>
                  </a:extLst>
                </p:cNvPr>
                <p:cNvSpPr txBox="1">
                  <a:spLocks noRot="1" noChangeAspect="1" noMove="1" noResize="1" noEditPoints="1" noAdjustHandles="1" noChangeArrowheads="1" noChangeShapeType="1" noTextEdit="1"/>
                </p:cNvSpPr>
                <p:nvPr/>
              </p:nvSpPr>
              <p:spPr>
                <a:xfrm>
                  <a:off x="2838072" y="2513489"/>
                  <a:ext cx="729383" cy="589719"/>
                </a:xfrm>
                <a:prstGeom prst="rect">
                  <a:avLst/>
                </a:prstGeom>
                <a:blipFill>
                  <a:blip r:embed="rId6"/>
                  <a:stretch>
                    <a:fillRect/>
                  </a:stretch>
                </a:blipFill>
              </p:spPr>
              <p:txBody>
                <a:bodyPr/>
                <a:lstStyle/>
                <a:p>
                  <a:r>
                    <a:rPr lang="pt-BR">
                      <a:noFill/>
                    </a:rPr>
                    <a:t> </a:t>
                  </a:r>
                </a:p>
              </p:txBody>
            </p:sp>
          </mc:Fallback>
        </mc:AlternateContent>
        <p:cxnSp>
          <p:nvCxnSpPr>
            <p:cNvPr id="38" name="Conector de Seta Reta 37">
              <a:extLst>
                <a:ext uri="{FF2B5EF4-FFF2-40B4-BE49-F238E27FC236}">
                  <a16:creationId xmlns:a16="http://schemas.microsoft.com/office/drawing/2014/main" id="{9FB481F4-35E9-69F5-AFF2-76FD7F6D7837}"/>
                </a:ext>
              </a:extLst>
            </p:cNvPr>
            <p:cNvCxnSpPr>
              <a:cxnSpLocks/>
            </p:cNvCxnSpPr>
            <p:nvPr/>
          </p:nvCxnSpPr>
          <p:spPr>
            <a:xfrm flipH="1" flipV="1">
              <a:off x="2262768" y="2266357"/>
              <a:ext cx="1496807" cy="466241"/>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mc:AlternateContent xmlns:mc="http://schemas.openxmlformats.org/markup-compatibility/2006">
        <mc:Choice xmlns:a14="http://schemas.microsoft.com/office/drawing/2010/main" Requires="a14">
          <p:sp>
            <p:nvSpPr>
              <p:cNvPr id="26" name="CaixaDeTexto 25">
                <a:extLst>
                  <a:ext uri="{FF2B5EF4-FFF2-40B4-BE49-F238E27FC236}">
                    <a16:creationId xmlns:a16="http://schemas.microsoft.com/office/drawing/2014/main" id="{3249032C-AFD4-E5EC-9AED-73A0B0E1E087}"/>
                  </a:ext>
                </a:extLst>
              </p:cNvPr>
              <p:cNvSpPr txBox="1"/>
              <p:nvPr/>
            </p:nvSpPr>
            <p:spPr>
              <a:xfrm>
                <a:off x="2760147" y="2247959"/>
                <a:ext cx="630301"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b="0" i="1" smtClean="0">
                              <a:latin typeface="Cambria Math" panose="02040503050406030204" pitchFamily="18" charset="0"/>
                            </a:rPr>
                            <m:t>𝜀</m:t>
                          </m:r>
                        </m:e>
                        <m:sub>
                          <m:r>
                            <a:rPr lang="pt-BR" sz="1400" b="0" i="1" smtClean="0">
                              <a:latin typeface="Cambria Math" panose="02040503050406030204" pitchFamily="18" charset="0"/>
                            </a:rPr>
                            <m:t>0</m:t>
                          </m:r>
                        </m:sub>
                      </m:sSub>
                      <m:r>
                        <a:rPr lang="pt-BR" sz="1400" b="0" i="1" smtClean="0">
                          <a:latin typeface="Cambria Math" panose="02040503050406030204" pitchFamily="18" charset="0"/>
                        </a:rPr>
                        <m:t>,</m:t>
                      </m:r>
                      <m:sSub>
                        <m:sSubPr>
                          <m:ctrlPr>
                            <a:rPr lang="pt-BR" sz="1400" i="1">
                              <a:latin typeface="Cambria Math" panose="02040503050406030204" pitchFamily="18" charset="0"/>
                            </a:rPr>
                          </m:ctrlPr>
                        </m:sSubPr>
                        <m:e>
                          <m:r>
                            <a:rPr lang="pt-BR" sz="1400" b="0" i="1" smtClean="0">
                              <a:latin typeface="Cambria Math" panose="02040503050406030204" pitchFamily="18" charset="0"/>
                            </a:rPr>
                            <m:t>𝜇</m:t>
                          </m:r>
                        </m:e>
                        <m:sub>
                          <m:r>
                            <a:rPr lang="pt-BR" sz="1400" i="1">
                              <a:latin typeface="Cambria Math" panose="02040503050406030204" pitchFamily="18" charset="0"/>
                            </a:rPr>
                            <m:t>0</m:t>
                          </m:r>
                        </m:sub>
                      </m:sSub>
                    </m:oMath>
                  </m:oMathPara>
                </a14:m>
                <a:endParaRPr lang="pt-BR" sz="1600"/>
              </a:p>
            </p:txBody>
          </p:sp>
        </mc:Choice>
        <mc:Fallback>
          <p:sp>
            <p:nvSpPr>
              <p:cNvPr id="26" name="CaixaDeTexto 25">
                <a:extLst>
                  <a:ext uri="{FF2B5EF4-FFF2-40B4-BE49-F238E27FC236}">
                    <a16:creationId xmlns:a16="http://schemas.microsoft.com/office/drawing/2014/main" id="{3249032C-AFD4-E5EC-9AED-73A0B0E1E087}"/>
                  </a:ext>
                </a:extLst>
              </p:cNvPr>
              <p:cNvSpPr txBox="1">
                <a:spLocks noRot="1" noChangeAspect="1" noMove="1" noResize="1" noEditPoints="1" noAdjustHandles="1" noChangeArrowheads="1" noChangeShapeType="1" noTextEdit="1"/>
              </p:cNvSpPr>
              <p:nvPr/>
            </p:nvSpPr>
            <p:spPr>
              <a:xfrm>
                <a:off x="2760147" y="2247959"/>
                <a:ext cx="630301" cy="307777"/>
              </a:xfrm>
              <a:prstGeom prst="rect">
                <a:avLst/>
              </a:prstGeom>
              <a:blipFill>
                <a:blip r:embed="rId7"/>
                <a:stretch>
                  <a:fillRect b="-2000"/>
                </a:stretch>
              </a:blipFill>
            </p:spPr>
            <p:txBody>
              <a:bodyPr/>
              <a:lstStyle/>
              <a:p>
                <a:r>
                  <a:rPr lang="pt-BR">
                    <a:noFill/>
                  </a:rPr>
                  <a:t> </a:t>
                </a:r>
              </a:p>
            </p:txBody>
          </p:sp>
        </mc:Fallback>
      </mc:AlternateContent>
      <p:cxnSp>
        <p:nvCxnSpPr>
          <p:cNvPr id="50" name="Conector de Seta Reta 49">
            <a:extLst>
              <a:ext uri="{FF2B5EF4-FFF2-40B4-BE49-F238E27FC236}">
                <a16:creationId xmlns:a16="http://schemas.microsoft.com/office/drawing/2014/main" id="{9533CE13-CCBA-C2A4-A9E6-EC5F30E5C72A}"/>
              </a:ext>
            </a:extLst>
          </p:cNvPr>
          <p:cNvCxnSpPr>
            <a:cxnSpLocks/>
            <a:endCxn id="43" idx="1"/>
          </p:cNvCxnSpPr>
          <p:nvPr/>
        </p:nvCxnSpPr>
        <p:spPr>
          <a:xfrm flipH="1" flipV="1">
            <a:off x="3933698" y="3004140"/>
            <a:ext cx="420276" cy="420276"/>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5" name="CaixaDeTexto 14">
            <a:extLst>
              <a:ext uri="{FF2B5EF4-FFF2-40B4-BE49-F238E27FC236}">
                <a16:creationId xmlns:a16="http://schemas.microsoft.com/office/drawing/2014/main" id="{FE575891-7567-E326-A2A2-3838D9129D13}"/>
              </a:ext>
            </a:extLst>
          </p:cNvPr>
          <p:cNvSpPr txBox="1"/>
          <p:nvPr/>
        </p:nvSpPr>
        <p:spPr>
          <a:xfrm>
            <a:off x="6115492" y="1445976"/>
            <a:ext cx="5214826" cy="338554"/>
          </a:xfrm>
          <a:prstGeom prst="rect">
            <a:avLst/>
          </a:prstGeom>
          <a:noFill/>
        </p:spPr>
        <p:txBody>
          <a:bodyPr wrap="square">
            <a:spAutoFit/>
          </a:bodyPr>
          <a:lstStyle>
            <a:defPPr>
              <a:defRPr lang="pt-BR"/>
            </a:defPPr>
            <a:lvl1pPr>
              <a:defRPr sz="1600"/>
            </a:lvl1pPr>
          </a:lstStyle>
          <a:p>
            <a:endParaRPr lang="pt-BR"/>
          </a:p>
        </p:txBody>
      </p:sp>
      <mc:AlternateContent xmlns:mc="http://schemas.openxmlformats.org/markup-compatibility/2006">
        <mc:Choice xmlns:a14="http://schemas.microsoft.com/office/drawing/2010/main" Requires="a14">
          <p:sp>
            <p:nvSpPr>
              <p:cNvPr id="23" name="CaixaDeTexto 22">
                <a:extLst>
                  <a:ext uri="{FF2B5EF4-FFF2-40B4-BE49-F238E27FC236}">
                    <a16:creationId xmlns:a16="http://schemas.microsoft.com/office/drawing/2014/main" id="{B24280F9-EB39-F074-6E63-8C7D3C8875A2}"/>
                  </a:ext>
                </a:extLst>
              </p:cNvPr>
              <p:cNvSpPr txBox="1"/>
              <p:nvPr/>
            </p:nvSpPr>
            <p:spPr>
              <a:xfrm>
                <a:off x="1669375" y="2196375"/>
                <a:ext cx="391326" cy="32438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b="0" i="1" smtClean="0">
                              <a:latin typeface="Cambria Math" panose="02040503050406030204" pitchFamily="18" charset="0"/>
                            </a:rPr>
                            <m:t>𝑐</m:t>
                          </m:r>
                        </m:e>
                        <m:sub>
                          <m:r>
                            <a:rPr lang="pt-BR" sz="1400" b="0" i="1" smtClean="0">
                              <a:latin typeface="Cambria Math" panose="02040503050406030204" pitchFamily="18" charset="0"/>
                            </a:rPr>
                            <m:t>𝑝</m:t>
                          </m:r>
                        </m:sub>
                      </m:sSub>
                    </m:oMath>
                  </m:oMathPara>
                </a14:m>
                <a:endParaRPr lang="pt-BR" sz="1400"/>
              </a:p>
            </p:txBody>
          </p:sp>
        </mc:Choice>
        <mc:Fallback>
          <p:sp>
            <p:nvSpPr>
              <p:cNvPr id="23" name="CaixaDeTexto 22">
                <a:extLst>
                  <a:ext uri="{FF2B5EF4-FFF2-40B4-BE49-F238E27FC236}">
                    <a16:creationId xmlns:a16="http://schemas.microsoft.com/office/drawing/2014/main" id="{B24280F9-EB39-F074-6E63-8C7D3C8875A2}"/>
                  </a:ext>
                </a:extLst>
              </p:cNvPr>
              <p:cNvSpPr txBox="1">
                <a:spLocks noRot="1" noChangeAspect="1" noMove="1" noResize="1" noEditPoints="1" noAdjustHandles="1" noChangeArrowheads="1" noChangeShapeType="1" noTextEdit="1"/>
              </p:cNvSpPr>
              <p:nvPr/>
            </p:nvSpPr>
            <p:spPr>
              <a:xfrm>
                <a:off x="1669375" y="2196375"/>
                <a:ext cx="391326" cy="324384"/>
              </a:xfrm>
              <a:prstGeom prst="rect">
                <a:avLst/>
              </a:prstGeom>
              <a:blipFill>
                <a:blip r:embed="rId8"/>
                <a:stretch>
                  <a:fillRect/>
                </a:stretch>
              </a:blipFill>
            </p:spPr>
            <p:txBody>
              <a:bodyPr/>
              <a:lstStyle/>
              <a:p>
                <a:r>
                  <a:rPr lang="pt-BR">
                    <a:noFill/>
                  </a:rPr>
                  <a:t> </a:t>
                </a:r>
              </a:p>
            </p:txBody>
          </p:sp>
        </mc:Fallback>
      </mc:AlternateContent>
      <mc:AlternateContent xmlns:mc="http://schemas.openxmlformats.org/markup-compatibility/2006">
        <mc:Choice xmlns:a14="http://schemas.microsoft.com/office/drawing/2010/main" Requires="a14">
          <p:sp>
            <p:nvSpPr>
              <p:cNvPr id="24" name="CaixaDeTexto 23">
                <a:extLst>
                  <a:ext uri="{FF2B5EF4-FFF2-40B4-BE49-F238E27FC236}">
                    <a16:creationId xmlns:a16="http://schemas.microsoft.com/office/drawing/2014/main" id="{90D32FCC-9584-B139-A613-4ABFA69CAFD5}"/>
                  </a:ext>
                </a:extLst>
              </p:cNvPr>
              <p:cNvSpPr txBox="1"/>
              <p:nvPr/>
            </p:nvSpPr>
            <p:spPr>
              <a:xfrm>
                <a:off x="4159466" y="2144310"/>
                <a:ext cx="390492" cy="32438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b="0" i="1" smtClean="0">
                              <a:latin typeface="Cambria Math" panose="02040503050406030204" pitchFamily="18" charset="0"/>
                            </a:rPr>
                            <m:t>𝑐</m:t>
                          </m:r>
                        </m:e>
                        <m:sub>
                          <m:r>
                            <a:rPr lang="pt-BR" sz="1400" b="0" i="1" smtClean="0">
                              <a:latin typeface="Cambria Math" panose="02040503050406030204" pitchFamily="18" charset="0"/>
                            </a:rPr>
                            <m:t>𝑞</m:t>
                          </m:r>
                        </m:sub>
                      </m:sSub>
                    </m:oMath>
                  </m:oMathPara>
                </a14:m>
                <a:endParaRPr lang="pt-BR" sz="1400"/>
              </a:p>
            </p:txBody>
          </p:sp>
        </mc:Choice>
        <mc:Fallback>
          <p:sp>
            <p:nvSpPr>
              <p:cNvPr id="24" name="CaixaDeTexto 23">
                <a:extLst>
                  <a:ext uri="{FF2B5EF4-FFF2-40B4-BE49-F238E27FC236}">
                    <a16:creationId xmlns:a16="http://schemas.microsoft.com/office/drawing/2014/main" id="{90D32FCC-9584-B139-A613-4ABFA69CAFD5}"/>
                  </a:ext>
                </a:extLst>
              </p:cNvPr>
              <p:cNvSpPr txBox="1">
                <a:spLocks noRot="1" noChangeAspect="1" noMove="1" noResize="1" noEditPoints="1" noAdjustHandles="1" noChangeArrowheads="1" noChangeShapeType="1" noTextEdit="1"/>
              </p:cNvSpPr>
              <p:nvPr/>
            </p:nvSpPr>
            <p:spPr>
              <a:xfrm>
                <a:off x="4159466" y="2144310"/>
                <a:ext cx="390492" cy="324384"/>
              </a:xfrm>
              <a:prstGeom prst="rect">
                <a:avLst/>
              </a:prstGeom>
              <a:blipFill>
                <a:blip r:embed="rId9"/>
                <a:stretch>
                  <a:fillRect/>
                </a:stretch>
              </a:blipFill>
            </p:spPr>
            <p:txBody>
              <a:bodyPr/>
              <a:lstStyle/>
              <a:p>
                <a:r>
                  <a:rPr lang="pt-BR">
                    <a:noFill/>
                  </a:rPr>
                  <a:t> </a:t>
                </a:r>
              </a:p>
            </p:txBody>
          </p:sp>
        </mc:Fallback>
      </mc:AlternateContent>
      <mc:AlternateContent xmlns:mc="http://schemas.openxmlformats.org/markup-compatibility/2006">
        <mc:Choice xmlns:a14="http://schemas.microsoft.com/office/drawing/2010/main" Requires="a14">
          <p:sp>
            <p:nvSpPr>
              <p:cNvPr id="25" name="CaixaDeTexto 24">
                <a:extLst>
                  <a:ext uri="{FF2B5EF4-FFF2-40B4-BE49-F238E27FC236}">
                    <a16:creationId xmlns:a16="http://schemas.microsoft.com/office/drawing/2014/main" id="{0CB5022C-A688-733F-44D9-60BAA37CE597}"/>
                  </a:ext>
                </a:extLst>
              </p:cNvPr>
              <p:cNvSpPr txBox="1"/>
              <p:nvPr/>
            </p:nvSpPr>
            <p:spPr>
              <a:xfrm>
                <a:off x="4176391" y="2522974"/>
                <a:ext cx="381066"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b="0" i="1" smtClean="0">
                              <a:latin typeface="Cambria Math" panose="02040503050406030204" pitchFamily="18" charset="0"/>
                            </a:rPr>
                            <m:t>𝑐</m:t>
                          </m:r>
                        </m:e>
                        <m:sub>
                          <m:r>
                            <a:rPr lang="pt-BR" sz="1400" b="0" i="1" smtClean="0">
                              <a:latin typeface="Cambria Math" panose="02040503050406030204" pitchFamily="18" charset="0"/>
                            </a:rPr>
                            <m:t>𝑟</m:t>
                          </m:r>
                        </m:sub>
                      </m:sSub>
                    </m:oMath>
                  </m:oMathPara>
                </a14:m>
                <a:endParaRPr lang="pt-BR" sz="1400"/>
              </a:p>
            </p:txBody>
          </p:sp>
        </mc:Choice>
        <mc:Fallback>
          <p:sp>
            <p:nvSpPr>
              <p:cNvPr id="25" name="CaixaDeTexto 24">
                <a:extLst>
                  <a:ext uri="{FF2B5EF4-FFF2-40B4-BE49-F238E27FC236}">
                    <a16:creationId xmlns:a16="http://schemas.microsoft.com/office/drawing/2014/main" id="{0CB5022C-A688-733F-44D9-60BAA37CE597}"/>
                  </a:ext>
                </a:extLst>
              </p:cNvPr>
              <p:cNvSpPr txBox="1">
                <a:spLocks noRot="1" noChangeAspect="1" noMove="1" noResize="1" noEditPoints="1" noAdjustHandles="1" noChangeArrowheads="1" noChangeShapeType="1" noTextEdit="1"/>
              </p:cNvSpPr>
              <p:nvPr/>
            </p:nvSpPr>
            <p:spPr>
              <a:xfrm>
                <a:off x="4176391" y="2522974"/>
                <a:ext cx="381066" cy="307777"/>
              </a:xfrm>
              <a:prstGeom prst="rect">
                <a:avLst/>
              </a:prstGeom>
              <a:blipFill>
                <a:blip r:embed="rId10"/>
                <a:stretch>
                  <a:fillRect/>
                </a:stretch>
              </a:blipFill>
            </p:spPr>
            <p:txBody>
              <a:bodyPr/>
              <a:lstStyle/>
              <a:p>
                <a:r>
                  <a:rPr lang="pt-BR">
                    <a:noFill/>
                  </a:rPr>
                  <a:t> </a:t>
                </a:r>
              </a:p>
            </p:txBody>
          </p:sp>
        </mc:Fallback>
      </mc:AlternateContent>
      <p:grpSp>
        <p:nvGrpSpPr>
          <p:cNvPr id="57" name="Agrupar 56">
            <a:extLst>
              <a:ext uri="{FF2B5EF4-FFF2-40B4-BE49-F238E27FC236}">
                <a16:creationId xmlns:a16="http://schemas.microsoft.com/office/drawing/2014/main" id="{1EACEB1E-8569-0ADF-A8AF-4D5D62DB2487}"/>
              </a:ext>
            </a:extLst>
          </p:cNvPr>
          <p:cNvGrpSpPr/>
          <p:nvPr/>
        </p:nvGrpSpPr>
        <p:grpSpPr>
          <a:xfrm>
            <a:off x="2520585" y="2709335"/>
            <a:ext cx="556716" cy="353943"/>
            <a:chOff x="2520585" y="2709335"/>
            <a:chExt cx="556716" cy="353943"/>
          </a:xfrm>
        </p:grpSpPr>
        <p:grpSp>
          <p:nvGrpSpPr>
            <p:cNvPr id="41" name="Agrupar 40">
              <a:extLst>
                <a:ext uri="{FF2B5EF4-FFF2-40B4-BE49-F238E27FC236}">
                  <a16:creationId xmlns:a16="http://schemas.microsoft.com/office/drawing/2014/main" id="{36A261E2-3099-F4AE-050A-E4A3777B8FD3}"/>
                </a:ext>
              </a:extLst>
            </p:cNvPr>
            <p:cNvGrpSpPr/>
            <p:nvPr/>
          </p:nvGrpSpPr>
          <p:grpSpPr>
            <a:xfrm>
              <a:off x="2520585" y="2889662"/>
              <a:ext cx="108012" cy="107290"/>
              <a:chOff x="2999656" y="3825766"/>
              <a:chExt cx="182880" cy="182880"/>
            </a:xfrm>
          </p:grpSpPr>
          <p:sp>
            <p:nvSpPr>
              <p:cNvPr id="35" name="Elipse 34">
                <a:extLst>
                  <a:ext uri="{FF2B5EF4-FFF2-40B4-BE49-F238E27FC236}">
                    <a16:creationId xmlns:a16="http://schemas.microsoft.com/office/drawing/2014/main" id="{14B214F7-A59E-B555-E985-04636425BEAF}"/>
                  </a:ext>
                </a:extLst>
              </p:cNvPr>
              <p:cNvSpPr/>
              <p:nvPr/>
            </p:nvSpPr>
            <p:spPr>
              <a:xfrm flipH="1" flipV="1">
                <a:off x="2999656" y="3825766"/>
                <a:ext cx="182880" cy="182880"/>
              </a:xfrm>
              <a:prstGeom prst="ellipse">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0" name="Elipse 39">
                <a:extLst>
                  <a:ext uri="{FF2B5EF4-FFF2-40B4-BE49-F238E27FC236}">
                    <a16:creationId xmlns:a16="http://schemas.microsoft.com/office/drawing/2014/main" id="{9C1A9DD7-93DB-EA3C-A5BE-29A6158F003E}"/>
                  </a:ext>
                </a:extLst>
              </p:cNvPr>
              <p:cNvSpPr/>
              <p:nvPr/>
            </p:nvSpPr>
            <p:spPr>
              <a:xfrm flipH="1" flipV="1">
                <a:off x="3075614" y="3901620"/>
                <a:ext cx="30964" cy="31173"/>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mc:AlternateContent xmlns:mc="http://schemas.openxmlformats.org/markup-compatibility/2006">
          <mc:Choice xmlns:a14="http://schemas.microsoft.com/office/drawing/2010/main" Requires="a14">
            <p:sp>
              <p:nvSpPr>
                <p:cNvPr id="56" name="CaixaDeTexto 55">
                  <a:extLst>
                    <a:ext uri="{FF2B5EF4-FFF2-40B4-BE49-F238E27FC236}">
                      <a16:creationId xmlns:a16="http://schemas.microsoft.com/office/drawing/2014/main" id="{27B7F45F-0A58-E36F-0CE7-EF69E31D51D3}"/>
                    </a:ext>
                  </a:extLst>
                </p:cNvPr>
                <p:cNvSpPr txBox="1"/>
                <p:nvPr/>
              </p:nvSpPr>
              <p:spPr>
                <a:xfrm>
                  <a:off x="2583511" y="2709335"/>
                  <a:ext cx="493790" cy="35394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pt-BR" sz="1400" b="0" i="1" smtClean="0">
                                <a:latin typeface="Cambria Math" panose="02040503050406030204" pitchFamily="18" charset="0"/>
                              </a:rPr>
                            </m:ctrlPr>
                          </m:sSubSupPr>
                          <m:e>
                            <m:r>
                              <a:rPr lang="pt-BR" sz="1400" b="0" i="1" smtClean="0">
                                <a:latin typeface="Cambria Math" panose="02040503050406030204" pitchFamily="18" charset="0"/>
                              </a:rPr>
                              <m:t>𝐽</m:t>
                            </m:r>
                          </m:e>
                          <m:sub>
                            <m:r>
                              <a:rPr lang="pt-BR" sz="1400" b="0" i="1" smtClean="0">
                                <a:latin typeface="Cambria Math" panose="02040503050406030204" pitchFamily="18" charset="0"/>
                              </a:rPr>
                              <m:t>𝑠</m:t>
                            </m:r>
                          </m:sub>
                          <m:sup>
                            <m:r>
                              <a:rPr lang="pt-BR" sz="1400" b="0" i="1" smtClean="0">
                                <a:latin typeface="Cambria Math" panose="02040503050406030204" pitchFamily="18" charset="0"/>
                              </a:rPr>
                              <m:t>(</m:t>
                            </m:r>
                            <m:r>
                              <a:rPr lang="pt-BR" sz="1400" b="0" i="1" smtClean="0">
                                <a:latin typeface="Cambria Math" panose="02040503050406030204" pitchFamily="18" charset="0"/>
                              </a:rPr>
                              <m:t>𝑝</m:t>
                            </m:r>
                            <m:r>
                              <a:rPr lang="pt-BR" sz="1400" b="0" i="1" smtClean="0">
                                <a:latin typeface="Cambria Math" panose="02040503050406030204" pitchFamily="18" charset="0"/>
                              </a:rPr>
                              <m:t>)</m:t>
                            </m:r>
                          </m:sup>
                        </m:sSubSup>
                      </m:oMath>
                    </m:oMathPara>
                  </a14:m>
                  <a:endParaRPr lang="pt-BR" sz="1400"/>
                </a:p>
              </p:txBody>
            </p:sp>
          </mc:Choice>
          <mc:Fallback>
            <p:sp>
              <p:nvSpPr>
                <p:cNvPr id="56" name="CaixaDeTexto 55">
                  <a:extLst>
                    <a:ext uri="{FF2B5EF4-FFF2-40B4-BE49-F238E27FC236}">
                      <a16:creationId xmlns:a16="http://schemas.microsoft.com/office/drawing/2014/main" id="{27B7F45F-0A58-E36F-0CE7-EF69E31D51D3}"/>
                    </a:ext>
                  </a:extLst>
                </p:cNvPr>
                <p:cNvSpPr txBox="1">
                  <a:spLocks noRot="1" noChangeAspect="1" noMove="1" noResize="1" noEditPoints="1" noAdjustHandles="1" noChangeArrowheads="1" noChangeShapeType="1" noTextEdit="1"/>
                </p:cNvSpPr>
                <p:nvPr/>
              </p:nvSpPr>
              <p:spPr>
                <a:xfrm>
                  <a:off x="2583511" y="2709335"/>
                  <a:ext cx="493790" cy="353943"/>
                </a:xfrm>
                <a:prstGeom prst="rect">
                  <a:avLst/>
                </a:prstGeom>
                <a:blipFill>
                  <a:blip r:embed="rId11"/>
                  <a:stretch>
                    <a:fillRect b="-1695"/>
                  </a:stretch>
                </a:blipFill>
              </p:spPr>
              <p:txBody>
                <a:bodyPr/>
                <a:lstStyle/>
                <a:p>
                  <a:r>
                    <a:rPr lang="pt-BR">
                      <a:noFill/>
                    </a:rPr>
                    <a:t> </a:t>
                  </a:r>
                </a:p>
              </p:txBody>
            </p:sp>
          </mc:Fallback>
        </mc:AlternateContent>
      </p:grpSp>
      <p:grpSp>
        <p:nvGrpSpPr>
          <p:cNvPr id="59" name="Agrupar 58">
            <a:extLst>
              <a:ext uri="{FF2B5EF4-FFF2-40B4-BE49-F238E27FC236}">
                <a16:creationId xmlns:a16="http://schemas.microsoft.com/office/drawing/2014/main" id="{EA77A0B7-2E7F-36CC-53CB-59515E22ED8F}"/>
              </a:ext>
            </a:extLst>
          </p:cNvPr>
          <p:cNvGrpSpPr/>
          <p:nvPr/>
        </p:nvGrpSpPr>
        <p:grpSpPr>
          <a:xfrm>
            <a:off x="4566811" y="3897052"/>
            <a:ext cx="108012" cy="107290"/>
            <a:chOff x="2999656" y="3825766"/>
            <a:chExt cx="182880" cy="182880"/>
          </a:xfrm>
        </p:grpSpPr>
        <p:sp>
          <p:nvSpPr>
            <p:cNvPr id="61" name="Elipse 60">
              <a:extLst>
                <a:ext uri="{FF2B5EF4-FFF2-40B4-BE49-F238E27FC236}">
                  <a16:creationId xmlns:a16="http://schemas.microsoft.com/office/drawing/2014/main" id="{A92396E5-A5D1-1FEA-76A9-E176AE7DEEDB}"/>
                </a:ext>
              </a:extLst>
            </p:cNvPr>
            <p:cNvSpPr/>
            <p:nvPr/>
          </p:nvSpPr>
          <p:spPr>
            <a:xfrm flipH="1" flipV="1">
              <a:off x="2999656" y="3825766"/>
              <a:ext cx="182880" cy="182880"/>
            </a:xfrm>
            <a:prstGeom prst="ellipse">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2" name="Elipse 61">
              <a:extLst>
                <a:ext uri="{FF2B5EF4-FFF2-40B4-BE49-F238E27FC236}">
                  <a16:creationId xmlns:a16="http://schemas.microsoft.com/office/drawing/2014/main" id="{7B3B77B0-4027-F8FB-6DFD-58C96E710B3F}"/>
                </a:ext>
              </a:extLst>
            </p:cNvPr>
            <p:cNvSpPr/>
            <p:nvPr/>
          </p:nvSpPr>
          <p:spPr>
            <a:xfrm flipH="1" flipV="1">
              <a:off x="3075614" y="3901620"/>
              <a:ext cx="30964" cy="31173"/>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mc:AlternateContent xmlns:mc="http://schemas.openxmlformats.org/markup-compatibility/2006">
        <mc:Choice xmlns:a14="http://schemas.microsoft.com/office/drawing/2010/main" Requires="a14">
          <p:sp>
            <p:nvSpPr>
              <p:cNvPr id="60" name="CaixaDeTexto 59">
                <a:extLst>
                  <a:ext uri="{FF2B5EF4-FFF2-40B4-BE49-F238E27FC236}">
                    <a16:creationId xmlns:a16="http://schemas.microsoft.com/office/drawing/2014/main" id="{8367181B-B174-7222-9059-AD9CC7B667D9}"/>
                  </a:ext>
                </a:extLst>
              </p:cNvPr>
              <p:cNvSpPr txBox="1"/>
              <p:nvPr/>
            </p:nvSpPr>
            <p:spPr>
              <a:xfrm>
                <a:off x="4319916" y="3515811"/>
                <a:ext cx="493790" cy="35394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pt-BR" sz="1400" b="0" i="1" smtClean="0">
                              <a:latin typeface="Cambria Math" panose="02040503050406030204" pitchFamily="18" charset="0"/>
                            </a:rPr>
                          </m:ctrlPr>
                        </m:sSubSupPr>
                        <m:e>
                          <m:r>
                            <a:rPr lang="pt-BR" sz="1400" b="0" i="1" smtClean="0">
                              <a:latin typeface="Cambria Math" panose="02040503050406030204" pitchFamily="18" charset="0"/>
                            </a:rPr>
                            <m:t>𝐽</m:t>
                          </m:r>
                        </m:e>
                        <m:sub>
                          <m:r>
                            <a:rPr lang="pt-BR" sz="1400" b="0" i="1" smtClean="0">
                              <a:latin typeface="Cambria Math" panose="02040503050406030204" pitchFamily="18" charset="0"/>
                            </a:rPr>
                            <m:t>𝑠</m:t>
                          </m:r>
                        </m:sub>
                        <m:sup>
                          <m:r>
                            <a:rPr lang="pt-BR" sz="1400" b="0" i="1" smtClean="0">
                              <a:latin typeface="Cambria Math" panose="02040503050406030204" pitchFamily="18" charset="0"/>
                            </a:rPr>
                            <m:t>(</m:t>
                          </m:r>
                          <m:r>
                            <a:rPr lang="en-US" sz="1400" b="0" i="1" smtClean="0">
                              <a:latin typeface="Cambria Math" panose="02040503050406030204" pitchFamily="18" charset="0"/>
                            </a:rPr>
                            <m:t>𝑟</m:t>
                          </m:r>
                          <m:r>
                            <a:rPr lang="pt-BR" sz="1400" b="0" i="1" smtClean="0">
                              <a:latin typeface="Cambria Math" panose="02040503050406030204" pitchFamily="18" charset="0"/>
                            </a:rPr>
                            <m:t>)</m:t>
                          </m:r>
                        </m:sup>
                      </m:sSubSup>
                    </m:oMath>
                  </m:oMathPara>
                </a14:m>
                <a:endParaRPr lang="pt-BR" sz="1400"/>
              </a:p>
            </p:txBody>
          </p:sp>
        </mc:Choice>
        <mc:Fallback>
          <p:sp>
            <p:nvSpPr>
              <p:cNvPr id="60" name="CaixaDeTexto 59">
                <a:extLst>
                  <a:ext uri="{FF2B5EF4-FFF2-40B4-BE49-F238E27FC236}">
                    <a16:creationId xmlns:a16="http://schemas.microsoft.com/office/drawing/2014/main" id="{8367181B-B174-7222-9059-AD9CC7B667D9}"/>
                  </a:ext>
                </a:extLst>
              </p:cNvPr>
              <p:cNvSpPr txBox="1">
                <a:spLocks noRot="1" noChangeAspect="1" noMove="1" noResize="1" noEditPoints="1" noAdjustHandles="1" noChangeArrowheads="1" noChangeShapeType="1" noTextEdit="1"/>
              </p:cNvSpPr>
              <p:nvPr/>
            </p:nvSpPr>
            <p:spPr>
              <a:xfrm>
                <a:off x="4319916" y="3515811"/>
                <a:ext cx="493790" cy="353943"/>
              </a:xfrm>
              <a:prstGeom prst="rect">
                <a:avLst/>
              </a:prstGeom>
              <a:blipFill>
                <a:blip r:embed="rId12"/>
                <a:stretch>
                  <a:fillRect b="-3448"/>
                </a:stretch>
              </a:blipFill>
            </p:spPr>
            <p:txBody>
              <a:bodyPr/>
              <a:lstStyle/>
              <a:p>
                <a:r>
                  <a:rPr lang="pt-BR">
                    <a:noFill/>
                  </a:rPr>
                  <a:t> </a:t>
                </a:r>
              </a:p>
            </p:txBody>
          </p:sp>
        </mc:Fallback>
      </mc:AlternateContent>
      <p:grpSp>
        <p:nvGrpSpPr>
          <p:cNvPr id="64" name="Agrupar 63">
            <a:extLst>
              <a:ext uri="{FF2B5EF4-FFF2-40B4-BE49-F238E27FC236}">
                <a16:creationId xmlns:a16="http://schemas.microsoft.com/office/drawing/2014/main" id="{20ED0C21-A564-8B2B-7F3E-561F7B10F9B6}"/>
              </a:ext>
            </a:extLst>
          </p:cNvPr>
          <p:cNvGrpSpPr/>
          <p:nvPr/>
        </p:nvGrpSpPr>
        <p:grpSpPr>
          <a:xfrm>
            <a:off x="5177204" y="3186036"/>
            <a:ext cx="556716" cy="353943"/>
            <a:chOff x="2520585" y="2709335"/>
            <a:chExt cx="556716" cy="353943"/>
          </a:xfrm>
        </p:grpSpPr>
        <p:grpSp>
          <p:nvGrpSpPr>
            <p:cNvPr id="65" name="Agrupar 64">
              <a:extLst>
                <a:ext uri="{FF2B5EF4-FFF2-40B4-BE49-F238E27FC236}">
                  <a16:creationId xmlns:a16="http://schemas.microsoft.com/office/drawing/2014/main" id="{3FCAB255-2CBA-DE91-7761-95CF02D95D33}"/>
                </a:ext>
              </a:extLst>
            </p:cNvPr>
            <p:cNvGrpSpPr/>
            <p:nvPr/>
          </p:nvGrpSpPr>
          <p:grpSpPr>
            <a:xfrm>
              <a:off x="2520585" y="2889662"/>
              <a:ext cx="108012" cy="107290"/>
              <a:chOff x="2999656" y="3825766"/>
              <a:chExt cx="182880" cy="182880"/>
            </a:xfrm>
          </p:grpSpPr>
          <p:sp>
            <p:nvSpPr>
              <p:cNvPr id="67" name="Elipse 66">
                <a:extLst>
                  <a:ext uri="{FF2B5EF4-FFF2-40B4-BE49-F238E27FC236}">
                    <a16:creationId xmlns:a16="http://schemas.microsoft.com/office/drawing/2014/main" id="{05E59004-D7D4-347B-AB8C-B21BE4DD3485}"/>
                  </a:ext>
                </a:extLst>
              </p:cNvPr>
              <p:cNvSpPr/>
              <p:nvPr/>
            </p:nvSpPr>
            <p:spPr>
              <a:xfrm flipH="1" flipV="1">
                <a:off x="2999656" y="3825766"/>
                <a:ext cx="182880" cy="182880"/>
              </a:xfrm>
              <a:prstGeom prst="ellipse">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8" name="Elipse 67">
                <a:extLst>
                  <a:ext uri="{FF2B5EF4-FFF2-40B4-BE49-F238E27FC236}">
                    <a16:creationId xmlns:a16="http://schemas.microsoft.com/office/drawing/2014/main" id="{71F265C2-8540-8CE3-9E21-D95BF119043A}"/>
                  </a:ext>
                </a:extLst>
              </p:cNvPr>
              <p:cNvSpPr/>
              <p:nvPr/>
            </p:nvSpPr>
            <p:spPr>
              <a:xfrm flipH="1" flipV="1">
                <a:off x="3075614" y="3901620"/>
                <a:ext cx="30964" cy="31173"/>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mc:AlternateContent xmlns:mc="http://schemas.openxmlformats.org/markup-compatibility/2006">
          <mc:Choice xmlns:a14="http://schemas.microsoft.com/office/drawing/2010/main" Requires="a14">
            <p:sp>
              <p:nvSpPr>
                <p:cNvPr id="66" name="CaixaDeTexto 65">
                  <a:extLst>
                    <a:ext uri="{FF2B5EF4-FFF2-40B4-BE49-F238E27FC236}">
                      <a16:creationId xmlns:a16="http://schemas.microsoft.com/office/drawing/2014/main" id="{103A5FD8-1C86-1CCC-FA77-7168A55B09CC}"/>
                    </a:ext>
                  </a:extLst>
                </p:cNvPr>
                <p:cNvSpPr txBox="1"/>
                <p:nvPr/>
              </p:nvSpPr>
              <p:spPr>
                <a:xfrm>
                  <a:off x="2583511" y="2709335"/>
                  <a:ext cx="493790" cy="35394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pt-BR" sz="1400" b="0" i="1" smtClean="0">
                                <a:latin typeface="Cambria Math" panose="02040503050406030204" pitchFamily="18" charset="0"/>
                              </a:rPr>
                            </m:ctrlPr>
                          </m:sSubSupPr>
                          <m:e>
                            <m:r>
                              <a:rPr lang="pt-BR" sz="1400" b="0" i="1" smtClean="0">
                                <a:latin typeface="Cambria Math" panose="02040503050406030204" pitchFamily="18" charset="0"/>
                              </a:rPr>
                              <m:t>𝐽</m:t>
                            </m:r>
                          </m:e>
                          <m:sub>
                            <m:r>
                              <a:rPr lang="pt-BR" sz="1400" b="0" i="1" smtClean="0">
                                <a:latin typeface="Cambria Math" panose="02040503050406030204" pitchFamily="18" charset="0"/>
                              </a:rPr>
                              <m:t>𝑠</m:t>
                            </m:r>
                          </m:sub>
                          <m:sup>
                            <m:r>
                              <a:rPr lang="pt-BR" sz="1400" b="0" i="1" smtClean="0">
                                <a:latin typeface="Cambria Math" panose="02040503050406030204" pitchFamily="18" charset="0"/>
                              </a:rPr>
                              <m:t>(</m:t>
                            </m:r>
                            <m:r>
                              <a:rPr lang="en-US" sz="1400" b="0" i="1" smtClean="0">
                                <a:latin typeface="Cambria Math" panose="02040503050406030204" pitchFamily="18" charset="0"/>
                              </a:rPr>
                              <m:t>𝑞</m:t>
                            </m:r>
                            <m:r>
                              <a:rPr lang="pt-BR" sz="1400" b="0" i="1" smtClean="0">
                                <a:latin typeface="Cambria Math" panose="02040503050406030204" pitchFamily="18" charset="0"/>
                              </a:rPr>
                              <m:t>)</m:t>
                            </m:r>
                          </m:sup>
                        </m:sSubSup>
                      </m:oMath>
                    </m:oMathPara>
                  </a14:m>
                  <a:endParaRPr lang="pt-BR" sz="1400"/>
                </a:p>
              </p:txBody>
            </p:sp>
          </mc:Choice>
          <mc:Fallback>
            <p:sp>
              <p:nvSpPr>
                <p:cNvPr id="66" name="CaixaDeTexto 65">
                  <a:extLst>
                    <a:ext uri="{FF2B5EF4-FFF2-40B4-BE49-F238E27FC236}">
                      <a16:creationId xmlns:a16="http://schemas.microsoft.com/office/drawing/2014/main" id="{103A5FD8-1C86-1CCC-FA77-7168A55B09CC}"/>
                    </a:ext>
                  </a:extLst>
                </p:cNvPr>
                <p:cNvSpPr txBox="1">
                  <a:spLocks noRot="1" noChangeAspect="1" noMove="1" noResize="1" noEditPoints="1" noAdjustHandles="1" noChangeArrowheads="1" noChangeShapeType="1" noTextEdit="1"/>
                </p:cNvSpPr>
                <p:nvPr/>
              </p:nvSpPr>
              <p:spPr>
                <a:xfrm>
                  <a:off x="2583511" y="2709335"/>
                  <a:ext cx="493790" cy="353943"/>
                </a:xfrm>
                <a:prstGeom prst="rect">
                  <a:avLst/>
                </a:prstGeom>
                <a:blipFill>
                  <a:blip r:embed="rId13"/>
                  <a:stretch>
                    <a:fillRect b="-3448"/>
                  </a:stretch>
                </a:blipFill>
              </p:spPr>
              <p:txBody>
                <a:bodyPr/>
                <a:lstStyle/>
                <a:p>
                  <a:r>
                    <a:rPr lang="pt-BR">
                      <a:noFill/>
                    </a:rPr>
                    <a:t> </a:t>
                  </a:r>
                </a:p>
              </p:txBody>
            </p:sp>
          </mc:Fallback>
        </mc:AlternateContent>
      </p:grpSp>
      <mc:AlternateContent xmlns:mc="http://schemas.openxmlformats.org/markup-compatibility/2006">
        <mc:Choice xmlns:a14="http://schemas.microsoft.com/office/drawing/2010/main" Requires="a14">
          <p:sp>
            <p:nvSpPr>
              <p:cNvPr id="69" name="CaixaDeTexto 68">
                <a:extLst>
                  <a:ext uri="{FF2B5EF4-FFF2-40B4-BE49-F238E27FC236}">
                    <a16:creationId xmlns:a16="http://schemas.microsoft.com/office/drawing/2014/main" id="{FC60B356-1ADE-381F-211A-58EAAC72A0C0}"/>
                  </a:ext>
                </a:extLst>
              </p:cNvPr>
              <p:cNvSpPr txBox="1"/>
              <p:nvPr/>
            </p:nvSpPr>
            <p:spPr>
              <a:xfrm>
                <a:off x="6096000" y="1376772"/>
                <a:ext cx="5221288" cy="849976"/>
              </a:xfrm>
              <a:prstGeom prst="rect">
                <a:avLst/>
              </a:prstGeom>
              <a:noFill/>
            </p:spPr>
            <p:txBody>
              <a:bodyPr wrap="square">
                <a:spAutoFit/>
              </a:bodyPr>
              <a:lstStyle>
                <a:defPPr>
                  <a:defRPr lang="pt-BR"/>
                </a:defPPr>
                <a:lvl1pPr>
                  <a:defRPr sz="1600"/>
                </a:lvl1pPr>
              </a:lstStyle>
              <a:p>
                <a:r>
                  <a:rPr lang="en-US"/>
                  <a:t>The equivalent surface current on the boundary of the conductors, </a:t>
                </a:r>
                <a14:m>
                  <m:oMath xmlns:m="http://schemas.openxmlformats.org/officeDocument/2006/math">
                    <m:sSubSup>
                      <m:sSubSupPr>
                        <m:ctrlPr>
                          <a:rPr lang="pt-BR" b="0" i="1" smtClean="0">
                            <a:latin typeface="Cambria Math" panose="02040503050406030204" pitchFamily="18" charset="0"/>
                          </a:rPr>
                        </m:ctrlPr>
                      </m:sSubSupPr>
                      <m:e>
                        <m:r>
                          <a:rPr lang="pt-BR" b="0" i="1" smtClean="0">
                            <a:latin typeface="Cambria Math" panose="02040503050406030204" pitchFamily="18" charset="0"/>
                          </a:rPr>
                          <m:t>𝐽</m:t>
                        </m:r>
                      </m:e>
                      <m:sub>
                        <m:r>
                          <a:rPr lang="pt-BR" b="0" i="1" smtClean="0">
                            <a:latin typeface="Cambria Math" panose="02040503050406030204" pitchFamily="18" charset="0"/>
                          </a:rPr>
                          <m:t>𝑠</m:t>
                        </m:r>
                      </m:sub>
                      <m:sup>
                        <m:r>
                          <a:rPr lang="pt-BR" b="0" i="1" smtClean="0">
                            <a:latin typeface="Cambria Math" panose="02040503050406030204" pitchFamily="18" charset="0"/>
                          </a:rPr>
                          <m:t> </m:t>
                        </m:r>
                      </m:sup>
                    </m:sSubSup>
                    <m:r>
                      <a:rPr lang="pt-BR" b="0" i="1" smtClean="0">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𝜃</m:t>
                        </m:r>
                      </m:e>
                      <m:sub>
                        <m:r>
                          <a:rPr lang="pt-BR" i="1">
                            <a:latin typeface="Cambria Math" panose="02040503050406030204" pitchFamily="18" charset="0"/>
                          </a:rPr>
                          <m:t>𝑝</m:t>
                        </m:r>
                      </m:sub>
                    </m:sSub>
                    <m:r>
                      <a:rPr lang="pt-BR" i="1">
                        <a:latin typeface="Cambria Math" panose="02040503050406030204" pitchFamily="18" charset="0"/>
                      </a:rPr>
                      <m:t>)</m:t>
                    </m:r>
                  </m:oMath>
                </a14:m>
                <a:r>
                  <a:rPr lang="en-US"/>
                  <a:t>, can be expand by a truncated Fourier series</a:t>
                </a:r>
                <a:r>
                  <a:rPr lang="pt-BR"/>
                  <a:t>:</a:t>
                </a:r>
              </a:p>
            </p:txBody>
          </p:sp>
        </mc:Choice>
        <mc:Fallback>
          <p:sp>
            <p:nvSpPr>
              <p:cNvPr id="69" name="CaixaDeTexto 68">
                <a:extLst>
                  <a:ext uri="{FF2B5EF4-FFF2-40B4-BE49-F238E27FC236}">
                    <a16:creationId xmlns:a16="http://schemas.microsoft.com/office/drawing/2014/main" id="{FC60B356-1ADE-381F-211A-58EAAC72A0C0}"/>
                  </a:ext>
                </a:extLst>
              </p:cNvPr>
              <p:cNvSpPr txBox="1">
                <a:spLocks noRot="1" noChangeAspect="1" noMove="1" noResize="1" noEditPoints="1" noAdjustHandles="1" noChangeArrowheads="1" noChangeShapeType="1" noTextEdit="1"/>
              </p:cNvSpPr>
              <p:nvPr/>
            </p:nvSpPr>
            <p:spPr>
              <a:xfrm>
                <a:off x="6096000" y="1376772"/>
                <a:ext cx="5221288" cy="849976"/>
              </a:xfrm>
              <a:prstGeom prst="rect">
                <a:avLst/>
              </a:prstGeom>
              <a:blipFill>
                <a:blip r:embed="rId14"/>
                <a:stretch>
                  <a:fillRect l="-583" t="-2158" b="-8633"/>
                </a:stretch>
              </a:blipFill>
            </p:spPr>
            <p:txBody>
              <a:bodyPr/>
              <a:lstStyle/>
              <a:p>
                <a:r>
                  <a:rPr lang="pt-BR">
                    <a:noFill/>
                  </a:rPr>
                  <a:t> </a:t>
                </a:r>
              </a:p>
            </p:txBody>
          </p:sp>
        </mc:Fallback>
      </mc:AlternateContent>
      <mc:AlternateContent xmlns:mc="http://schemas.openxmlformats.org/markup-compatibility/2006">
        <mc:Choice xmlns:a14="http://schemas.microsoft.com/office/drawing/2010/main" Requires="a14">
          <p:sp>
            <p:nvSpPr>
              <p:cNvPr id="72" name="CaixaDeTexto 71">
                <a:extLst>
                  <a:ext uri="{FF2B5EF4-FFF2-40B4-BE49-F238E27FC236}">
                    <a16:creationId xmlns:a16="http://schemas.microsoft.com/office/drawing/2014/main" id="{2B2252D7-BDB0-0800-4153-D51498FB71FE}"/>
                  </a:ext>
                </a:extLst>
              </p:cNvPr>
              <p:cNvSpPr txBox="1"/>
              <p:nvPr/>
            </p:nvSpPr>
            <p:spPr>
              <a:xfrm>
                <a:off x="6106273" y="2318211"/>
                <a:ext cx="5190639" cy="858761"/>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centerGroup"/>
                    </m:oMathParaPr>
                    <m:oMath xmlns:m="http://schemas.openxmlformats.org/officeDocument/2006/math">
                      <m:sSubSup>
                        <m:sSubSupPr>
                          <m:ctrlPr>
                            <a:rPr lang="pt-BR" b="0" i="1" smtClean="0">
                              <a:latin typeface="Cambria Math" panose="02040503050406030204" pitchFamily="18" charset="0"/>
                            </a:rPr>
                          </m:ctrlPr>
                        </m:sSubSupPr>
                        <m:e>
                          <m:r>
                            <a:rPr lang="pt-BR" b="0" i="1" smtClean="0">
                              <a:latin typeface="Cambria Math" panose="02040503050406030204" pitchFamily="18" charset="0"/>
                            </a:rPr>
                            <m:t>𝐽</m:t>
                          </m:r>
                        </m:e>
                        <m:sub>
                          <m:r>
                            <a:rPr lang="pt-BR" b="0" i="1" smtClean="0">
                              <a:latin typeface="Cambria Math" panose="02040503050406030204" pitchFamily="18" charset="0"/>
                            </a:rPr>
                            <m:t>𝑠</m:t>
                          </m:r>
                        </m:sub>
                        <m:sup>
                          <m:d>
                            <m:dPr>
                              <m:ctrlPr>
                                <a:rPr lang="pt-BR" b="0" i="1" smtClean="0">
                                  <a:latin typeface="Cambria Math" panose="02040503050406030204" pitchFamily="18" charset="0"/>
                                </a:rPr>
                              </m:ctrlPr>
                            </m:dPr>
                            <m:e>
                              <m:r>
                                <a:rPr lang="pt-BR" b="0" i="1" smtClean="0">
                                  <a:latin typeface="Cambria Math" panose="02040503050406030204" pitchFamily="18" charset="0"/>
                                </a:rPr>
                                <m:t>𝑝</m:t>
                              </m:r>
                            </m:e>
                          </m:d>
                        </m:sup>
                      </m:sSubSup>
                      <m:r>
                        <a:rPr lang="pt-BR" b="0" i="1" smtClean="0">
                          <a:latin typeface="Cambria Math" panose="02040503050406030204" pitchFamily="18" charset="0"/>
                        </a:rPr>
                        <m:t>(</m:t>
                      </m:r>
                      <m:sSub>
                        <m:sSubPr>
                          <m:ctrlPr>
                            <a:rPr lang="pt-BR" b="0" i="1" smtClean="0">
                              <a:latin typeface="Cambria Math" panose="02040503050406030204" pitchFamily="18" charset="0"/>
                            </a:rPr>
                          </m:ctrlPr>
                        </m:sSubPr>
                        <m:e>
                          <m:r>
                            <a:rPr lang="pt-BR" b="0" i="1" smtClean="0">
                              <a:latin typeface="Cambria Math" panose="02040503050406030204" pitchFamily="18" charset="0"/>
                            </a:rPr>
                            <m:t>𝜃</m:t>
                          </m:r>
                        </m:e>
                        <m:sub>
                          <m:r>
                            <a:rPr lang="pt-BR" b="0" i="1" smtClean="0">
                              <a:latin typeface="Cambria Math" panose="02040503050406030204" pitchFamily="18" charset="0"/>
                            </a:rPr>
                            <m:t>𝑝</m:t>
                          </m:r>
                        </m:sub>
                      </m:sSub>
                      <m:r>
                        <a:rPr lang="pt-BR" b="0" i="1" smtClean="0">
                          <a:latin typeface="Cambria Math" panose="02040503050406030204" pitchFamily="18" charset="0"/>
                        </a:rPr>
                        <m:t>)</m:t>
                      </m:r>
                      <m:r>
                        <a:rPr lang="pt-BR" b="0">
                          <a:latin typeface="Cambria Math" panose="02040503050406030204" pitchFamily="18" charset="0"/>
                        </a:rPr>
                        <m:t>=</m:t>
                      </m:r>
                      <m:f>
                        <m:fPr>
                          <m:ctrlPr>
                            <a:rPr lang="pt-BR" b="0" i="0" smtClean="0">
                              <a:latin typeface="Cambria Math" panose="02040503050406030204" pitchFamily="18" charset="0"/>
                            </a:rPr>
                          </m:ctrlPr>
                        </m:fPr>
                        <m:num>
                          <m:r>
                            <a:rPr lang="pt-BR" b="0" i="0" smtClean="0">
                              <a:latin typeface="Cambria Math" panose="02040503050406030204" pitchFamily="18" charset="0"/>
                            </a:rPr>
                            <m:t>1</m:t>
                          </m:r>
                        </m:num>
                        <m:den>
                          <m:r>
                            <a:rPr lang="pt-BR" b="0" i="1" smtClean="0">
                              <a:latin typeface="Cambria Math" panose="02040503050406030204" pitchFamily="18" charset="0"/>
                            </a:rPr>
                            <m:t>2</m:t>
                          </m:r>
                          <m:r>
                            <a:rPr lang="pt-BR" b="0" i="1" smtClean="0">
                              <a:latin typeface="Cambria Math" panose="02040503050406030204" pitchFamily="18" charset="0"/>
                            </a:rPr>
                            <m:t>𝜋</m:t>
                          </m:r>
                          <m:sSub>
                            <m:sSubPr>
                              <m:ctrlPr>
                                <a:rPr lang="pt-BR" b="0" i="1" smtClean="0">
                                  <a:latin typeface="Cambria Math" panose="02040503050406030204" pitchFamily="18" charset="0"/>
                                </a:rPr>
                              </m:ctrlPr>
                            </m:sSubPr>
                            <m:e>
                              <m:r>
                                <a:rPr lang="pt-BR" b="0" i="1" smtClean="0">
                                  <a:latin typeface="Cambria Math" panose="02040503050406030204" pitchFamily="18" charset="0"/>
                                </a:rPr>
                                <m:t>𝑎</m:t>
                              </m:r>
                            </m:e>
                            <m:sub>
                              <m:r>
                                <a:rPr lang="pt-BR" b="0" i="1" smtClean="0">
                                  <a:latin typeface="Cambria Math" panose="02040503050406030204" pitchFamily="18" charset="0"/>
                                </a:rPr>
                                <m:t>𝑝</m:t>
                              </m:r>
                            </m:sub>
                          </m:sSub>
                        </m:den>
                      </m:f>
                      <m:nary>
                        <m:naryPr>
                          <m:chr m:val="∑"/>
                          <m:ctrlPr>
                            <a:rPr lang="pt-BR" b="0" i="1" smtClean="0">
                              <a:latin typeface="Cambria Math" panose="02040503050406030204" pitchFamily="18" charset="0"/>
                            </a:rPr>
                          </m:ctrlPr>
                        </m:naryPr>
                        <m:sub>
                          <m:r>
                            <m:rPr>
                              <m:brk m:alnAt="23"/>
                            </m:rPr>
                            <a:rPr lang="pt-BR" b="0" i="1" smtClean="0">
                              <a:latin typeface="Cambria Math" panose="02040503050406030204" pitchFamily="18" charset="0"/>
                            </a:rPr>
                            <m:t>𝑛</m:t>
                          </m:r>
                          <m:r>
                            <a:rPr lang="pt-BR" b="0" i="1" smtClean="0">
                              <a:latin typeface="Cambria Math" panose="02040503050406030204" pitchFamily="18" charset="0"/>
                            </a:rPr>
                            <m:t>=−</m:t>
                          </m:r>
                          <m:sSub>
                            <m:sSubPr>
                              <m:ctrlPr>
                                <a:rPr lang="pt-BR" b="0" i="1" smtClean="0">
                                  <a:latin typeface="Cambria Math" panose="02040503050406030204" pitchFamily="18" charset="0"/>
                                </a:rPr>
                              </m:ctrlPr>
                            </m:sSubPr>
                            <m:e>
                              <m:r>
                                <m:rPr>
                                  <m:brk m:alnAt="23"/>
                                </m:rPr>
                                <a:rPr lang="pt-BR" b="0" i="1" smtClean="0">
                                  <a:latin typeface="Cambria Math" panose="02040503050406030204" pitchFamily="18" charset="0"/>
                                </a:rPr>
                                <m:t>𝑁</m:t>
                              </m:r>
                            </m:e>
                            <m:sub>
                              <m:r>
                                <m:rPr>
                                  <m:brk m:alnAt="23"/>
                                </m:rPr>
                                <a:rPr lang="pt-BR" b="0" i="1" smtClean="0">
                                  <a:latin typeface="Cambria Math" panose="02040503050406030204" pitchFamily="18" charset="0"/>
                                </a:rPr>
                                <m:t>𝑝</m:t>
                              </m:r>
                            </m:sub>
                          </m:sSub>
                        </m:sub>
                        <m:sup>
                          <m:sSub>
                            <m:sSubPr>
                              <m:ctrlPr>
                                <a:rPr lang="pt-BR" i="1">
                                  <a:latin typeface="Cambria Math" panose="02040503050406030204" pitchFamily="18" charset="0"/>
                                </a:rPr>
                              </m:ctrlPr>
                            </m:sSubPr>
                            <m:e>
                              <m:r>
                                <m:rPr>
                                  <m:brk m:alnAt="23"/>
                                </m:rPr>
                                <a:rPr lang="pt-BR" i="1">
                                  <a:latin typeface="Cambria Math" panose="02040503050406030204" pitchFamily="18" charset="0"/>
                                </a:rPr>
                                <m:t>𝑁</m:t>
                              </m:r>
                            </m:e>
                            <m:sub>
                              <m:r>
                                <m:rPr>
                                  <m:brk m:alnAt="23"/>
                                </m:rPr>
                                <a:rPr lang="pt-BR" i="1">
                                  <a:latin typeface="Cambria Math" panose="02040503050406030204" pitchFamily="18" charset="0"/>
                                </a:rPr>
                                <m:t>𝑝</m:t>
                              </m:r>
                            </m:sub>
                          </m:sSub>
                        </m:sup>
                        <m:e>
                          <m:sSubSup>
                            <m:sSubSupPr>
                              <m:ctrlPr>
                                <a:rPr lang="pt-BR" b="0" i="1" smtClean="0">
                                  <a:latin typeface="Cambria Math" panose="02040503050406030204" pitchFamily="18" charset="0"/>
                                </a:rPr>
                              </m:ctrlPr>
                            </m:sSubSupPr>
                            <m:e>
                              <m:r>
                                <a:rPr lang="pt-BR" b="0" i="1" smtClean="0">
                                  <a:latin typeface="Cambria Math" panose="02040503050406030204" pitchFamily="18" charset="0"/>
                                </a:rPr>
                                <m:t>𝐽</m:t>
                              </m:r>
                            </m:e>
                            <m:sub>
                              <m:r>
                                <a:rPr lang="pt-BR" b="0" i="1" smtClean="0">
                                  <a:latin typeface="Cambria Math" panose="02040503050406030204" pitchFamily="18" charset="0"/>
                                </a:rPr>
                                <m:t>𝑛</m:t>
                              </m:r>
                            </m:sub>
                            <m:sup>
                              <m:r>
                                <a:rPr lang="pt-BR" b="0" i="1" smtClean="0">
                                  <a:latin typeface="Cambria Math" panose="02040503050406030204" pitchFamily="18" charset="0"/>
                                </a:rPr>
                                <m:t>(</m:t>
                              </m:r>
                              <m:r>
                                <a:rPr lang="pt-BR" b="0" i="1" smtClean="0">
                                  <a:latin typeface="Cambria Math" panose="02040503050406030204" pitchFamily="18" charset="0"/>
                                </a:rPr>
                                <m:t>𝑝</m:t>
                              </m:r>
                              <m:r>
                                <a:rPr lang="pt-BR" b="0" i="1" smtClean="0">
                                  <a:latin typeface="Cambria Math" panose="02040503050406030204" pitchFamily="18" charset="0"/>
                                </a:rPr>
                                <m:t>)</m:t>
                              </m:r>
                            </m:sup>
                          </m:sSubSup>
                          <m:sSup>
                            <m:sSupPr>
                              <m:ctrlPr>
                                <a:rPr lang="pt-BR" b="0" i="1" smtClean="0">
                                  <a:latin typeface="Cambria Math" panose="02040503050406030204" pitchFamily="18" charset="0"/>
                                </a:rPr>
                              </m:ctrlPr>
                            </m:sSupPr>
                            <m:e>
                              <m:r>
                                <a:rPr lang="pt-BR" b="0" i="1" smtClean="0">
                                  <a:latin typeface="Cambria Math" panose="02040503050406030204" pitchFamily="18" charset="0"/>
                                </a:rPr>
                                <m:t>𝑒</m:t>
                              </m:r>
                            </m:e>
                            <m:sup>
                              <m:r>
                                <a:rPr lang="pt-BR" b="0" i="1" smtClean="0">
                                  <a:latin typeface="Cambria Math" panose="02040503050406030204" pitchFamily="18" charset="0"/>
                                </a:rPr>
                                <m:t>𝑗𝑛</m:t>
                              </m:r>
                              <m:sSub>
                                <m:sSubPr>
                                  <m:ctrlPr>
                                    <a:rPr lang="pt-BR" b="0" i="1" smtClean="0">
                                      <a:latin typeface="Cambria Math" panose="02040503050406030204" pitchFamily="18" charset="0"/>
                                    </a:rPr>
                                  </m:ctrlPr>
                                </m:sSubPr>
                                <m:e>
                                  <m:r>
                                    <a:rPr lang="pt-BR" b="0" i="1" smtClean="0">
                                      <a:latin typeface="Cambria Math" panose="02040503050406030204" pitchFamily="18" charset="0"/>
                                    </a:rPr>
                                    <m:t>𝜃</m:t>
                                  </m:r>
                                </m:e>
                                <m:sub>
                                  <m:r>
                                    <a:rPr lang="pt-BR" b="0" i="1" smtClean="0">
                                      <a:latin typeface="Cambria Math" panose="02040503050406030204" pitchFamily="18" charset="0"/>
                                    </a:rPr>
                                    <m:t>𝑝</m:t>
                                  </m:r>
                                </m:sub>
                              </m:sSub>
                            </m:sup>
                          </m:sSup>
                        </m:e>
                      </m:nary>
                    </m:oMath>
                  </m:oMathPara>
                </a14:m>
                <a:endParaRPr lang="en-US"/>
              </a:p>
            </p:txBody>
          </p:sp>
        </mc:Choice>
        <mc:Fallback>
          <p:sp>
            <p:nvSpPr>
              <p:cNvPr id="72" name="CaixaDeTexto 71">
                <a:extLst>
                  <a:ext uri="{FF2B5EF4-FFF2-40B4-BE49-F238E27FC236}">
                    <a16:creationId xmlns:a16="http://schemas.microsoft.com/office/drawing/2014/main" id="{2B2252D7-BDB0-0800-4153-D51498FB71FE}"/>
                  </a:ext>
                </a:extLst>
              </p:cNvPr>
              <p:cNvSpPr txBox="1">
                <a:spLocks noRot="1" noChangeAspect="1" noMove="1" noResize="1" noEditPoints="1" noAdjustHandles="1" noChangeArrowheads="1" noChangeShapeType="1" noTextEdit="1"/>
              </p:cNvSpPr>
              <p:nvPr/>
            </p:nvSpPr>
            <p:spPr>
              <a:xfrm>
                <a:off x="6106273" y="2318211"/>
                <a:ext cx="5190639" cy="858761"/>
              </a:xfrm>
              <a:prstGeom prst="rect">
                <a:avLst/>
              </a:prstGeom>
              <a:blipFill>
                <a:blip r:embed="rId15"/>
                <a:stretch>
                  <a:fillRect/>
                </a:stretch>
              </a:blipFill>
            </p:spPr>
            <p:txBody>
              <a:bodyPr/>
              <a:lstStyle/>
              <a:p>
                <a:r>
                  <a:rPr lang="pt-BR">
                    <a:noFill/>
                  </a:rPr>
                  <a:t> </a:t>
                </a:r>
              </a:p>
            </p:txBody>
          </p:sp>
        </mc:Fallback>
      </mc:AlternateContent>
      <mc:AlternateContent xmlns:mc="http://schemas.openxmlformats.org/markup-compatibility/2006">
        <mc:Choice xmlns:a14="http://schemas.microsoft.com/office/drawing/2010/main" Requires="a14">
          <p:sp>
            <p:nvSpPr>
              <p:cNvPr id="73" name="CaixaDeTexto 72">
                <a:extLst>
                  <a:ext uri="{FF2B5EF4-FFF2-40B4-BE49-F238E27FC236}">
                    <a16:creationId xmlns:a16="http://schemas.microsoft.com/office/drawing/2014/main" id="{65843819-16A7-23E6-11AF-74F186A3000C}"/>
                  </a:ext>
                </a:extLst>
              </p:cNvPr>
              <p:cNvSpPr txBox="1"/>
              <p:nvPr/>
            </p:nvSpPr>
            <p:spPr>
              <a:xfrm>
                <a:off x="6104769" y="3443120"/>
                <a:ext cx="5221288" cy="913070"/>
              </a:xfrm>
              <a:prstGeom prst="rect">
                <a:avLst/>
              </a:prstGeom>
              <a:noFill/>
            </p:spPr>
            <p:txBody>
              <a:bodyPr wrap="square">
                <a:spAutoFit/>
              </a:bodyPr>
              <a:lstStyle>
                <a:defPPr>
                  <a:defRPr lang="pt-BR"/>
                </a:defPPr>
                <a:lvl1pPr>
                  <a:defRPr sz="1600"/>
                </a:lvl1pPr>
              </a:lstStyle>
              <a:p>
                <a:r>
                  <a:rPr lang="en-US"/>
                  <a:t>The scaling factor </a:t>
                </a:r>
                <a14:m>
                  <m:oMath xmlns:m="http://schemas.openxmlformats.org/officeDocument/2006/math">
                    <m:r>
                      <a:rPr lang="en-US" i="1" smtClean="0">
                        <a:latin typeface="Cambria Math" panose="02040503050406030204" pitchFamily="18" charset="0"/>
                      </a:rPr>
                      <m:t>1/(2</m:t>
                    </m:r>
                    <m:r>
                      <a:rPr lang="en-US" i="1" smtClean="0">
                        <a:latin typeface="Cambria Math" panose="02040503050406030204" pitchFamily="18" charset="0"/>
                      </a:rPr>
                      <m:t>𝜋</m:t>
                    </m:r>
                    <m:sSub>
                      <m:sSubPr>
                        <m:ctrlPr>
                          <a:rPr lang="pt-BR" b="0" i="1" smtClean="0">
                            <a:latin typeface="Cambria Math" panose="02040503050406030204" pitchFamily="18" charset="0"/>
                          </a:rPr>
                        </m:ctrlPr>
                      </m:sSubPr>
                      <m:e>
                        <m:r>
                          <a:rPr lang="en-US" i="1" smtClean="0">
                            <a:latin typeface="Cambria Math" panose="02040503050406030204" pitchFamily="18" charset="0"/>
                          </a:rPr>
                          <m:t>𝑎</m:t>
                        </m:r>
                      </m:e>
                      <m:sub>
                        <m:r>
                          <a:rPr lang="en-US" i="1" smtClean="0">
                            <a:latin typeface="Cambria Math" panose="02040503050406030204" pitchFamily="18" charset="0"/>
                          </a:rPr>
                          <m:t>𝑝</m:t>
                        </m:r>
                      </m:sub>
                    </m:sSub>
                    <m:r>
                      <a:rPr lang="en-US" i="1" smtClean="0">
                        <a:latin typeface="Cambria Math" panose="02040503050406030204" pitchFamily="18" charset="0"/>
                      </a:rPr>
                      <m:t>)</m:t>
                    </m:r>
                  </m:oMath>
                </a14:m>
                <a:r>
                  <a:rPr lang="en-US"/>
                  <a:t> has been introduced to make the coefficient </a:t>
                </a:r>
                <a14:m>
                  <m:oMath xmlns:m="http://schemas.openxmlformats.org/officeDocument/2006/math">
                    <m:sSubSup>
                      <m:sSubSupPr>
                        <m:ctrlPr>
                          <a:rPr lang="pt-BR" b="0" i="1" smtClean="0">
                            <a:latin typeface="Cambria Math" panose="02040503050406030204" pitchFamily="18" charset="0"/>
                          </a:rPr>
                        </m:ctrlPr>
                      </m:sSubSupPr>
                      <m:e>
                        <m:r>
                          <a:rPr lang="en-US" i="1" smtClean="0">
                            <a:latin typeface="Cambria Math" panose="02040503050406030204" pitchFamily="18" charset="0"/>
                          </a:rPr>
                          <m:t>𝐽</m:t>
                        </m:r>
                      </m:e>
                      <m:sub>
                        <m:r>
                          <a:rPr lang="en-US" i="1" smtClean="0">
                            <a:latin typeface="Cambria Math" panose="02040503050406030204" pitchFamily="18" charset="0"/>
                          </a:rPr>
                          <m:t>0</m:t>
                        </m:r>
                      </m:sub>
                      <m:sup>
                        <m:r>
                          <a:rPr lang="pt-BR" b="0" i="1" smtClean="0">
                            <a:latin typeface="Cambria Math" panose="02040503050406030204" pitchFamily="18" charset="0"/>
                          </a:rPr>
                          <m:t>(</m:t>
                        </m:r>
                        <m:r>
                          <a:rPr lang="en-US" i="1" smtClean="0">
                            <a:latin typeface="Cambria Math" panose="02040503050406030204" pitchFamily="18" charset="0"/>
                          </a:rPr>
                          <m:t>𝑝</m:t>
                        </m:r>
                        <m:r>
                          <a:rPr lang="pt-BR" b="0" i="1" smtClean="0">
                            <a:latin typeface="Cambria Math" panose="02040503050406030204" pitchFamily="18" charset="0"/>
                          </a:rPr>
                          <m:t>)</m:t>
                        </m:r>
                      </m:sup>
                    </m:sSubSup>
                  </m:oMath>
                </a14:m>
                <a:r>
                  <a:rPr lang="en-US"/>
                  <a:t> equal to the current flowing in the </a:t>
                </a:r>
                <a14:m>
                  <m:oMath xmlns:m="http://schemas.openxmlformats.org/officeDocument/2006/math">
                    <m:r>
                      <a:rPr lang="en-US" i="1" smtClean="0">
                        <a:latin typeface="Cambria Math" panose="02040503050406030204" pitchFamily="18" charset="0"/>
                      </a:rPr>
                      <m:t>𝑝</m:t>
                    </m:r>
                  </m:oMath>
                </a14:m>
                <a:r>
                  <a:rPr lang="en-US"/>
                  <a:t>-th conductor [6].</a:t>
                </a:r>
                <a:endParaRPr lang="pt-BR"/>
              </a:p>
            </p:txBody>
          </p:sp>
        </mc:Choice>
        <mc:Fallback>
          <p:sp>
            <p:nvSpPr>
              <p:cNvPr id="73" name="CaixaDeTexto 72">
                <a:extLst>
                  <a:ext uri="{FF2B5EF4-FFF2-40B4-BE49-F238E27FC236}">
                    <a16:creationId xmlns:a16="http://schemas.microsoft.com/office/drawing/2014/main" id="{65843819-16A7-23E6-11AF-74F186A3000C}"/>
                  </a:ext>
                </a:extLst>
              </p:cNvPr>
              <p:cNvSpPr txBox="1">
                <a:spLocks noRot="1" noChangeAspect="1" noMove="1" noResize="1" noEditPoints="1" noAdjustHandles="1" noChangeArrowheads="1" noChangeShapeType="1" noTextEdit="1"/>
              </p:cNvSpPr>
              <p:nvPr/>
            </p:nvSpPr>
            <p:spPr>
              <a:xfrm>
                <a:off x="6104769" y="3443120"/>
                <a:ext cx="5221288" cy="913070"/>
              </a:xfrm>
              <a:prstGeom prst="rect">
                <a:avLst/>
              </a:prstGeom>
              <a:blipFill>
                <a:blip r:embed="rId16"/>
                <a:stretch>
                  <a:fillRect l="-583" t="-1333" r="-700" b="-7333"/>
                </a:stretch>
              </a:blipFill>
            </p:spPr>
            <p:txBody>
              <a:bodyPr/>
              <a:lstStyle/>
              <a:p>
                <a:r>
                  <a:rPr lang="pt-BR">
                    <a:noFill/>
                  </a:rPr>
                  <a:t> </a:t>
                </a:r>
              </a:p>
            </p:txBody>
          </p:sp>
        </mc:Fallback>
      </mc:AlternateContent>
      <p:sp>
        <p:nvSpPr>
          <p:cNvPr id="2" name="CaixaDeTexto 1">
            <a:extLst>
              <a:ext uri="{FF2B5EF4-FFF2-40B4-BE49-F238E27FC236}">
                <a16:creationId xmlns:a16="http://schemas.microsoft.com/office/drawing/2014/main" id="{51BAFE5B-9882-7D88-CF15-32FF36FA252C}"/>
              </a:ext>
            </a:extLst>
          </p:cNvPr>
          <p:cNvSpPr txBox="1"/>
          <p:nvPr/>
        </p:nvSpPr>
        <p:spPr>
          <a:xfrm>
            <a:off x="6119287" y="4498954"/>
            <a:ext cx="5221288" cy="584775"/>
          </a:xfrm>
          <a:prstGeom prst="rect">
            <a:avLst/>
          </a:prstGeom>
          <a:noFill/>
        </p:spPr>
        <p:txBody>
          <a:bodyPr wrap="square">
            <a:spAutoFit/>
          </a:bodyPr>
          <a:lstStyle>
            <a:defPPr>
              <a:defRPr lang="pt-BR"/>
            </a:defPPr>
            <a:lvl1pPr>
              <a:defRPr sz="1600"/>
            </a:lvl1pPr>
          </a:lstStyle>
          <a:p>
            <a:r>
              <a:rPr lang="en-US"/>
              <a:t>In a similar manner, we collect all the Fourier coefficients of the equivalent currents into a global vector</a:t>
            </a:r>
            <a:endParaRPr lang="pt-BR"/>
          </a:p>
        </p:txBody>
      </p:sp>
      <mc:AlternateContent xmlns:mc="http://schemas.openxmlformats.org/markup-compatibility/2006">
        <mc:Choice xmlns:a14="http://schemas.microsoft.com/office/drawing/2010/main" Requires="a14">
          <p:sp>
            <p:nvSpPr>
              <p:cNvPr id="3" name="CaixaDeTexto 2">
                <a:extLst>
                  <a:ext uri="{FF2B5EF4-FFF2-40B4-BE49-F238E27FC236}">
                    <a16:creationId xmlns:a16="http://schemas.microsoft.com/office/drawing/2014/main" id="{7B305DCE-2540-6FFB-DD07-5D1F64AD9DD5}"/>
                  </a:ext>
                </a:extLst>
              </p:cNvPr>
              <p:cNvSpPr txBox="1"/>
              <p:nvPr/>
            </p:nvSpPr>
            <p:spPr>
              <a:xfrm>
                <a:off x="6161945" y="5204242"/>
                <a:ext cx="5190639" cy="437043"/>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centerGroup"/>
                    </m:oMathParaPr>
                    <m:oMath xmlns:m="http://schemas.openxmlformats.org/officeDocument/2006/math">
                      <m:r>
                        <a:rPr lang="pt-BR" b="1" i="1" smtClean="0">
                          <a:latin typeface="Cambria Math" panose="02040503050406030204" pitchFamily="18" charset="0"/>
                        </a:rPr>
                        <m:t>𝑱</m:t>
                      </m:r>
                      <m:r>
                        <a:rPr lang="pt-BR" i="1">
                          <a:latin typeface="Cambria Math" panose="02040503050406030204" pitchFamily="18" charset="0"/>
                        </a:rPr>
                        <m:t>=</m:t>
                      </m:r>
                      <m:sSup>
                        <m:sSupPr>
                          <m:ctrlPr>
                            <a:rPr lang="pt-BR" i="1">
                              <a:latin typeface="Cambria Math" panose="02040503050406030204" pitchFamily="18" charset="0"/>
                            </a:rPr>
                          </m:ctrlPr>
                        </m:sSupPr>
                        <m:e>
                          <m:d>
                            <m:dPr>
                              <m:begChr m:val="["/>
                              <m:endChr m:val="]"/>
                              <m:ctrlPr>
                                <a:rPr lang="pt-BR" i="1">
                                  <a:latin typeface="Cambria Math" panose="02040503050406030204" pitchFamily="18" charset="0"/>
                                </a:rPr>
                              </m:ctrlPr>
                            </m:dPr>
                            <m:e>
                              <m:sSubSup>
                                <m:sSubSupPr>
                                  <m:ctrlPr>
                                    <a:rPr lang="pt-BR" i="1">
                                      <a:latin typeface="Cambria Math" panose="02040503050406030204" pitchFamily="18" charset="0"/>
                                    </a:rPr>
                                  </m:ctrlPr>
                                </m:sSubSupPr>
                                <m:e>
                                  <m:r>
                                    <a:rPr lang="pt-BR" b="1" i="1">
                                      <a:latin typeface="Cambria Math" panose="02040503050406030204" pitchFamily="18" charset="0"/>
                                    </a:rPr>
                                    <m:t>𝑱</m:t>
                                  </m:r>
                                </m:e>
                                <m:sub>
                                  <m:r>
                                    <a:rPr lang="pt-BR" i="1">
                                      <a:latin typeface="Cambria Math" panose="02040503050406030204" pitchFamily="18" charset="0"/>
                                    </a:rPr>
                                    <m:t> </m:t>
                                  </m:r>
                                </m:sub>
                                <m:sup>
                                  <m:d>
                                    <m:dPr>
                                      <m:ctrlPr>
                                        <a:rPr lang="pt-BR" i="1">
                                          <a:latin typeface="Cambria Math" panose="02040503050406030204" pitchFamily="18" charset="0"/>
                                        </a:rPr>
                                      </m:ctrlPr>
                                    </m:dPr>
                                    <m:e>
                                      <m:r>
                                        <a:rPr lang="pt-BR" i="1">
                                          <a:latin typeface="Cambria Math" panose="02040503050406030204" pitchFamily="18" charset="0"/>
                                        </a:rPr>
                                        <m:t>1</m:t>
                                      </m:r>
                                    </m:e>
                                  </m:d>
                                </m:sup>
                              </m:sSubSup>
                              <m:r>
                                <a:rPr lang="en-US" b="0" i="1" smtClean="0">
                                  <a:latin typeface="Cambria Math" panose="02040503050406030204" pitchFamily="18" charset="0"/>
                                </a:rPr>
                                <m:t>  </m:t>
                              </m:r>
                              <m:sSubSup>
                                <m:sSubSupPr>
                                  <m:ctrlPr>
                                    <a:rPr lang="pt-BR" i="1">
                                      <a:latin typeface="Cambria Math" panose="02040503050406030204" pitchFamily="18" charset="0"/>
                                    </a:rPr>
                                  </m:ctrlPr>
                                </m:sSubSupPr>
                                <m:e>
                                  <m:r>
                                    <a:rPr lang="pt-BR" b="1" i="1">
                                      <a:latin typeface="Cambria Math" panose="02040503050406030204" pitchFamily="18" charset="0"/>
                                    </a:rPr>
                                    <m:t>𝑱</m:t>
                                  </m:r>
                                </m:e>
                                <m:sub>
                                  <m:r>
                                    <a:rPr lang="pt-BR" i="1">
                                      <a:latin typeface="Cambria Math" panose="02040503050406030204" pitchFamily="18" charset="0"/>
                                    </a:rPr>
                                    <m:t> </m:t>
                                  </m:r>
                                </m:sub>
                                <m:sup>
                                  <m:r>
                                    <a:rPr lang="pt-BR" i="1">
                                      <a:latin typeface="Cambria Math" panose="02040503050406030204" pitchFamily="18" charset="0"/>
                                    </a:rPr>
                                    <m:t>(</m:t>
                                  </m:r>
                                  <m:r>
                                    <a:rPr lang="en-US" b="0" i="1" smtClean="0">
                                      <a:latin typeface="Cambria Math" panose="02040503050406030204" pitchFamily="18" charset="0"/>
                                    </a:rPr>
                                    <m:t>2</m:t>
                                  </m:r>
                                  <m:r>
                                    <a:rPr lang="pt-BR" i="1">
                                      <a:latin typeface="Cambria Math" panose="02040503050406030204" pitchFamily="18" charset="0"/>
                                    </a:rPr>
                                    <m:t>)</m:t>
                                  </m:r>
                                </m:sup>
                              </m:sSubSup>
                              <m:r>
                                <a:rPr lang="en-US" b="0" i="1" smtClean="0">
                                  <a:latin typeface="Cambria Math" panose="02040503050406030204" pitchFamily="18" charset="0"/>
                                </a:rPr>
                                <m:t> </m:t>
                              </m:r>
                              <m:r>
                                <a:rPr lang="pt-BR" i="1">
                                  <a:latin typeface="Cambria Math" panose="02040503050406030204" pitchFamily="18" charset="0"/>
                                </a:rPr>
                                <m:t>⋯</m:t>
                              </m:r>
                              <m:sSubSup>
                                <m:sSubSupPr>
                                  <m:ctrlPr>
                                    <a:rPr lang="pt-BR" i="1">
                                      <a:latin typeface="Cambria Math" panose="02040503050406030204" pitchFamily="18" charset="0"/>
                                    </a:rPr>
                                  </m:ctrlPr>
                                </m:sSubSupPr>
                                <m:e>
                                  <m:r>
                                    <a:rPr lang="pt-BR" b="1" i="1">
                                      <a:latin typeface="Cambria Math" panose="02040503050406030204" pitchFamily="18" charset="0"/>
                                    </a:rPr>
                                    <m:t>𝑱</m:t>
                                  </m:r>
                                </m:e>
                                <m:sub>
                                  <m:r>
                                    <a:rPr lang="pt-BR" i="1">
                                      <a:latin typeface="Cambria Math" panose="02040503050406030204" pitchFamily="18" charset="0"/>
                                    </a:rPr>
                                    <m:t> </m:t>
                                  </m:r>
                                </m:sub>
                                <m:sup>
                                  <m:r>
                                    <a:rPr lang="pt-BR" i="1">
                                      <a:latin typeface="Cambria Math" panose="02040503050406030204" pitchFamily="18" charset="0"/>
                                    </a:rPr>
                                    <m:t>(</m:t>
                                  </m:r>
                                  <m:sSub>
                                    <m:sSubPr>
                                      <m:ctrlPr>
                                        <a:rPr lang="pt-BR" b="0" i="1" smtClean="0">
                                          <a:latin typeface="Cambria Math" panose="02040503050406030204" pitchFamily="18" charset="0"/>
                                        </a:rPr>
                                      </m:ctrlPr>
                                    </m:sSubPr>
                                    <m:e>
                                      <m:r>
                                        <a:rPr lang="pt-BR" b="0" i="1" smtClean="0">
                                          <a:latin typeface="Cambria Math" panose="02040503050406030204" pitchFamily="18" charset="0"/>
                                        </a:rPr>
                                        <m:t>𝑚</m:t>
                                      </m:r>
                                    </m:e>
                                    <m:sub>
                                      <m:r>
                                        <a:rPr lang="pt-BR" b="0" i="1" smtClean="0">
                                          <a:latin typeface="Cambria Math" panose="02040503050406030204" pitchFamily="18" charset="0"/>
                                        </a:rPr>
                                        <m:t>𝑠</m:t>
                                      </m:r>
                                    </m:sub>
                                  </m:sSub>
                                  <m:r>
                                    <a:rPr lang="pt-BR" i="1">
                                      <a:latin typeface="Cambria Math" panose="02040503050406030204" pitchFamily="18" charset="0"/>
                                    </a:rPr>
                                    <m:t>)</m:t>
                                  </m:r>
                                </m:sup>
                              </m:sSubSup>
                            </m:e>
                          </m:d>
                        </m:e>
                        <m:sup>
                          <m:r>
                            <a:rPr lang="pt-BR" i="1">
                              <a:latin typeface="Cambria Math" panose="02040503050406030204" pitchFamily="18" charset="0"/>
                            </a:rPr>
                            <m:t>𝑇</m:t>
                          </m:r>
                        </m:sup>
                      </m:sSup>
                    </m:oMath>
                  </m:oMathPara>
                </a14:m>
                <a:endParaRPr lang="en-US" i="1"/>
              </a:p>
            </p:txBody>
          </p:sp>
        </mc:Choice>
        <mc:Fallback>
          <p:sp>
            <p:nvSpPr>
              <p:cNvPr id="3" name="CaixaDeTexto 2">
                <a:extLst>
                  <a:ext uri="{FF2B5EF4-FFF2-40B4-BE49-F238E27FC236}">
                    <a16:creationId xmlns:a16="http://schemas.microsoft.com/office/drawing/2014/main" id="{7B305DCE-2540-6FFB-DD07-5D1F64AD9DD5}"/>
                  </a:ext>
                </a:extLst>
              </p:cNvPr>
              <p:cNvSpPr txBox="1">
                <a:spLocks noRot="1" noChangeAspect="1" noMove="1" noResize="1" noEditPoints="1" noAdjustHandles="1" noChangeArrowheads="1" noChangeShapeType="1" noTextEdit="1"/>
              </p:cNvSpPr>
              <p:nvPr/>
            </p:nvSpPr>
            <p:spPr>
              <a:xfrm>
                <a:off x="6161945" y="5204242"/>
                <a:ext cx="5190639" cy="437043"/>
              </a:xfrm>
              <a:prstGeom prst="rect">
                <a:avLst/>
              </a:prstGeom>
              <a:blipFill>
                <a:blip r:embed="rId17"/>
                <a:stretch>
                  <a:fillRect/>
                </a:stretch>
              </a:blipFill>
            </p:spPr>
            <p:txBody>
              <a:bodyPr/>
              <a:lstStyle/>
              <a:p>
                <a:r>
                  <a:rPr lang="pt-BR">
                    <a:noFill/>
                  </a:rPr>
                  <a:t> </a:t>
                </a:r>
              </a:p>
            </p:txBody>
          </p:sp>
        </mc:Fallback>
      </mc:AlternateContent>
    </p:spTree>
    <p:extLst>
      <p:ext uri="{BB962C8B-B14F-4D97-AF65-F5344CB8AC3E}">
        <p14:creationId xmlns:p14="http://schemas.microsoft.com/office/powerpoint/2010/main" val="5183841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310BE2A7-F3D2-24C6-A415-EA4964A8FD02}"/>
              </a:ext>
            </a:extLst>
          </p:cNvPr>
          <p:cNvSpPr/>
          <p:nvPr/>
        </p:nvSpPr>
        <p:spPr>
          <a:xfrm>
            <a:off x="0" y="0"/>
            <a:ext cx="12192000" cy="404664"/>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6" name="Gráfico 5">
            <a:extLst>
              <a:ext uri="{FF2B5EF4-FFF2-40B4-BE49-F238E27FC236}">
                <a16:creationId xmlns:a16="http://schemas.microsoft.com/office/drawing/2014/main" id="{9DA9C8AB-72FF-D7D8-7E4D-1C5ECDBF0C8D}"/>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10345" t="32228" r="13793" b="43634"/>
          <a:stretch/>
        </p:blipFill>
        <p:spPr>
          <a:xfrm>
            <a:off x="11280576" y="6489338"/>
            <a:ext cx="792088" cy="252029"/>
          </a:xfrm>
          <a:prstGeom prst="rect">
            <a:avLst/>
          </a:prstGeom>
        </p:spPr>
      </p:pic>
      <p:sp>
        <p:nvSpPr>
          <p:cNvPr id="8" name="Espaço Reservado para Rodapé 57">
            <a:extLst>
              <a:ext uri="{FF2B5EF4-FFF2-40B4-BE49-F238E27FC236}">
                <a16:creationId xmlns:a16="http://schemas.microsoft.com/office/drawing/2014/main" id="{9BEF1642-B655-7CAD-CD9D-3570B3E8A5FE}"/>
              </a:ext>
            </a:extLst>
          </p:cNvPr>
          <p:cNvSpPr>
            <a:spLocks noGrp="1"/>
          </p:cNvSpPr>
          <p:nvPr>
            <p:ph type="ftr" sz="quarter" idx="11"/>
          </p:nvPr>
        </p:nvSpPr>
        <p:spPr>
          <a:xfrm>
            <a:off x="5357918" y="6489339"/>
            <a:ext cx="1476164" cy="252029"/>
          </a:xfrm>
        </p:spPr>
        <p:txBody>
          <a:bodyPr/>
          <a:lstStyle/>
          <a:p>
            <a:r>
              <a:rPr lang="pt-BR"/>
              <a:t>© Adilton Pereira</a:t>
            </a:r>
          </a:p>
        </p:txBody>
      </p:sp>
      <p:sp>
        <p:nvSpPr>
          <p:cNvPr id="9" name="Espaço Reservado para Número de Slide 58">
            <a:extLst>
              <a:ext uri="{FF2B5EF4-FFF2-40B4-BE49-F238E27FC236}">
                <a16:creationId xmlns:a16="http://schemas.microsoft.com/office/drawing/2014/main" id="{6712AAAE-5D61-5AD9-F1A7-A27ACC47ED61}"/>
              </a:ext>
            </a:extLst>
          </p:cNvPr>
          <p:cNvSpPr>
            <a:spLocks noGrp="1"/>
          </p:cNvSpPr>
          <p:nvPr>
            <p:ph type="sldNum" sz="quarter" idx="12"/>
          </p:nvPr>
        </p:nvSpPr>
        <p:spPr>
          <a:xfrm>
            <a:off x="136798" y="6480904"/>
            <a:ext cx="450590" cy="252029"/>
          </a:xfrm>
        </p:spPr>
        <p:txBody>
          <a:bodyPr/>
          <a:lstStyle/>
          <a:p>
            <a:fld id="{6023531A-24AE-4EE7-A19A-D3968154BEE1}" type="slidenum">
              <a:rPr lang="pt-BR" smtClean="0"/>
              <a:t>11</a:t>
            </a:fld>
            <a:endParaRPr lang="pt-BR"/>
          </a:p>
        </p:txBody>
      </p:sp>
      <p:sp>
        <p:nvSpPr>
          <p:cNvPr id="92" name="CaixaDeTexto 91">
            <a:extLst>
              <a:ext uri="{FF2B5EF4-FFF2-40B4-BE49-F238E27FC236}">
                <a16:creationId xmlns:a16="http://schemas.microsoft.com/office/drawing/2014/main" id="{389AD4BA-DE4A-1658-2487-F94C2EEF6666}"/>
              </a:ext>
            </a:extLst>
          </p:cNvPr>
          <p:cNvSpPr txBox="1"/>
          <p:nvPr/>
        </p:nvSpPr>
        <p:spPr>
          <a:xfrm>
            <a:off x="479425" y="544453"/>
            <a:ext cx="5616576" cy="400110"/>
          </a:xfrm>
          <a:prstGeom prst="rect">
            <a:avLst/>
          </a:prstGeom>
          <a:noFill/>
        </p:spPr>
        <p:txBody>
          <a:bodyPr wrap="square" rtlCol="0">
            <a:spAutoFit/>
          </a:bodyPr>
          <a:lstStyle/>
          <a:p>
            <a:r>
              <a:rPr lang="pt-BR" sz="2000">
                <a:ln w="0"/>
                <a:effectLst>
                  <a:outerShdw blurRad="38100" dist="19050" dir="2700000" algn="tl" rotWithShape="0">
                    <a:schemeClr val="dk1">
                      <a:alpha val="40000"/>
                    </a:schemeClr>
                  </a:outerShdw>
                </a:effectLst>
              </a:rPr>
              <a:t>Surface Admittance Operator of the MTL</a:t>
            </a:r>
          </a:p>
        </p:txBody>
      </p:sp>
      <p:grpSp>
        <p:nvGrpSpPr>
          <p:cNvPr id="29" name="Agrupar 28">
            <a:extLst>
              <a:ext uri="{FF2B5EF4-FFF2-40B4-BE49-F238E27FC236}">
                <a16:creationId xmlns:a16="http://schemas.microsoft.com/office/drawing/2014/main" id="{13074E31-F171-A258-2619-50EFDB2F72CE}"/>
              </a:ext>
            </a:extLst>
          </p:cNvPr>
          <p:cNvGrpSpPr/>
          <p:nvPr/>
        </p:nvGrpSpPr>
        <p:grpSpPr>
          <a:xfrm>
            <a:off x="479425" y="165219"/>
            <a:ext cx="10729143" cy="309340"/>
            <a:chOff x="479425" y="94899"/>
            <a:chExt cx="10729143" cy="309340"/>
          </a:xfrm>
        </p:grpSpPr>
        <p:sp>
          <p:nvSpPr>
            <p:cNvPr id="30" name="CaixaDeTexto 29">
              <a:extLst>
                <a:ext uri="{FF2B5EF4-FFF2-40B4-BE49-F238E27FC236}">
                  <a16:creationId xmlns:a16="http://schemas.microsoft.com/office/drawing/2014/main" id="{14DFDECB-0BDD-2589-CB78-B703AC78C54D}"/>
                </a:ext>
              </a:extLst>
            </p:cNvPr>
            <p:cNvSpPr txBox="1"/>
            <p:nvPr/>
          </p:nvSpPr>
          <p:spPr>
            <a:xfrm>
              <a:off x="479425" y="94899"/>
              <a:ext cx="1872160" cy="307777"/>
            </a:xfrm>
            <a:prstGeom prst="rect">
              <a:avLst/>
            </a:prstGeom>
            <a:noFill/>
          </p:spPr>
          <p:txBody>
            <a:bodyPr wrap="square">
              <a:spAutoFit/>
            </a:bodyPr>
            <a:lstStyle>
              <a:defPPr>
                <a:defRPr lang="pt-BR"/>
              </a:defPPr>
              <a:lvl1pPr>
                <a:defRPr sz="1400">
                  <a:solidFill>
                    <a:schemeClr val="tx2">
                      <a:lumMod val="25000"/>
                      <a:lumOff val="75000"/>
                    </a:schemeClr>
                  </a:solidFill>
                  <a:latin typeface="Arial Black" panose="020B0A04020102020204" pitchFamily="34" charset="0"/>
                </a:defRPr>
              </a:lvl1pPr>
            </a:lstStyle>
            <a:p>
              <a:r>
                <a:rPr lang="pt-BR"/>
                <a:t>Introduction</a:t>
              </a:r>
            </a:p>
          </p:txBody>
        </p:sp>
        <p:sp>
          <p:nvSpPr>
            <p:cNvPr id="31" name="CaixaDeTexto 30">
              <a:extLst>
                <a:ext uri="{FF2B5EF4-FFF2-40B4-BE49-F238E27FC236}">
                  <a16:creationId xmlns:a16="http://schemas.microsoft.com/office/drawing/2014/main" id="{9A010F09-EB6C-E016-AB68-489800DAB286}"/>
                </a:ext>
              </a:extLst>
            </p:cNvPr>
            <p:cNvSpPr txBox="1"/>
            <p:nvPr/>
          </p:nvSpPr>
          <p:spPr>
            <a:xfrm>
              <a:off x="2675620" y="96462"/>
              <a:ext cx="2196244" cy="307777"/>
            </a:xfrm>
            <a:prstGeom prst="rect">
              <a:avLst/>
            </a:prstGeom>
            <a:noFill/>
          </p:spPr>
          <p:txBody>
            <a:bodyPr wrap="square">
              <a:spAutoFit/>
            </a:bodyPr>
            <a:lstStyle>
              <a:defPPr>
                <a:defRPr lang="pt-BR"/>
              </a:defPPr>
              <a:lvl1pPr>
                <a:defRPr sz="1400">
                  <a:solidFill>
                    <a:srgbClr val="0070C0"/>
                  </a:solidFill>
                  <a:latin typeface="Arial Black" panose="020B0A04020102020204" pitchFamily="34" charset="0"/>
                </a:defRPr>
              </a:lvl1pPr>
            </a:lstStyle>
            <a:p>
              <a:r>
                <a:rPr lang="en-US"/>
                <a:t>Lossless Medium</a:t>
              </a:r>
              <a:endParaRPr lang="pt-BR"/>
            </a:p>
          </p:txBody>
        </p:sp>
        <p:sp>
          <p:nvSpPr>
            <p:cNvPr id="32" name="CaixaDeTexto 31">
              <a:extLst>
                <a:ext uri="{FF2B5EF4-FFF2-40B4-BE49-F238E27FC236}">
                  <a16:creationId xmlns:a16="http://schemas.microsoft.com/office/drawing/2014/main" id="{4DB6C471-4B75-88CB-D110-8FD209D315E5}"/>
                </a:ext>
              </a:extLst>
            </p:cNvPr>
            <p:cNvSpPr txBox="1"/>
            <p:nvPr/>
          </p:nvSpPr>
          <p:spPr>
            <a:xfrm>
              <a:off x="6083101" y="94899"/>
              <a:ext cx="1957115" cy="307777"/>
            </a:xfrm>
            <a:prstGeom prst="rect">
              <a:avLst/>
            </a:prstGeom>
            <a:noFill/>
          </p:spPr>
          <p:txBody>
            <a:bodyPr wrap="square">
              <a:spAutoFit/>
            </a:bodyPr>
            <a:lstStyle/>
            <a:p>
              <a:r>
                <a:rPr lang="pt-BR" sz="1400">
                  <a:solidFill>
                    <a:schemeClr val="tx2">
                      <a:lumMod val="25000"/>
                      <a:lumOff val="75000"/>
                    </a:schemeClr>
                  </a:solidFill>
                  <a:latin typeface="Arial Black" panose="020B0A04020102020204" pitchFamily="34" charset="0"/>
                </a:rPr>
                <a:t>p.u.l. Impedance</a:t>
              </a:r>
            </a:p>
          </p:txBody>
        </p:sp>
        <p:sp>
          <p:nvSpPr>
            <p:cNvPr id="33" name="CaixaDeTexto 32">
              <a:extLst>
                <a:ext uri="{FF2B5EF4-FFF2-40B4-BE49-F238E27FC236}">
                  <a16:creationId xmlns:a16="http://schemas.microsoft.com/office/drawing/2014/main" id="{FB44FC3A-8280-2734-466C-68A24D21A91E}"/>
                </a:ext>
              </a:extLst>
            </p:cNvPr>
            <p:cNvSpPr txBox="1"/>
            <p:nvPr/>
          </p:nvSpPr>
          <p:spPr>
            <a:xfrm>
              <a:off x="9336408" y="96462"/>
              <a:ext cx="1872160" cy="307777"/>
            </a:xfrm>
            <a:prstGeom prst="rect">
              <a:avLst/>
            </a:prstGeom>
            <a:noFill/>
          </p:spPr>
          <p:txBody>
            <a:bodyPr wrap="square">
              <a:spAutoFit/>
            </a:bodyPr>
            <a:lstStyle/>
            <a:p>
              <a:r>
                <a:rPr lang="pt-BR" sz="1400">
                  <a:solidFill>
                    <a:schemeClr val="tx2">
                      <a:lumMod val="25000"/>
                      <a:lumOff val="75000"/>
                    </a:schemeClr>
                  </a:solidFill>
                  <a:latin typeface="Arial Black" panose="020B0A04020102020204" pitchFamily="34" charset="0"/>
                </a:rPr>
                <a:t>Case Studies</a:t>
              </a:r>
            </a:p>
          </p:txBody>
        </p:sp>
      </p:grpSp>
      <p:sp>
        <p:nvSpPr>
          <p:cNvPr id="14" name="Elipse 13">
            <a:extLst>
              <a:ext uri="{FF2B5EF4-FFF2-40B4-BE49-F238E27FC236}">
                <a16:creationId xmlns:a16="http://schemas.microsoft.com/office/drawing/2014/main" id="{94D5144B-E0E6-8D48-55E3-0B5A16C49B15}"/>
              </a:ext>
            </a:extLst>
          </p:cNvPr>
          <p:cNvSpPr/>
          <p:nvPr/>
        </p:nvSpPr>
        <p:spPr>
          <a:xfrm>
            <a:off x="994570" y="2555736"/>
            <a:ext cx="1737360" cy="1737360"/>
          </a:xfrm>
          <a:prstGeom prst="ellipse">
            <a:avLst/>
          </a:prstGeom>
          <a:noFill/>
          <a:ln w="19050">
            <a:solidFill>
              <a:schemeClr val="accent3">
                <a:lumMod val="60000"/>
                <a:lumOff val="40000"/>
              </a:schemeClr>
            </a:solidFill>
            <a:prstDash val="sysDot"/>
          </a:ln>
        </p:spPr>
        <p:style>
          <a:lnRef idx="0">
            <a:scrgbClr r="0" g="0" b="0"/>
          </a:lnRef>
          <a:fillRef idx="0">
            <a:scrgbClr r="0" g="0" b="0"/>
          </a:fillRef>
          <a:effectRef idx="0">
            <a:scrgbClr r="0" g="0" b="0"/>
          </a:effectRef>
          <a:fontRef idx="minor">
            <a:schemeClr val="lt1"/>
          </a:fontRef>
        </p:style>
        <p:txBody>
          <a:bodyPr rtlCol="0" anchor="ctr"/>
          <a:lstStyle/>
          <a:p>
            <a:pPr algn="ctr"/>
            <a:endParaRPr lang="pt-BR"/>
          </a:p>
        </p:txBody>
      </p:sp>
      <mc:AlternateContent xmlns:mc="http://schemas.openxmlformats.org/markup-compatibility/2006">
        <mc:Choice xmlns:a14="http://schemas.microsoft.com/office/drawing/2010/main" Requires="a14">
          <p:sp>
            <p:nvSpPr>
              <p:cNvPr id="44" name="CaixaDeTexto 43">
                <a:extLst>
                  <a:ext uri="{FF2B5EF4-FFF2-40B4-BE49-F238E27FC236}">
                    <a16:creationId xmlns:a16="http://schemas.microsoft.com/office/drawing/2014/main" id="{1F45A3DF-0A88-4A87-4A97-268249D1CA97}"/>
                  </a:ext>
                </a:extLst>
              </p:cNvPr>
              <p:cNvSpPr txBox="1"/>
              <p:nvPr/>
            </p:nvSpPr>
            <p:spPr>
              <a:xfrm>
                <a:off x="1209166" y="3078608"/>
                <a:ext cx="411715" cy="32438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i="1" smtClean="0">
                              <a:latin typeface="Cambria Math" panose="02040503050406030204" pitchFamily="18" charset="0"/>
                            </a:rPr>
                            <m:t>𝑎</m:t>
                          </m:r>
                        </m:e>
                        <m:sub>
                          <m:r>
                            <a:rPr lang="pt-BR" sz="1400" b="0" i="1" smtClean="0">
                              <a:latin typeface="Cambria Math" panose="02040503050406030204" pitchFamily="18" charset="0"/>
                            </a:rPr>
                            <m:t>𝑝</m:t>
                          </m:r>
                        </m:sub>
                      </m:sSub>
                    </m:oMath>
                  </m:oMathPara>
                </a14:m>
                <a:endParaRPr lang="pt-BR" sz="1400"/>
              </a:p>
            </p:txBody>
          </p:sp>
        </mc:Choice>
        <mc:Fallback>
          <p:sp>
            <p:nvSpPr>
              <p:cNvPr id="44" name="CaixaDeTexto 43">
                <a:extLst>
                  <a:ext uri="{FF2B5EF4-FFF2-40B4-BE49-F238E27FC236}">
                    <a16:creationId xmlns:a16="http://schemas.microsoft.com/office/drawing/2014/main" id="{1F45A3DF-0A88-4A87-4A97-268249D1CA97}"/>
                  </a:ext>
                </a:extLst>
              </p:cNvPr>
              <p:cNvSpPr txBox="1">
                <a:spLocks noRot="1" noChangeAspect="1" noMove="1" noResize="1" noEditPoints="1" noAdjustHandles="1" noChangeArrowheads="1" noChangeShapeType="1" noTextEdit="1"/>
              </p:cNvSpPr>
              <p:nvPr/>
            </p:nvSpPr>
            <p:spPr>
              <a:xfrm>
                <a:off x="1209166" y="3078608"/>
                <a:ext cx="411715" cy="324384"/>
              </a:xfrm>
              <a:prstGeom prst="rect">
                <a:avLst/>
              </a:prstGeom>
              <a:blipFill>
                <a:blip r:embed="rId4"/>
                <a:stretch>
                  <a:fillRect/>
                </a:stretch>
              </a:blipFill>
            </p:spPr>
            <p:txBody>
              <a:bodyPr/>
              <a:lstStyle/>
              <a:p>
                <a:r>
                  <a:rPr lang="pt-BR">
                    <a:noFill/>
                  </a:rPr>
                  <a:t> </a:t>
                </a:r>
              </a:p>
            </p:txBody>
          </p:sp>
        </mc:Fallback>
      </mc:AlternateContent>
      <p:cxnSp>
        <p:nvCxnSpPr>
          <p:cNvPr id="45" name="Conector de Seta Reta 44">
            <a:extLst>
              <a:ext uri="{FF2B5EF4-FFF2-40B4-BE49-F238E27FC236}">
                <a16:creationId xmlns:a16="http://schemas.microsoft.com/office/drawing/2014/main" id="{4B976358-D9FD-1545-5FF0-AF658E00DA3B}"/>
              </a:ext>
            </a:extLst>
          </p:cNvPr>
          <p:cNvCxnSpPr>
            <a:cxnSpLocks/>
            <a:endCxn id="14" idx="1"/>
          </p:cNvCxnSpPr>
          <p:nvPr/>
        </p:nvCxnSpPr>
        <p:spPr>
          <a:xfrm flipH="1" flipV="1">
            <a:off x="1249000" y="2810166"/>
            <a:ext cx="626233" cy="61425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42" name="Elipse 41">
            <a:extLst>
              <a:ext uri="{FF2B5EF4-FFF2-40B4-BE49-F238E27FC236}">
                <a16:creationId xmlns:a16="http://schemas.microsoft.com/office/drawing/2014/main" id="{0220C587-7538-B23F-245C-2DFF839669C3}"/>
              </a:ext>
            </a:extLst>
          </p:cNvPr>
          <p:cNvSpPr/>
          <p:nvPr/>
        </p:nvSpPr>
        <p:spPr>
          <a:xfrm>
            <a:off x="3485294" y="2555736"/>
            <a:ext cx="1737360" cy="1737360"/>
          </a:xfrm>
          <a:prstGeom prst="ellipse">
            <a:avLst/>
          </a:prstGeom>
          <a:noFill/>
          <a:ln w="19050">
            <a:solidFill>
              <a:srgbClr val="0070C0"/>
            </a:solidFill>
            <a:prstDash val="sysDot"/>
          </a:ln>
        </p:spPr>
        <p:style>
          <a:lnRef idx="0">
            <a:scrgbClr r="0" g="0" b="0"/>
          </a:lnRef>
          <a:fillRef idx="0">
            <a:scrgbClr r="0" g="0" b="0"/>
          </a:fillRef>
          <a:effectRef idx="0">
            <a:scrgbClr r="0" g="0" b="0"/>
          </a:effectRef>
          <a:fontRef idx="minor">
            <a:schemeClr val="lt1"/>
          </a:fontRef>
        </p:style>
        <p:txBody>
          <a:bodyPr rtlCol="0" anchor="ctr"/>
          <a:lstStyle/>
          <a:p>
            <a:pPr algn="ctr"/>
            <a:endParaRPr lang="pt-BR" sz="2000"/>
          </a:p>
        </p:txBody>
      </p:sp>
      <p:sp>
        <p:nvSpPr>
          <p:cNvPr id="43" name="Elipse 42">
            <a:extLst>
              <a:ext uri="{FF2B5EF4-FFF2-40B4-BE49-F238E27FC236}">
                <a16:creationId xmlns:a16="http://schemas.microsoft.com/office/drawing/2014/main" id="{2131EC99-1D04-0D88-502E-04CBF261A5A7}"/>
              </a:ext>
            </a:extLst>
          </p:cNvPr>
          <p:cNvSpPr/>
          <p:nvPr/>
        </p:nvSpPr>
        <p:spPr>
          <a:xfrm>
            <a:off x="3759614" y="2830056"/>
            <a:ext cx="1188720" cy="1188720"/>
          </a:xfrm>
          <a:prstGeom prst="ellipse">
            <a:avLst/>
          </a:prstGeom>
          <a:solidFill>
            <a:schemeClr val="bg1"/>
          </a:solidFill>
          <a:ln w="19050">
            <a:solidFill>
              <a:srgbClr val="002060"/>
            </a:solidFill>
            <a:prstDash val="sysDot"/>
          </a:ln>
        </p:spPr>
        <p:style>
          <a:lnRef idx="0">
            <a:scrgbClr r="0" g="0" b="0"/>
          </a:lnRef>
          <a:fillRef idx="0">
            <a:scrgbClr r="0" g="0" b="0"/>
          </a:fillRef>
          <a:effectRef idx="0">
            <a:scrgbClr r="0" g="0" b="0"/>
          </a:effectRef>
          <a:fontRef idx="minor">
            <a:schemeClr val="lt1"/>
          </a:fontRef>
        </p:style>
        <p:txBody>
          <a:bodyPr rtlCol="0" anchor="ctr"/>
          <a:lstStyle/>
          <a:p>
            <a:pPr algn="ctr"/>
            <a:endParaRPr lang="pt-BR" sz="2000"/>
          </a:p>
        </p:txBody>
      </p:sp>
      <mc:AlternateContent xmlns:mc="http://schemas.openxmlformats.org/markup-compatibility/2006">
        <mc:Choice xmlns:a14="http://schemas.microsoft.com/office/drawing/2010/main" Requires="a14">
          <p:sp>
            <p:nvSpPr>
              <p:cNvPr id="39" name="CaixaDeTexto 38">
                <a:extLst>
                  <a:ext uri="{FF2B5EF4-FFF2-40B4-BE49-F238E27FC236}">
                    <a16:creationId xmlns:a16="http://schemas.microsoft.com/office/drawing/2014/main" id="{722828E4-8B91-0A39-CDD0-DC9E056B71E6}"/>
                  </a:ext>
                </a:extLst>
              </p:cNvPr>
              <p:cNvSpPr txBox="1"/>
              <p:nvPr/>
            </p:nvSpPr>
            <p:spPr>
              <a:xfrm>
                <a:off x="4076987" y="2964093"/>
                <a:ext cx="401457"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b="0" i="1" smtClean="0">
                              <a:latin typeface="Cambria Math" panose="02040503050406030204" pitchFamily="18" charset="0"/>
                            </a:rPr>
                            <m:t>𝑎</m:t>
                          </m:r>
                        </m:e>
                        <m:sub>
                          <m:r>
                            <a:rPr lang="pt-BR" sz="1400" b="0" i="1" smtClean="0">
                              <a:latin typeface="Cambria Math" panose="02040503050406030204" pitchFamily="18" charset="0"/>
                            </a:rPr>
                            <m:t>𝑟</m:t>
                          </m:r>
                        </m:sub>
                      </m:sSub>
                    </m:oMath>
                  </m:oMathPara>
                </a14:m>
                <a:endParaRPr lang="pt-BR" sz="1400"/>
              </a:p>
            </p:txBody>
          </p:sp>
        </mc:Choice>
        <mc:Fallback>
          <p:sp>
            <p:nvSpPr>
              <p:cNvPr id="39" name="CaixaDeTexto 38">
                <a:extLst>
                  <a:ext uri="{FF2B5EF4-FFF2-40B4-BE49-F238E27FC236}">
                    <a16:creationId xmlns:a16="http://schemas.microsoft.com/office/drawing/2014/main" id="{722828E4-8B91-0A39-CDD0-DC9E056B71E6}"/>
                  </a:ext>
                </a:extLst>
              </p:cNvPr>
              <p:cNvSpPr txBox="1">
                <a:spLocks noRot="1" noChangeAspect="1" noMove="1" noResize="1" noEditPoints="1" noAdjustHandles="1" noChangeArrowheads="1" noChangeShapeType="1" noTextEdit="1"/>
              </p:cNvSpPr>
              <p:nvPr/>
            </p:nvSpPr>
            <p:spPr>
              <a:xfrm>
                <a:off x="4076987" y="2964093"/>
                <a:ext cx="401457" cy="307777"/>
              </a:xfrm>
              <a:prstGeom prst="rect">
                <a:avLst/>
              </a:prstGeom>
              <a:blipFill>
                <a:blip r:embed="rId5"/>
                <a:stretch>
                  <a:fillRect/>
                </a:stretch>
              </a:blipFill>
            </p:spPr>
            <p:txBody>
              <a:bodyPr/>
              <a:lstStyle/>
              <a:p>
                <a:r>
                  <a:rPr lang="pt-BR">
                    <a:noFill/>
                  </a:rPr>
                  <a:t> </a:t>
                </a:r>
              </a:p>
            </p:txBody>
          </p:sp>
        </mc:Fallback>
      </mc:AlternateContent>
      <p:grpSp>
        <p:nvGrpSpPr>
          <p:cNvPr id="36" name="Agrupar 35">
            <a:extLst>
              <a:ext uri="{FF2B5EF4-FFF2-40B4-BE49-F238E27FC236}">
                <a16:creationId xmlns:a16="http://schemas.microsoft.com/office/drawing/2014/main" id="{8B61572D-4DAE-FEF2-F897-F074964BFA5C}"/>
              </a:ext>
            </a:extLst>
          </p:cNvPr>
          <p:cNvGrpSpPr/>
          <p:nvPr/>
        </p:nvGrpSpPr>
        <p:grpSpPr>
          <a:xfrm>
            <a:off x="3510781" y="3167953"/>
            <a:ext cx="843193" cy="460323"/>
            <a:chOff x="2262768" y="2266357"/>
            <a:chExt cx="1496807" cy="836851"/>
          </a:xfrm>
        </p:grpSpPr>
        <mc:AlternateContent xmlns:mc="http://schemas.openxmlformats.org/markup-compatibility/2006">
          <mc:Choice xmlns:a14="http://schemas.microsoft.com/office/drawing/2010/main" Requires="a14">
            <p:sp>
              <p:nvSpPr>
                <p:cNvPr id="37" name="CaixaDeTexto 36">
                  <a:extLst>
                    <a:ext uri="{FF2B5EF4-FFF2-40B4-BE49-F238E27FC236}">
                      <a16:creationId xmlns:a16="http://schemas.microsoft.com/office/drawing/2014/main" id="{A3C98690-479E-4903-6000-A4FBB04E89D4}"/>
                    </a:ext>
                  </a:extLst>
                </p:cNvPr>
                <p:cNvSpPr txBox="1"/>
                <p:nvPr/>
              </p:nvSpPr>
              <p:spPr>
                <a:xfrm>
                  <a:off x="2838072" y="2513489"/>
                  <a:ext cx="729383" cy="5897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i="1" smtClean="0">
                                <a:latin typeface="Cambria Math" panose="02040503050406030204" pitchFamily="18" charset="0"/>
                              </a:rPr>
                              <m:t>𝑎</m:t>
                            </m:r>
                          </m:e>
                          <m:sub>
                            <m:r>
                              <a:rPr lang="pt-BR" sz="1400" b="0" i="1" smtClean="0">
                                <a:latin typeface="Cambria Math" panose="02040503050406030204" pitchFamily="18" charset="0"/>
                              </a:rPr>
                              <m:t>𝑞</m:t>
                            </m:r>
                          </m:sub>
                        </m:sSub>
                      </m:oMath>
                    </m:oMathPara>
                  </a14:m>
                  <a:endParaRPr lang="pt-BR" sz="1400"/>
                </a:p>
              </p:txBody>
            </p:sp>
          </mc:Choice>
          <mc:Fallback>
            <p:sp>
              <p:nvSpPr>
                <p:cNvPr id="37" name="CaixaDeTexto 36">
                  <a:extLst>
                    <a:ext uri="{FF2B5EF4-FFF2-40B4-BE49-F238E27FC236}">
                      <a16:creationId xmlns:a16="http://schemas.microsoft.com/office/drawing/2014/main" id="{A3C98690-479E-4903-6000-A4FBB04E89D4}"/>
                    </a:ext>
                  </a:extLst>
                </p:cNvPr>
                <p:cNvSpPr txBox="1">
                  <a:spLocks noRot="1" noChangeAspect="1" noMove="1" noResize="1" noEditPoints="1" noAdjustHandles="1" noChangeArrowheads="1" noChangeShapeType="1" noTextEdit="1"/>
                </p:cNvSpPr>
                <p:nvPr/>
              </p:nvSpPr>
              <p:spPr>
                <a:xfrm>
                  <a:off x="2838072" y="2513489"/>
                  <a:ext cx="729383" cy="589719"/>
                </a:xfrm>
                <a:prstGeom prst="rect">
                  <a:avLst/>
                </a:prstGeom>
                <a:blipFill>
                  <a:blip r:embed="rId6"/>
                  <a:stretch>
                    <a:fillRect/>
                  </a:stretch>
                </a:blipFill>
              </p:spPr>
              <p:txBody>
                <a:bodyPr/>
                <a:lstStyle/>
                <a:p>
                  <a:r>
                    <a:rPr lang="pt-BR">
                      <a:noFill/>
                    </a:rPr>
                    <a:t> </a:t>
                  </a:r>
                </a:p>
              </p:txBody>
            </p:sp>
          </mc:Fallback>
        </mc:AlternateContent>
        <p:cxnSp>
          <p:nvCxnSpPr>
            <p:cNvPr id="38" name="Conector de Seta Reta 37">
              <a:extLst>
                <a:ext uri="{FF2B5EF4-FFF2-40B4-BE49-F238E27FC236}">
                  <a16:creationId xmlns:a16="http://schemas.microsoft.com/office/drawing/2014/main" id="{9FB481F4-35E9-69F5-AFF2-76FD7F6D7837}"/>
                </a:ext>
              </a:extLst>
            </p:cNvPr>
            <p:cNvCxnSpPr>
              <a:cxnSpLocks/>
            </p:cNvCxnSpPr>
            <p:nvPr/>
          </p:nvCxnSpPr>
          <p:spPr>
            <a:xfrm flipH="1" flipV="1">
              <a:off x="2262768" y="2266357"/>
              <a:ext cx="1496807" cy="466241"/>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mc:AlternateContent xmlns:mc="http://schemas.openxmlformats.org/markup-compatibility/2006">
        <mc:Choice xmlns:a14="http://schemas.microsoft.com/office/drawing/2010/main" Requires="a14">
          <p:sp>
            <p:nvSpPr>
              <p:cNvPr id="26" name="CaixaDeTexto 25">
                <a:extLst>
                  <a:ext uri="{FF2B5EF4-FFF2-40B4-BE49-F238E27FC236}">
                    <a16:creationId xmlns:a16="http://schemas.microsoft.com/office/drawing/2014/main" id="{3249032C-AFD4-E5EC-9AED-73A0B0E1E087}"/>
                  </a:ext>
                </a:extLst>
              </p:cNvPr>
              <p:cNvSpPr txBox="1"/>
              <p:nvPr/>
            </p:nvSpPr>
            <p:spPr>
              <a:xfrm>
                <a:off x="2760147" y="2247959"/>
                <a:ext cx="630301"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b="0" i="1" smtClean="0">
                              <a:latin typeface="Cambria Math" panose="02040503050406030204" pitchFamily="18" charset="0"/>
                            </a:rPr>
                            <m:t>𝜀</m:t>
                          </m:r>
                        </m:e>
                        <m:sub>
                          <m:r>
                            <a:rPr lang="pt-BR" sz="1400" b="0" i="1" smtClean="0">
                              <a:latin typeface="Cambria Math" panose="02040503050406030204" pitchFamily="18" charset="0"/>
                            </a:rPr>
                            <m:t>0</m:t>
                          </m:r>
                        </m:sub>
                      </m:sSub>
                      <m:r>
                        <a:rPr lang="pt-BR" sz="1400" b="0" i="1" smtClean="0">
                          <a:latin typeface="Cambria Math" panose="02040503050406030204" pitchFamily="18" charset="0"/>
                        </a:rPr>
                        <m:t>,</m:t>
                      </m:r>
                      <m:sSub>
                        <m:sSubPr>
                          <m:ctrlPr>
                            <a:rPr lang="pt-BR" sz="1400" i="1">
                              <a:latin typeface="Cambria Math" panose="02040503050406030204" pitchFamily="18" charset="0"/>
                            </a:rPr>
                          </m:ctrlPr>
                        </m:sSubPr>
                        <m:e>
                          <m:r>
                            <a:rPr lang="pt-BR" sz="1400" b="0" i="1" smtClean="0">
                              <a:latin typeface="Cambria Math" panose="02040503050406030204" pitchFamily="18" charset="0"/>
                            </a:rPr>
                            <m:t>𝜇</m:t>
                          </m:r>
                        </m:e>
                        <m:sub>
                          <m:r>
                            <a:rPr lang="pt-BR" sz="1400" i="1">
                              <a:latin typeface="Cambria Math" panose="02040503050406030204" pitchFamily="18" charset="0"/>
                            </a:rPr>
                            <m:t>0</m:t>
                          </m:r>
                        </m:sub>
                      </m:sSub>
                    </m:oMath>
                  </m:oMathPara>
                </a14:m>
                <a:endParaRPr lang="pt-BR" sz="1600"/>
              </a:p>
            </p:txBody>
          </p:sp>
        </mc:Choice>
        <mc:Fallback>
          <p:sp>
            <p:nvSpPr>
              <p:cNvPr id="26" name="CaixaDeTexto 25">
                <a:extLst>
                  <a:ext uri="{FF2B5EF4-FFF2-40B4-BE49-F238E27FC236}">
                    <a16:creationId xmlns:a16="http://schemas.microsoft.com/office/drawing/2014/main" id="{3249032C-AFD4-E5EC-9AED-73A0B0E1E087}"/>
                  </a:ext>
                </a:extLst>
              </p:cNvPr>
              <p:cNvSpPr txBox="1">
                <a:spLocks noRot="1" noChangeAspect="1" noMove="1" noResize="1" noEditPoints="1" noAdjustHandles="1" noChangeArrowheads="1" noChangeShapeType="1" noTextEdit="1"/>
              </p:cNvSpPr>
              <p:nvPr/>
            </p:nvSpPr>
            <p:spPr>
              <a:xfrm>
                <a:off x="2760147" y="2247959"/>
                <a:ext cx="630301" cy="307777"/>
              </a:xfrm>
              <a:prstGeom prst="rect">
                <a:avLst/>
              </a:prstGeom>
              <a:blipFill>
                <a:blip r:embed="rId7"/>
                <a:stretch>
                  <a:fillRect b="-2000"/>
                </a:stretch>
              </a:blipFill>
            </p:spPr>
            <p:txBody>
              <a:bodyPr/>
              <a:lstStyle/>
              <a:p>
                <a:r>
                  <a:rPr lang="pt-BR">
                    <a:noFill/>
                  </a:rPr>
                  <a:t> </a:t>
                </a:r>
              </a:p>
            </p:txBody>
          </p:sp>
        </mc:Fallback>
      </mc:AlternateContent>
      <p:cxnSp>
        <p:nvCxnSpPr>
          <p:cNvPr id="50" name="Conector de Seta Reta 49">
            <a:extLst>
              <a:ext uri="{FF2B5EF4-FFF2-40B4-BE49-F238E27FC236}">
                <a16:creationId xmlns:a16="http://schemas.microsoft.com/office/drawing/2014/main" id="{9533CE13-CCBA-C2A4-A9E6-EC5F30E5C72A}"/>
              </a:ext>
            </a:extLst>
          </p:cNvPr>
          <p:cNvCxnSpPr>
            <a:cxnSpLocks/>
            <a:endCxn id="43" idx="1"/>
          </p:cNvCxnSpPr>
          <p:nvPr/>
        </p:nvCxnSpPr>
        <p:spPr>
          <a:xfrm flipH="1" flipV="1">
            <a:off x="3933698" y="3004140"/>
            <a:ext cx="420276" cy="420276"/>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5" name="CaixaDeTexto 14">
            <a:extLst>
              <a:ext uri="{FF2B5EF4-FFF2-40B4-BE49-F238E27FC236}">
                <a16:creationId xmlns:a16="http://schemas.microsoft.com/office/drawing/2014/main" id="{FE575891-7567-E326-A2A2-3838D9129D13}"/>
              </a:ext>
            </a:extLst>
          </p:cNvPr>
          <p:cNvSpPr txBox="1"/>
          <p:nvPr/>
        </p:nvSpPr>
        <p:spPr>
          <a:xfrm>
            <a:off x="6115492" y="1445976"/>
            <a:ext cx="5214826" cy="338554"/>
          </a:xfrm>
          <a:prstGeom prst="rect">
            <a:avLst/>
          </a:prstGeom>
          <a:noFill/>
        </p:spPr>
        <p:txBody>
          <a:bodyPr wrap="square">
            <a:spAutoFit/>
          </a:bodyPr>
          <a:lstStyle>
            <a:defPPr>
              <a:defRPr lang="pt-BR"/>
            </a:defPPr>
            <a:lvl1pPr>
              <a:defRPr sz="1600"/>
            </a:lvl1pPr>
          </a:lstStyle>
          <a:p>
            <a:endParaRPr lang="pt-BR"/>
          </a:p>
        </p:txBody>
      </p:sp>
      <mc:AlternateContent xmlns:mc="http://schemas.openxmlformats.org/markup-compatibility/2006">
        <mc:Choice xmlns:a14="http://schemas.microsoft.com/office/drawing/2010/main" Requires="a14">
          <p:sp>
            <p:nvSpPr>
              <p:cNvPr id="23" name="CaixaDeTexto 22">
                <a:extLst>
                  <a:ext uri="{FF2B5EF4-FFF2-40B4-BE49-F238E27FC236}">
                    <a16:creationId xmlns:a16="http://schemas.microsoft.com/office/drawing/2014/main" id="{B24280F9-EB39-F074-6E63-8C7D3C8875A2}"/>
                  </a:ext>
                </a:extLst>
              </p:cNvPr>
              <p:cNvSpPr txBox="1"/>
              <p:nvPr/>
            </p:nvSpPr>
            <p:spPr>
              <a:xfrm>
                <a:off x="1669375" y="2196375"/>
                <a:ext cx="391326" cy="32438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b="0" i="1" smtClean="0">
                              <a:latin typeface="Cambria Math" panose="02040503050406030204" pitchFamily="18" charset="0"/>
                            </a:rPr>
                            <m:t>𝑐</m:t>
                          </m:r>
                        </m:e>
                        <m:sub>
                          <m:r>
                            <a:rPr lang="pt-BR" sz="1400" b="0" i="1" smtClean="0">
                              <a:latin typeface="Cambria Math" panose="02040503050406030204" pitchFamily="18" charset="0"/>
                            </a:rPr>
                            <m:t>𝑝</m:t>
                          </m:r>
                        </m:sub>
                      </m:sSub>
                    </m:oMath>
                  </m:oMathPara>
                </a14:m>
                <a:endParaRPr lang="pt-BR" sz="1400"/>
              </a:p>
            </p:txBody>
          </p:sp>
        </mc:Choice>
        <mc:Fallback>
          <p:sp>
            <p:nvSpPr>
              <p:cNvPr id="23" name="CaixaDeTexto 22">
                <a:extLst>
                  <a:ext uri="{FF2B5EF4-FFF2-40B4-BE49-F238E27FC236}">
                    <a16:creationId xmlns:a16="http://schemas.microsoft.com/office/drawing/2014/main" id="{B24280F9-EB39-F074-6E63-8C7D3C8875A2}"/>
                  </a:ext>
                </a:extLst>
              </p:cNvPr>
              <p:cNvSpPr txBox="1">
                <a:spLocks noRot="1" noChangeAspect="1" noMove="1" noResize="1" noEditPoints="1" noAdjustHandles="1" noChangeArrowheads="1" noChangeShapeType="1" noTextEdit="1"/>
              </p:cNvSpPr>
              <p:nvPr/>
            </p:nvSpPr>
            <p:spPr>
              <a:xfrm>
                <a:off x="1669375" y="2196375"/>
                <a:ext cx="391326" cy="324384"/>
              </a:xfrm>
              <a:prstGeom prst="rect">
                <a:avLst/>
              </a:prstGeom>
              <a:blipFill>
                <a:blip r:embed="rId8"/>
                <a:stretch>
                  <a:fillRect/>
                </a:stretch>
              </a:blipFill>
            </p:spPr>
            <p:txBody>
              <a:bodyPr/>
              <a:lstStyle/>
              <a:p>
                <a:r>
                  <a:rPr lang="pt-BR">
                    <a:noFill/>
                  </a:rPr>
                  <a:t> </a:t>
                </a:r>
              </a:p>
            </p:txBody>
          </p:sp>
        </mc:Fallback>
      </mc:AlternateContent>
      <mc:AlternateContent xmlns:mc="http://schemas.openxmlformats.org/markup-compatibility/2006">
        <mc:Choice xmlns:a14="http://schemas.microsoft.com/office/drawing/2010/main" Requires="a14">
          <p:sp>
            <p:nvSpPr>
              <p:cNvPr id="24" name="CaixaDeTexto 23">
                <a:extLst>
                  <a:ext uri="{FF2B5EF4-FFF2-40B4-BE49-F238E27FC236}">
                    <a16:creationId xmlns:a16="http://schemas.microsoft.com/office/drawing/2014/main" id="{90D32FCC-9584-B139-A613-4ABFA69CAFD5}"/>
                  </a:ext>
                </a:extLst>
              </p:cNvPr>
              <p:cNvSpPr txBox="1"/>
              <p:nvPr/>
            </p:nvSpPr>
            <p:spPr>
              <a:xfrm>
                <a:off x="4159466" y="2144310"/>
                <a:ext cx="390492" cy="32438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b="0" i="1" smtClean="0">
                              <a:latin typeface="Cambria Math" panose="02040503050406030204" pitchFamily="18" charset="0"/>
                            </a:rPr>
                            <m:t>𝑐</m:t>
                          </m:r>
                        </m:e>
                        <m:sub>
                          <m:r>
                            <a:rPr lang="pt-BR" sz="1400" b="0" i="1" smtClean="0">
                              <a:latin typeface="Cambria Math" panose="02040503050406030204" pitchFamily="18" charset="0"/>
                            </a:rPr>
                            <m:t>𝑞</m:t>
                          </m:r>
                        </m:sub>
                      </m:sSub>
                    </m:oMath>
                  </m:oMathPara>
                </a14:m>
                <a:endParaRPr lang="pt-BR" sz="1400"/>
              </a:p>
            </p:txBody>
          </p:sp>
        </mc:Choice>
        <mc:Fallback>
          <p:sp>
            <p:nvSpPr>
              <p:cNvPr id="24" name="CaixaDeTexto 23">
                <a:extLst>
                  <a:ext uri="{FF2B5EF4-FFF2-40B4-BE49-F238E27FC236}">
                    <a16:creationId xmlns:a16="http://schemas.microsoft.com/office/drawing/2014/main" id="{90D32FCC-9584-B139-A613-4ABFA69CAFD5}"/>
                  </a:ext>
                </a:extLst>
              </p:cNvPr>
              <p:cNvSpPr txBox="1">
                <a:spLocks noRot="1" noChangeAspect="1" noMove="1" noResize="1" noEditPoints="1" noAdjustHandles="1" noChangeArrowheads="1" noChangeShapeType="1" noTextEdit="1"/>
              </p:cNvSpPr>
              <p:nvPr/>
            </p:nvSpPr>
            <p:spPr>
              <a:xfrm>
                <a:off x="4159466" y="2144310"/>
                <a:ext cx="390492" cy="324384"/>
              </a:xfrm>
              <a:prstGeom prst="rect">
                <a:avLst/>
              </a:prstGeom>
              <a:blipFill>
                <a:blip r:embed="rId9"/>
                <a:stretch>
                  <a:fillRect/>
                </a:stretch>
              </a:blipFill>
            </p:spPr>
            <p:txBody>
              <a:bodyPr/>
              <a:lstStyle/>
              <a:p>
                <a:r>
                  <a:rPr lang="pt-BR">
                    <a:noFill/>
                  </a:rPr>
                  <a:t> </a:t>
                </a:r>
              </a:p>
            </p:txBody>
          </p:sp>
        </mc:Fallback>
      </mc:AlternateContent>
      <mc:AlternateContent xmlns:mc="http://schemas.openxmlformats.org/markup-compatibility/2006">
        <mc:Choice xmlns:a14="http://schemas.microsoft.com/office/drawing/2010/main" Requires="a14">
          <p:sp>
            <p:nvSpPr>
              <p:cNvPr id="25" name="CaixaDeTexto 24">
                <a:extLst>
                  <a:ext uri="{FF2B5EF4-FFF2-40B4-BE49-F238E27FC236}">
                    <a16:creationId xmlns:a16="http://schemas.microsoft.com/office/drawing/2014/main" id="{0CB5022C-A688-733F-44D9-60BAA37CE597}"/>
                  </a:ext>
                </a:extLst>
              </p:cNvPr>
              <p:cNvSpPr txBox="1"/>
              <p:nvPr/>
            </p:nvSpPr>
            <p:spPr>
              <a:xfrm>
                <a:off x="4176391" y="2522974"/>
                <a:ext cx="381066"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b="0" i="1" smtClean="0">
                              <a:latin typeface="Cambria Math" panose="02040503050406030204" pitchFamily="18" charset="0"/>
                            </a:rPr>
                            <m:t>𝑐</m:t>
                          </m:r>
                        </m:e>
                        <m:sub>
                          <m:r>
                            <a:rPr lang="pt-BR" sz="1400" b="0" i="1" smtClean="0">
                              <a:latin typeface="Cambria Math" panose="02040503050406030204" pitchFamily="18" charset="0"/>
                            </a:rPr>
                            <m:t>𝑟</m:t>
                          </m:r>
                        </m:sub>
                      </m:sSub>
                    </m:oMath>
                  </m:oMathPara>
                </a14:m>
                <a:endParaRPr lang="pt-BR" sz="1400"/>
              </a:p>
            </p:txBody>
          </p:sp>
        </mc:Choice>
        <mc:Fallback>
          <p:sp>
            <p:nvSpPr>
              <p:cNvPr id="25" name="CaixaDeTexto 24">
                <a:extLst>
                  <a:ext uri="{FF2B5EF4-FFF2-40B4-BE49-F238E27FC236}">
                    <a16:creationId xmlns:a16="http://schemas.microsoft.com/office/drawing/2014/main" id="{0CB5022C-A688-733F-44D9-60BAA37CE597}"/>
                  </a:ext>
                </a:extLst>
              </p:cNvPr>
              <p:cNvSpPr txBox="1">
                <a:spLocks noRot="1" noChangeAspect="1" noMove="1" noResize="1" noEditPoints="1" noAdjustHandles="1" noChangeArrowheads="1" noChangeShapeType="1" noTextEdit="1"/>
              </p:cNvSpPr>
              <p:nvPr/>
            </p:nvSpPr>
            <p:spPr>
              <a:xfrm>
                <a:off x="4176391" y="2522974"/>
                <a:ext cx="381066" cy="307777"/>
              </a:xfrm>
              <a:prstGeom prst="rect">
                <a:avLst/>
              </a:prstGeom>
              <a:blipFill>
                <a:blip r:embed="rId10"/>
                <a:stretch>
                  <a:fillRect/>
                </a:stretch>
              </a:blipFill>
            </p:spPr>
            <p:txBody>
              <a:bodyPr/>
              <a:lstStyle/>
              <a:p>
                <a:r>
                  <a:rPr lang="pt-BR">
                    <a:noFill/>
                  </a:rPr>
                  <a:t> </a:t>
                </a:r>
              </a:p>
            </p:txBody>
          </p:sp>
        </mc:Fallback>
      </mc:AlternateContent>
      <p:grpSp>
        <p:nvGrpSpPr>
          <p:cNvPr id="57" name="Agrupar 56">
            <a:extLst>
              <a:ext uri="{FF2B5EF4-FFF2-40B4-BE49-F238E27FC236}">
                <a16:creationId xmlns:a16="http://schemas.microsoft.com/office/drawing/2014/main" id="{1EACEB1E-8569-0ADF-A8AF-4D5D62DB2487}"/>
              </a:ext>
            </a:extLst>
          </p:cNvPr>
          <p:cNvGrpSpPr/>
          <p:nvPr/>
        </p:nvGrpSpPr>
        <p:grpSpPr>
          <a:xfrm>
            <a:off x="2520585" y="2709335"/>
            <a:ext cx="556716" cy="353943"/>
            <a:chOff x="2520585" y="2709335"/>
            <a:chExt cx="556716" cy="353943"/>
          </a:xfrm>
        </p:grpSpPr>
        <p:grpSp>
          <p:nvGrpSpPr>
            <p:cNvPr id="41" name="Agrupar 40">
              <a:extLst>
                <a:ext uri="{FF2B5EF4-FFF2-40B4-BE49-F238E27FC236}">
                  <a16:creationId xmlns:a16="http://schemas.microsoft.com/office/drawing/2014/main" id="{36A261E2-3099-F4AE-050A-E4A3777B8FD3}"/>
                </a:ext>
              </a:extLst>
            </p:cNvPr>
            <p:cNvGrpSpPr/>
            <p:nvPr/>
          </p:nvGrpSpPr>
          <p:grpSpPr>
            <a:xfrm>
              <a:off x="2520585" y="2889662"/>
              <a:ext cx="108012" cy="107290"/>
              <a:chOff x="2999656" y="3825766"/>
              <a:chExt cx="182880" cy="182880"/>
            </a:xfrm>
          </p:grpSpPr>
          <p:sp>
            <p:nvSpPr>
              <p:cNvPr id="35" name="Elipse 34">
                <a:extLst>
                  <a:ext uri="{FF2B5EF4-FFF2-40B4-BE49-F238E27FC236}">
                    <a16:creationId xmlns:a16="http://schemas.microsoft.com/office/drawing/2014/main" id="{14B214F7-A59E-B555-E985-04636425BEAF}"/>
                  </a:ext>
                </a:extLst>
              </p:cNvPr>
              <p:cNvSpPr/>
              <p:nvPr/>
            </p:nvSpPr>
            <p:spPr>
              <a:xfrm flipH="1" flipV="1">
                <a:off x="2999656" y="3825766"/>
                <a:ext cx="182880" cy="182880"/>
              </a:xfrm>
              <a:prstGeom prst="ellipse">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0" name="Elipse 39">
                <a:extLst>
                  <a:ext uri="{FF2B5EF4-FFF2-40B4-BE49-F238E27FC236}">
                    <a16:creationId xmlns:a16="http://schemas.microsoft.com/office/drawing/2014/main" id="{9C1A9DD7-93DB-EA3C-A5BE-29A6158F003E}"/>
                  </a:ext>
                </a:extLst>
              </p:cNvPr>
              <p:cNvSpPr/>
              <p:nvPr/>
            </p:nvSpPr>
            <p:spPr>
              <a:xfrm flipH="1" flipV="1">
                <a:off x="3075614" y="3901620"/>
                <a:ext cx="30964" cy="31173"/>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mc:AlternateContent xmlns:mc="http://schemas.openxmlformats.org/markup-compatibility/2006">
          <mc:Choice xmlns:a14="http://schemas.microsoft.com/office/drawing/2010/main" Requires="a14">
            <p:sp>
              <p:nvSpPr>
                <p:cNvPr id="56" name="CaixaDeTexto 55">
                  <a:extLst>
                    <a:ext uri="{FF2B5EF4-FFF2-40B4-BE49-F238E27FC236}">
                      <a16:creationId xmlns:a16="http://schemas.microsoft.com/office/drawing/2014/main" id="{27B7F45F-0A58-E36F-0CE7-EF69E31D51D3}"/>
                    </a:ext>
                  </a:extLst>
                </p:cNvPr>
                <p:cNvSpPr txBox="1"/>
                <p:nvPr/>
              </p:nvSpPr>
              <p:spPr>
                <a:xfrm>
                  <a:off x="2583511" y="2709335"/>
                  <a:ext cx="493790" cy="35394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pt-BR" sz="1400" b="0" i="1" smtClean="0">
                                <a:latin typeface="Cambria Math" panose="02040503050406030204" pitchFamily="18" charset="0"/>
                              </a:rPr>
                            </m:ctrlPr>
                          </m:sSubSupPr>
                          <m:e>
                            <m:r>
                              <a:rPr lang="pt-BR" sz="1400" b="0" i="1" smtClean="0">
                                <a:latin typeface="Cambria Math" panose="02040503050406030204" pitchFamily="18" charset="0"/>
                              </a:rPr>
                              <m:t>𝐽</m:t>
                            </m:r>
                          </m:e>
                          <m:sub>
                            <m:r>
                              <a:rPr lang="pt-BR" sz="1400" b="0" i="1" smtClean="0">
                                <a:latin typeface="Cambria Math" panose="02040503050406030204" pitchFamily="18" charset="0"/>
                              </a:rPr>
                              <m:t>𝑠</m:t>
                            </m:r>
                          </m:sub>
                          <m:sup>
                            <m:r>
                              <a:rPr lang="pt-BR" sz="1400" b="0" i="1" smtClean="0">
                                <a:latin typeface="Cambria Math" panose="02040503050406030204" pitchFamily="18" charset="0"/>
                              </a:rPr>
                              <m:t>(</m:t>
                            </m:r>
                            <m:r>
                              <a:rPr lang="pt-BR" sz="1400" b="0" i="1" smtClean="0">
                                <a:latin typeface="Cambria Math" panose="02040503050406030204" pitchFamily="18" charset="0"/>
                              </a:rPr>
                              <m:t>𝑝</m:t>
                            </m:r>
                            <m:r>
                              <a:rPr lang="pt-BR" sz="1400" b="0" i="1" smtClean="0">
                                <a:latin typeface="Cambria Math" panose="02040503050406030204" pitchFamily="18" charset="0"/>
                              </a:rPr>
                              <m:t>)</m:t>
                            </m:r>
                          </m:sup>
                        </m:sSubSup>
                      </m:oMath>
                    </m:oMathPara>
                  </a14:m>
                  <a:endParaRPr lang="pt-BR" sz="1400"/>
                </a:p>
              </p:txBody>
            </p:sp>
          </mc:Choice>
          <mc:Fallback>
            <p:sp>
              <p:nvSpPr>
                <p:cNvPr id="56" name="CaixaDeTexto 55">
                  <a:extLst>
                    <a:ext uri="{FF2B5EF4-FFF2-40B4-BE49-F238E27FC236}">
                      <a16:creationId xmlns:a16="http://schemas.microsoft.com/office/drawing/2014/main" id="{27B7F45F-0A58-E36F-0CE7-EF69E31D51D3}"/>
                    </a:ext>
                  </a:extLst>
                </p:cNvPr>
                <p:cNvSpPr txBox="1">
                  <a:spLocks noRot="1" noChangeAspect="1" noMove="1" noResize="1" noEditPoints="1" noAdjustHandles="1" noChangeArrowheads="1" noChangeShapeType="1" noTextEdit="1"/>
                </p:cNvSpPr>
                <p:nvPr/>
              </p:nvSpPr>
              <p:spPr>
                <a:xfrm>
                  <a:off x="2583511" y="2709335"/>
                  <a:ext cx="493790" cy="353943"/>
                </a:xfrm>
                <a:prstGeom prst="rect">
                  <a:avLst/>
                </a:prstGeom>
                <a:blipFill>
                  <a:blip r:embed="rId11"/>
                  <a:stretch>
                    <a:fillRect b="-1695"/>
                  </a:stretch>
                </a:blipFill>
              </p:spPr>
              <p:txBody>
                <a:bodyPr/>
                <a:lstStyle/>
                <a:p>
                  <a:r>
                    <a:rPr lang="pt-BR">
                      <a:noFill/>
                    </a:rPr>
                    <a:t> </a:t>
                  </a:r>
                </a:p>
              </p:txBody>
            </p:sp>
          </mc:Fallback>
        </mc:AlternateContent>
      </p:grpSp>
      <p:grpSp>
        <p:nvGrpSpPr>
          <p:cNvPr id="59" name="Agrupar 58">
            <a:extLst>
              <a:ext uri="{FF2B5EF4-FFF2-40B4-BE49-F238E27FC236}">
                <a16:creationId xmlns:a16="http://schemas.microsoft.com/office/drawing/2014/main" id="{EA77A0B7-2E7F-36CC-53CB-59515E22ED8F}"/>
              </a:ext>
            </a:extLst>
          </p:cNvPr>
          <p:cNvGrpSpPr/>
          <p:nvPr/>
        </p:nvGrpSpPr>
        <p:grpSpPr>
          <a:xfrm>
            <a:off x="4566811" y="3897052"/>
            <a:ext cx="108012" cy="107290"/>
            <a:chOff x="2999656" y="3825766"/>
            <a:chExt cx="182880" cy="182880"/>
          </a:xfrm>
        </p:grpSpPr>
        <p:sp>
          <p:nvSpPr>
            <p:cNvPr id="61" name="Elipse 60">
              <a:extLst>
                <a:ext uri="{FF2B5EF4-FFF2-40B4-BE49-F238E27FC236}">
                  <a16:creationId xmlns:a16="http://schemas.microsoft.com/office/drawing/2014/main" id="{A92396E5-A5D1-1FEA-76A9-E176AE7DEEDB}"/>
                </a:ext>
              </a:extLst>
            </p:cNvPr>
            <p:cNvSpPr/>
            <p:nvPr/>
          </p:nvSpPr>
          <p:spPr>
            <a:xfrm flipH="1" flipV="1">
              <a:off x="2999656" y="3825766"/>
              <a:ext cx="182880" cy="182880"/>
            </a:xfrm>
            <a:prstGeom prst="ellipse">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2" name="Elipse 61">
              <a:extLst>
                <a:ext uri="{FF2B5EF4-FFF2-40B4-BE49-F238E27FC236}">
                  <a16:creationId xmlns:a16="http://schemas.microsoft.com/office/drawing/2014/main" id="{7B3B77B0-4027-F8FB-6DFD-58C96E710B3F}"/>
                </a:ext>
              </a:extLst>
            </p:cNvPr>
            <p:cNvSpPr/>
            <p:nvPr/>
          </p:nvSpPr>
          <p:spPr>
            <a:xfrm flipH="1" flipV="1">
              <a:off x="3075614" y="3901620"/>
              <a:ext cx="30964" cy="31173"/>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mc:AlternateContent xmlns:mc="http://schemas.openxmlformats.org/markup-compatibility/2006">
        <mc:Choice xmlns:a14="http://schemas.microsoft.com/office/drawing/2010/main" Requires="a14">
          <p:sp>
            <p:nvSpPr>
              <p:cNvPr id="60" name="CaixaDeTexto 59">
                <a:extLst>
                  <a:ext uri="{FF2B5EF4-FFF2-40B4-BE49-F238E27FC236}">
                    <a16:creationId xmlns:a16="http://schemas.microsoft.com/office/drawing/2014/main" id="{8367181B-B174-7222-9059-AD9CC7B667D9}"/>
                  </a:ext>
                </a:extLst>
              </p:cNvPr>
              <p:cNvSpPr txBox="1"/>
              <p:nvPr/>
            </p:nvSpPr>
            <p:spPr>
              <a:xfrm>
                <a:off x="4319916" y="3515811"/>
                <a:ext cx="493790" cy="35394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pt-BR" sz="1400" b="0" i="1" smtClean="0">
                              <a:latin typeface="Cambria Math" panose="02040503050406030204" pitchFamily="18" charset="0"/>
                            </a:rPr>
                          </m:ctrlPr>
                        </m:sSubSupPr>
                        <m:e>
                          <m:r>
                            <a:rPr lang="pt-BR" sz="1400" b="0" i="1" smtClean="0">
                              <a:latin typeface="Cambria Math" panose="02040503050406030204" pitchFamily="18" charset="0"/>
                            </a:rPr>
                            <m:t>𝐽</m:t>
                          </m:r>
                        </m:e>
                        <m:sub>
                          <m:r>
                            <a:rPr lang="pt-BR" sz="1400" b="0" i="1" smtClean="0">
                              <a:latin typeface="Cambria Math" panose="02040503050406030204" pitchFamily="18" charset="0"/>
                            </a:rPr>
                            <m:t>𝑠</m:t>
                          </m:r>
                        </m:sub>
                        <m:sup>
                          <m:r>
                            <a:rPr lang="pt-BR" sz="1400" b="0" i="1" smtClean="0">
                              <a:latin typeface="Cambria Math" panose="02040503050406030204" pitchFamily="18" charset="0"/>
                            </a:rPr>
                            <m:t>(</m:t>
                          </m:r>
                          <m:r>
                            <a:rPr lang="en-US" sz="1400" b="0" i="1" smtClean="0">
                              <a:latin typeface="Cambria Math" panose="02040503050406030204" pitchFamily="18" charset="0"/>
                            </a:rPr>
                            <m:t>𝑟</m:t>
                          </m:r>
                          <m:r>
                            <a:rPr lang="pt-BR" sz="1400" b="0" i="1" smtClean="0">
                              <a:latin typeface="Cambria Math" panose="02040503050406030204" pitchFamily="18" charset="0"/>
                            </a:rPr>
                            <m:t>)</m:t>
                          </m:r>
                        </m:sup>
                      </m:sSubSup>
                    </m:oMath>
                  </m:oMathPara>
                </a14:m>
                <a:endParaRPr lang="pt-BR" sz="1400"/>
              </a:p>
            </p:txBody>
          </p:sp>
        </mc:Choice>
        <mc:Fallback>
          <p:sp>
            <p:nvSpPr>
              <p:cNvPr id="60" name="CaixaDeTexto 59">
                <a:extLst>
                  <a:ext uri="{FF2B5EF4-FFF2-40B4-BE49-F238E27FC236}">
                    <a16:creationId xmlns:a16="http://schemas.microsoft.com/office/drawing/2014/main" id="{8367181B-B174-7222-9059-AD9CC7B667D9}"/>
                  </a:ext>
                </a:extLst>
              </p:cNvPr>
              <p:cNvSpPr txBox="1">
                <a:spLocks noRot="1" noChangeAspect="1" noMove="1" noResize="1" noEditPoints="1" noAdjustHandles="1" noChangeArrowheads="1" noChangeShapeType="1" noTextEdit="1"/>
              </p:cNvSpPr>
              <p:nvPr/>
            </p:nvSpPr>
            <p:spPr>
              <a:xfrm>
                <a:off x="4319916" y="3515811"/>
                <a:ext cx="493790" cy="353943"/>
              </a:xfrm>
              <a:prstGeom prst="rect">
                <a:avLst/>
              </a:prstGeom>
              <a:blipFill>
                <a:blip r:embed="rId12"/>
                <a:stretch>
                  <a:fillRect b="-3448"/>
                </a:stretch>
              </a:blipFill>
            </p:spPr>
            <p:txBody>
              <a:bodyPr/>
              <a:lstStyle/>
              <a:p>
                <a:r>
                  <a:rPr lang="pt-BR">
                    <a:noFill/>
                  </a:rPr>
                  <a:t> </a:t>
                </a:r>
              </a:p>
            </p:txBody>
          </p:sp>
        </mc:Fallback>
      </mc:AlternateContent>
      <p:grpSp>
        <p:nvGrpSpPr>
          <p:cNvPr id="64" name="Agrupar 63">
            <a:extLst>
              <a:ext uri="{FF2B5EF4-FFF2-40B4-BE49-F238E27FC236}">
                <a16:creationId xmlns:a16="http://schemas.microsoft.com/office/drawing/2014/main" id="{20ED0C21-A564-8B2B-7F3E-561F7B10F9B6}"/>
              </a:ext>
            </a:extLst>
          </p:cNvPr>
          <p:cNvGrpSpPr/>
          <p:nvPr/>
        </p:nvGrpSpPr>
        <p:grpSpPr>
          <a:xfrm>
            <a:off x="5177204" y="3186036"/>
            <a:ext cx="556716" cy="353943"/>
            <a:chOff x="2520585" y="2709335"/>
            <a:chExt cx="556716" cy="353943"/>
          </a:xfrm>
        </p:grpSpPr>
        <p:grpSp>
          <p:nvGrpSpPr>
            <p:cNvPr id="65" name="Agrupar 64">
              <a:extLst>
                <a:ext uri="{FF2B5EF4-FFF2-40B4-BE49-F238E27FC236}">
                  <a16:creationId xmlns:a16="http://schemas.microsoft.com/office/drawing/2014/main" id="{3FCAB255-2CBA-DE91-7761-95CF02D95D33}"/>
                </a:ext>
              </a:extLst>
            </p:cNvPr>
            <p:cNvGrpSpPr/>
            <p:nvPr/>
          </p:nvGrpSpPr>
          <p:grpSpPr>
            <a:xfrm>
              <a:off x="2520585" y="2889662"/>
              <a:ext cx="108012" cy="107290"/>
              <a:chOff x="2999656" y="3825766"/>
              <a:chExt cx="182880" cy="182880"/>
            </a:xfrm>
          </p:grpSpPr>
          <p:sp>
            <p:nvSpPr>
              <p:cNvPr id="67" name="Elipse 66">
                <a:extLst>
                  <a:ext uri="{FF2B5EF4-FFF2-40B4-BE49-F238E27FC236}">
                    <a16:creationId xmlns:a16="http://schemas.microsoft.com/office/drawing/2014/main" id="{05E59004-D7D4-347B-AB8C-B21BE4DD3485}"/>
                  </a:ext>
                </a:extLst>
              </p:cNvPr>
              <p:cNvSpPr/>
              <p:nvPr/>
            </p:nvSpPr>
            <p:spPr>
              <a:xfrm flipH="1" flipV="1">
                <a:off x="2999656" y="3825766"/>
                <a:ext cx="182880" cy="182880"/>
              </a:xfrm>
              <a:prstGeom prst="ellipse">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8" name="Elipse 67">
                <a:extLst>
                  <a:ext uri="{FF2B5EF4-FFF2-40B4-BE49-F238E27FC236}">
                    <a16:creationId xmlns:a16="http://schemas.microsoft.com/office/drawing/2014/main" id="{71F265C2-8540-8CE3-9E21-D95BF119043A}"/>
                  </a:ext>
                </a:extLst>
              </p:cNvPr>
              <p:cNvSpPr/>
              <p:nvPr/>
            </p:nvSpPr>
            <p:spPr>
              <a:xfrm flipH="1" flipV="1">
                <a:off x="3075614" y="3901620"/>
                <a:ext cx="30964" cy="31173"/>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mc:AlternateContent xmlns:mc="http://schemas.openxmlformats.org/markup-compatibility/2006">
          <mc:Choice xmlns:a14="http://schemas.microsoft.com/office/drawing/2010/main" Requires="a14">
            <p:sp>
              <p:nvSpPr>
                <p:cNvPr id="66" name="CaixaDeTexto 65">
                  <a:extLst>
                    <a:ext uri="{FF2B5EF4-FFF2-40B4-BE49-F238E27FC236}">
                      <a16:creationId xmlns:a16="http://schemas.microsoft.com/office/drawing/2014/main" id="{103A5FD8-1C86-1CCC-FA77-7168A55B09CC}"/>
                    </a:ext>
                  </a:extLst>
                </p:cNvPr>
                <p:cNvSpPr txBox="1"/>
                <p:nvPr/>
              </p:nvSpPr>
              <p:spPr>
                <a:xfrm>
                  <a:off x="2583511" y="2709335"/>
                  <a:ext cx="493790" cy="35394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pt-BR" sz="1400" b="0" i="1" smtClean="0">
                                <a:latin typeface="Cambria Math" panose="02040503050406030204" pitchFamily="18" charset="0"/>
                              </a:rPr>
                            </m:ctrlPr>
                          </m:sSubSupPr>
                          <m:e>
                            <m:r>
                              <a:rPr lang="pt-BR" sz="1400" b="0" i="1" smtClean="0">
                                <a:latin typeface="Cambria Math" panose="02040503050406030204" pitchFamily="18" charset="0"/>
                              </a:rPr>
                              <m:t>𝐽</m:t>
                            </m:r>
                          </m:e>
                          <m:sub>
                            <m:r>
                              <a:rPr lang="pt-BR" sz="1400" b="0" i="1" smtClean="0">
                                <a:latin typeface="Cambria Math" panose="02040503050406030204" pitchFamily="18" charset="0"/>
                              </a:rPr>
                              <m:t>𝑠</m:t>
                            </m:r>
                          </m:sub>
                          <m:sup>
                            <m:r>
                              <a:rPr lang="pt-BR" sz="1400" b="0" i="1" smtClean="0">
                                <a:latin typeface="Cambria Math" panose="02040503050406030204" pitchFamily="18" charset="0"/>
                              </a:rPr>
                              <m:t>(</m:t>
                            </m:r>
                            <m:r>
                              <a:rPr lang="en-US" sz="1400" b="0" i="1" smtClean="0">
                                <a:latin typeface="Cambria Math" panose="02040503050406030204" pitchFamily="18" charset="0"/>
                              </a:rPr>
                              <m:t>𝑞</m:t>
                            </m:r>
                            <m:r>
                              <a:rPr lang="pt-BR" sz="1400" b="0" i="1" smtClean="0">
                                <a:latin typeface="Cambria Math" panose="02040503050406030204" pitchFamily="18" charset="0"/>
                              </a:rPr>
                              <m:t>)</m:t>
                            </m:r>
                          </m:sup>
                        </m:sSubSup>
                      </m:oMath>
                    </m:oMathPara>
                  </a14:m>
                  <a:endParaRPr lang="pt-BR" sz="1400"/>
                </a:p>
              </p:txBody>
            </p:sp>
          </mc:Choice>
          <mc:Fallback>
            <p:sp>
              <p:nvSpPr>
                <p:cNvPr id="66" name="CaixaDeTexto 65">
                  <a:extLst>
                    <a:ext uri="{FF2B5EF4-FFF2-40B4-BE49-F238E27FC236}">
                      <a16:creationId xmlns:a16="http://schemas.microsoft.com/office/drawing/2014/main" id="{103A5FD8-1C86-1CCC-FA77-7168A55B09CC}"/>
                    </a:ext>
                  </a:extLst>
                </p:cNvPr>
                <p:cNvSpPr txBox="1">
                  <a:spLocks noRot="1" noChangeAspect="1" noMove="1" noResize="1" noEditPoints="1" noAdjustHandles="1" noChangeArrowheads="1" noChangeShapeType="1" noTextEdit="1"/>
                </p:cNvSpPr>
                <p:nvPr/>
              </p:nvSpPr>
              <p:spPr>
                <a:xfrm>
                  <a:off x="2583511" y="2709335"/>
                  <a:ext cx="493790" cy="353943"/>
                </a:xfrm>
                <a:prstGeom prst="rect">
                  <a:avLst/>
                </a:prstGeom>
                <a:blipFill>
                  <a:blip r:embed="rId13"/>
                  <a:stretch>
                    <a:fillRect b="-3448"/>
                  </a:stretch>
                </a:blipFill>
              </p:spPr>
              <p:txBody>
                <a:bodyPr/>
                <a:lstStyle/>
                <a:p>
                  <a:r>
                    <a:rPr lang="pt-BR">
                      <a:noFill/>
                    </a:rPr>
                    <a:t> </a:t>
                  </a:r>
                </a:p>
              </p:txBody>
            </p:sp>
          </mc:Fallback>
        </mc:AlternateContent>
      </p:grpSp>
      <mc:AlternateContent xmlns:mc="http://schemas.openxmlformats.org/markup-compatibility/2006">
        <mc:Choice xmlns:a14="http://schemas.microsoft.com/office/drawing/2010/main" Requires="a14">
          <p:sp>
            <p:nvSpPr>
              <p:cNvPr id="69" name="CaixaDeTexto 68">
                <a:extLst>
                  <a:ext uri="{FF2B5EF4-FFF2-40B4-BE49-F238E27FC236}">
                    <a16:creationId xmlns:a16="http://schemas.microsoft.com/office/drawing/2014/main" id="{FC60B356-1ADE-381F-211A-58EAAC72A0C0}"/>
                  </a:ext>
                </a:extLst>
              </p:cNvPr>
              <p:cNvSpPr txBox="1"/>
              <p:nvPr/>
            </p:nvSpPr>
            <p:spPr>
              <a:xfrm>
                <a:off x="6096000" y="1376772"/>
                <a:ext cx="5221288" cy="584775"/>
              </a:xfrm>
              <a:prstGeom prst="rect">
                <a:avLst/>
              </a:prstGeom>
              <a:noFill/>
            </p:spPr>
            <p:txBody>
              <a:bodyPr wrap="square">
                <a:spAutoFit/>
              </a:bodyPr>
              <a:lstStyle>
                <a:defPPr>
                  <a:defRPr lang="pt-BR"/>
                </a:defPPr>
                <a:lvl1pPr>
                  <a:defRPr sz="1600"/>
                </a:lvl1pPr>
              </a:lstStyle>
              <a:p>
                <a:r>
                  <a:rPr lang="en-US"/>
                  <a:t>At this point, we can relate vectors </a:t>
                </a:r>
                <a14:m>
                  <m:oMath xmlns:m="http://schemas.openxmlformats.org/officeDocument/2006/math">
                    <m:r>
                      <a:rPr lang="en-US" b="1" i="1" smtClean="0">
                        <a:latin typeface="Cambria Math" panose="02040503050406030204" pitchFamily="18" charset="0"/>
                      </a:rPr>
                      <m:t>𝑬</m:t>
                    </m:r>
                  </m:oMath>
                </a14:m>
                <a:r>
                  <a:rPr lang="en-US"/>
                  <a:t> and </a:t>
                </a:r>
                <a14:m>
                  <m:oMath xmlns:m="http://schemas.openxmlformats.org/officeDocument/2006/math">
                    <m:r>
                      <a:rPr lang="en-US" b="1" i="1" smtClean="0">
                        <a:latin typeface="Cambria Math" panose="02040503050406030204" pitchFamily="18" charset="0"/>
                      </a:rPr>
                      <m:t>𝑱</m:t>
                    </m:r>
                  </m:oMath>
                </a14:m>
                <a:r>
                  <a:rPr lang="en-US"/>
                  <a:t> by a global surface admittance operator, </a:t>
                </a:r>
                <a14:m>
                  <m:oMath xmlns:m="http://schemas.openxmlformats.org/officeDocument/2006/math">
                    <m:sSub>
                      <m:sSubPr>
                        <m:ctrlPr>
                          <a:rPr lang="pt-BR" b="1" i="1" smtClean="0">
                            <a:latin typeface="Cambria Math" panose="02040503050406030204" pitchFamily="18" charset="0"/>
                            <a:ea typeface="Cambria Math" panose="02040503050406030204" pitchFamily="18" charset="0"/>
                          </a:rPr>
                        </m:ctrlPr>
                      </m:sSubPr>
                      <m:e>
                        <m:r>
                          <a:rPr lang="en-US" b="1" i="1" smtClean="0">
                            <a:latin typeface="Cambria Math" panose="02040503050406030204" pitchFamily="18" charset="0"/>
                            <a:ea typeface="Cambria Math" panose="02040503050406030204" pitchFamily="18" charset="0"/>
                          </a:rPr>
                          <m:t>𝕐</m:t>
                        </m:r>
                      </m:e>
                      <m:sub>
                        <m:r>
                          <a:rPr lang="pt-BR" b="1" i="1" smtClean="0">
                            <a:latin typeface="Cambria Math" panose="02040503050406030204" pitchFamily="18" charset="0"/>
                            <a:ea typeface="Cambria Math" panose="02040503050406030204" pitchFamily="18" charset="0"/>
                          </a:rPr>
                          <m:t>𝒔</m:t>
                        </m:r>
                      </m:sub>
                    </m:sSub>
                  </m:oMath>
                </a14:m>
                <a:r>
                  <a:rPr lang="en-US"/>
                  <a:t>, as</a:t>
                </a:r>
                <a:endParaRPr lang="pt-BR"/>
              </a:p>
            </p:txBody>
          </p:sp>
        </mc:Choice>
        <mc:Fallback>
          <p:sp>
            <p:nvSpPr>
              <p:cNvPr id="69" name="CaixaDeTexto 68">
                <a:extLst>
                  <a:ext uri="{FF2B5EF4-FFF2-40B4-BE49-F238E27FC236}">
                    <a16:creationId xmlns:a16="http://schemas.microsoft.com/office/drawing/2014/main" id="{FC60B356-1ADE-381F-211A-58EAAC72A0C0}"/>
                  </a:ext>
                </a:extLst>
              </p:cNvPr>
              <p:cNvSpPr txBox="1">
                <a:spLocks noRot="1" noChangeAspect="1" noMove="1" noResize="1" noEditPoints="1" noAdjustHandles="1" noChangeArrowheads="1" noChangeShapeType="1" noTextEdit="1"/>
              </p:cNvSpPr>
              <p:nvPr/>
            </p:nvSpPr>
            <p:spPr>
              <a:xfrm>
                <a:off x="6096000" y="1376772"/>
                <a:ext cx="5221288" cy="584775"/>
              </a:xfrm>
              <a:prstGeom prst="rect">
                <a:avLst/>
              </a:prstGeom>
              <a:blipFill>
                <a:blip r:embed="rId14"/>
                <a:stretch>
                  <a:fillRect l="-583" t="-3125" b="-12500"/>
                </a:stretch>
              </a:blipFill>
            </p:spPr>
            <p:txBody>
              <a:bodyPr/>
              <a:lstStyle/>
              <a:p>
                <a:r>
                  <a:rPr lang="pt-BR">
                    <a:noFill/>
                  </a:rPr>
                  <a:t> </a:t>
                </a:r>
              </a:p>
            </p:txBody>
          </p:sp>
        </mc:Fallback>
      </mc:AlternateContent>
      <mc:AlternateContent xmlns:mc="http://schemas.openxmlformats.org/markup-compatibility/2006">
        <mc:Choice xmlns:a14="http://schemas.microsoft.com/office/drawing/2010/main" Requires="a14">
          <p:sp>
            <p:nvSpPr>
              <p:cNvPr id="3" name="CaixaDeTexto 2">
                <a:extLst>
                  <a:ext uri="{FF2B5EF4-FFF2-40B4-BE49-F238E27FC236}">
                    <a16:creationId xmlns:a16="http://schemas.microsoft.com/office/drawing/2014/main" id="{7B305DCE-2540-6FFB-DD07-5D1F64AD9DD5}"/>
                  </a:ext>
                </a:extLst>
              </p:cNvPr>
              <p:cNvSpPr txBox="1"/>
              <p:nvPr/>
            </p:nvSpPr>
            <p:spPr>
              <a:xfrm>
                <a:off x="8040216" y="2073830"/>
                <a:ext cx="1391637" cy="369332"/>
              </a:xfrm>
              <a:prstGeom prst="rect">
                <a:avLst/>
              </a:prstGeom>
              <a:noFill/>
            </p:spPr>
            <p:txBody>
              <a:bodyPr wrap="square">
                <a:spAutoFit/>
              </a:bodyPr>
              <a:lstStyle>
                <a:defPPr>
                  <a:defRPr lang="pt-BR"/>
                </a:defPPr>
                <a:lvl1pPr>
                  <a:defRPr sz="1600"/>
                </a:lvl1pPr>
              </a:lstStyle>
              <a:p>
                <a:pPr/>
                <a14:m>
                  <m:oMathPara xmlns:m="http://schemas.openxmlformats.org/officeDocument/2006/math">
                    <m:oMathParaPr>
                      <m:jc m:val="centerGroup"/>
                    </m:oMathParaPr>
                    <m:oMath xmlns:m="http://schemas.openxmlformats.org/officeDocument/2006/math">
                      <m:r>
                        <a:rPr lang="pt-BR" sz="1800" b="1" i="1" smtClean="0">
                          <a:latin typeface="Cambria Math" panose="02040503050406030204" pitchFamily="18" charset="0"/>
                        </a:rPr>
                        <m:t>𝑱</m:t>
                      </m:r>
                      <m:r>
                        <a:rPr lang="pt-BR" sz="1800" i="1">
                          <a:latin typeface="Cambria Math" panose="02040503050406030204" pitchFamily="18" charset="0"/>
                        </a:rPr>
                        <m:t>=</m:t>
                      </m:r>
                      <m:sSub>
                        <m:sSubPr>
                          <m:ctrlPr>
                            <a:rPr lang="pt-BR" sz="1800" b="1" i="1">
                              <a:latin typeface="Cambria Math" panose="02040503050406030204" pitchFamily="18" charset="0"/>
                              <a:ea typeface="Cambria Math" panose="02040503050406030204" pitchFamily="18" charset="0"/>
                            </a:rPr>
                          </m:ctrlPr>
                        </m:sSubPr>
                        <m:e>
                          <m:r>
                            <a:rPr lang="en-US" sz="1800" b="1" i="1">
                              <a:latin typeface="Cambria Math" panose="02040503050406030204" pitchFamily="18" charset="0"/>
                              <a:ea typeface="Cambria Math" panose="02040503050406030204" pitchFamily="18" charset="0"/>
                            </a:rPr>
                            <m:t>𝕐</m:t>
                          </m:r>
                        </m:e>
                        <m:sub>
                          <m:r>
                            <a:rPr lang="pt-BR" sz="1800" b="1" i="1">
                              <a:latin typeface="Cambria Math" panose="02040503050406030204" pitchFamily="18" charset="0"/>
                              <a:ea typeface="Cambria Math" panose="02040503050406030204" pitchFamily="18" charset="0"/>
                            </a:rPr>
                            <m:t>𝒔</m:t>
                          </m:r>
                        </m:sub>
                      </m:sSub>
                      <m:r>
                        <a:rPr lang="pt-BR" sz="1800" b="1" i="1" smtClean="0">
                          <a:latin typeface="Cambria Math" panose="02040503050406030204" pitchFamily="18" charset="0"/>
                          <a:ea typeface="Cambria Math" panose="02040503050406030204" pitchFamily="18" charset="0"/>
                        </a:rPr>
                        <m:t> </m:t>
                      </m:r>
                      <m:r>
                        <a:rPr lang="pt-BR" sz="1800" b="1" i="1" smtClean="0">
                          <a:latin typeface="Cambria Math" panose="02040503050406030204" pitchFamily="18" charset="0"/>
                          <a:ea typeface="Cambria Math" panose="02040503050406030204" pitchFamily="18" charset="0"/>
                        </a:rPr>
                        <m:t>𝑬</m:t>
                      </m:r>
                    </m:oMath>
                  </m:oMathPara>
                </a14:m>
                <a:endParaRPr lang="en-US" sz="1800" i="1"/>
              </a:p>
            </p:txBody>
          </p:sp>
        </mc:Choice>
        <mc:Fallback>
          <p:sp>
            <p:nvSpPr>
              <p:cNvPr id="3" name="CaixaDeTexto 2">
                <a:extLst>
                  <a:ext uri="{FF2B5EF4-FFF2-40B4-BE49-F238E27FC236}">
                    <a16:creationId xmlns:a16="http://schemas.microsoft.com/office/drawing/2014/main" id="{7B305DCE-2540-6FFB-DD07-5D1F64AD9DD5}"/>
                  </a:ext>
                </a:extLst>
              </p:cNvPr>
              <p:cNvSpPr txBox="1">
                <a:spLocks noRot="1" noChangeAspect="1" noMove="1" noResize="1" noEditPoints="1" noAdjustHandles="1" noChangeArrowheads="1" noChangeShapeType="1" noTextEdit="1"/>
              </p:cNvSpPr>
              <p:nvPr/>
            </p:nvSpPr>
            <p:spPr>
              <a:xfrm>
                <a:off x="8040216" y="2073830"/>
                <a:ext cx="1391637" cy="369332"/>
              </a:xfrm>
              <a:prstGeom prst="rect">
                <a:avLst/>
              </a:prstGeom>
              <a:blipFill>
                <a:blip r:embed="rId15"/>
                <a:stretch>
                  <a:fillRect b="-9836"/>
                </a:stretch>
              </a:blipFill>
            </p:spPr>
            <p:txBody>
              <a:bodyPr/>
              <a:lstStyle/>
              <a:p>
                <a:r>
                  <a:rPr lang="pt-BR">
                    <a:noFill/>
                  </a:rPr>
                  <a:t> </a:t>
                </a:r>
              </a:p>
            </p:txBody>
          </p:sp>
        </mc:Fallback>
      </mc:AlternateContent>
      <p:sp>
        <p:nvSpPr>
          <p:cNvPr id="5" name="Retângulo: Cantos Arredondados 4">
            <a:extLst>
              <a:ext uri="{FF2B5EF4-FFF2-40B4-BE49-F238E27FC236}">
                <a16:creationId xmlns:a16="http://schemas.microsoft.com/office/drawing/2014/main" id="{8063A2EC-67DF-16FC-04C9-17B22464C224}"/>
              </a:ext>
            </a:extLst>
          </p:cNvPr>
          <p:cNvSpPr/>
          <p:nvPr/>
        </p:nvSpPr>
        <p:spPr>
          <a:xfrm>
            <a:off x="8040216" y="2060848"/>
            <a:ext cx="1391637" cy="382314"/>
          </a:xfrm>
          <a:prstGeom prst="roundRect">
            <a:avLst/>
          </a:prstGeom>
          <a:noFill/>
          <a:ln w="19050">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pt-BR" sz="1600"/>
          </a:p>
        </p:txBody>
      </p:sp>
      <mc:AlternateContent xmlns:mc="http://schemas.openxmlformats.org/markup-compatibility/2006">
        <mc:Choice xmlns:a14="http://schemas.microsoft.com/office/drawing/2010/main" Requires="a14">
          <p:sp>
            <p:nvSpPr>
              <p:cNvPr id="7" name="CaixaDeTexto 6">
                <a:extLst>
                  <a:ext uri="{FF2B5EF4-FFF2-40B4-BE49-F238E27FC236}">
                    <a16:creationId xmlns:a16="http://schemas.microsoft.com/office/drawing/2014/main" id="{F0A6077C-E2D4-6983-8AF3-FF77E566AD4D}"/>
                  </a:ext>
                </a:extLst>
              </p:cNvPr>
              <p:cNvSpPr txBox="1"/>
              <p:nvPr/>
            </p:nvSpPr>
            <p:spPr>
              <a:xfrm>
                <a:off x="6129490" y="5424294"/>
                <a:ext cx="5475122" cy="902811"/>
              </a:xfrm>
              <a:prstGeom prst="rect">
                <a:avLst/>
              </a:prstGeom>
              <a:noFill/>
            </p:spPr>
            <p:txBody>
              <a:bodyPr wrap="square">
                <a:spAutoFit/>
              </a:bodyPr>
              <a:lstStyle>
                <a:defPPr>
                  <a:defRPr lang="pt-BR"/>
                </a:defPPr>
                <a:lvl1pPr>
                  <a:defRPr sz="1600"/>
                </a:lvl1pPr>
              </a:lstStyle>
              <a:p>
                <a:r>
                  <a:rPr lang="en-US"/>
                  <a:t>where </a:t>
                </a:r>
                <a14:m>
                  <m:oMath xmlns:m="http://schemas.openxmlformats.org/officeDocument/2006/math">
                    <m:sSub>
                      <m:sSubPr>
                        <m:ctrlPr>
                          <a:rPr lang="pt-BR" b="1" i="1" smtClean="0">
                            <a:latin typeface="Cambria Math" panose="02040503050406030204" pitchFamily="18" charset="0"/>
                            <a:ea typeface="Cambria Math" panose="02040503050406030204" pitchFamily="18" charset="0"/>
                          </a:rPr>
                        </m:ctrlPr>
                      </m:sSubPr>
                      <m:e>
                        <m:r>
                          <a:rPr lang="en-US" b="1" i="1" smtClean="0">
                            <a:latin typeface="Cambria Math" panose="02040503050406030204" pitchFamily="18" charset="0"/>
                            <a:ea typeface="Cambria Math" panose="02040503050406030204" pitchFamily="18" charset="0"/>
                          </a:rPr>
                          <m:t>𝕐</m:t>
                        </m:r>
                      </m:e>
                      <m:sub>
                        <m:r>
                          <a:rPr lang="pt-BR" b="1" i="1" smtClean="0">
                            <a:latin typeface="Cambria Math" panose="02040503050406030204" pitchFamily="18" charset="0"/>
                            <a:ea typeface="Cambria Math" panose="02040503050406030204" pitchFamily="18" charset="0"/>
                          </a:rPr>
                          <m:t>𝒔</m:t>
                        </m:r>
                      </m:sub>
                    </m:sSub>
                  </m:oMath>
                </a14:m>
                <a:r>
                  <a:rPr lang="en-US"/>
                  <a:t> is a block diagonal matrix; </a:t>
                </a:r>
                <a14:m>
                  <m:oMath xmlns:m="http://schemas.openxmlformats.org/officeDocument/2006/math">
                    <m:sSup>
                      <m:sSupPr>
                        <m:ctrlPr>
                          <a:rPr lang="pt-BR" b="0" i="1" smtClean="0">
                            <a:latin typeface="Cambria Math" panose="02040503050406030204" pitchFamily="18" charset="0"/>
                          </a:rPr>
                        </m:ctrlPr>
                      </m:sSupPr>
                      <m:e>
                        <m:r>
                          <a:rPr lang="en-US" b="1" i="1" smtClean="0">
                            <a:latin typeface="Cambria Math" panose="02040503050406030204" pitchFamily="18" charset="0"/>
                          </a:rPr>
                          <m:t>𝒀</m:t>
                        </m:r>
                      </m:e>
                      <m:sup>
                        <m:r>
                          <a:rPr lang="pt-BR" b="0" i="1" smtClean="0">
                            <a:latin typeface="Cambria Math" panose="02040503050406030204" pitchFamily="18" charset="0"/>
                          </a:rPr>
                          <m:t>(</m:t>
                        </m:r>
                        <m:r>
                          <a:rPr lang="pt-BR" b="0" i="1" smtClean="0">
                            <a:latin typeface="Cambria Math" panose="02040503050406030204" pitchFamily="18" charset="0"/>
                          </a:rPr>
                          <m:t>𝑝</m:t>
                        </m:r>
                        <m:r>
                          <a:rPr lang="pt-BR" b="0" i="1" smtClean="0">
                            <a:latin typeface="Cambria Math" panose="02040503050406030204" pitchFamily="18" charset="0"/>
                          </a:rPr>
                          <m:t>)</m:t>
                        </m:r>
                      </m:sup>
                    </m:sSup>
                  </m:oMath>
                </a14:m>
                <a:r>
                  <a:rPr lang="en-US"/>
                  <a:t> is the sub-matrix of the surface admittance operator of the solid conductor; and </a:t>
                </a:r>
                <a14:m>
                  <m:oMath xmlns:m="http://schemas.openxmlformats.org/officeDocument/2006/math">
                    <m:sSubSup>
                      <m:sSubSupPr>
                        <m:ctrlPr>
                          <a:rPr lang="pt-BR" b="1" i="1" smtClean="0">
                            <a:latin typeface="Cambria Math" panose="02040503050406030204" pitchFamily="18" charset="0"/>
                          </a:rPr>
                        </m:ctrlPr>
                      </m:sSubSupPr>
                      <m:e>
                        <m:r>
                          <a:rPr lang="en-US" b="1" i="1">
                            <a:latin typeface="Cambria Math" panose="02040503050406030204" pitchFamily="18" charset="0"/>
                          </a:rPr>
                          <m:t>𝒀</m:t>
                        </m:r>
                      </m:e>
                      <m:sub>
                        <m:r>
                          <a:rPr lang="pt-BR" b="0" i="1" smtClean="0">
                            <a:latin typeface="Cambria Math" panose="02040503050406030204" pitchFamily="18" charset="0"/>
                          </a:rPr>
                          <m:t>11</m:t>
                        </m:r>
                      </m:sub>
                      <m:sup>
                        <m:r>
                          <a:rPr lang="pt-BR" i="1">
                            <a:latin typeface="Cambria Math" panose="02040503050406030204" pitchFamily="18" charset="0"/>
                          </a:rPr>
                          <m:t>(</m:t>
                        </m:r>
                        <m:r>
                          <a:rPr lang="pt-BR" b="0" i="1" smtClean="0">
                            <a:latin typeface="Cambria Math" panose="02040503050406030204" pitchFamily="18" charset="0"/>
                          </a:rPr>
                          <m:t>𝑝</m:t>
                        </m:r>
                        <m:r>
                          <a:rPr lang="pt-BR" i="1">
                            <a:latin typeface="Cambria Math" panose="02040503050406030204" pitchFamily="18" charset="0"/>
                          </a:rPr>
                          <m:t>)</m:t>
                        </m:r>
                      </m:sup>
                    </m:sSubSup>
                  </m:oMath>
                </a14:m>
                <a:r>
                  <a:rPr lang="en-US"/>
                  <a:t>, </a:t>
                </a:r>
                <a14:m>
                  <m:oMath xmlns:m="http://schemas.openxmlformats.org/officeDocument/2006/math">
                    <m:sSubSup>
                      <m:sSubSupPr>
                        <m:ctrlPr>
                          <a:rPr lang="pt-BR" b="1" i="1">
                            <a:latin typeface="Cambria Math" panose="02040503050406030204" pitchFamily="18" charset="0"/>
                          </a:rPr>
                        </m:ctrlPr>
                      </m:sSubSupPr>
                      <m:e>
                        <m:r>
                          <a:rPr lang="en-US" b="1" i="1">
                            <a:latin typeface="Cambria Math" panose="02040503050406030204" pitchFamily="18" charset="0"/>
                          </a:rPr>
                          <m:t>𝒀</m:t>
                        </m:r>
                      </m:e>
                      <m:sub>
                        <m:r>
                          <a:rPr lang="pt-BR" i="1">
                            <a:latin typeface="Cambria Math" panose="02040503050406030204" pitchFamily="18" charset="0"/>
                          </a:rPr>
                          <m:t>1</m:t>
                        </m:r>
                        <m:r>
                          <a:rPr lang="pt-BR" b="0" i="1" smtClean="0">
                            <a:latin typeface="Cambria Math" panose="02040503050406030204" pitchFamily="18" charset="0"/>
                          </a:rPr>
                          <m:t>2</m:t>
                        </m:r>
                      </m:sub>
                      <m:sup>
                        <m:r>
                          <a:rPr lang="pt-BR" i="1">
                            <a:latin typeface="Cambria Math" panose="02040503050406030204" pitchFamily="18" charset="0"/>
                          </a:rPr>
                          <m:t>(</m:t>
                        </m:r>
                        <m:r>
                          <a:rPr lang="pt-BR" b="0" i="1" smtClean="0">
                            <a:latin typeface="Cambria Math" panose="02040503050406030204" pitchFamily="18" charset="0"/>
                          </a:rPr>
                          <m:t>𝑝</m:t>
                        </m:r>
                        <m:r>
                          <a:rPr lang="pt-BR" i="1">
                            <a:latin typeface="Cambria Math" panose="02040503050406030204" pitchFamily="18" charset="0"/>
                          </a:rPr>
                          <m:t>)</m:t>
                        </m:r>
                      </m:sup>
                    </m:sSubSup>
                  </m:oMath>
                </a14:m>
                <a:r>
                  <a:rPr lang="en-US"/>
                  <a:t>,</a:t>
                </a:r>
                <a:r>
                  <a:rPr lang="pt-BR" b="1"/>
                  <a:t> </a:t>
                </a:r>
                <a14:m>
                  <m:oMath xmlns:m="http://schemas.openxmlformats.org/officeDocument/2006/math">
                    <m:sSubSup>
                      <m:sSubSupPr>
                        <m:ctrlPr>
                          <a:rPr lang="pt-BR" b="1" i="1">
                            <a:latin typeface="Cambria Math" panose="02040503050406030204" pitchFamily="18" charset="0"/>
                          </a:rPr>
                        </m:ctrlPr>
                      </m:sSubSupPr>
                      <m:e>
                        <m:r>
                          <a:rPr lang="en-US" b="1" i="1">
                            <a:latin typeface="Cambria Math" panose="02040503050406030204" pitchFamily="18" charset="0"/>
                          </a:rPr>
                          <m:t>𝒀</m:t>
                        </m:r>
                      </m:e>
                      <m:sub>
                        <m:r>
                          <a:rPr lang="pt-BR" b="0" i="1" smtClean="0">
                            <a:latin typeface="Cambria Math" panose="02040503050406030204" pitchFamily="18" charset="0"/>
                          </a:rPr>
                          <m:t>2</m:t>
                        </m:r>
                        <m:r>
                          <a:rPr lang="pt-BR" i="1">
                            <a:latin typeface="Cambria Math" panose="02040503050406030204" pitchFamily="18" charset="0"/>
                          </a:rPr>
                          <m:t>1</m:t>
                        </m:r>
                      </m:sub>
                      <m:sup>
                        <m:r>
                          <a:rPr lang="pt-BR" i="1">
                            <a:latin typeface="Cambria Math" panose="02040503050406030204" pitchFamily="18" charset="0"/>
                          </a:rPr>
                          <m:t>(</m:t>
                        </m:r>
                        <m:r>
                          <a:rPr lang="pt-BR" b="0" i="1" smtClean="0">
                            <a:latin typeface="Cambria Math" panose="02040503050406030204" pitchFamily="18" charset="0"/>
                          </a:rPr>
                          <m:t>𝑝</m:t>
                        </m:r>
                        <m:r>
                          <a:rPr lang="pt-BR" i="1">
                            <a:latin typeface="Cambria Math" panose="02040503050406030204" pitchFamily="18" charset="0"/>
                          </a:rPr>
                          <m:t>)</m:t>
                        </m:r>
                      </m:sup>
                    </m:sSubSup>
                  </m:oMath>
                </a14:m>
                <a:r>
                  <a:rPr lang="en-US"/>
                  <a:t> e </a:t>
                </a:r>
                <a14:m>
                  <m:oMath xmlns:m="http://schemas.openxmlformats.org/officeDocument/2006/math">
                    <m:sSubSup>
                      <m:sSubSupPr>
                        <m:ctrlPr>
                          <a:rPr lang="pt-BR" b="1" i="1">
                            <a:latin typeface="Cambria Math" panose="02040503050406030204" pitchFamily="18" charset="0"/>
                          </a:rPr>
                        </m:ctrlPr>
                      </m:sSubSupPr>
                      <m:e>
                        <m:r>
                          <a:rPr lang="en-US" b="1" i="1">
                            <a:latin typeface="Cambria Math" panose="02040503050406030204" pitchFamily="18" charset="0"/>
                          </a:rPr>
                          <m:t>𝒀</m:t>
                        </m:r>
                      </m:e>
                      <m:sub>
                        <m:r>
                          <a:rPr lang="pt-BR" b="0" i="1" smtClean="0">
                            <a:latin typeface="Cambria Math" panose="02040503050406030204" pitchFamily="18" charset="0"/>
                          </a:rPr>
                          <m:t>22</m:t>
                        </m:r>
                      </m:sub>
                      <m:sup>
                        <m:r>
                          <a:rPr lang="pt-BR" i="1">
                            <a:latin typeface="Cambria Math" panose="02040503050406030204" pitchFamily="18" charset="0"/>
                          </a:rPr>
                          <m:t>(</m:t>
                        </m:r>
                        <m:r>
                          <a:rPr lang="pt-BR" b="0" i="1" smtClean="0">
                            <a:latin typeface="Cambria Math" panose="02040503050406030204" pitchFamily="18" charset="0"/>
                          </a:rPr>
                          <m:t>𝑝</m:t>
                        </m:r>
                        <m:r>
                          <a:rPr lang="pt-BR" i="1">
                            <a:latin typeface="Cambria Math" panose="02040503050406030204" pitchFamily="18" charset="0"/>
                          </a:rPr>
                          <m:t>)</m:t>
                        </m:r>
                      </m:sup>
                    </m:sSubSup>
                  </m:oMath>
                </a14:m>
                <a:r>
                  <a:rPr lang="pt-BR"/>
                  <a:t> </a:t>
                </a:r>
                <a:r>
                  <a:rPr lang="en-US"/>
                  <a:t>are those of the hollow conductor.</a:t>
                </a:r>
                <a:endParaRPr lang="pt-BR"/>
              </a:p>
            </p:txBody>
          </p:sp>
        </mc:Choice>
        <mc:Fallback>
          <p:sp>
            <p:nvSpPr>
              <p:cNvPr id="7" name="CaixaDeTexto 6">
                <a:extLst>
                  <a:ext uri="{FF2B5EF4-FFF2-40B4-BE49-F238E27FC236}">
                    <a16:creationId xmlns:a16="http://schemas.microsoft.com/office/drawing/2014/main" id="{F0A6077C-E2D4-6983-8AF3-FF77E566AD4D}"/>
                  </a:ext>
                </a:extLst>
              </p:cNvPr>
              <p:cNvSpPr txBox="1">
                <a:spLocks noRot="1" noChangeAspect="1" noMove="1" noResize="1" noEditPoints="1" noAdjustHandles="1" noChangeArrowheads="1" noChangeShapeType="1" noTextEdit="1"/>
              </p:cNvSpPr>
              <p:nvPr/>
            </p:nvSpPr>
            <p:spPr>
              <a:xfrm>
                <a:off x="6129490" y="5424294"/>
                <a:ext cx="5475122" cy="902811"/>
              </a:xfrm>
              <a:prstGeom prst="rect">
                <a:avLst/>
              </a:prstGeom>
              <a:blipFill>
                <a:blip r:embed="rId16"/>
                <a:stretch>
                  <a:fillRect l="-556" t="-676" r="-111" b="-7432"/>
                </a:stretch>
              </a:blipFill>
            </p:spPr>
            <p:txBody>
              <a:bodyPr/>
              <a:lstStyle/>
              <a:p>
                <a:r>
                  <a:rPr lang="pt-BR">
                    <a:noFill/>
                  </a:rPr>
                  <a:t> </a:t>
                </a:r>
              </a:p>
            </p:txBody>
          </p:sp>
        </mc:Fallback>
      </mc:AlternateContent>
      <mc:AlternateContent xmlns:mc="http://schemas.openxmlformats.org/markup-compatibility/2006">
        <mc:Choice xmlns:a14="http://schemas.microsoft.com/office/drawing/2010/main" Requires="a14">
          <p:sp>
            <p:nvSpPr>
              <p:cNvPr id="11" name="CaixaDeTexto 10">
                <a:extLst>
                  <a:ext uri="{FF2B5EF4-FFF2-40B4-BE49-F238E27FC236}">
                    <a16:creationId xmlns:a16="http://schemas.microsoft.com/office/drawing/2014/main" id="{5D62F853-91CD-03F9-8832-E48B9134B710}"/>
                  </a:ext>
                </a:extLst>
              </p:cNvPr>
              <p:cNvSpPr txBox="1"/>
              <p:nvPr/>
            </p:nvSpPr>
            <p:spPr>
              <a:xfrm>
                <a:off x="6088943" y="2384884"/>
                <a:ext cx="87862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pt-BR" sz="1800" b="1" i="1" smtClean="0">
                              <a:latin typeface="Cambria Math" panose="02040503050406030204" pitchFamily="18" charset="0"/>
                              <a:ea typeface="Cambria Math" panose="02040503050406030204" pitchFamily="18" charset="0"/>
                            </a:rPr>
                          </m:ctrlPr>
                        </m:sSubPr>
                        <m:e>
                          <m:r>
                            <a:rPr lang="en-US" sz="1800" b="1" i="1">
                              <a:latin typeface="Cambria Math" panose="02040503050406030204" pitchFamily="18" charset="0"/>
                              <a:ea typeface="Cambria Math" panose="02040503050406030204" pitchFamily="18" charset="0"/>
                            </a:rPr>
                            <m:t>𝕐</m:t>
                          </m:r>
                        </m:e>
                        <m:sub>
                          <m:r>
                            <a:rPr lang="pt-BR" sz="1800" b="1" i="1">
                              <a:latin typeface="Cambria Math" panose="02040503050406030204" pitchFamily="18" charset="0"/>
                              <a:ea typeface="Cambria Math" panose="02040503050406030204" pitchFamily="18" charset="0"/>
                            </a:rPr>
                            <m:t>𝒔</m:t>
                          </m:r>
                        </m:sub>
                      </m:sSub>
                      <m:r>
                        <a:rPr lang="pt-BR" sz="1800" b="1" i="1" smtClean="0">
                          <a:latin typeface="Cambria Math" panose="02040503050406030204" pitchFamily="18" charset="0"/>
                          <a:ea typeface="Cambria Math" panose="02040503050406030204" pitchFamily="18" charset="0"/>
                        </a:rPr>
                        <m:t>=</m:t>
                      </m:r>
                      <m:r>
                        <a:rPr lang="pt-BR" sz="1800" b="1" i="1" smtClean="0">
                          <a:latin typeface="Cambria Math" panose="02040503050406030204" pitchFamily="18" charset="0"/>
                          <a:ea typeface="Cambria Math" panose="02040503050406030204" pitchFamily="18" charset="0"/>
                        </a:rPr>
                        <m:t> </m:t>
                      </m:r>
                    </m:oMath>
                  </m:oMathPara>
                </a14:m>
                <a:endParaRPr lang="pt-BR"/>
              </a:p>
            </p:txBody>
          </p:sp>
        </mc:Choice>
        <mc:Fallback>
          <p:sp>
            <p:nvSpPr>
              <p:cNvPr id="11" name="CaixaDeTexto 10">
                <a:extLst>
                  <a:ext uri="{FF2B5EF4-FFF2-40B4-BE49-F238E27FC236}">
                    <a16:creationId xmlns:a16="http://schemas.microsoft.com/office/drawing/2014/main" id="{5D62F853-91CD-03F9-8832-E48B9134B710}"/>
                  </a:ext>
                </a:extLst>
              </p:cNvPr>
              <p:cNvSpPr txBox="1">
                <a:spLocks noRot="1" noChangeAspect="1" noMove="1" noResize="1" noEditPoints="1" noAdjustHandles="1" noChangeArrowheads="1" noChangeShapeType="1" noTextEdit="1"/>
              </p:cNvSpPr>
              <p:nvPr/>
            </p:nvSpPr>
            <p:spPr>
              <a:xfrm>
                <a:off x="6088943" y="2384884"/>
                <a:ext cx="878624" cy="369332"/>
              </a:xfrm>
              <a:prstGeom prst="rect">
                <a:avLst/>
              </a:prstGeom>
              <a:blipFill>
                <a:blip r:embed="rId17"/>
                <a:stretch>
                  <a:fillRect/>
                </a:stretch>
              </a:blipFill>
            </p:spPr>
            <p:txBody>
              <a:bodyPr/>
              <a:lstStyle/>
              <a:p>
                <a:r>
                  <a:rPr lang="pt-BR">
                    <a:noFill/>
                  </a:rPr>
                  <a:t> </a:t>
                </a:r>
              </a:p>
            </p:txBody>
          </p:sp>
        </mc:Fallback>
      </mc:AlternateContent>
      <p:pic>
        <p:nvPicPr>
          <p:cNvPr id="18" name="Gráfico 17">
            <a:extLst>
              <a:ext uri="{FF2B5EF4-FFF2-40B4-BE49-F238E27FC236}">
                <a16:creationId xmlns:a16="http://schemas.microsoft.com/office/drawing/2014/main" id="{D71D12F1-159A-B1FC-AB79-D11B7B21EE77}"/>
              </a:ext>
            </a:extLst>
          </p:cNvPr>
          <p:cNvPicPr>
            <a:picLocks noChangeAspect="1"/>
          </p:cNvPicPr>
          <p:nvPr/>
        </p:nvPicPr>
        <p:blipFill rotWithShape="1">
          <a:blip r:embed="rId18">
            <a:extLst>
              <a:ext uri="{96DAC541-7B7A-43D3-8B79-37D633B846F1}">
                <asvg:svgBlip xmlns:asvg="http://schemas.microsoft.com/office/drawing/2016/SVG/main" r:embed="rId19"/>
              </a:ext>
            </a:extLst>
          </a:blip>
          <a:srcRect l="2053" t="2172" r="1726" b="10369"/>
          <a:stretch/>
        </p:blipFill>
        <p:spPr>
          <a:xfrm>
            <a:off x="6125942" y="2784167"/>
            <a:ext cx="5181608" cy="2481037"/>
          </a:xfrm>
          <a:prstGeom prst="rect">
            <a:avLst/>
          </a:prstGeom>
        </p:spPr>
      </p:pic>
      <mc:AlternateContent xmlns:mc="http://schemas.openxmlformats.org/markup-compatibility/2006">
        <mc:Choice xmlns:a14="http://schemas.microsoft.com/office/drawing/2010/main" Requires="a14">
          <p:sp>
            <p:nvSpPr>
              <p:cNvPr id="19" name="CaixaDeTexto 18">
                <a:extLst>
                  <a:ext uri="{FF2B5EF4-FFF2-40B4-BE49-F238E27FC236}">
                    <a16:creationId xmlns:a16="http://schemas.microsoft.com/office/drawing/2014/main" id="{539B2072-3B39-0823-247A-9D5C70C2ED12}"/>
                  </a:ext>
                </a:extLst>
              </p:cNvPr>
              <p:cNvSpPr txBox="1"/>
              <p:nvPr/>
            </p:nvSpPr>
            <p:spPr>
              <a:xfrm>
                <a:off x="1248029" y="4488134"/>
                <a:ext cx="1103556" cy="523220"/>
              </a:xfrm>
              <a:prstGeom prst="rect">
                <a:avLst/>
              </a:prstGeom>
              <a:noFill/>
            </p:spPr>
            <p:txBody>
              <a:bodyPr wrap="square" rtlCol="0">
                <a:spAutoFit/>
              </a:bodyPr>
              <a:lstStyle/>
              <a:p>
                <a:pPr algn="ctr"/>
                <a14:m>
                  <m:oMath xmlns:m="http://schemas.openxmlformats.org/officeDocument/2006/math">
                    <m:sSub>
                      <m:sSubPr>
                        <m:ctrlPr>
                          <a:rPr lang="pt-BR" sz="1400" i="1" smtClean="0">
                            <a:solidFill>
                              <a:srgbClr val="00B050"/>
                            </a:solidFill>
                            <a:latin typeface="Cambria Math" panose="02040503050406030204" pitchFamily="18" charset="0"/>
                          </a:rPr>
                        </m:ctrlPr>
                      </m:sSubPr>
                      <m:e>
                        <m:r>
                          <a:rPr lang="pt-BR" sz="1400" b="0" i="1" smtClean="0">
                            <a:solidFill>
                              <a:srgbClr val="00B050"/>
                            </a:solidFill>
                            <a:latin typeface="Cambria Math" panose="02040503050406030204" pitchFamily="18" charset="0"/>
                          </a:rPr>
                          <m:t>𝑚</m:t>
                        </m:r>
                      </m:e>
                      <m:sub>
                        <m:r>
                          <a:rPr lang="pt-BR" sz="1400" b="0" i="1" smtClean="0">
                            <a:solidFill>
                              <a:srgbClr val="00B050"/>
                            </a:solidFill>
                            <a:latin typeface="Cambria Math" panose="02040503050406030204" pitchFamily="18" charset="0"/>
                          </a:rPr>
                          <m:t>1</m:t>
                        </m:r>
                      </m:sub>
                    </m:sSub>
                  </m:oMath>
                </a14:m>
                <a:r>
                  <a:rPr lang="pt-BR" sz="1400"/>
                  <a:t> solid conductors</a:t>
                </a:r>
              </a:p>
            </p:txBody>
          </p:sp>
        </mc:Choice>
        <mc:Fallback>
          <p:sp>
            <p:nvSpPr>
              <p:cNvPr id="19" name="CaixaDeTexto 18">
                <a:extLst>
                  <a:ext uri="{FF2B5EF4-FFF2-40B4-BE49-F238E27FC236}">
                    <a16:creationId xmlns:a16="http://schemas.microsoft.com/office/drawing/2014/main" id="{539B2072-3B39-0823-247A-9D5C70C2ED12}"/>
                  </a:ext>
                </a:extLst>
              </p:cNvPr>
              <p:cNvSpPr txBox="1">
                <a:spLocks noRot="1" noChangeAspect="1" noMove="1" noResize="1" noEditPoints="1" noAdjustHandles="1" noChangeArrowheads="1" noChangeShapeType="1" noTextEdit="1"/>
              </p:cNvSpPr>
              <p:nvPr/>
            </p:nvSpPr>
            <p:spPr>
              <a:xfrm>
                <a:off x="1248029" y="4488134"/>
                <a:ext cx="1103556" cy="523220"/>
              </a:xfrm>
              <a:prstGeom prst="rect">
                <a:avLst/>
              </a:prstGeom>
              <a:blipFill>
                <a:blip r:embed="rId20"/>
                <a:stretch>
                  <a:fillRect t="-2326" b="-11628"/>
                </a:stretch>
              </a:blipFill>
            </p:spPr>
            <p:txBody>
              <a:bodyPr/>
              <a:lstStyle/>
              <a:p>
                <a:r>
                  <a:rPr lang="pt-BR">
                    <a:noFill/>
                  </a:rPr>
                  <a:t> </a:t>
                </a:r>
              </a:p>
            </p:txBody>
          </p:sp>
        </mc:Fallback>
      </mc:AlternateContent>
      <mc:AlternateContent xmlns:mc="http://schemas.openxmlformats.org/markup-compatibility/2006">
        <mc:Choice xmlns:a14="http://schemas.microsoft.com/office/drawing/2010/main" Requires="a14">
          <p:sp>
            <p:nvSpPr>
              <p:cNvPr id="20" name="CaixaDeTexto 19">
                <a:extLst>
                  <a:ext uri="{FF2B5EF4-FFF2-40B4-BE49-F238E27FC236}">
                    <a16:creationId xmlns:a16="http://schemas.microsoft.com/office/drawing/2014/main" id="{B9AD4F47-8CB5-19A3-6B32-40BC37FCC7A4}"/>
                  </a:ext>
                </a:extLst>
              </p:cNvPr>
              <p:cNvSpPr txBox="1"/>
              <p:nvPr/>
            </p:nvSpPr>
            <p:spPr>
              <a:xfrm>
                <a:off x="3768308" y="4488134"/>
                <a:ext cx="1103556" cy="523220"/>
              </a:xfrm>
              <a:prstGeom prst="rect">
                <a:avLst/>
              </a:prstGeom>
              <a:noFill/>
            </p:spPr>
            <p:txBody>
              <a:bodyPr wrap="square" rtlCol="0">
                <a:spAutoFit/>
              </a:bodyPr>
              <a:lstStyle/>
              <a:p>
                <a:pPr algn="ctr"/>
                <a14:m>
                  <m:oMath xmlns:m="http://schemas.openxmlformats.org/officeDocument/2006/math">
                    <m:sSub>
                      <m:sSubPr>
                        <m:ctrlPr>
                          <a:rPr lang="pt-BR" sz="1400" i="1" smtClean="0">
                            <a:solidFill>
                              <a:schemeClr val="tx2"/>
                            </a:solidFill>
                            <a:latin typeface="Cambria Math" panose="02040503050406030204" pitchFamily="18" charset="0"/>
                          </a:rPr>
                        </m:ctrlPr>
                      </m:sSubPr>
                      <m:e>
                        <m:r>
                          <a:rPr lang="pt-BR" sz="1400" b="0" i="1" smtClean="0">
                            <a:solidFill>
                              <a:schemeClr val="tx2"/>
                            </a:solidFill>
                            <a:latin typeface="Cambria Math" panose="02040503050406030204" pitchFamily="18" charset="0"/>
                          </a:rPr>
                          <m:t>𝑚</m:t>
                        </m:r>
                      </m:e>
                      <m:sub>
                        <m:r>
                          <a:rPr lang="pt-BR" sz="1400" b="0" i="1" smtClean="0">
                            <a:solidFill>
                              <a:schemeClr val="tx2"/>
                            </a:solidFill>
                            <a:latin typeface="Cambria Math" panose="02040503050406030204" pitchFamily="18" charset="0"/>
                          </a:rPr>
                          <m:t>2</m:t>
                        </m:r>
                      </m:sub>
                    </m:sSub>
                  </m:oMath>
                </a14:m>
                <a:r>
                  <a:rPr lang="pt-BR" sz="1400">
                    <a:solidFill>
                      <a:schemeClr val="tx2"/>
                    </a:solidFill>
                  </a:rPr>
                  <a:t> </a:t>
                </a:r>
                <a:r>
                  <a:rPr lang="pt-BR" sz="1400"/>
                  <a:t>hollow conductors</a:t>
                </a:r>
              </a:p>
            </p:txBody>
          </p:sp>
        </mc:Choice>
        <mc:Fallback>
          <p:sp>
            <p:nvSpPr>
              <p:cNvPr id="20" name="CaixaDeTexto 19">
                <a:extLst>
                  <a:ext uri="{FF2B5EF4-FFF2-40B4-BE49-F238E27FC236}">
                    <a16:creationId xmlns:a16="http://schemas.microsoft.com/office/drawing/2014/main" id="{B9AD4F47-8CB5-19A3-6B32-40BC37FCC7A4}"/>
                  </a:ext>
                </a:extLst>
              </p:cNvPr>
              <p:cNvSpPr txBox="1">
                <a:spLocks noRot="1" noChangeAspect="1" noMove="1" noResize="1" noEditPoints="1" noAdjustHandles="1" noChangeArrowheads="1" noChangeShapeType="1" noTextEdit="1"/>
              </p:cNvSpPr>
              <p:nvPr/>
            </p:nvSpPr>
            <p:spPr>
              <a:xfrm>
                <a:off x="3768308" y="4488134"/>
                <a:ext cx="1103556" cy="523220"/>
              </a:xfrm>
              <a:prstGeom prst="rect">
                <a:avLst/>
              </a:prstGeom>
              <a:blipFill>
                <a:blip r:embed="rId21"/>
                <a:stretch>
                  <a:fillRect t="-2326" b="-11628"/>
                </a:stretch>
              </a:blipFill>
            </p:spPr>
            <p:txBody>
              <a:bodyPr/>
              <a:lstStyle/>
              <a:p>
                <a:r>
                  <a:rPr lang="pt-BR">
                    <a:noFill/>
                  </a:rPr>
                  <a:t> </a:t>
                </a:r>
              </a:p>
            </p:txBody>
          </p:sp>
        </mc:Fallback>
      </mc:AlternateContent>
      <p:sp>
        <p:nvSpPr>
          <p:cNvPr id="21" name="Retângulo: Cantos Arredondados 20">
            <a:extLst>
              <a:ext uri="{FF2B5EF4-FFF2-40B4-BE49-F238E27FC236}">
                <a16:creationId xmlns:a16="http://schemas.microsoft.com/office/drawing/2014/main" id="{17E1618A-749C-EA94-05BE-DD3DF72928BB}"/>
              </a:ext>
            </a:extLst>
          </p:cNvPr>
          <p:cNvSpPr/>
          <p:nvPr/>
        </p:nvSpPr>
        <p:spPr>
          <a:xfrm>
            <a:off x="6235131" y="2839260"/>
            <a:ext cx="1404156" cy="769478"/>
          </a:xfrm>
          <a:prstGeom prst="roundRect">
            <a:avLst>
              <a:gd name="adj" fmla="val 9934"/>
            </a:avLst>
          </a:prstGeom>
          <a:noFill/>
          <a:ln w="12700">
            <a:solidFill>
              <a:srgbClr val="00B05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2" name="Retângulo: Cantos Arredondados 21">
            <a:extLst>
              <a:ext uri="{FF2B5EF4-FFF2-40B4-BE49-F238E27FC236}">
                <a16:creationId xmlns:a16="http://schemas.microsoft.com/office/drawing/2014/main" id="{306180F9-5365-457C-1C00-53DC7C021842}"/>
              </a:ext>
            </a:extLst>
          </p:cNvPr>
          <p:cNvSpPr/>
          <p:nvPr/>
        </p:nvSpPr>
        <p:spPr>
          <a:xfrm>
            <a:off x="7639287" y="3565399"/>
            <a:ext cx="3456384" cy="1656184"/>
          </a:xfrm>
          <a:prstGeom prst="roundRect">
            <a:avLst>
              <a:gd name="adj" fmla="val 6686"/>
            </a:avLst>
          </a:prstGeom>
          <a:noFill/>
          <a:ln w="12700">
            <a:solidFill>
              <a:srgbClr val="0070C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mc:Choice xmlns:a14="http://schemas.microsoft.com/office/drawing/2010/main" Requires="a14">
          <p:sp>
            <p:nvSpPr>
              <p:cNvPr id="28" name="CaixaDeTexto 27">
                <a:extLst>
                  <a:ext uri="{FF2B5EF4-FFF2-40B4-BE49-F238E27FC236}">
                    <a16:creationId xmlns:a16="http://schemas.microsoft.com/office/drawing/2014/main" id="{A15C927B-3422-F1A0-EEB8-DBA02555C9B5}"/>
                  </a:ext>
                </a:extLst>
              </p:cNvPr>
              <p:cNvSpPr txBox="1"/>
              <p:nvPr/>
            </p:nvSpPr>
            <p:spPr>
              <a:xfrm>
                <a:off x="1121265" y="5628099"/>
                <a:ext cx="1709141"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pt-BR" sz="1600" i="1" smtClean="0">
                              <a:latin typeface="Cambria Math" panose="02040503050406030204" pitchFamily="18" charset="0"/>
                            </a:rPr>
                          </m:ctrlPr>
                        </m:sSubPr>
                        <m:e>
                          <m:r>
                            <a:rPr lang="en-US" sz="1600">
                              <a:latin typeface="Cambria Math" panose="02040503050406030204" pitchFamily="18" charset="0"/>
                            </a:rPr>
                            <m:t>𝑚</m:t>
                          </m:r>
                        </m:e>
                        <m:sub>
                          <m:r>
                            <a:rPr lang="en-US" sz="1600">
                              <a:latin typeface="Cambria Math" panose="02040503050406030204" pitchFamily="18" charset="0"/>
                            </a:rPr>
                            <m:t>𝑐</m:t>
                          </m:r>
                        </m:sub>
                      </m:sSub>
                      <m:r>
                        <a:rPr lang="en-US" sz="1600">
                          <a:latin typeface="Cambria Math" panose="02040503050406030204" pitchFamily="18" charset="0"/>
                        </a:rPr>
                        <m:t> = </m:t>
                      </m:r>
                      <m:sSub>
                        <m:sSubPr>
                          <m:ctrlPr>
                            <a:rPr lang="pt-BR" sz="1600" i="1" smtClean="0">
                              <a:latin typeface="Cambria Math" panose="02040503050406030204" pitchFamily="18" charset="0"/>
                            </a:rPr>
                          </m:ctrlPr>
                        </m:sSubPr>
                        <m:e>
                          <m:r>
                            <a:rPr lang="en-US" sz="1600">
                              <a:latin typeface="Cambria Math" panose="02040503050406030204" pitchFamily="18" charset="0"/>
                            </a:rPr>
                            <m:t>𝑚</m:t>
                          </m:r>
                        </m:e>
                        <m:sub>
                          <m:r>
                            <a:rPr lang="en-US" sz="1600">
                              <a:latin typeface="Cambria Math" panose="02040503050406030204" pitchFamily="18" charset="0"/>
                            </a:rPr>
                            <m:t>1</m:t>
                          </m:r>
                        </m:sub>
                      </m:sSub>
                      <m:r>
                        <a:rPr lang="en-US" sz="1600">
                          <a:latin typeface="Cambria Math" panose="02040503050406030204" pitchFamily="18" charset="0"/>
                        </a:rPr>
                        <m:t> + </m:t>
                      </m:r>
                      <m:sSub>
                        <m:sSubPr>
                          <m:ctrlPr>
                            <a:rPr lang="pt-BR" sz="1600" i="1" smtClean="0">
                              <a:latin typeface="Cambria Math" panose="02040503050406030204" pitchFamily="18" charset="0"/>
                            </a:rPr>
                          </m:ctrlPr>
                        </m:sSubPr>
                        <m:e>
                          <m:r>
                            <a:rPr lang="en-US" sz="1600">
                              <a:latin typeface="Cambria Math" panose="02040503050406030204" pitchFamily="18" charset="0"/>
                            </a:rPr>
                            <m:t>𝑚</m:t>
                          </m:r>
                        </m:e>
                        <m:sub>
                          <m:r>
                            <a:rPr lang="en-US" sz="1600">
                              <a:latin typeface="Cambria Math" panose="02040503050406030204" pitchFamily="18" charset="0"/>
                            </a:rPr>
                            <m:t>2</m:t>
                          </m:r>
                        </m:sub>
                      </m:sSub>
                    </m:oMath>
                  </m:oMathPara>
                </a14:m>
                <a:endParaRPr lang="pt-BR" sz="1600"/>
              </a:p>
            </p:txBody>
          </p:sp>
        </mc:Choice>
        <mc:Fallback>
          <p:sp>
            <p:nvSpPr>
              <p:cNvPr id="28" name="CaixaDeTexto 27">
                <a:extLst>
                  <a:ext uri="{FF2B5EF4-FFF2-40B4-BE49-F238E27FC236}">
                    <a16:creationId xmlns:a16="http://schemas.microsoft.com/office/drawing/2014/main" id="{A15C927B-3422-F1A0-EEB8-DBA02555C9B5}"/>
                  </a:ext>
                </a:extLst>
              </p:cNvPr>
              <p:cNvSpPr txBox="1">
                <a:spLocks noRot="1" noChangeAspect="1" noMove="1" noResize="1" noEditPoints="1" noAdjustHandles="1" noChangeArrowheads="1" noChangeShapeType="1" noTextEdit="1"/>
              </p:cNvSpPr>
              <p:nvPr/>
            </p:nvSpPr>
            <p:spPr>
              <a:xfrm>
                <a:off x="1121265" y="5628099"/>
                <a:ext cx="1709141" cy="338554"/>
              </a:xfrm>
              <a:prstGeom prst="rect">
                <a:avLst/>
              </a:prstGeom>
              <a:blipFill>
                <a:blip r:embed="rId22"/>
                <a:stretch>
                  <a:fillRect/>
                </a:stretch>
              </a:blipFill>
            </p:spPr>
            <p:txBody>
              <a:bodyPr/>
              <a:lstStyle/>
              <a:p>
                <a:r>
                  <a:rPr lang="pt-BR">
                    <a:noFill/>
                  </a:rPr>
                  <a:t> </a:t>
                </a:r>
              </a:p>
            </p:txBody>
          </p:sp>
        </mc:Fallback>
      </mc:AlternateContent>
      <p:sp>
        <p:nvSpPr>
          <p:cNvPr id="34" name="CaixaDeTexto 33">
            <a:extLst>
              <a:ext uri="{FF2B5EF4-FFF2-40B4-BE49-F238E27FC236}">
                <a16:creationId xmlns:a16="http://schemas.microsoft.com/office/drawing/2014/main" id="{60DA8235-591F-55FE-F9E2-AFF701BBDB95}"/>
              </a:ext>
            </a:extLst>
          </p:cNvPr>
          <p:cNvSpPr txBox="1"/>
          <p:nvPr/>
        </p:nvSpPr>
        <p:spPr>
          <a:xfrm>
            <a:off x="1148970" y="5313707"/>
            <a:ext cx="1526650" cy="338554"/>
          </a:xfrm>
          <a:prstGeom prst="rect">
            <a:avLst/>
          </a:prstGeom>
          <a:noFill/>
        </p:spPr>
        <p:txBody>
          <a:bodyPr wrap="square">
            <a:spAutoFit/>
          </a:bodyPr>
          <a:lstStyle>
            <a:defPPr>
              <a:defRPr lang="pt-BR"/>
            </a:defPPr>
            <a:lvl1pPr>
              <a:defRPr sz="1600"/>
            </a:lvl1pPr>
          </a:lstStyle>
          <a:p>
            <a:r>
              <a:rPr lang="en-US"/>
              <a:t>Recalling that,</a:t>
            </a:r>
            <a:endParaRPr lang="pt-BR"/>
          </a:p>
        </p:txBody>
      </p:sp>
      <mc:AlternateContent xmlns:mc="http://schemas.openxmlformats.org/markup-compatibility/2006">
        <mc:Choice xmlns:a14="http://schemas.microsoft.com/office/drawing/2010/main" Requires="a14">
          <p:sp>
            <p:nvSpPr>
              <p:cNvPr id="46" name="CaixaDeTexto 45">
                <a:extLst>
                  <a:ext uri="{FF2B5EF4-FFF2-40B4-BE49-F238E27FC236}">
                    <a16:creationId xmlns:a16="http://schemas.microsoft.com/office/drawing/2014/main" id="{D591BF2E-8C0A-C419-B04A-191ACA539A58}"/>
                  </a:ext>
                </a:extLst>
              </p:cNvPr>
              <p:cNvSpPr txBox="1"/>
              <p:nvPr/>
            </p:nvSpPr>
            <p:spPr>
              <a:xfrm>
                <a:off x="11098833" y="4955409"/>
                <a:ext cx="748631"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pt-BR" sz="1400" b="0" i="1" smtClean="0">
                          <a:latin typeface="Cambria Math" panose="02040503050406030204" pitchFamily="18" charset="0"/>
                        </a:rPr>
                        <m:t>𝑁</m:t>
                      </m:r>
                      <m:r>
                        <a:rPr lang="pt-BR" sz="1400" b="0" i="1" smtClean="0">
                          <a:latin typeface="Cambria Math" panose="02040503050406030204" pitchFamily="18" charset="0"/>
                        </a:rPr>
                        <m:t>×</m:t>
                      </m:r>
                      <m:r>
                        <a:rPr lang="pt-BR" sz="1400" b="0" i="1" smtClean="0">
                          <a:latin typeface="Cambria Math" panose="02040503050406030204" pitchFamily="18" charset="0"/>
                        </a:rPr>
                        <m:t>𝑁</m:t>
                      </m:r>
                    </m:oMath>
                  </m:oMathPara>
                </a14:m>
                <a:endParaRPr lang="pt-BR" sz="1400"/>
              </a:p>
            </p:txBody>
          </p:sp>
        </mc:Choice>
        <mc:Fallback>
          <p:sp>
            <p:nvSpPr>
              <p:cNvPr id="46" name="CaixaDeTexto 45">
                <a:extLst>
                  <a:ext uri="{FF2B5EF4-FFF2-40B4-BE49-F238E27FC236}">
                    <a16:creationId xmlns:a16="http://schemas.microsoft.com/office/drawing/2014/main" id="{D591BF2E-8C0A-C419-B04A-191ACA539A58}"/>
                  </a:ext>
                </a:extLst>
              </p:cNvPr>
              <p:cNvSpPr txBox="1">
                <a:spLocks noRot="1" noChangeAspect="1" noMove="1" noResize="1" noEditPoints="1" noAdjustHandles="1" noChangeArrowheads="1" noChangeShapeType="1" noTextEdit="1"/>
              </p:cNvSpPr>
              <p:nvPr/>
            </p:nvSpPr>
            <p:spPr>
              <a:xfrm>
                <a:off x="11098833" y="4955409"/>
                <a:ext cx="748631" cy="307777"/>
              </a:xfrm>
              <a:prstGeom prst="rect">
                <a:avLst/>
              </a:prstGeom>
              <a:blipFill>
                <a:blip r:embed="rId23"/>
                <a:stretch>
                  <a:fillRect/>
                </a:stretch>
              </a:blipFill>
            </p:spPr>
            <p:txBody>
              <a:bodyPr/>
              <a:lstStyle/>
              <a:p>
                <a:r>
                  <a:rPr lang="pt-BR">
                    <a:noFill/>
                  </a:rPr>
                  <a:t> </a:t>
                </a:r>
              </a:p>
            </p:txBody>
          </p:sp>
        </mc:Fallback>
      </mc:AlternateContent>
    </p:spTree>
    <p:extLst>
      <p:ext uri="{BB962C8B-B14F-4D97-AF65-F5344CB8AC3E}">
        <p14:creationId xmlns:p14="http://schemas.microsoft.com/office/powerpoint/2010/main" val="42882033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310BE2A7-F3D2-24C6-A415-EA4964A8FD02}"/>
              </a:ext>
            </a:extLst>
          </p:cNvPr>
          <p:cNvSpPr/>
          <p:nvPr/>
        </p:nvSpPr>
        <p:spPr>
          <a:xfrm>
            <a:off x="0" y="0"/>
            <a:ext cx="12192000" cy="404664"/>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6" name="Gráfico 5">
            <a:extLst>
              <a:ext uri="{FF2B5EF4-FFF2-40B4-BE49-F238E27FC236}">
                <a16:creationId xmlns:a16="http://schemas.microsoft.com/office/drawing/2014/main" id="{9DA9C8AB-72FF-D7D8-7E4D-1C5ECDBF0C8D}"/>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10345" t="32228" r="13793" b="43634"/>
          <a:stretch/>
        </p:blipFill>
        <p:spPr>
          <a:xfrm>
            <a:off x="11280576" y="6489338"/>
            <a:ext cx="792088" cy="252029"/>
          </a:xfrm>
          <a:prstGeom prst="rect">
            <a:avLst/>
          </a:prstGeom>
        </p:spPr>
      </p:pic>
      <p:sp>
        <p:nvSpPr>
          <p:cNvPr id="8" name="Espaço Reservado para Rodapé 57">
            <a:extLst>
              <a:ext uri="{FF2B5EF4-FFF2-40B4-BE49-F238E27FC236}">
                <a16:creationId xmlns:a16="http://schemas.microsoft.com/office/drawing/2014/main" id="{9BEF1642-B655-7CAD-CD9D-3570B3E8A5FE}"/>
              </a:ext>
            </a:extLst>
          </p:cNvPr>
          <p:cNvSpPr>
            <a:spLocks noGrp="1"/>
          </p:cNvSpPr>
          <p:nvPr>
            <p:ph type="ftr" sz="quarter" idx="11"/>
          </p:nvPr>
        </p:nvSpPr>
        <p:spPr>
          <a:xfrm>
            <a:off x="5357918" y="6489339"/>
            <a:ext cx="1476164" cy="252029"/>
          </a:xfrm>
        </p:spPr>
        <p:txBody>
          <a:bodyPr/>
          <a:lstStyle/>
          <a:p>
            <a:r>
              <a:rPr lang="pt-BR"/>
              <a:t>© Adilton Pereira</a:t>
            </a:r>
          </a:p>
        </p:txBody>
      </p:sp>
      <p:sp>
        <p:nvSpPr>
          <p:cNvPr id="9" name="Espaço Reservado para Número de Slide 58">
            <a:extLst>
              <a:ext uri="{FF2B5EF4-FFF2-40B4-BE49-F238E27FC236}">
                <a16:creationId xmlns:a16="http://schemas.microsoft.com/office/drawing/2014/main" id="{6712AAAE-5D61-5AD9-F1A7-A27ACC47ED61}"/>
              </a:ext>
            </a:extLst>
          </p:cNvPr>
          <p:cNvSpPr>
            <a:spLocks noGrp="1"/>
          </p:cNvSpPr>
          <p:nvPr>
            <p:ph type="sldNum" sz="quarter" idx="12"/>
          </p:nvPr>
        </p:nvSpPr>
        <p:spPr>
          <a:xfrm>
            <a:off x="136798" y="6480904"/>
            <a:ext cx="450590" cy="252029"/>
          </a:xfrm>
        </p:spPr>
        <p:txBody>
          <a:bodyPr/>
          <a:lstStyle/>
          <a:p>
            <a:fld id="{6023531A-24AE-4EE7-A19A-D3968154BEE1}" type="slidenum">
              <a:rPr lang="pt-BR" smtClean="0"/>
              <a:t>12</a:t>
            </a:fld>
            <a:endParaRPr lang="pt-BR"/>
          </a:p>
        </p:txBody>
      </p:sp>
      <p:sp>
        <p:nvSpPr>
          <p:cNvPr id="92" name="CaixaDeTexto 91">
            <a:extLst>
              <a:ext uri="{FF2B5EF4-FFF2-40B4-BE49-F238E27FC236}">
                <a16:creationId xmlns:a16="http://schemas.microsoft.com/office/drawing/2014/main" id="{389AD4BA-DE4A-1658-2487-F94C2EEF6666}"/>
              </a:ext>
            </a:extLst>
          </p:cNvPr>
          <p:cNvSpPr txBox="1"/>
          <p:nvPr/>
        </p:nvSpPr>
        <p:spPr>
          <a:xfrm>
            <a:off x="479425" y="544453"/>
            <a:ext cx="5616576" cy="400110"/>
          </a:xfrm>
          <a:prstGeom prst="rect">
            <a:avLst/>
          </a:prstGeom>
          <a:noFill/>
        </p:spPr>
        <p:txBody>
          <a:bodyPr wrap="square" rtlCol="0">
            <a:spAutoFit/>
          </a:bodyPr>
          <a:lstStyle/>
          <a:p>
            <a:r>
              <a:rPr lang="pt-BR" sz="2000">
                <a:ln w="0"/>
                <a:effectLst>
                  <a:outerShdw blurRad="38100" dist="19050" dir="2700000" algn="tl" rotWithShape="0">
                    <a:schemeClr val="dk1">
                      <a:alpha val="40000"/>
                    </a:schemeClr>
                  </a:outerShdw>
                </a:effectLst>
              </a:rPr>
              <a:t>Surface Admittance Operator of the MTL</a:t>
            </a:r>
          </a:p>
        </p:txBody>
      </p:sp>
      <p:grpSp>
        <p:nvGrpSpPr>
          <p:cNvPr id="29" name="Agrupar 28">
            <a:extLst>
              <a:ext uri="{FF2B5EF4-FFF2-40B4-BE49-F238E27FC236}">
                <a16:creationId xmlns:a16="http://schemas.microsoft.com/office/drawing/2014/main" id="{13074E31-F171-A258-2619-50EFDB2F72CE}"/>
              </a:ext>
            </a:extLst>
          </p:cNvPr>
          <p:cNvGrpSpPr/>
          <p:nvPr/>
        </p:nvGrpSpPr>
        <p:grpSpPr>
          <a:xfrm>
            <a:off x="479425" y="165219"/>
            <a:ext cx="10729143" cy="309340"/>
            <a:chOff x="479425" y="94899"/>
            <a:chExt cx="10729143" cy="309340"/>
          </a:xfrm>
        </p:grpSpPr>
        <p:sp>
          <p:nvSpPr>
            <p:cNvPr id="30" name="CaixaDeTexto 29">
              <a:extLst>
                <a:ext uri="{FF2B5EF4-FFF2-40B4-BE49-F238E27FC236}">
                  <a16:creationId xmlns:a16="http://schemas.microsoft.com/office/drawing/2014/main" id="{14DFDECB-0BDD-2589-CB78-B703AC78C54D}"/>
                </a:ext>
              </a:extLst>
            </p:cNvPr>
            <p:cNvSpPr txBox="1"/>
            <p:nvPr/>
          </p:nvSpPr>
          <p:spPr>
            <a:xfrm>
              <a:off x="479425" y="94899"/>
              <a:ext cx="1872160" cy="307777"/>
            </a:xfrm>
            <a:prstGeom prst="rect">
              <a:avLst/>
            </a:prstGeom>
            <a:noFill/>
          </p:spPr>
          <p:txBody>
            <a:bodyPr wrap="square">
              <a:spAutoFit/>
            </a:bodyPr>
            <a:lstStyle>
              <a:defPPr>
                <a:defRPr lang="pt-BR"/>
              </a:defPPr>
              <a:lvl1pPr>
                <a:defRPr sz="1400">
                  <a:solidFill>
                    <a:schemeClr val="tx2">
                      <a:lumMod val="25000"/>
                      <a:lumOff val="75000"/>
                    </a:schemeClr>
                  </a:solidFill>
                  <a:latin typeface="Arial Black" panose="020B0A04020102020204" pitchFamily="34" charset="0"/>
                </a:defRPr>
              </a:lvl1pPr>
            </a:lstStyle>
            <a:p>
              <a:r>
                <a:rPr lang="pt-BR"/>
                <a:t>Introduction</a:t>
              </a:r>
            </a:p>
          </p:txBody>
        </p:sp>
        <p:sp>
          <p:nvSpPr>
            <p:cNvPr id="31" name="CaixaDeTexto 30">
              <a:extLst>
                <a:ext uri="{FF2B5EF4-FFF2-40B4-BE49-F238E27FC236}">
                  <a16:creationId xmlns:a16="http://schemas.microsoft.com/office/drawing/2014/main" id="{9A010F09-EB6C-E016-AB68-489800DAB286}"/>
                </a:ext>
              </a:extLst>
            </p:cNvPr>
            <p:cNvSpPr txBox="1"/>
            <p:nvPr/>
          </p:nvSpPr>
          <p:spPr>
            <a:xfrm>
              <a:off x="2675620" y="96462"/>
              <a:ext cx="2196244" cy="307777"/>
            </a:xfrm>
            <a:prstGeom prst="rect">
              <a:avLst/>
            </a:prstGeom>
            <a:noFill/>
          </p:spPr>
          <p:txBody>
            <a:bodyPr wrap="square">
              <a:spAutoFit/>
            </a:bodyPr>
            <a:lstStyle>
              <a:defPPr>
                <a:defRPr lang="pt-BR"/>
              </a:defPPr>
              <a:lvl1pPr>
                <a:defRPr sz="1400">
                  <a:solidFill>
                    <a:srgbClr val="0070C0"/>
                  </a:solidFill>
                  <a:latin typeface="Arial Black" panose="020B0A04020102020204" pitchFamily="34" charset="0"/>
                </a:defRPr>
              </a:lvl1pPr>
            </a:lstStyle>
            <a:p>
              <a:r>
                <a:rPr lang="en-US"/>
                <a:t>Lossless Medium</a:t>
              </a:r>
              <a:endParaRPr lang="pt-BR"/>
            </a:p>
          </p:txBody>
        </p:sp>
        <p:sp>
          <p:nvSpPr>
            <p:cNvPr id="32" name="CaixaDeTexto 31">
              <a:extLst>
                <a:ext uri="{FF2B5EF4-FFF2-40B4-BE49-F238E27FC236}">
                  <a16:creationId xmlns:a16="http://schemas.microsoft.com/office/drawing/2014/main" id="{4DB6C471-4B75-88CB-D110-8FD209D315E5}"/>
                </a:ext>
              </a:extLst>
            </p:cNvPr>
            <p:cNvSpPr txBox="1"/>
            <p:nvPr/>
          </p:nvSpPr>
          <p:spPr>
            <a:xfrm>
              <a:off x="6083101" y="94899"/>
              <a:ext cx="1957115" cy="307777"/>
            </a:xfrm>
            <a:prstGeom prst="rect">
              <a:avLst/>
            </a:prstGeom>
            <a:noFill/>
          </p:spPr>
          <p:txBody>
            <a:bodyPr wrap="square">
              <a:spAutoFit/>
            </a:bodyPr>
            <a:lstStyle/>
            <a:p>
              <a:r>
                <a:rPr lang="pt-BR" sz="1400">
                  <a:solidFill>
                    <a:schemeClr val="tx2">
                      <a:lumMod val="25000"/>
                      <a:lumOff val="75000"/>
                    </a:schemeClr>
                  </a:solidFill>
                  <a:latin typeface="Arial Black" panose="020B0A04020102020204" pitchFamily="34" charset="0"/>
                </a:rPr>
                <a:t>p.u.l. Impedance</a:t>
              </a:r>
            </a:p>
          </p:txBody>
        </p:sp>
        <p:sp>
          <p:nvSpPr>
            <p:cNvPr id="33" name="CaixaDeTexto 32">
              <a:extLst>
                <a:ext uri="{FF2B5EF4-FFF2-40B4-BE49-F238E27FC236}">
                  <a16:creationId xmlns:a16="http://schemas.microsoft.com/office/drawing/2014/main" id="{FB44FC3A-8280-2734-466C-68A24D21A91E}"/>
                </a:ext>
              </a:extLst>
            </p:cNvPr>
            <p:cNvSpPr txBox="1"/>
            <p:nvPr/>
          </p:nvSpPr>
          <p:spPr>
            <a:xfrm>
              <a:off x="9336408" y="96462"/>
              <a:ext cx="1872160" cy="307777"/>
            </a:xfrm>
            <a:prstGeom prst="rect">
              <a:avLst/>
            </a:prstGeom>
            <a:noFill/>
          </p:spPr>
          <p:txBody>
            <a:bodyPr wrap="square">
              <a:spAutoFit/>
            </a:bodyPr>
            <a:lstStyle/>
            <a:p>
              <a:r>
                <a:rPr lang="pt-BR" sz="1400">
                  <a:solidFill>
                    <a:schemeClr val="tx2">
                      <a:lumMod val="25000"/>
                      <a:lumOff val="75000"/>
                    </a:schemeClr>
                  </a:solidFill>
                  <a:latin typeface="Arial Black" panose="020B0A04020102020204" pitchFamily="34" charset="0"/>
                </a:rPr>
                <a:t>Case Studies</a:t>
              </a:r>
            </a:p>
          </p:txBody>
        </p:sp>
      </p:grpSp>
      <mc:AlternateContent xmlns:mc="http://schemas.openxmlformats.org/markup-compatibility/2006">
        <mc:Choice xmlns:a14="http://schemas.microsoft.com/office/drawing/2010/main" Requires="a14">
          <p:sp>
            <p:nvSpPr>
              <p:cNvPr id="2" name="CaixaDeTexto 1">
                <a:extLst>
                  <a:ext uri="{FF2B5EF4-FFF2-40B4-BE49-F238E27FC236}">
                    <a16:creationId xmlns:a16="http://schemas.microsoft.com/office/drawing/2014/main" id="{DA8CF963-DFBA-191D-6226-8C319EF88352}"/>
                  </a:ext>
                </a:extLst>
              </p:cNvPr>
              <p:cNvSpPr txBox="1"/>
              <p:nvPr/>
            </p:nvSpPr>
            <p:spPr>
              <a:xfrm>
                <a:off x="576933" y="1927814"/>
                <a:ext cx="5190639" cy="606961"/>
              </a:xfrm>
              <a:prstGeom prst="rect">
                <a:avLst/>
              </a:prstGeom>
              <a:noFill/>
            </p:spPr>
            <p:txBody>
              <a:bodyPr wrap="square">
                <a:spAutoFit/>
              </a:bodyPr>
              <a:lstStyle>
                <a:defPPr>
                  <a:defRPr lang="pt-BR"/>
                </a:defPPr>
                <a:lvl1pPr>
                  <a:defRPr sz="1600"/>
                </a:lvl1pPr>
              </a:lstStyle>
              <a:p>
                <a:pPr algn="ctr"/>
                <a14:m>
                  <m:oMathPara xmlns:m="http://schemas.openxmlformats.org/officeDocument/2006/math">
                    <m:oMathParaPr>
                      <m:jc m:val="left"/>
                    </m:oMathParaPr>
                    <m:oMath xmlns:m="http://schemas.openxmlformats.org/officeDocument/2006/math">
                      <m:sSubSup>
                        <m:sSubSupPr>
                          <m:ctrlPr>
                            <a:rPr lang="pt-BR" sz="1400" b="0" i="1" smtClean="0">
                              <a:latin typeface="Cambria Math" panose="02040503050406030204" pitchFamily="18" charset="0"/>
                            </a:rPr>
                          </m:ctrlPr>
                        </m:sSubSupPr>
                        <m:e>
                          <m:r>
                            <a:rPr lang="pt-BR" sz="1400" b="0" i="1" smtClean="0">
                              <a:latin typeface="Cambria Math" panose="02040503050406030204" pitchFamily="18" charset="0"/>
                            </a:rPr>
                            <m:t>𝑌</m:t>
                          </m:r>
                        </m:e>
                        <m:sub>
                          <m:r>
                            <a:rPr lang="pt-BR" sz="1400" b="0" i="1" smtClean="0">
                              <a:latin typeface="Cambria Math" panose="02040503050406030204" pitchFamily="18" charset="0"/>
                            </a:rPr>
                            <m:t>𝑛</m:t>
                          </m:r>
                        </m:sub>
                        <m:sup>
                          <m:r>
                            <a:rPr lang="pt-BR" sz="1400" b="0" i="1" smtClean="0">
                              <a:latin typeface="Cambria Math" panose="02040503050406030204" pitchFamily="18" charset="0"/>
                            </a:rPr>
                            <m:t>(</m:t>
                          </m:r>
                          <m:r>
                            <a:rPr lang="pt-BR" sz="1400" b="0" i="1" smtClean="0">
                              <a:latin typeface="Cambria Math" panose="02040503050406030204" pitchFamily="18" charset="0"/>
                            </a:rPr>
                            <m:t>𝑝</m:t>
                          </m:r>
                          <m:r>
                            <a:rPr lang="pt-BR" sz="1400" b="0" i="1" smtClean="0">
                              <a:latin typeface="Cambria Math" panose="02040503050406030204" pitchFamily="18" charset="0"/>
                            </a:rPr>
                            <m:t>)</m:t>
                          </m:r>
                        </m:sup>
                      </m:sSubSup>
                      <m:r>
                        <a:rPr lang="pt-BR" sz="1400" b="0" i="1">
                          <a:latin typeface="Cambria Math" panose="02040503050406030204" pitchFamily="18" charset="0"/>
                        </a:rPr>
                        <m:t>=</m:t>
                      </m:r>
                      <m:sSup>
                        <m:sSupPr>
                          <m:ctrlPr>
                            <a:rPr lang="pt-BR" sz="1400" i="1">
                              <a:latin typeface="Cambria Math" panose="02040503050406030204" pitchFamily="18" charset="0"/>
                            </a:rPr>
                          </m:ctrlPr>
                        </m:sSupPr>
                        <m:e>
                          <m:f>
                            <m:fPr>
                              <m:ctrlPr>
                                <a:rPr lang="pt-BR" sz="1400" b="0" i="1" smtClean="0">
                                  <a:latin typeface="Cambria Math" panose="02040503050406030204" pitchFamily="18" charset="0"/>
                                </a:rPr>
                              </m:ctrlPr>
                            </m:fPr>
                            <m:num>
                              <m:r>
                                <a:rPr lang="pt-BR" sz="1400" b="0" i="1" smtClean="0">
                                  <a:latin typeface="Cambria Math" panose="02040503050406030204" pitchFamily="18" charset="0"/>
                                </a:rPr>
                                <m:t>2</m:t>
                              </m:r>
                              <m:r>
                                <a:rPr lang="pt-BR" sz="1400" b="0" i="1" smtClean="0">
                                  <a:latin typeface="Cambria Math" panose="02040503050406030204" pitchFamily="18" charset="0"/>
                                </a:rPr>
                                <m:t>𝜋</m:t>
                              </m:r>
                            </m:num>
                            <m:den>
                              <m:r>
                                <a:rPr lang="pt-BR" sz="1400" b="0" i="1" smtClean="0">
                                  <a:latin typeface="Cambria Math" panose="02040503050406030204" pitchFamily="18" charset="0"/>
                                </a:rPr>
                                <m:t>𝑗</m:t>
                              </m:r>
                              <m:r>
                                <a:rPr lang="pt-BR" sz="1400" b="0" i="1" smtClean="0">
                                  <a:latin typeface="Cambria Math" panose="02040503050406030204" pitchFamily="18" charset="0"/>
                                </a:rPr>
                                <m:t>𝜔</m:t>
                              </m:r>
                            </m:den>
                          </m:f>
                          <m:d>
                            <m:dPr>
                              <m:begChr m:val="["/>
                              <m:endChr m:val="]"/>
                              <m:ctrlPr>
                                <a:rPr lang="pt-BR" sz="1400" i="1">
                                  <a:latin typeface="Cambria Math" panose="02040503050406030204" pitchFamily="18" charset="0"/>
                                </a:rPr>
                              </m:ctrlPr>
                            </m:dPr>
                            <m:e>
                              <m:f>
                                <m:fPr>
                                  <m:ctrlPr>
                                    <a:rPr lang="pt-BR" sz="1400" b="0" i="1" smtClean="0">
                                      <a:latin typeface="Cambria Math" panose="02040503050406030204" pitchFamily="18" charset="0"/>
                                    </a:rPr>
                                  </m:ctrlPr>
                                </m:fPr>
                                <m:num>
                                  <m:r>
                                    <a:rPr lang="pt-BR" sz="1400" b="0" i="1" smtClean="0">
                                      <a:latin typeface="Cambria Math" panose="02040503050406030204" pitchFamily="18" charset="0"/>
                                    </a:rPr>
                                    <m:t>𝑘</m:t>
                                  </m:r>
                                  <m:sSub>
                                    <m:sSubPr>
                                      <m:ctrlPr>
                                        <a:rPr lang="pt-BR" sz="1400" b="0" i="1" smtClean="0">
                                          <a:latin typeface="Cambria Math" panose="02040503050406030204" pitchFamily="18" charset="0"/>
                                        </a:rPr>
                                      </m:ctrlPr>
                                    </m:sSubPr>
                                    <m:e>
                                      <m:r>
                                        <a:rPr lang="pt-BR" sz="1400" b="0" i="1" smtClean="0">
                                          <a:latin typeface="Cambria Math" panose="02040503050406030204" pitchFamily="18" charset="0"/>
                                        </a:rPr>
                                        <m:t>𝑎</m:t>
                                      </m:r>
                                    </m:e>
                                    <m:sub>
                                      <m:r>
                                        <a:rPr lang="pt-BR" sz="1400" b="0" i="1" smtClean="0">
                                          <a:latin typeface="Cambria Math" panose="02040503050406030204" pitchFamily="18" charset="0"/>
                                        </a:rPr>
                                        <m:t>𝑝</m:t>
                                      </m:r>
                                    </m:sub>
                                  </m:sSub>
                                  <m:sSubSup>
                                    <m:sSubSupPr>
                                      <m:ctrlPr>
                                        <a:rPr lang="pt-BR" sz="1400" b="0" i="1" smtClean="0">
                                          <a:latin typeface="Cambria Math" panose="02040503050406030204" pitchFamily="18" charset="0"/>
                                          <a:ea typeface="Cambria Math" panose="02040503050406030204" pitchFamily="18" charset="0"/>
                                        </a:rPr>
                                      </m:ctrlPr>
                                    </m:sSubSupPr>
                                    <m:e>
                                      <m:r>
                                        <a:rPr lang="pt-BR" sz="1400" b="0" i="1" smtClean="0">
                                          <a:latin typeface="Cambria Math" panose="02040503050406030204" pitchFamily="18" charset="0"/>
                                          <a:ea typeface="Cambria Math" panose="02040503050406030204" pitchFamily="18" charset="0"/>
                                        </a:rPr>
                                        <m:t>𝒥</m:t>
                                      </m:r>
                                    </m:e>
                                    <m:sub>
                                      <m:d>
                                        <m:dPr>
                                          <m:begChr m:val="|"/>
                                          <m:endChr m:val="|"/>
                                          <m:ctrlPr>
                                            <a:rPr lang="pt-BR" sz="1400" b="0" i="1" smtClean="0">
                                              <a:latin typeface="Cambria Math" panose="02040503050406030204" pitchFamily="18" charset="0"/>
                                              <a:ea typeface="Cambria Math" panose="02040503050406030204" pitchFamily="18" charset="0"/>
                                            </a:rPr>
                                          </m:ctrlPr>
                                        </m:dPr>
                                        <m:e>
                                          <m:r>
                                            <a:rPr lang="pt-BR" sz="1400" b="0" i="1" smtClean="0">
                                              <a:latin typeface="Cambria Math" panose="02040503050406030204" pitchFamily="18" charset="0"/>
                                              <a:ea typeface="Cambria Math" panose="02040503050406030204" pitchFamily="18" charset="0"/>
                                            </a:rPr>
                                            <m:t>𝑛</m:t>
                                          </m:r>
                                        </m:e>
                                      </m:d>
                                    </m:sub>
                                    <m:sup>
                                      <m:r>
                                        <a:rPr lang="pt-BR" sz="1400" b="0" i="1" smtClean="0">
                                          <a:latin typeface="Cambria Math" panose="02040503050406030204" pitchFamily="18" charset="0"/>
                                          <a:ea typeface="Cambria Math" panose="02040503050406030204" pitchFamily="18" charset="0"/>
                                        </a:rPr>
                                        <m:t>′</m:t>
                                      </m:r>
                                    </m:sup>
                                  </m:sSubSup>
                                  <m:r>
                                    <a:rPr lang="pt-BR" sz="1400" b="0" i="1" smtClean="0">
                                      <a:latin typeface="Cambria Math" panose="02040503050406030204" pitchFamily="18" charset="0"/>
                                      <a:ea typeface="Cambria Math" panose="02040503050406030204" pitchFamily="18" charset="0"/>
                                    </a:rPr>
                                    <m:t>(</m:t>
                                  </m:r>
                                  <m:r>
                                    <a:rPr lang="pt-BR" sz="1400" i="1">
                                      <a:latin typeface="Cambria Math" panose="02040503050406030204" pitchFamily="18" charset="0"/>
                                    </a:rPr>
                                    <m:t>𝑘</m:t>
                                  </m:r>
                                  <m:sSub>
                                    <m:sSubPr>
                                      <m:ctrlPr>
                                        <a:rPr lang="pt-BR" sz="1400" i="1">
                                          <a:latin typeface="Cambria Math" panose="02040503050406030204" pitchFamily="18" charset="0"/>
                                        </a:rPr>
                                      </m:ctrlPr>
                                    </m:sSubPr>
                                    <m:e>
                                      <m:r>
                                        <a:rPr lang="pt-BR" sz="1400" i="1">
                                          <a:latin typeface="Cambria Math" panose="02040503050406030204" pitchFamily="18" charset="0"/>
                                        </a:rPr>
                                        <m:t>𝑎</m:t>
                                      </m:r>
                                    </m:e>
                                    <m:sub>
                                      <m:r>
                                        <a:rPr lang="pt-BR" sz="1400" i="1">
                                          <a:latin typeface="Cambria Math" panose="02040503050406030204" pitchFamily="18" charset="0"/>
                                        </a:rPr>
                                        <m:t>𝑝</m:t>
                                      </m:r>
                                    </m:sub>
                                  </m:sSub>
                                  <m:r>
                                    <a:rPr lang="pt-BR" sz="1400" b="0" i="1" smtClean="0">
                                      <a:latin typeface="Cambria Math" panose="02040503050406030204" pitchFamily="18" charset="0"/>
                                      <a:ea typeface="Cambria Math" panose="02040503050406030204" pitchFamily="18" charset="0"/>
                                    </a:rPr>
                                    <m:t>)</m:t>
                                  </m:r>
                                </m:num>
                                <m:den>
                                  <m:r>
                                    <a:rPr lang="pt-BR" sz="1400" b="0" i="1" smtClean="0">
                                      <a:latin typeface="Cambria Math" panose="02040503050406030204" pitchFamily="18" charset="0"/>
                                    </a:rPr>
                                    <m:t>𝜇</m:t>
                                  </m:r>
                                  <m:sSubSup>
                                    <m:sSubSupPr>
                                      <m:ctrlPr>
                                        <a:rPr lang="pt-BR" sz="1400" i="1">
                                          <a:latin typeface="Cambria Math" panose="02040503050406030204" pitchFamily="18" charset="0"/>
                                          <a:ea typeface="Cambria Math" panose="02040503050406030204" pitchFamily="18" charset="0"/>
                                        </a:rPr>
                                      </m:ctrlPr>
                                    </m:sSubSupPr>
                                    <m:e>
                                      <m:r>
                                        <a:rPr lang="pt-BR" sz="1400" i="1">
                                          <a:latin typeface="Cambria Math" panose="02040503050406030204" pitchFamily="18" charset="0"/>
                                          <a:ea typeface="Cambria Math" panose="02040503050406030204" pitchFamily="18" charset="0"/>
                                        </a:rPr>
                                        <m:t>𝒥</m:t>
                                      </m:r>
                                    </m:e>
                                    <m:sub>
                                      <m:d>
                                        <m:dPr>
                                          <m:begChr m:val="|"/>
                                          <m:endChr m:val="|"/>
                                          <m:ctrlPr>
                                            <a:rPr lang="pt-BR" sz="1400" i="1">
                                              <a:latin typeface="Cambria Math" panose="02040503050406030204" pitchFamily="18" charset="0"/>
                                              <a:ea typeface="Cambria Math" panose="02040503050406030204" pitchFamily="18" charset="0"/>
                                            </a:rPr>
                                          </m:ctrlPr>
                                        </m:dPr>
                                        <m:e>
                                          <m:r>
                                            <a:rPr lang="pt-BR" sz="1400" i="1">
                                              <a:latin typeface="Cambria Math" panose="02040503050406030204" pitchFamily="18" charset="0"/>
                                              <a:ea typeface="Cambria Math" panose="02040503050406030204" pitchFamily="18" charset="0"/>
                                            </a:rPr>
                                            <m:t>𝑛</m:t>
                                          </m:r>
                                        </m:e>
                                      </m:d>
                                    </m:sub>
                                    <m:sup>
                                      <m:r>
                                        <a:rPr lang="pt-BR" sz="1400" b="0" i="1" smtClean="0">
                                          <a:latin typeface="Cambria Math" panose="02040503050406030204" pitchFamily="18" charset="0"/>
                                          <a:ea typeface="Cambria Math" panose="02040503050406030204" pitchFamily="18" charset="0"/>
                                        </a:rPr>
                                        <m:t> </m:t>
                                      </m:r>
                                    </m:sup>
                                  </m:sSubSup>
                                  <m:r>
                                    <a:rPr lang="pt-BR" sz="1400" i="1">
                                      <a:latin typeface="Cambria Math" panose="02040503050406030204" pitchFamily="18" charset="0"/>
                                      <a:ea typeface="Cambria Math" panose="02040503050406030204" pitchFamily="18" charset="0"/>
                                    </a:rPr>
                                    <m:t>(</m:t>
                                  </m:r>
                                  <m:r>
                                    <a:rPr lang="pt-BR" sz="1400" i="1">
                                      <a:latin typeface="Cambria Math" panose="02040503050406030204" pitchFamily="18" charset="0"/>
                                    </a:rPr>
                                    <m:t>𝑘</m:t>
                                  </m:r>
                                  <m:sSub>
                                    <m:sSubPr>
                                      <m:ctrlPr>
                                        <a:rPr lang="pt-BR" sz="1400" i="1">
                                          <a:latin typeface="Cambria Math" panose="02040503050406030204" pitchFamily="18" charset="0"/>
                                        </a:rPr>
                                      </m:ctrlPr>
                                    </m:sSubPr>
                                    <m:e>
                                      <m:r>
                                        <a:rPr lang="pt-BR" sz="1400" i="1">
                                          <a:latin typeface="Cambria Math" panose="02040503050406030204" pitchFamily="18" charset="0"/>
                                        </a:rPr>
                                        <m:t>𝑎</m:t>
                                      </m:r>
                                    </m:e>
                                    <m:sub>
                                      <m:r>
                                        <a:rPr lang="pt-BR" sz="1400" i="1">
                                          <a:latin typeface="Cambria Math" panose="02040503050406030204" pitchFamily="18" charset="0"/>
                                        </a:rPr>
                                        <m:t>𝑝</m:t>
                                      </m:r>
                                    </m:sub>
                                  </m:sSub>
                                  <m:r>
                                    <a:rPr lang="pt-BR" sz="1400" i="1">
                                      <a:latin typeface="Cambria Math" panose="02040503050406030204" pitchFamily="18" charset="0"/>
                                      <a:ea typeface="Cambria Math" panose="02040503050406030204" pitchFamily="18" charset="0"/>
                                    </a:rPr>
                                    <m:t>)</m:t>
                                  </m:r>
                                </m:den>
                              </m:f>
                              <m:r>
                                <a:rPr lang="pt-BR" sz="1400" b="0" i="1" smtClean="0">
                                  <a:latin typeface="Cambria Math" panose="02040503050406030204" pitchFamily="18" charset="0"/>
                                </a:rPr>
                                <m:t>−</m:t>
                              </m:r>
                              <m:f>
                                <m:fPr>
                                  <m:ctrlPr>
                                    <a:rPr lang="pt-BR" sz="1400" i="1">
                                      <a:latin typeface="Cambria Math" panose="02040503050406030204" pitchFamily="18" charset="0"/>
                                    </a:rPr>
                                  </m:ctrlPr>
                                </m:fPr>
                                <m:num>
                                  <m:sSub>
                                    <m:sSubPr>
                                      <m:ctrlPr>
                                        <a:rPr lang="pt-BR" sz="1400" b="0" i="1" smtClean="0">
                                          <a:latin typeface="Cambria Math" panose="02040503050406030204" pitchFamily="18" charset="0"/>
                                        </a:rPr>
                                      </m:ctrlPr>
                                    </m:sSubPr>
                                    <m:e>
                                      <m:r>
                                        <a:rPr lang="pt-BR" sz="1400" i="1">
                                          <a:latin typeface="Cambria Math" panose="02040503050406030204" pitchFamily="18" charset="0"/>
                                        </a:rPr>
                                        <m:t>𝑘</m:t>
                                      </m:r>
                                    </m:e>
                                    <m:sub>
                                      <m:r>
                                        <a:rPr lang="pt-BR" sz="1400" b="0" i="1" smtClean="0">
                                          <a:latin typeface="Cambria Math" panose="02040503050406030204" pitchFamily="18" charset="0"/>
                                        </a:rPr>
                                        <m:t>0</m:t>
                                      </m:r>
                                    </m:sub>
                                  </m:sSub>
                                  <m:sSub>
                                    <m:sSubPr>
                                      <m:ctrlPr>
                                        <a:rPr lang="pt-BR" sz="1400" i="1">
                                          <a:latin typeface="Cambria Math" panose="02040503050406030204" pitchFamily="18" charset="0"/>
                                        </a:rPr>
                                      </m:ctrlPr>
                                    </m:sSubPr>
                                    <m:e>
                                      <m:r>
                                        <a:rPr lang="pt-BR" sz="1400" i="1">
                                          <a:latin typeface="Cambria Math" panose="02040503050406030204" pitchFamily="18" charset="0"/>
                                        </a:rPr>
                                        <m:t>𝑎</m:t>
                                      </m:r>
                                    </m:e>
                                    <m:sub>
                                      <m:r>
                                        <a:rPr lang="pt-BR" sz="1400" i="1">
                                          <a:latin typeface="Cambria Math" panose="02040503050406030204" pitchFamily="18" charset="0"/>
                                        </a:rPr>
                                        <m:t>𝑝</m:t>
                                      </m:r>
                                    </m:sub>
                                  </m:sSub>
                                  <m:sSubSup>
                                    <m:sSubSupPr>
                                      <m:ctrlPr>
                                        <a:rPr lang="pt-BR" sz="1400" i="1">
                                          <a:latin typeface="Cambria Math" panose="02040503050406030204" pitchFamily="18" charset="0"/>
                                          <a:ea typeface="Cambria Math" panose="02040503050406030204" pitchFamily="18" charset="0"/>
                                        </a:rPr>
                                      </m:ctrlPr>
                                    </m:sSubSupPr>
                                    <m:e>
                                      <m:r>
                                        <a:rPr lang="pt-BR" sz="1400" i="1">
                                          <a:latin typeface="Cambria Math" panose="02040503050406030204" pitchFamily="18" charset="0"/>
                                          <a:ea typeface="Cambria Math" panose="02040503050406030204" pitchFamily="18" charset="0"/>
                                        </a:rPr>
                                        <m:t>𝒥</m:t>
                                      </m:r>
                                    </m:e>
                                    <m:sub>
                                      <m:d>
                                        <m:dPr>
                                          <m:begChr m:val="|"/>
                                          <m:endChr m:val="|"/>
                                          <m:ctrlPr>
                                            <a:rPr lang="pt-BR" sz="1400" i="1">
                                              <a:latin typeface="Cambria Math" panose="02040503050406030204" pitchFamily="18" charset="0"/>
                                              <a:ea typeface="Cambria Math" panose="02040503050406030204" pitchFamily="18" charset="0"/>
                                            </a:rPr>
                                          </m:ctrlPr>
                                        </m:dPr>
                                        <m:e>
                                          <m:r>
                                            <a:rPr lang="pt-BR" sz="1400" i="1">
                                              <a:latin typeface="Cambria Math" panose="02040503050406030204" pitchFamily="18" charset="0"/>
                                              <a:ea typeface="Cambria Math" panose="02040503050406030204" pitchFamily="18" charset="0"/>
                                            </a:rPr>
                                            <m:t>𝑛</m:t>
                                          </m:r>
                                        </m:e>
                                      </m:d>
                                    </m:sub>
                                    <m:sup>
                                      <m:r>
                                        <a:rPr lang="pt-BR" sz="1400" i="1">
                                          <a:latin typeface="Cambria Math" panose="02040503050406030204" pitchFamily="18" charset="0"/>
                                          <a:ea typeface="Cambria Math" panose="02040503050406030204" pitchFamily="18" charset="0"/>
                                        </a:rPr>
                                        <m:t>′</m:t>
                                      </m:r>
                                    </m:sup>
                                  </m:sSubSup>
                                  <m:r>
                                    <a:rPr lang="pt-BR" sz="1400" i="1">
                                      <a:latin typeface="Cambria Math" panose="02040503050406030204" pitchFamily="18" charset="0"/>
                                      <a:ea typeface="Cambria Math" panose="02040503050406030204" pitchFamily="18" charset="0"/>
                                    </a:rPr>
                                    <m:t>(</m:t>
                                  </m:r>
                                  <m:sSub>
                                    <m:sSubPr>
                                      <m:ctrlPr>
                                        <a:rPr lang="pt-BR" sz="1400" b="0" i="1" smtClean="0">
                                          <a:latin typeface="Cambria Math" panose="02040503050406030204" pitchFamily="18" charset="0"/>
                                          <a:ea typeface="Cambria Math" panose="02040503050406030204" pitchFamily="18" charset="0"/>
                                        </a:rPr>
                                      </m:ctrlPr>
                                    </m:sSubPr>
                                    <m:e>
                                      <m:r>
                                        <a:rPr lang="pt-BR" sz="1400" i="1">
                                          <a:latin typeface="Cambria Math" panose="02040503050406030204" pitchFamily="18" charset="0"/>
                                        </a:rPr>
                                        <m:t>𝑘</m:t>
                                      </m:r>
                                    </m:e>
                                    <m:sub>
                                      <m:r>
                                        <a:rPr lang="pt-BR" sz="1400" b="0" i="1" smtClean="0">
                                          <a:latin typeface="Cambria Math" panose="02040503050406030204" pitchFamily="18" charset="0"/>
                                        </a:rPr>
                                        <m:t>0</m:t>
                                      </m:r>
                                    </m:sub>
                                  </m:sSub>
                                  <m:sSub>
                                    <m:sSubPr>
                                      <m:ctrlPr>
                                        <a:rPr lang="pt-BR" sz="1400" i="1">
                                          <a:latin typeface="Cambria Math" panose="02040503050406030204" pitchFamily="18" charset="0"/>
                                        </a:rPr>
                                      </m:ctrlPr>
                                    </m:sSubPr>
                                    <m:e>
                                      <m:r>
                                        <a:rPr lang="pt-BR" sz="1400" i="1">
                                          <a:latin typeface="Cambria Math" panose="02040503050406030204" pitchFamily="18" charset="0"/>
                                        </a:rPr>
                                        <m:t>𝑎</m:t>
                                      </m:r>
                                    </m:e>
                                    <m:sub>
                                      <m:r>
                                        <a:rPr lang="pt-BR" sz="1400" i="1">
                                          <a:latin typeface="Cambria Math" panose="02040503050406030204" pitchFamily="18" charset="0"/>
                                        </a:rPr>
                                        <m:t>𝑝</m:t>
                                      </m:r>
                                    </m:sub>
                                  </m:sSub>
                                  <m:r>
                                    <a:rPr lang="pt-BR" sz="1400" i="1">
                                      <a:latin typeface="Cambria Math" panose="02040503050406030204" pitchFamily="18" charset="0"/>
                                      <a:ea typeface="Cambria Math" panose="02040503050406030204" pitchFamily="18" charset="0"/>
                                    </a:rPr>
                                    <m:t>)</m:t>
                                  </m:r>
                                </m:num>
                                <m:den>
                                  <m:sSub>
                                    <m:sSubPr>
                                      <m:ctrlPr>
                                        <a:rPr lang="pt-BR" sz="1400" b="0" i="1" smtClean="0">
                                          <a:latin typeface="Cambria Math" panose="02040503050406030204" pitchFamily="18" charset="0"/>
                                        </a:rPr>
                                      </m:ctrlPr>
                                    </m:sSubPr>
                                    <m:e>
                                      <m:r>
                                        <a:rPr lang="pt-BR" sz="1400" i="1">
                                          <a:latin typeface="Cambria Math" panose="02040503050406030204" pitchFamily="18" charset="0"/>
                                        </a:rPr>
                                        <m:t>𝜇</m:t>
                                      </m:r>
                                    </m:e>
                                    <m:sub>
                                      <m:r>
                                        <a:rPr lang="pt-BR" sz="1400" b="0" i="1" smtClean="0">
                                          <a:latin typeface="Cambria Math" panose="02040503050406030204" pitchFamily="18" charset="0"/>
                                        </a:rPr>
                                        <m:t>0</m:t>
                                      </m:r>
                                    </m:sub>
                                  </m:sSub>
                                  <m:sSubSup>
                                    <m:sSubSupPr>
                                      <m:ctrlPr>
                                        <a:rPr lang="pt-BR" sz="1400" i="1">
                                          <a:latin typeface="Cambria Math" panose="02040503050406030204" pitchFamily="18" charset="0"/>
                                          <a:ea typeface="Cambria Math" panose="02040503050406030204" pitchFamily="18" charset="0"/>
                                        </a:rPr>
                                      </m:ctrlPr>
                                    </m:sSubSupPr>
                                    <m:e>
                                      <m:r>
                                        <a:rPr lang="pt-BR" sz="1400" i="1">
                                          <a:latin typeface="Cambria Math" panose="02040503050406030204" pitchFamily="18" charset="0"/>
                                          <a:ea typeface="Cambria Math" panose="02040503050406030204" pitchFamily="18" charset="0"/>
                                        </a:rPr>
                                        <m:t>𝒥</m:t>
                                      </m:r>
                                    </m:e>
                                    <m:sub>
                                      <m:d>
                                        <m:dPr>
                                          <m:begChr m:val="|"/>
                                          <m:endChr m:val="|"/>
                                          <m:ctrlPr>
                                            <a:rPr lang="pt-BR" sz="1400" i="1">
                                              <a:latin typeface="Cambria Math" panose="02040503050406030204" pitchFamily="18" charset="0"/>
                                              <a:ea typeface="Cambria Math" panose="02040503050406030204" pitchFamily="18" charset="0"/>
                                            </a:rPr>
                                          </m:ctrlPr>
                                        </m:dPr>
                                        <m:e>
                                          <m:r>
                                            <a:rPr lang="pt-BR" sz="1400" i="1">
                                              <a:latin typeface="Cambria Math" panose="02040503050406030204" pitchFamily="18" charset="0"/>
                                              <a:ea typeface="Cambria Math" panose="02040503050406030204" pitchFamily="18" charset="0"/>
                                            </a:rPr>
                                            <m:t>𝑛</m:t>
                                          </m:r>
                                        </m:e>
                                      </m:d>
                                    </m:sub>
                                    <m:sup>
                                      <m:r>
                                        <a:rPr lang="pt-BR" sz="1400" i="1">
                                          <a:latin typeface="Cambria Math" panose="02040503050406030204" pitchFamily="18" charset="0"/>
                                          <a:ea typeface="Cambria Math" panose="02040503050406030204" pitchFamily="18" charset="0"/>
                                        </a:rPr>
                                        <m:t> </m:t>
                                      </m:r>
                                    </m:sup>
                                  </m:sSubSup>
                                  <m:r>
                                    <a:rPr lang="pt-BR" sz="1400" i="1">
                                      <a:latin typeface="Cambria Math" panose="02040503050406030204" pitchFamily="18" charset="0"/>
                                      <a:ea typeface="Cambria Math" panose="02040503050406030204" pitchFamily="18" charset="0"/>
                                    </a:rPr>
                                    <m:t>(</m:t>
                                  </m:r>
                                  <m:sSub>
                                    <m:sSubPr>
                                      <m:ctrlPr>
                                        <a:rPr lang="pt-BR" sz="1400" b="0" i="1" smtClean="0">
                                          <a:latin typeface="Cambria Math" panose="02040503050406030204" pitchFamily="18" charset="0"/>
                                          <a:ea typeface="Cambria Math" panose="02040503050406030204" pitchFamily="18" charset="0"/>
                                        </a:rPr>
                                      </m:ctrlPr>
                                    </m:sSubPr>
                                    <m:e>
                                      <m:r>
                                        <a:rPr lang="pt-BR" sz="1400" i="1">
                                          <a:latin typeface="Cambria Math" panose="02040503050406030204" pitchFamily="18" charset="0"/>
                                        </a:rPr>
                                        <m:t>𝑘</m:t>
                                      </m:r>
                                    </m:e>
                                    <m:sub>
                                      <m:r>
                                        <a:rPr lang="pt-BR" sz="1400" b="0" i="1" smtClean="0">
                                          <a:latin typeface="Cambria Math" panose="02040503050406030204" pitchFamily="18" charset="0"/>
                                        </a:rPr>
                                        <m:t>0</m:t>
                                      </m:r>
                                    </m:sub>
                                  </m:sSub>
                                  <m:sSub>
                                    <m:sSubPr>
                                      <m:ctrlPr>
                                        <a:rPr lang="pt-BR" sz="1400" i="1">
                                          <a:latin typeface="Cambria Math" panose="02040503050406030204" pitchFamily="18" charset="0"/>
                                        </a:rPr>
                                      </m:ctrlPr>
                                    </m:sSubPr>
                                    <m:e>
                                      <m:r>
                                        <a:rPr lang="pt-BR" sz="1400" i="1">
                                          <a:latin typeface="Cambria Math" panose="02040503050406030204" pitchFamily="18" charset="0"/>
                                        </a:rPr>
                                        <m:t>𝑎</m:t>
                                      </m:r>
                                    </m:e>
                                    <m:sub>
                                      <m:r>
                                        <a:rPr lang="pt-BR" sz="1400" i="1">
                                          <a:latin typeface="Cambria Math" panose="02040503050406030204" pitchFamily="18" charset="0"/>
                                        </a:rPr>
                                        <m:t>𝑝</m:t>
                                      </m:r>
                                    </m:sub>
                                  </m:sSub>
                                  <m:r>
                                    <a:rPr lang="pt-BR" sz="1400" i="1">
                                      <a:latin typeface="Cambria Math" panose="02040503050406030204" pitchFamily="18" charset="0"/>
                                      <a:ea typeface="Cambria Math" panose="02040503050406030204" pitchFamily="18" charset="0"/>
                                    </a:rPr>
                                    <m:t>)</m:t>
                                  </m:r>
                                </m:den>
                              </m:f>
                            </m:e>
                          </m:d>
                        </m:e>
                        <m:sup>
                          <m:r>
                            <a:rPr lang="pt-BR" sz="1400" b="0" i="1" smtClean="0">
                              <a:latin typeface="Cambria Math" panose="02040503050406030204" pitchFamily="18" charset="0"/>
                            </a:rPr>
                            <m:t> </m:t>
                          </m:r>
                        </m:sup>
                      </m:sSup>
                    </m:oMath>
                  </m:oMathPara>
                </a14:m>
                <a:endParaRPr lang="en-US" sz="1400" i="1"/>
              </a:p>
            </p:txBody>
          </p:sp>
        </mc:Choice>
        <mc:Fallback>
          <p:sp>
            <p:nvSpPr>
              <p:cNvPr id="2" name="CaixaDeTexto 1">
                <a:extLst>
                  <a:ext uri="{FF2B5EF4-FFF2-40B4-BE49-F238E27FC236}">
                    <a16:creationId xmlns:a16="http://schemas.microsoft.com/office/drawing/2014/main" id="{DA8CF963-DFBA-191D-6226-8C319EF88352}"/>
                  </a:ext>
                </a:extLst>
              </p:cNvPr>
              <p:cNvSpPr txBox="1">
                <a:spLocks noRot="1" noChangeAspect="1" noMove="1" noResize="1" noEditPoints="1" noAdjustHandles="1" noChangeArrowheads="1" noChangeShapeType="1" noTextEdit="1"/>
              </p:cNvSpPr>
              <p:nvPr/>
            </p:nvSpPr>
            <p:spPr>
              <a:xfrm>
                <a:off x="576933" y="1927814"/>
                <a:ext cx="5190639" cy="606961"/>
              </a:xfrm>
              <a:prstGeom prst="rect">
                <a:avLst/>
              </a:prstGeom>
              <a:blipFill>
                <a:blip r:embed="rId4"/>
                <a:stretch>
                  <a:fillRect/>
                </a:stretch>
              </a:blipFill>
            </p:spPr>
            <p:txBody>
              <a:bodyPr/>
              <a:lstStyle/>
              <a:p>
                <a:r>
                  <a:rPr lang="pt-BR">
                    <a:noFill/>
                  </a:rPr>
                  <a:t> </a:t>
                </a:r>
              </a:p>
            </p:txBody>
          </p:sp>
        </mc:Fallback>
      </mc:AlternateContent>
      <mc:AlternateContent xmlns:mc="http://schemas.openxmlformats.org/markup-compatibility/2006">
        <mc:Choice xmlns:a14="http://schemas.microsoft.com/office/drawing/2010/main" Requires="a14">
          <p:sp>
            <p:nvSpPr>
              <p:cNvPr id="10" name="CaixaDeTexto 9">
                <a:extLst>
                  <a:ext uri="{FF2B5EF4-FFF2-40B4-BE49-F238E27FC236}">
                    <a16:creationId xmlns:a16="http://schemas.microsoft.com/office/drawing/2014/main" id="{2ECC959B-2CB3-08E2-D335-48580B8FCF25}"/>
                  </a:ext>
                </a:extLst>
              </p:cNvPr>
              <p:cNvSpPr txBox="1"/>
              <p:nvPr/>
            </p:nvSpPr>
            <p:spPr>
              <a:xfrm>
                <a:off x="576933" y="2625567"/>
                <a:ext cx="5190639" cy="606961"/>
              </a:xfrm>
              <a:prstGeom prst="rect">
                <a:avLst/>
              </a:prstGeom>
              <a:noFill/>
            </p:spPr>
            <p:txBody>
              <a:bodyPr wrap="square">
                <a:spAutoFit/>
              </a:bodyPr>
              <a:lstStyle>
                <a:defPPr>
                  <a:defRPr lang="pt-BR"/>
                </a:defPPr>
                <a:lvl1pPr>
                  <a:defRPr sz="1600"/>
                </a:lvl1pPr>
              </a:lstStyle>
              <a:p>
                <a:pPr algn="ctr"/>
                <a14:m>
                  <m:oMathPara xmlns:m="http://schemas.openxmlformats.org/officeDocument/2006/math">
                    <m:oMathParaPr>
                      <m:jc m:val="left"/>
                    </m:oMathParaPr>
                    <m:oMath xmlns:m="http://schemas.openxmlformats.org/officeDocument/2006/math">
                      <m:sSubSup>
                        <m:sSubSupPr>
                          <m:ctrlPr>
                            <a:rPr lang="pt-BR" sz="1400" b="0" i="1" smtClean="0">
                              <a:latin typeface="Cambria Math" panose="02040503050406030204" pitchFamily="18" charset="0"/>
                            </a:rPr>
                          </m:ctrlPr>
                        </m:sSubSupPr>
                        <m:e>
                          <m:r>
                            <a:rPr lang="pt-BR" sz="1400" b="0" i="1" smtClean="0">
                              <a:latin typeface="Cambria Math" panose="02040503050406030204" pitchFamily="18" charset="0"/>
                            </a:rPr>
                            <m:t>𝑌</m:t>
                          </m:r>
                        </m:e>
                        <m:sub>
                          <m:r>
                            <a:rPr lang="pt-BR" sz="1400" b="0" i="1" smtClean="0">
                              <a:latin typeface="Cambria Math" panose="02040503050406030204" pitchFamily="18" charset="0"/>
                            </a:rPr>
                            <m:t>11,</m:t>
                          </m:r>
                          <m:r>
                            <a:rPr lang="pt-BR" sz="1400" b="0" i="1" smtClean="0">
                              <a:latin typeface="Cambria Math" panose="02040503050406030204" pitchFamily="18" charset="0"/>
                            </a:rPr>
                            <m:t>𝑛</m:t>
                          </m:r>
                        </m:sub>
                        <m:sup>
                          <m:r>
                            <a:rPr lang="pt-BR" sz="1400" b="0" i="1" smtClean="0">
                              <a:latin typeface="Cambria Math" panose="02040503050406030204" pitchFamily="18" charset="0"/>
                            </a:rPr>
                            <m:t>(</m:t>
                          </m:r>
                          <m:r>
                            <a:rPr lang="pt-BR" sz="1400" b="0" i="1" smtClean="0">
                              <a:latin typeface="Cambria Math" panose="02040503050406030204" pitchFamily="18" charset="0"/>
                            </a:rPr>
                            <m:t>𝑝</m:t>
                          </m:r>
                          <m:r>
                            <a:rPr lang="pt-BR" sz="1400" b="0" i="1" smtClean="0">
                              <a:latin typeface="Cambria Math" panose="02040503050406030204" pitchFamily="18" charset="0"/>
                            </a:rPr>
                            <m:t>)</m:t>
                          </m:r>
                        </m:sup>
                      </m:sSubSup>
                      <m:r>
                        <a:rPr lang="pt-BR" sz="1400" b="0" i="1">
                          <a:latin typeface="Cambria Math" panose="02040503050406030204" pitchFamily="18" charset="0"/>
                        </a:rPr>
                        <m:t>=</m:t>
                      </m:r>
                      <m:sSup>
                        <m:sSupPr>
                          <m:ctrlPr>
                            <a:rPr lang="pt-BR" sz="1400" i="1">
                              <a:latin typeface="Cambria Math" panose="02040503050406030204" pitchFamily="18" charset="0"/>
                            </a:rPr>
                          </m:ctrlPr>
                        </m:sSupPr>
                        <m:e>
                          <m:f>
                            <m:fPr>
                              <m:ctrlPr>
                                <a:rPr lang="pt-BR" sz="1400" b="0" i="1" smtClean="0">
                                  <a:latin typeface="Cambria Math" panose="02040503050406030204" pitchFamily="18" charset="0"/>
                                </a:rPr>
                              </m:ctrlPr>
                            </m:fPr>
                            <m:num>
                              <m:r>
                                <a:rPr lang="pt-BR" sz="1400" b="0" i="1" smtClean="0">
                                  <a:latin typeface="Cambria Math" panose="02040503050406030204" pitchFamily="18" charset="0"/>
                                </a:rPr>
                                <m:t>2</m:t>
                              </m:r>
                              <m:r>
                                <a:rPr lang="pt-BR" sz="1400" b="0" i="1" smtClean="0">
                                  <a:latin typeface="Cambria Math" panose="02040503050406030204" pitchFamily="18" charset="0"/>
                                </a:rPr>
                                <m:t>𝜋</m:t>
                              </m:r>
                            </m:num>
                            <m:den>
                              <m:r>
                                <a:rPr lang="pt-BR" sz="1400" b="0" i="1" smtClean="0">
                                  <a:latin typeface="Cambria Math" panose="02040503050406030204" pitchFamily="18" charset="0"/>
                                </a:rPr>
                                <m:t>𝑗</m:t>
                              </m:r>
                              <m:r>
                                <a:rPr lang="pt-BR" sz="1400" b="0" i="1" smtClean="0">
                                  <a:latin typeface="Cambria Math" panose="02040503050406030204" pitchFamily="18" charset="0"/>
                                </a:rPr>
                                <m:t>𝜔</m:t>
                              </m:r>
                            </m:den>
                          </m:f>
                          <m:d>
                            <m:dPr>
                              <m:begChr m:val="["/>
                              <m:endChr m:val="]"/>
                              <m:ctrlPr>
                                <a:rPr lang="pt-BR" sz="1400" i="1">
                                  <a:latin typeface="Cambria Math" panose="02040503050406030204" pitchFamily="18" charset="0"/>
                                </a:rPr>
                              </m:ctrlPr>
                            </m:dPr>
                            <m:e>
                              <m:f>
                                <m:fPr>
                                  <m:ctrlPr>
                                    <a:rPr lang="pt-BR" sz="1400" b="0" i="1" smtClean="0">
                                      <a:latin typeface="Cambria Math" panose="02040503050406030204" pitchFamily="18" charset="0"/>
                                    </a:rPr>
                                  </m:ctrlPr>
                                </m:fPr>
                                <m:num>
                                  <m:sSub>
                                    <m:sSubPr>
                                      <m:ctrlPr>
                                        <a:rPr lang="pt-BR" sz="1400" b="0" i="1" smtClean="0">
                                          <a:latin typeface="Cambria Math" panose="02040503050406030204" pitchFamily="18" charset="0"/>
                                        </a:rPr>
                                      </m:ctrlPr>
                                    </m:sSubPr>
                                    <m:e>
                                      <m:r>
                                        <a:rPr lang="pt-BR" sz="1400" b="0" i="1" smtClean="0">
                                          <a:latin typeface="Cambria Math" panose="02040503050406030204" pitchFamily="18" charset="0"/>
                                        </a:rPr>
                                        <m:t>𝜒</m:t>
                                      </m:r>
                                    </m:e>
                                    <m:sub>
                                      <m:r>
                                        <a:rPr lang="pt-BR" sz="1400" b="0" i="1" smtClean="0">
                                          <a:latin typeface="Cambria Math" panose="02040503050406030204" pitchFamily="18" charset="0"/>
                                        </a:rPr>
                                        <m:t>𝑛</m:t>
                                      </m:r>
                                    </m:sub>
                                  </m:sSub>
                                  <m:r>
                                    <a:rPr lang="pt-BR" sz="1400" b="0" i="1" smtClean="0">
                                      <a:latin typeface="Cambria Math" panose="02040503050406030204" pitchFamily="18" charset="0"/>
                                      <a:ea typeface="Cambria Math" panose="02040503050406030204" pitchFamily="18" charset="0"/>
                                    </a:rPr>
                                    <m:t>(</m:t>
                                  </m:r>
                                  <m:r>
                                    <a:rPr lang="pt-BR" sz="1400" i="1">
                                      <a:latin typeface="Cambria Math" panose="02040503050406030204" pitchFamily="18" charset="0"/>
                                    </a:rPr>
                                    <m:t>𝑘</m:t>
                                  </m:r>
                                  <m:sSub>
                                    <m:sSubPr>
                                      <m:ctrlPr>
                                        <a:rPr lang="pt-BR" sz="1400" i="1">
                                          <a:latin typeface="Cambria Math" panose="02040503050406030204" pitchFamily="18" charset="0"/>
                                        </a:rPr>
                                      </m:ctrlPr>
                                    </m:sSubPr>
                                    <m:e>
                                      <m:r>
                                        <a:rPr lang="pt-BR" sz="1400" i="1">
                                          <a:latin typeface="Cambria Math" panose="02040503050406030204" pitchFamily="18" charset="0"/>
                                        </a:rPr>
                                        <m:t>𝑎</m:t>
                                      </m:r>
                                    </m:e>
                                    <m:sub>
                                      <m:r>
                                        <a:rPr lang="pt-BR" sz="1400" i="1">
                                          <a:latin typeface="Cambria Math" panose="02040503050406030204" pitchFamily="18" charset="0"/>
                                        </a:rPr>
                                        <m:t>𝑝</m:t>
                                      </m:r>
                                    </m:sub>
                                  </m:sSub>
                                  <m:r>
                                    <a:rPr lang="pt-BR" sz="1400" b="0" i="1" smtClean="0">
                                      <a:latin typeface="Cambria Math" panose="02040503050406030204" pitchFamily="18" charset="0"/>
                                    </a:rPr>
                                    <m:t>,</m:t>
                                  </m:r>
                                  <m:r>
                                    <a:rPr lang="pt-BR" sz="1400" i="1">
                                      <a:latin typeface="Cambria Math" panose="02040503050406030204" pitchFamily="18" charset="0"/>
                                    </a:rPr>
                                    <m:t>𝑘</m:t>
                                  </m:r>
                                  <m:sSub>
                                    <m:sSubPr>
                                      <m:ctrlPr>
                                        <a:rPr lang="pt-BR" sz="1400" i="1">
                                          <a:latin typeface="Cambria Math" panose="02040503050406030204" pitchFamily="18" charset="0"/>
                                        </a:rPr>
                                      </m:ctrlPr>
                                    </m:sSubPr>
                                    <m:e>
                                      <m:r>
                                        <a:rPr lang="pt-BR" sz="1400" i="1">
                                          <a:latin typeface="Cambria Math" panose="02040503050406030204" pitchFamily="18" charset="0"/>
                                        </a:rPr>
                                        <m:t>𝑎</m:t>
                                      </m:r>
                                    </m:e>
                                    <m:sub>
                                      <m:r>
                                        <a:rPr lang="pt-BR" sz="1400" i="1">
                                          <a:latin typeface="Cambria Math" panose="02040503050406030204" pitchFamily="18" charset="0"/>
                                        </a:rPr>
                                        <m:t>𝑝</m:t>
                                      </m:r>
                                      <m:r>
                                        <a:rPr lang="pt-BR" sz="1400" b="0" i="1" smtClean="0">
                                          <a:latin typeface="Cambria Math" panose="02040503050406030204" pitchFamily="18" charset="0"/>
                                        </a:rPr>
                                        <m:t>+</m:t>
                                      </m:r>
                                      <m:sSub>
                                        <m:sSubPr>
                                          <m:ctrlPr>
                                            <a:rPr lang="pt-BR" sz="1400" b="0" i="1" smtClean="0">
                                              <a:latin typeface="Cambria Math" panose="02040503050406030204" pitchFamily="18" charset="0"/>
                                            </a:rPr>
                                          </m:ctrlPr>
                                        </m:sSubPr>
                                        <m:e>
                                          <m:r>
                                            <a:rPr lang="pt-BR" sz="1400" b="0" i="1" smtClean="0">
                                              <a:latin typeface="Cambria Math" panose="02040503050406030204" pitchFamily="18" charset="0"/>
                                            </a:rPr>
                                            <m:t>𝑚</m:t>
                                          </m:r>
                                        </m:e>
                                        <m:sub>
                                          <m:r>
                                            <a:rPr lang="pt-BR" sz="1400" b="0" i="1" smtClean="0">
                                              <a:latin typeface="Cambria Math" panose="02040503050406030204" pitchFamily="18" charset="0"/>
                                            </a:rPr>
                                            <m:t>2</m:t>
                                          </m:r>
                                        </m:sub>
                                      </m:sSub>
                                    </m:sub>
                                  </m:sSub>
                                  <m:r>
                                    <a:rPr lang="pt-BR" sz="1400" b="0" i="1" smtClean="0">
                                      <a:latin typeface="Cambria Math" panose="02040503050406030204" pitchFamily="18" charset="0"/>
                                      <a:ea typeface="Cambria Math" panose="02040503050406030204" pitchFamily="18" charset="0"/>
                                    </a:rPr>
                                    <m:t>)</m:t>
                                  </m:r>
                                </m:num>
                                <m:den>
                                  <m:sSub>
                                    <m:sSubPr>
                                      <m:ctrlPr>
                                        <a:rPr lang="pt-BR" sz="1400" i="1">
                                          <a:latin typeface="Cambria Math" panose="02040503050406030204" pitchFamily="18" charset="0"/>
                                        </a:rPr>
                                      </m:ctrlPr>
                                    </m:sSubPr>
                                    <m:e>
                                      <m:r>
                                        <a:rPr lang="pt-BR" sz="1400" b="0" i="1" smtClean="0">
                                          <a:latin typeface="Cambria Math" panose="02040503050406030204" pitchFamily="18" charset="0"/>
                                        </a:rPr>
                                        <m:t>𝛾</m:t>
                                      </m:r>
                                    </m:e>
                                    <m:sub>
                                      <m:r>
                                        <a:rPr lang="pt-BR" sz="1400" i="1">
                                          <a:latin typeface="Cambria Math" panose="02040503050406030204" pitchFamily="18" charset="0"/>
                                        </a:rPr>
                                        <m:t>𝑛</m:t>
                                      </m:r>
                                    </m:sub>
                                  </m:sSub>
                                  <m:d>
                                    <m:dPr>
                                      <m:ctrlPr>
                                        <a:rPr lang="pt-BR" sz="1400" i="1">
                                          <a:latin typeface="Cambria Math" panose="02040503050406030204" pitchFamily="18" charset="0"/>
                                          <a:ea typeface="Cambria Math" panose="02040503050406030204" pitchFamily="18" charset="0"/>
                                        </a:rPr>
                                      </m:ctrlPr>
                                    </m:dPr>
                                    <m:e>
                                      <m:r>
                                        <a:rPr lang="pt-BR" sz="1400" i="1">
                                          <a:latin typeface="Cambria Math" panose="02040503050406030204" pitchFamily="18" charset="0"/>
                                        </a:rPr>
                                        <m:t>𝑘</m:t>
                                      </m:r>
                                      <m:sSub>
                                        <m:sSubPr>
                                          <m:ctrlPr>
                                            <a:rPr lang="pt-BR" sz="1400" i="1">
                                              <a:latin typeface="Cambria Math" panose="02040503050406030204" pitchFamily="18" charset="0"/>
                                            </a:rPr>
                                          </m:ctrlPr>
                                        </m:sSubPr>
                                        <m:e>
                                          <m:r>
                                            <a:rPr lang="pt-BR" sz="1400" i="1">
                                              <a:latin typeface="Cambria Math" panose="02040503050406030204" pitchFamily="18" charset="0"/>
                                            </a:rPr>
                                            <m:t>𝑎</m:t>
                                          </m:r>
                                        </m:e>
                                        <m:sub>
                                          <m:r>
                                            <a:rPr lang="pt-BR" sz="1400" i="1">
                                              <a:latin typeface="Cambria Math" panose="02040503050406030204" pitchFamily="18" charset="0"/>
                                            </a:rPr>
                                            <m:t>𝑝</m:t>
                                          </m:r>
                                        </m:sub>
                                      </m:sSub>
                                      <m:r>
                                        <a:rPr lang="pt-BR" sz="1400" i="1">
                                          <a:latin typeface="Cambria Math" panose="02040503050406030204" pitchFamily="18" charset="0"/>
                                        </a:rPr>
                                        <m:t>,</m:t>
                                      </m:r>
                                      <m:r>
                                        <a:rPr lang="pt-BR" sz="1400" i="1">
                                          <a:latin typeface="Cambria Math" panose="02040503050406030204" pitchFamily="18" charset="0"/>
                                        </a:rPr>
                                        <m:t>𝑘</m:t>
                                      </m:r>
                                      <m:sSub>
                                        <m:sSubPr>
                                          <m:ctrlPr>
                                            <a:rPr lang="pt-BR" sz="1400" i="1">
                                              <a:latin typeface="Cambria Math" panose="02040503050406030204" pitchFamily="18" charset="0"/>
                                            </a:rPr>
                                          </m:ctrlPr>
                                        </m:sSubPr>
                                        <m:e>
                                          <m:r>
                                            <a:rPr lang="pt-BR" sz="1400" i="1">
                                              <a:latin typeface="Cambria Math" panose="02040503050406030204" pitchFamily="18" charset="0"/>
                                            </a:rPr>
                                            <m:t>𝑎</m:t>
                                          </m:r>
                                        </m:e>
                                        <m:sub>
                                          <m:r>
                                            <a:rPr lang="pt-BR" sz="1400" i="1">
                                              <a:latin typeface="Cambria Math" panose="02040503050406030204" pitchFamily="18" charset="0"/>
                                            </a:rPr>
                                            <m:t>𝑝</m:t>
                                          </m:r>
                                          <m:r>
                                            <a:rPr lang="pt-BR" sz="1400" i="1">
                                              <a:latin typeface="Cambria Math" panose="02040503050406030204" pitchFamily="18" charset="0"/>
                                            </a:rPr>
                                            <m:t>+</m:t>
                                          </m:r>
                                          <m:sSub>
                                            <m:sSubPr>
                                              <m:ctrlPr>
                                                <a:rPr lang="pt-BR" sz="1400" i="1">
                                                  <a:latin typeface="Cambria Math" panose="02040503050406030204" pitchFamily="18" charset="0"/>
                                                </a:rPr>
                                              </m:ctrlPr>
                                            </m:sSubPr>
                                            <m:e>
                                              <m:r>
                                                <a:rPr lang="pt-BR" sz="1400" i="1">
                                                  <a:latin typeface="Cambria Math" panose="02040503050406030204" pitchFamily="18" charset="0"/>
                                                </a:rPr>
                                                <m:t>𝑚</m:t>
                                              </m:r>
                                            </m:e>
                                            <m:sub>
                                              <m:r>
                                                <a:rPr lang="pt-BR" sz="1400" i="1">
                                                  <a:latin typeface="Cambria Math" panose="02040503050406030204" pitchFamily="18" charset="0"/>
                                                </a:rPr>
                                                <m:t>2</m:t>
                                              </m:r>
                                            </m:sub>
                                          </m:sSub>
                                        </m:sub>
                                      </m:sSub>
                                    </m:e>
                                  </m:d>
                                  <m:r>
                                    <a:rPr lang="pt-BR" sz="1400" b="0" i="1" smtClean="0">
                                      <a:latin typeface="Cambria Math" panose="02040503050406030204" pitchFamily="18" charset="0"/>
                                      <a:ea typeface="Cambria Math" panose="02040503050406030204" pitchFamily="18" charset="0"/>
                                    </a:rPr>
                                    <m:t>𝜇</m:t>
                                  </m:r>
                                </m:den>
                              </m:f>
                              <m:r>
                                <a:rPr lang="pt-BR" sz="1400" b="0" i="1" smtClean="0">
                                  <a:latin typeface="Cambria Math" panose="02040503050406030204" pitchFamily="18" charset="0"/>
                                </a:rPr>
                                <m:t>−</m:t>
                              </m:r>
                              <m:f>
                                <m:fPr>
                                  <m:ctrlPr>
                                    <a:rPr lang="pt-BR" sz="1400" i="1">
                                      <a:latin typeface="Cambria Math" panose="02040503050406030204" pitchFamily="18" charset="0"/>
                                    </a:rPr>
                                  </m:ctrlPr>
                                </m:fPr>
                                <m:num>
                                  <m:sSub>
                                    <m:sSubPr>
                                      <m:ctrlPr>
                                        <a:rPr lang="pt-BR" sz="1400" i="1">
                                          <a:latin typeface="Cambria Math" panose="02040503050406030204" pitchFamily="18" charset="0"/>
                                        </a:rPr>
                                      </m:ctrlPr>
                                    </m:sSubPr>
                                    <m:e>
                                      <m:r>
                                        <a:rPr lang="pt-BR" sz="1400" i="1">
                                          <a:latin typeface="Cambria Math" panose="02040503050406030204" pitchFamily="18" charset="0"/>
                                        </a:rPr>
                                        <m:t>𝜒</m:t>
                                      </m:r>
                                    </m:e>
                                    <m:sub>
                                      <m:r>
                                        <a:rPr lang="pt-BR" sz="1400" i="1">
                                          <a:latin typeface="Cambria Math" panose="02040503050406030204" pitchFamily="18" charset="0"/>
                                        </a:rPr>
                                        <m:t>𝑛</m:t>
                                      </m:r>
                                    </m:sub>
                                  </m:sSub>
                                  <m:r>
                                    <a:rPr lang="pt-BR" sz="1400" i="1">
                                      <a:latin typeface="Cambria Math" panose="02040503050406030204" pitchFamily="18" charset="0"/>
                                      <a:ea typeface="Cambria Math" panose="02040503050406030204" pitchFamily="18" charset="0"/>
                                    </a:rPr>
                                    <m:t>(</m:t>
                                  </m:r>
                                  <m:sSub>
                                    <m:sSubPr>
                                      <m:ctrlPr>
                                        <a:rPr lang="pt-BR" sz="1400" b="0" i="1" smtClean="0">
                                          <a:latin typeface="Cambria Math" panose="02040503050406030204" pitchFamily="18" charset="0"/>
                                        </a:rPr>
                                      </m:ctrlPr>
                                    </m:sSubPr>
                                    <m:e>
                                      <m:r>
                                        <a:rPr lang="pt-BR" sz="1400" i="1">
                                          <a:latin typeface="Cambria Math" panose="02040503050406030204" pitchFamily="18" charset="0"/>
                                        </a:rPr>
                                        <m:t>𝑘</m:t>
                                      </m:r>
                                    </m:e>
                                    <m:sub>
                                      <m:r>
                                        <a:rPr lang="pt-BR" sz="1400" b="0" i="1" smtClean="0">
                                          <a:latin typeface="Cambria Math" panose="02040503050406030204" pitchFamily="18" charset="0"/>
                                        </a:rPr>
                                        <m:t>0</m:t>
                                      </m:r>
                                    </m:sub>
                                  </m:sSub>
                                  <m:sSub>
                                    <m:sSubPr>
                                      <m:ctrlPr>
                                        <a:rPr lang="pt-BR" sz="1400" i="1">
                                          <a:latin typeface="Cambria Math" panose="02040503050406030204" pitchFamily="18" charset="0"/>
                                        </a:rPr>
                                      </m:ctrlPr>
                                    </m:sSubPr>
                                    <m:e>
                                      <m:r>
                                        <a:rPr lang="pt-BR" sz="1400" i="1">
                                          <a:latin typeface="Cambria Math" panose="02040503050406030204" pitchFamily="18" charset="0"/>
                                        </a:rPr>
                                        <m:t>𝑎</m:t>
                                      </m:r>
                                    </m:e>
                                    <m:sub>
                                      <m:r>
                                        <a:rPr lang="pt-BR" sz="1400" i="1">
                                          <a:latin typeface="Cambria Math" panose="02040503050406030204" pitchFamily="18" charset="0"/>
                                        </a:rPr>
                                        <m:t>𝑝</m:t>
                                      </m:r>
                                    </m:sub>
                                  </m:sSub>
                                  <m:r>
                                    <a:rPr lang="pt-BR" sz="1400" i="1">
                                      <a:latin typeface="Cambria Math" panose="02040503050406030204" pitchFamily="18" charset="0"/>
                                    </a:rPr>
                                    <m:t>,</m:t>
                                  </m:r>
                                  <m:sSub>
                                    <m:sSubPr>
                                      <m:ctrlPr>
                                        <a:rPr lang="pt-BR" sz="1400" b="0" i="1" smtClean="0">
                                          <a:latin typeface="Cambria Math" panose="02040503050406030204" pitchFamily="18" charset="0"/>
                                        </a:rPr>
                                      </m:ctrlPr>
                                    </m:sSubPr>
                                    <m:e>
                                      <m:r>
                                        <a:rPr lang="pt-BR" sz="1400" i="1">
                                          <a:latin typeface="Cambria Math" panose="02040503050406030204" pitchFamily="18" charset="0"/>
                                        </a:rPr>
                                        <m:t>𝑘</m:t>
                                      </m:r>
                                    </m:e>
                                    <m:sub>
                                      <m:r>
                                        <a:rPr lang="pt-BR" sz="1400" b="0" i="1" smtClean="0">
                                          <a:latin typeface="Cambria Math" panose="02040503050406030204" pitchFamily="18" charset="0"/>
                                        </a:rPr>
                                        <m:t>0</m:t>
                                      </m:r>
                                    </m:sub>
                                  </m:sSub>
                                  <m:sSub>
                                    <m:sSubPr>
                                      <m:ctrlPr>
                                        <a:rPr lang="pt-BR" sz="1400" i="1">
                                          <a:latin typeface="Cambria Math" panose="02040503050406030204" pitchFamily="18" charset="0"/>
                                        </a:rPr>
                                      </m:ctrlPr>
                                    </m:sSubPr>
                                    <m:e>
                                      <m:r>
                                        <a:rPr lang="pt-BR" sz="1400" i="1">
                                          <a:latin typeface="Cambria Math" panose="02040503050406030204" pitchFamily="18" charset="0"/>
                                        </a:rPr>
                                        <m:t>𝑎</m:t>
                                      </m:r>
                                    </m:e>
                                    <m:sub>
                                      <m:r>
                                        <a:rPr lang="pt-BR" sz="1400" i="1">
                                          <a:latin typeface="Cambria Math" panose="02040503050406030204" pitchFamily="18" charset="0"/>
                                        </a:rPr>
                                        <m:t>𝑝</m:t>
                                      </m:r>
                                      <m:r>
                                        <a:rPr lang="pt-BR" sz="1400" i="1">
                                          <a:latin typeface="Cambria Math" panose="02040503050406030204" pitchFamily="18" charset="0"/>
                                        </a:rPr>
                                        <m:t>+</m:t>
                                      </m:r>
                                      <m:sSub>
                                        <m:sSubPr>
                                          <m:ctrlPr>
                                            <a:rPr lang="pt-BR" sz="1400" i="1">
                                              <a:latin typeface="Cambria Math" panose="02040503050406030204" pitchFamily="18" charset="0"/>
                                            </a:rPr>
                                          </m:ctrlPr>
                                        </m:sSubPr>
                                        <m:e>
                                          <m:r>
                                            <a:rPr lang="pt-BR" sz="1400" i="1">
                                              <a:latin typeface="Cambria Math" panose="02040503050406030204" pitchFamily="18" charset="0"/>
                                            </a:rPr>
                                            <m:t>𝑚</m:t>
                                          </m:r>
                                        </m:e>
                                        <m:sub>
                                          <m:r>
                                            <a:rPr lang="pt-BR" sz="1400" i="1">
                                              <a:latin typeface="Cambria Math" panose="02040503050406030204" pitchFamily="18" charset="0"/>
                                            </a:rPr>
                                            <m:t>2</m:t>
                                          </m:r>
                                        </m:sub>
                                      </m:sSub>
                                    </m:sub>
                                  </m:sSub>
                                  <m:r>
                                    <a:rPr lang="pt-BR" sz="1400" i="1">
                                      <a:latin typeface="Cambria Math" panose="02040503050406030204" pitchFamily="18" charset="0"/>
                                      <a:ea typeface="Cambria Math" panose="02040503050406030204" pitchFamily="18" charset="0"/>
                                    </a:rPr>
                                    <m:t>)</m:t>
                                  </m:r>
                                </m:num>
                                <m:den>
                                  <m:sSub>
                                    <m:sSubPr>
                                      <m:ctrlPr>
                                        <a:rPr lang="pt-BR" sz="1400" i="1">
                                          <a:latin typeface="Cambria Math" panose="02040503050406030204" pitchFamily="18" charset="0"/>
                                        </a:rPr>
                                      </m:ctrlPr>
                                    </m:sSubPr>
                                    <m:e>
                                      <m:r>
                                        <a:rPr lang="pt-BR" sz="1400" i="1">
                                          <a:latin typeface="Cambria Math" panose="02040503050406030204" pitchFamily="18" charset="0"/>
                                        </a:rPr>
                                        <m:t>𝛾</m:t>
                                      </m:r>
                                    </m:e>
                                    <m:sub>
                                      <m:r>
                                        <a:rPr lang="pt-BR" sz="1400" i="1">
                                          <a:latin typeface="Cambria Math" panose="02040503050406030204" pitchFamily="18" charset="0"/>
                                        </a:rPr>
                                        <m:t>𝑛</m:t>
                                      </m:r>
                                    </m:sub>
                                  </m:sSub>
                                  <m:d>
                                    <m:dPr>
                                      <m:ctrlPr>
                                        <a:rPr lang="pt-BR" sz="1400" i="1">
                                          <a:latin typeface="Cambria Math" panose="02040503050406030204" pitchFamily="18" charset="0"/>
                                          <a:ea typeface="Cambria Math" panose="02040503050406030204" pitchFamily="18" charset="0"/>
                                        </a:rPr>
                                      </m:ctrlPr>
                                    </m:dPr>
                                    <m:e>
                                      <m:sSub>
                                        <m:sSubPr>
                                          <m:ctrlPr>
                                            <a:rPr lang="pt-BR" sz="1400" b="0" i="1" smtClean="0">
                                              <a:latin typeface="Cambria Math" panose="02040503050406030204" pitchFamily="18" charset="0"/>
                                            </a:rPr>
                                          </m:ctrlPr>
                                        </m:sSubPr>
                                        <m:e>
                                          <m:r>
                                            <a:rPr lang="pt-BR" sz="1400" i="1">
                                              <a:latin typeface="Cambria Math" panose="02040503050406030204" pitchFamily="18" charset="0"/>
                                            </a:rPr>
                                            <m:t>𝑘</m:t>
                                          </m:r>
                                        </m:e>
                                        <m:sub>
                                          <m:r>
                                            <a:rPr lang="pt-BR" sz="1400" b="0" i="1" smtClean="0">
                                              <a:latin typeface="Cambria Math" panose="02040503050406030204" pitchFamily="18" charset="0"/>
                                            </a:rPr>
                                            <m:t>0</m:t>
                                          </m:r>
                                        </m:sub>
                                      </m:sSub>
                                      <m:sSub>
                                        <m:sSubPr>
                                          <m:ctrlPr>
                                            <a:rPr lang="pt-BR" sz="1400" i="1">
                                              <a:latin typeface="Cambria Math" panose="02040503050406030204" pitchFamily="18" charset="0"/>
                                            </a:rPr>
                                          </m:ctrlPr>
                                        </m:sSubPr>
                                        <m:e>
                                          <m:r>
                                            <a:rPr lang="pt-BR" sz="1400" i="1">
                                              <a:latin typeface="Cambria Math" panose="02040503050406030204" pitchFamily="18" charset="0"/>
                                            </a:rPr>
                                            <m:t>𝑎</m:t>
                                          </m:r>
                                        </m:e>
                                        <m:sub>
                                          <m:r>
                                            <a:rPr lang="pt-BR" sz="1400" i="1">
                                              <a:latin typeface="Cambria Math" panose="02040503050406030204" pitchFamily="18" charset="0"/>
                                            </a:rPr>
                                            <m:t>𝑝</m:t>
                                          </m:r>
                                        </m:sub>
                                      </m:sSub>
                                      <m:r>
                                        <a:rPr lang="pt-BR" sz="1400" i="1">
                                          <a:latin typeface="Cambria Math" panose="02040503050406030204" pitchFamily="18" charset="0"/>
                                        </a:rPr>
                                        <m:t>,</m:t>
                                      </m:r>
                                      <m:sSub>
                                        <m:sSubPr>
                                          <m:ctrlPr>
                                            <a:rPr lang="pt-BR" sz="1400" b="0" i="1" smtClean="0">
                                              <a:latin typeface="Cambria Math" panose="02040503050406030204" pitchFamily="18" charset="0"/>
                                            </a:rPr>
                                          </m:ctrlPr>
                                        </m:sSubPr>
                                        <m:e>
                                          <m:r>
                                            <a:rPr lang="pt-BR" sz="1400" i="1">
                                              <a:latin typeface="Cambria Math" panose="02040503050406030204" pitchFamily="18" charset="0"/>
                                            </a:rPr>
                                            <m:t>𝑘</m:t>
                                          </m:r>
                                        </m:e>
                                        <m:sub>
                                          <m:r>
                                            <a:rPr lang="pt-BR" sz="1400" b="0" i="1" smtClean="0">
                                              <a:latin typeface="Cambria Math" panose="02040503050406030204" pitchFamily="18" charset="0"/>
                                            </a:rPr>
                                            <m:t>0</m:t>
                                          </m:r>
                                        </m:sub>
                                      </m:sSub>
                                      <m:sSub>
                                        <m:sSubPr>
                                          <m:ctrlPr>
                                            <a:rPr lang="pt-BR" sz="1400" i="1">
                                              <a:latin typeface="Cambria Math" panose="02040503050406030204" pitchFamily="18" charset="0"/>
                                            </a:rPr>
                                          </m:ctrlPr>
                                        </m:sSubPr>
                                        <m:e>
                                          <m:r>
                                            <a:rPr lang="pt-BR" sz="1400" i="1">
                                              <a:latin typeface="Cambria Math" panose="02040503050406030204" pitchFamily="18" charset="0"/>
                                            </a:rPr>
                                            <m:t>𝑎</m:t>
                                          </m:r>
                                        </m:e>
                                        <m:sub>
                                          <m:r>
                                            <a:rPr lang="pt-BR" sz="1400" i="1">
                                              <a:latin typeface="Cambria Math" panose="02040503050406030204" pitchFamily="18" charset="0"/>
                                            </a:rPr>
                                            <m:t>𝑝</m:t>
                                          </m:r>
                                          <m:r>
                                            <a:rPr lang="pt-BR" sz="1400" i="1">
                                              <a:latin typeface="Cambria Math" panose="02040503050406030204" pitchFamily="18" charset="0"/>
                                            </a:rPr>
                                            <m:t>+</m:t>
                                          </m:r>
                                          <m:sSub>
                                            <m:sSubPr>
                                              <m:ctrlPr>
                                                <a:rPr lang="pt-BR" sz="1400" i="1">
                                                  <a:latin typeface="Cambria Math" panose="02040503050406030204" pitchFamily="18" charset="0"/>
                                                </a:rPr>
                                              </m:ctrlPr>
                                            </m:sSubPr>
                                            <m:e>
                                              <m:r>
                                                <a:rPr lang="pt-BR" sz="1400" i="1">
                                                  <a:latin typeface="Cambria Math" panose="02040503050406030204" pitchFamily="18" charset="0"/>
                                                </a:rPr>
                                                <m:t>𝑚</m:t>
                                              </m:r>
                                            </m:e>
                                            <m:sub>
                                              <m:r>
                                                <a:rPr lang="pt-BR" sz="1400" i="1">
                                                  <a:latin typeface="Cambria Math" panose="02040503050406030204" pitchFamily="18" charset="0"/>
                                                </a:rPr>
                                                <m:t>2</m:t>
                                              </m:r>
                                            </m:sub>
                                          </m:sSub>
                                        </m:sub>
                                      </m:sSub>
                                    </m:e>
                                  </m:d>
                                  <m:sSub>
                                    <m:sSubPr>
                                      <m:ctrlPr>
                                        <a:rPr lang="pt-BR" sz="1400" b="0" i="1" smtClean="0">
                                          <a:latin typeface="Cambria Math" panose="02040503050406030204" pitchFamily="18" charset="0"/>
                                          <a:ea typeface="Cambria Math" panose="02040503050406030204" pitchFamily="18" charset="0"/>
                                        </a:rPr>
                                      </m:ctrlPr>
                                    </m:sSubPr>
                                    <m:e>
                                      <m:r>
                                        <a:rPr lang="pt-BR" sz="1400" i="1">
                                          <a:latin typeface="Cambria Math" panose="02040503050406030204" pitchFamily="18" charset="0"/>
                                          <a:ea typeface="Cambria Math" panose="02040503050406030204" pitchFamily="18" charset="0"/>
                                        </a:rPr>
                                        <m:t>𝜇</m:t>
                                      </m:r>
                                    </m:e>
                                    <m:sub>
                                      <m:r>
                                        <a:rPr lang="pt-BR" sz="1400" b="0" i="1" smtClean="0">
                                          <a:latin typeface="Cambria Math" panose="02040503050406030204" pitchFamily="18" charset="0"/>
                                          <a:ea typeface="Cambria Math" panose="02040503050406030204" pitchFamily="18" charset="0"/>
                                        </a:rPr>
                                        <m:t>0</m:t>
                                      </m:r>
                                    </m:sub>
                                  </m:sSub>
                                </m:den>
                              </m:f>
                            </m:e>
                          </m:d>
                        </m:e>
                        <m:sup>
                          <m:r>
                            <a:rPr lang="pt-BR" sz="1400" b="0" i="1" smtClean="0">
                              <a:latin typeface="Cambria Math" panose="02040503050406030204" pitchFamily="18" charset="0"/>
                            </a:rPr>
                            <m:t> </m:t>
                          </m:r>
                        </m:sup>
                      </m:sSup>
                    </m:oMath>
                  </m:oMathPara>
                </a14:m>
                <a:endParaRPr lang="en-US" sz="1400" i="1"/>
              </a:p>
            </p:txBody>
          </p:sp>
        </mc:Choice>
        <mc:Fallback>
          <p:sp>
            <p:nvSpPr>
              <p:cNvPr id="10" name="CaixaDeTexto 9">
                <a:extLst>
                  <a:ext uri="{FF2B5EF4-FFF2-40B4-BE49-F238E27FC236}">
                    <a16:creationId xmlns:a16="http://schemas.microsoft.com/office/drawing/2014/main" id="{2ECC959B-2CB3-08E2-D335-48580B8FCF25}"/>
                  </a:ext>
                </a:extLst>
              </p:cNvPr>
              <p:cNvSpPr txBox="1">
                <a:spLocks noRot="1" noChangeAspect="1" noMove="1" noResize="1" noEditPoints="1" noAdjustHandles="1" noChangeArrowheads="1" noChangeShapeType="1" noTextEdit="1"/>
              </p:cNvSpPr>
              <p:nvPr/>
            </p:nvSpPr>
            <p:spPr>
              <a:xfrm>
                <a:off x="576933" y="2625567"/>
                <a:ext cx="5190639" cy="606961"/>
              </a:xfrm>
              <a:prstGeom prst="rect">
                <a:avLst/>
              </a:prstGeom>
              <a:blipFill>
                <a:blip r:embed="rId5"/>
                <a:stretch>
                  <a:fillRect/>
                </a:stretch>
              </a:blipFill>
            </p:spPr>
            <p:txBody>
              <a:bodyPr/>
              <a:lstStyle/>
              <a:p>
                <a:r>
                  <a:rPr lang="pt-BR">
                    <a:noFill/>
                  </a:rPr>
                  <a:t> </a:t>
                </a:r>
              </a:p>
            </p:txBody>
          </p:sp>
        </mc:Fallback>
      </mc:AlternateContent>
      <mc:AlternateContent xmlns:mc="http://schemas.openxmlformats.org/markup-compatibility/2006">
        <mc:Choice xmlns:a14="http://schemas.microsoft.com/office/drawing/2010/main" Requires="a14">
          <p:sp>
            <p:nvSpPr>
              <p:cNvPr id="12" name="CaixaDeTexto 11">
                <a:extLst>
                  <a:ext uri="{FF2B5EF4-FFF2-40B4-BE49-F238E27FC236}">
                    <a16:creationId xmlns:a16="http://schemas.microsoft.com/office/drawing/2014/main" id="{86EAF052-B16C-E1BE-D275-B3CA6D5CD179}"/>
                  </a:ext>
                </a:extLst>
              </p:cNvPr>
              <p:cNvSpPr txBox="1"/>
              <p:nvPr/>
            </p:nvSpPr>
            <p:spPr>
              <a:xfrm>
                <a:off x="576933" y="3358487"/>
                <a:ext cx="5190639" cy="606961"/>
              </a:xfrm>
              <a:prstGeom prst="rect">
                <a:avLst/>
              </a:prstGeom>
              <a:noFill/>
            </p:spPr>
            <p:txBody>
              <a:bodyPr wrap="square">
                <a:spAutoFit/>
              </a:bodyPr>
              <a:lstStyle>
                <a:defPPr>
                  <a:defRPr lang="pt-BR"/>
                </a:defPPr>
                <a:lvl1pPr>
                  <a:defRPr sz="1600"/>
                </a:lvl1pPr>
              </a:lstStyle>
              <a:p>
                <a:pPr algn="ctr"/>
                <a14:m>
                  <m:oMathPara xmlns:m="http://schemas.openxmlformats.org/officeDocument/2006/math">
                    <m:oMathParaPr>
                      <m:jc m:val="left"/>
                    </m:oMathParaPr>
                    <m:oMath xmlns:m="http://schemas.openxmlformats.org/officeDocument/2006/math">
                      <m:sSubSup>
                        <m:sSubSupPr>
                          <m:ctrlPr>
                            <a:rPr lang="pt-BR" sz="1400" b="0" i="1" smtClean="0">
                              <a:latin typeface="Cambria Math" panose="02040503050406030204" pitchFamily="18" charset="0"/>
                            </a:rPr>
                          </m:ctrlPr>
                        </m:sSubSupPr>
                        <m:e>
                          <m:r>
                            <a:rPr lang="pt-BR" sz="1400" b="0" i="1" smtClean="0">
                              <a:latin typeface="Cambria Math" panose="02040503050406030204" pitchFamily="18" charset="0"/>
                            </a:rPr>
                            <m:t>𝑌</m:t>
                          </m:r>
                        </m:e>
                        <m:sub>
                          <m:r>
                            <a:rPr lang="pt-BR" sz="1400" b="0" i="1" smtClean="0">
                              <a:latin typeface="Cambria Math" panose="02040503050406030204" pitchFamily="18" charset="0"/>
                            </a:rPr>
                            <m:t>12,</m:t>
                          </m:r>
                          <m:r>
                            <a:rPr lang="pt-BR" sz="1400" b="0" i="1" smtClean="0">
                              <a:latin typeface="Cambria Math" panose="02040503050406030204" pitchFamily="18" charset="0"/>
                            </a:rPr>
                            <m:t>𝑛</m:t>
                          </m:r>
                        </m:sub>
                        <m:sup>
                          <m:r>
                            <a:rPr lang="pt-BR" sz="1400" b="0" i="1" smtClean="0">
                              <a:latin typeface="Cambria Math" panose="02040503050406030204" pitchFamily="18" charset="0"/>
                            </a:rPr>
                            <m:t>(</m:t>
                          </m:r>
                          <m:r>
                            <a:rPr lang="pt-BR" sz="1400" b="0" i="1" smtClean="0">
                              <a:latin typeface="Cambria Math" panose="02040503050406030204" pitchFamily="18" charset="0"/>
                            </a:rPr>
                            <m:t>𝑝</m:t>
                          </m:r>
                          <m:r>
                            <a:rPr lang="pt-BR" sz="1400" b="0" i="1" smtClean="0">
                              <a:latin typeface="Cambria Math" panose="02040503050406030204" pitchFamily="18" charset="0"/>
                            </a:rPr>
                            <m:t>)</m:t>
                          </m:r>
                        </m:sup>
                      </m:sSubSup>
                      <m:r>
                        <a:rPr lang="pt-BR" sz="1400" b="0" i="1">
                          <a:latin typeface="Cambria Math" panose="02040503050406030204" pitchFamily="18" charset="0"/>
                        </a:rPr>
                        <m:t>=</m:t>
                      </m:r>
                      <m:sSup>
                        <m:sSupPr>
                          <m:ctrlPr>
                            <a:rPr lang="pt-BR" sz="1400" i="1">
                              <a:latin typeface="Cambria Math" panose="02040503050406030204" pitchFamily="18" charset="0"/>
                            </a:rPr>
                          </m:ctrlPr>
                        </m:sSupPr>
                        <m:e>
                          <m:f>
                            <m:fPr>
                              <m:ctrlPr>
                                <a:rPr lang="pt-BR" sz="1400" b="0" i="1" smtClean="0">
                                  <a:latin typeface="Cambria Math" panose="02040503050406030204" pitchFamily="18" charset="0"/>
                                </a:rPr>
                              </m:ctrlPr>
                            </m:fPr>
                            <m:num>
                              <m:r>
                                <a:rPr lang="pt-BR" sz="1400" b="0" i="1" smtClean="0">
                                  <a:latin typeface="Cambria Math" panose="02040503050406030204" pitchFamily="18" charset="0"/>
                                </a:rPr>
                                <m:t>2</m:t>
                              </m:r>
                              <m:r>
                                <a:rPr lang="pt-BR" sz="1400" b="0" i="1" smtClean="0">
                                  <a:latin typeface="Cambria Math" panose="02040503050406030204" pitchFamily="18" charset="0"/>
                                </a:rPr>
                                <m:t>𝜋</m:t>
                              </m:r>
                            </m:num>
                            <m:den>
                              <m:r>
                                <a:rPr lang="pt-BR" sz="1400" b="0" i="1" smtClean="0">
                                  <a:latin typeface="Cambria Math" panose="02040503050406030204" pitchFamily="18" charset="0"/>
                                </a:rPr>
                                <m:t>𝑗</m:t>
                              </m:r>
                              <m:r>
                                <a:rPr lang="pt-BR" sz="1400" b="0" i="1" smtClean="0">
                                  <a:latin typeface="Cambria Math" panose="02040503050406030204" pitchFamily="18" charset="0"/>
                                </a:rPr>
                                <m:t>𝜔</m:t>
                              </m:r>
                            </m:den>
                          </m:f>
                          <m:d>
                            <m:dPr>
                              <m:begChr m:val="["/>
                              <m:endChr m:val="]"/>
                              <m:ctrlPr>
                                <a:rPr lang="pt-BR" sz="1400" i="1">
                                  <a:latin typeface="Cambria Math" panose="02040503050406030204" pitchFamily="18" charset="0"/>
                                </a:rPr>
                              </m:ctrlPr>
                            </m:dPr>
                            <m:e>
                              <m:f>
                                <m:fPr>
                                  <m:ctrlPr>
                                    <a:rPr lang="pt-BR" sz="1400" b="0" i="1" smtClean="0">
                                      <a:latin typeface="Cambria Math" panose="02040503050406030204" pitchFamily="18" charset="0"/>
                                    </a:rPr>
                                  </m:ctrlPr>
                                </m:fPr>
                                <m:num>
                                  <m:sSub>
                                    <m:sSubPr>
                                      <m:ctrlPr>
                                        <a:rPr lang="pt-BR" sz="1400" b="0" i="1" smtClean="0">
                                          <a:latin typeface="Cambria Math" panose="02040503050406030204" pitchFamily="18" charset="0"/>
                                        </a:rPr>
                                      </m:ctrlPr>
                                    </m:sSubPr>
                                    <m:e>
                                      <m:r>
                                        <a:rPr lang="pt-BR" sz="1400" b="0" i="1" smtClean="0">
                                          <a:latin typeface="Cambria Math" panose="02040503050406030204" pitchFamily="18" charset="0"/>
                                        </a:rPr>
                                        <m:t>𝜒</m:t>
                                      </m:r>
                                    </m:e>
                                    <m:sub>
                                      <m:r>
                                        <a:rPr lang="pt-BR" sz="1400" b="0" i="1" smtClean="0">
                                          <a:latin typeface="Cambria Math" panose="02040503050406030204" pitchFamily="18" charset="0"/>
                                        </a:rPr>
                                        <m:t>𝑛</m:t>
                                      </m:r>
                                    </m:sub>
                                  </m:sSub>
                                  <m:r>
                                    <a:rPr lang="pt-BR" sz="1400" b="0" i="1" smtClean="0">
                                      <a:latin typeface="Cambria Math" panose="02040503050406030204" pitchFamily="18" charset="0"/>
                                      <a:ea typeface="Cambria Math" panose="02040503050406030204" pitchFamily="18" charset="0"/>
                                    </a:rPr>
                                    <m:t>(</m:t>
                                  </m:r>
                                  <m:sSub>
                                    <m:sSubPr>
                                      <m:ctrlPr>
                                        <a:rPr lang="pt-BR" sz="1400" i="1">
                                          <a:latin typeface="Cambria Math" panose="02040503050406030204" pitchFamily="18" charset="0"/>
                                        </a:rPr>
                                      </m:ctrlPr>
                                    </m:sSubPr>
                                    <m:e>
                                      <m:r>
                                        <a:rPr lang="pt-BR" sz="1400" i="1">
                                          <a:latin typeface="Cambria Math" panose="02040503050406030204" pitchFamily="18" charset="0"/>
                                        </a:rPr>
                                        <m:t>𝑘</m:t>
                                      </m:r>
                                    </m:e>
                                    <m:sub>
                                      <m:r>
                                        <a:rPr lang="pt-BR" sz="1400" i="1">
                                          <a:latin typeface="Cambria Math" panose="02040503050406030204" pitchFamily="18" charset="0"/>
                                        </a:rPr>
                                        <m:t>0</m:t>
                                      </m:r>
                                    </m:sub>
                                  </m:sSub>
                                  <m:sSub>
                                    <m:sSubPr>
                                      <m:ctrlPr>
                                        <a:rPr lang="pt-BR" sz="1400" i="1">
                                          <a:latin typeface="Cambria Math" panose="02040503050406030204" pitchFamily="18" charset="0"/>
                                        </a:rPr>
                                      </m:ctrlPr>
                                    </m:sSubPr>
                                    <m:e>
                                      <m:r>
                                        <a:rPr lang="pt-BR" sz="1400" i="1">
                                          <a:latin typeface="Cambria Math" panose="02040503050406030204" pitchFamily="18" charset="0"/>
                                        </a:rPr>
                                        <m:t>𝑎</m:t>
                                      </m:r>
                                    </m:e>
                                    <m:sub>
                                      <m:r>
                                        <a:rPr lang="pt-BR" sz="1400" i="1">
                                          <a:latin typeface="Cambria Math" panose="02040503050406030204" pitchFamily="18" charset="0"/>
                                        </a:rPr>
                                        <m:t>𝑝</m:t>
                                      </m:r>
                                      <m:r>
                                        <a:rPr lang="pt-BR" sz="1400" i="1">
                                          <a:latin typeface="Cambria Math" panose="02040503050406030204" pitchFamily="18" charset="0"/>
                                        </a:rPr>
                                        <m:t>+</m:t>
                                      </m:r>
                                      <m:sSub>
                                        <m:sSubPr>
                                          <m:ctrlPr>
                                            <a:rPr lang="pt-BR" sz="1400" i="1">
                                              <a:latin typeface="Cambria Math" panose="02040503050406030204" pitchFamily="18" charset="0"/>
                                            </a:rPr>
                                          </m:ctrlPr>
                                        </m:sSubPr>
                                        <m:e>
                                          <m:r>
                                            <a:rPr lang="pt-BR" sz="1400" i="1">
                                              <a:latin typeface="Cambria Math" panose="02040503050406030204" pitchFamily="18" charset="0"/>
                                            </a:rPr>
                                            <m:t>𝑚</m:t>
                                          </m:r>
                                        </m:e>
                                        <m:sub>
                                          <m:r>
                                            <a:rPr lang="pt-BR" sz="1400" i="1">
                                              <a:latin typeface="Cambria Math" panose="02040503050406030204" pitchFamily="18" charset="0"/>
                                            </a:rPr>
                                            <m:t>2</m:t>
                                          </m:r>
                                        </m:sub>
                                      </m:sSub>
                                    </m:sub>
                                  </m:sSub>
                                  <m:r>
                                    <a:rPr lang="pt-BR" sz="1400" b="0" i="1" smtClean="0">
                                      <a:latin typeface="Cambria Math" panose="02040503050406030204" pitchFamily="18" charset="0"/>
                                    </a:rPr>
                                    <m:t>,</m:t>
                                  </m:r>
                                  <m:sSub>
                                    <m:sSubPr>
                                      <m:ctrlPr>
                                        <a:rPr lang="pt-BR" sz="1400" i="1">
                                          <a:latin typeface="Cambria Math" panose="02040503050406030204" pitchFamily="18" charset="0"/>
                                        </a:rPr>
                                      </m:ctrlPr>
                                    </m:sSubPr>
                                    <m:e>
                                      <m:r>
                                        <a:rPr lang="pt-BR" sz="1400" i="1">
                                          <a:latin typeface="Cambria Math" panose="02040503050406030204" pitchFamily="18" charset="0"/>
                                        </a:rPr>
                                        <m:t>𝑘</m:t>
                                      </m:r>
                                    </m:e>
                                    <m:sub>
                                      <m:r>
                                        <a:rPr lang="pt-BR" sz="1400" i="1">
                                          <a:latin typeface="Cambria Math" panose="02040503050406030204" pitchFamily="18" charset="0"/>
                                        </a:rPr>
                                        <m:t>0</m:t>
                                      </m:r>
                                    </m:sub>
                                  </m:sSub>
                                  <m:sSub>
                                    <m:sSubPr>
                                      <m:ctrlPr>
                                        <a:rPr lang="pt-BR" sz="1400" i="1">
                                          <a:latin typeface="Cambria Math" panose="02040503050406030204" pitchFamily="18" charset="0"/>
                                        </a:rPr>
                                      </m:ctrlPr>
                                    </m:sSubPr>
                                    <m:e>
                                      <m:r>
                                        <a:rPr lang="pt-BR" sz="1400" i="1">
                                          <a:latin typeface="Cambria Math" panose="02040503050406030204" pitchFamily="18" charset="0"/>
                                        </a:rPr>
                                        <m:t>𝑎</m:t>
                                      </m:r>
                                    </m:e>
                                    <m:sub>
                                      <m:r>
                                        <a:rPr lang="pt-BR" sz="1400" i="1">
                                          <a:latin typeface="Cambria Math" panose="02040503050406030204" pitchFamily="18" charset="0"/>
                                        </a:rPr>
                                        <m:t>𝑝</m:t>
                                      </m:r>
                                      <m:r>
                                        <a:rPr lang="pt-BR" sz="1400" i="1">
                                          <a:latin typeface="Cambria Math" panose="02040503050406030204" pitchFamily="18" charset="0"/>
                                        </a:rPr>
                                        <m:t>+</m:t>
                                      </m:r>
                                      <m:sSub>
                                        <m:sSubPr>
                                          <m:ctrlPr>
                                            <a:rPr lang="pt-BR" sz="1400" i="1">
                                              <a:latin typeface="Cambria Math" panose="02040503050406030204" pitchFamily="18" charset="0"/>
                                            </a:rPr>
                                          </m:ctrlPr>
                                        </m:sSubPr>
                                        <m:e>
                                          <m:r>
                                            <a:rPr lang="pt-BR" sz="1400" i="1">
                                              <a:latin typeface="Cambria Math" panose="02040503050406030204" pitchFamily="18" charset="0"/>
                                            </a:rPr>
                                            <m:t>𝑚</m:t>
                                          </m:r>
                                        </m:e>
                                        <m:sub>
                                          <m:r>
                                            <a:rPr lang="pt-BR" sz="1400" i="1">
                                              <a:latin typeface="Cambria Math" panose="02040503050406030204" pitchFamily="18" charset="0"/>
                                            </a:rPr>
                                            <m:t>2</m:t>
                                          </m:r>
                                        </m:sub>
                                      </m:sSub>
                                    </m:sub>
                                  </m:sSub>
                                  <m:r>
                                    <a:rPr lang="pt-BR" sz="1400" b="0" i="1" smtClean="0">
                                      <a:latin typeface="Cambria Math" panose="02040503050406030204" pitchFamily="18" charset="0"/>
                                      <a:ea typeface="Cambria Math" panose="02040503050406030204" pitchFamily="18" charset="0"/>
                                    </a:rPr>
                                    <m:t>)</m:t>
                                  </m:r>
                                </m:num>
                                <m:den>
                                  <m:sSub>
                                    <m:sSubPr>
                                      <m:ctrlPr>
                                        <a:rPr lang="pt-BR" sz="1400" i="1">
                                          <a:latin typeface="Cambria Math" panose="02040503050406030204" pitchFamily="18" charset="0"/>
                                        </a:rPr>
                                      </m:ctrlPr>
                                    </m:sSubPr>
                                    <m:e>
                                      <m:r>
                                        <a:rPr lang="pt-BR" sz="1400" b="0" i="1" smtClean="0">
                                          <a:latin typeface="Cambria Math" panose="02040503050406030204" pitchFamily="18" charset="0"/>
                                        </a:rPr>
                                        <m:t>𝛾</m:t>
                                      </m:r>
                                    </m:e>
                                    <m:sub>
                                      <m:r>
                                        <a:rPr lang="pt-BR" sz="1400" i="1">
                                          <a:latin typeface="Cambria Math" panose="02040503050406030204" pitchFamily="18" charset="0"/>
                                        </a:rPr>
                                        <m:t>𝑛</m:t>
                                      </m:r>
                                    </m:sub>
                                  </m:sSub>
                                  <m:d>
                                    <m:dPr>
                                      <m:ctrlPr>
                                        <a:rPr lang="pt-BR" sz="1400" i="1">
                                          <a:latin typeface="Cambria Math" panose="02040503050406030204" pitchFamily="18" charset="0"/>
                                          <a:ea typeface="Cambria Math" panose="02040503050406030204" pitchFamily="18" charset="0"/>
                                        </a:rPr>
                                      </m:ctrlPr>
                                    </m:dPr>
                                    <m:e>
                                      <m:sSub>
                                        <m:sSubPr>
                                          <m:ctrlPr>
                                            <a:rPr lang="pt-BR" sz="1400" b="0" i="1" smtClean="0">
                                              <a:latin typeface="Cambria Math" panose="02040503050406030204" pitchFamily="18" charset="0"/>
                                            </a:rPr>
                                          </m:ctrlPr>
                                        </m:sSubPr>
                                        <m:e>
                                          <m:r>
                                            <a:rPr lang="pt-BR" sz="1400" i="1">
                                              <a:latin typeface="Cambria Math" panose="02040503050406030204" pitchFamily="18" charset="0"/>
                                            </a:rPr>
                                            <m:t>𝑘</m:t>
                                          </m:r>
                                        </m:e>
                                        <m:sub>
                                          <m:r>
                                            <a:rPr lang="pt-BR" sz="1400" b="0" i="1" smtClean="0">
                                              <a:latin typeface="Cambria Math" panose="02040503050406030204" pitchFamily="18" charset="0"/>
                                            </a:rPr>
                                            <m:t>0</m:t>
                                          </m:r>
                                        </m:sub>
                                      </m:sSub>
                                      <m:sSub>
                                        <m:sSubPr>
                                          <m:ctrlPr>
                                            <a:rPr lang="pt-BR" sz="1400" i="1">
                                              <a:latin typeface="Cambria Math" panose="02040503050406030204" pitchFamily="18" charset="0"/>
                                            </a:rPr>
                                          </m:ctrlPr>
                                        </m:sSubPr>
                                        <m:e>
                                          <m:r>
                                            <a:rPr lang="pt-BR" sz="1400" i="1">
                                              <a:latin typeface="Cambria Math" panose="02040503050406030204" pitchFamily="18" charset="0"/>
                                            </a:rPr>
                                            <m:t>𝑎</m:t>
                                          </m:r>
                                        </m:e>
                                        <m:sub>
                                          <m:r>
                                            <a:rPr lang="pt-BR" sz="1400" i="1">
                                              <a:latin typeface="Cambria Math" panose="02040503050406030204" pitchFamily="18" charset="0"/>
                                            </a:rPr>
                                            <m:t>𝑝</m:t>
                                          </m:r>
                                        </m:sub>
                                      </m:sSub>
                                      <m:r>
                                        <a:rPr lang="pt-BR" sz="1400" i="1">
                                          <a:latin typeface="Cambria Math" panose="02040503050406030204" pitchFamily="18" charset="0"/>
                                        </a:rPr>
                                        <m:t>,</m:t>
                                      </m:r>
                                      <m:sSub>
                                        <m:sSubPr>
                                          <m:ctrlPr>
                                            <a:rPr lang="pt-BR" sz="1400" b="0" i="1" smtClean="0">
                                              <a:latin typeface="Cambria Math" panose="02040503050406030204" pitchFamily="18" charset="0"/>
                                            </a:rPr>
                                          </m:ctrlPr>
                                        </m:sSubPr>
                                        <m:e>
                                          <m:r>
                                            <a:rPr lang="pt-BR" sz="1400" i="1">
                                              <a:latin typeface="Cambria Math" panose="02040503050406030204" pitchFamily="18" charset="0"/>
                                            </a:rPr>
                                            <m:t>𝑘</m:t>
                                          </m:r>
                                        </m:e>
                                        <m:sub>
                                          <m:r>
                                            <a:rPr lang="pt-BR" sz="1400" b="0" i="1" smtClean="0">
                                              <a:latin typeface="Cambria Math" panose="02040503050406030204" pitchFamily="18" charset="0"/>
                                            </a:rPr>
                                            <m:t>0</m:t>
                                          </m:r>
                                        </m:sub>
                                      </m:sSub>
                                      <m:sSub>
                                        <m:sSubPr>
                                          <m:ctrlPr>
                                            <a:rPr lang="pt-BR" sz="1400" i="1">
                                              <a:latin typeface="Cambria Math" panose="02040503050406030204" pitchFamily="18" charset="0"/>
                                            </a:rPr>
                                          </m:ctrlPr>
                                        </m:sSubPr>
                                        <m:e>
                                          <m:r>
                                            <a:rPr lang="pt-BR" sz="1400" i="1">
                                              <a:latin typeface="Cambria Math" panose="02040503050406030204" pitchFamily="18" charset="0"/>
                                            </a:rPr>
                                            <m:t>𝑎</m:t>
                                          </m:r>
                                        </m:e>
                                        <m:sub>
                                          <m:r>
                                            <a:rPr lang="pt-BR" sz="1400" i="1">
                                              <a:latin typeface="Cambria Math" panose="02040503050406030204" pitchFamily="18" charset="0"/>
                                            </a:rPr>
                                            <m:t>𝑝</m:t>
                                          </m:r>
                                          <m:r>
                                            <a:rPr lang="pt-BR" sz="1400" i="1">
                                              <a:latin typeface="Cambria Math" panose="02040503050406030204" pitchFamily="18" charset="0"/>
                                            </a:rPr>
                                            <m:t>+</m:t>
                                          </m:r>
                                          <m:sSub>
                                            <m:sSubPr>
                                              <m:ctrlPr>
                                                <a:rPr lang="pt-BR" sz="1400" i="1">
                                                  <a:latin typeface="Cambria Math" panose="02040503050406030204" pitchFamily="18" charset="0"/>
                                                </a:rPr>
                                              </m:ctrlPr>
                                            </m:sSubPr>
                                            <m:e>
                                              <m:r>
                                                <a:rPr lang="pt-BR" sz="1400" i="1">
                                                  <a:latin typeface="Cambria Math" panose="02040503050406030204" pitchFamily="18" charset="0"/>
                                                </a:rPr>
                                                <m:t>𝑚</m:t>
                                              </m:r>
                                            </m:e>
                                            <m:sub>
                                              <m:r>
                                                <a:rPr lang="pt-BR" sz="1400" i="1">
                                                  <a:latin typeface="Cambria Math" panose="02040503050406030204" pitchFamily="18" charset="0"/>
                                                </a:rPr>
                                                <m:t>2</m:t>
                                              </m:r>
                                            </m:sub>
                                          </m:sSub>
                                        </m:sub>
                                      </m:sSub>
                                    </m:e>
                                  </m:d>
                                  <m:r>
                                    <a:rPr lang="pt-BR" sz="1400" b="0" i="1" smtClean="0">
                                      <a:latin typeface="Cambria Math" panose="02040503050406030204" pitchFamily="18" charset="0"/>
                                      <a:ea typeface="Cambria Math" panose="02040503050406030204" pitchFamily="18" charset="0"/>
                                    </a:rPr>
                                    <m:t>𝜇</m:t>
                                  </m:r>
                                </m:den>
                              </m:f>
                              <m:r>
                                <a:rPr lang="pt-BR" sz="1400" b="0" i="1" smtClean="0">
                                  <a:latin typeface="Cambria Math" panose="02040503050406030204" pitchFamily="18" charset="0"/>
                                </a:rPr>
                                <m:t>−</m:t>
                              </m:r>
                              <m:f>
                                <m:fPr>
                                  <m:ctrlPr>
                                    <a:rPr lang="pt-BR" sz="1400" i="1">
                                      <a:latin typeface="Cambria Math" panose="02040503050406030204" pitchFamily="18" charset="0"/>
                                    </a:rPr>
                                  </m:ctrlPr>
                                </m:fPr>
                                <m:num>
                                  <m:sSub>
                                    <m:sSubPr>
                                      <m:ctrlPr>
                                        <a:rPr lang="pt-BR" sz="1400" i="1">
                                          <a:latin typeface="Cambria Math" panose="02040503050406030204" pitchFamily="18" charset="0"/>
                                        </a:rPr>
                                      </m:ctrlPr>
                                    </m:sSubPr>
                                    <m:e>
                                      <m:r>
                                        <a:rPr lang="pt-BR" sz="1400" i="1">
                                          <a:latin typeface="Cambria Math" panose="02040503050406030204" pitchFamily="18" charset="0"/>
                                        </a:rPr>
                                        <m:t>𝜒</m:t>
                                      </m:r>
                                    </m:e>
                                    <m:sub>
                                      <m:r>
                                        <a:rPr lang="pt-BR" sz="1400" i="1">
                                          <a:latin typeface="Cambria Math" panose="02040503050406030204" pitchFamily="18" charset="0"/>
                                        </a:rPr>
                                        <m:t>𝑛</m:t>
                                      </m:r>
                                    </m:sub>
                                  </m:sSub>
                                  <m:r>
                                    <a:rPr lang="pt-BR" sz="1400" i="1">
                                      <a:latin typeface="Cambria Math" panose="02040503050406030204" pitchFamily="18" charset="0"/>
                                      <a:ea typeface="Cambria Math" panose="02040503050406030204" pitchFamily="18" charset="0"/>
                                    </a:rPr>
                                    <m:t>(</m:t>
                                  </m:r>
                                  <m:r>
                                    <a:rPr lang="pt-BR" sz="1400" b="0" i="1" smtClean="0">
                                      <a:latin typeface="Cambria Math" panose="02040503050406030204" pitchFamily="18" charset="0"/>
                                    </a:rPr>
                                    <m:t>𝑘</m:t>
                                  </m:r>
                                  <m:sSub>
                                    <m:sSubPr>
                                      <m:ctrlPr>
                                        <a:rPr lang="pt-BR" sz="1400" i="1">
                                          <a:latin typeface="Cambria Math" panose="02040503050406030204" pitchFamily="18" charset="0"/>
                                        </a:rPr>
                                      </m:ctrlPr>
                                    </m:sSubPr>
                                    <m:e>
                                      <m:r>
                                        <a:rPr lang="pt-BR" sz="1400" i="1">
                                          <a:latin typeface="Cambria Math" panose="02040503050406030204" pitchFamily="18" charset="0"/>
                                        </a:rPr>
                                        <m:t>𝑎</m:t>
                                      </m:r>
                                    </m:e>
                                    <m:sub>
                                      <m:r>
                                        <a:rPr lang="pt-BR" sz="1400" i="1">
                                          <a:latin typeface="Cambria Math" panose="02040503050406030204" pitchFamily="18" charset="0"/>
                                        </a:rPr>
                                        <m:t>𝑝</m:t>
                                      </m:r>
                                      <m:r>
                                        <a:rPr lang="pt-BR" sz="1400" b="0" i="1" smtClean="0">
                                          <a:latin typeface="Cambria Math" panose="02040503050406030204" pitchFamily="18" charset="0"/>
                                        </a:rPr>
                                        <m:t>+</m:t>
                                      </m:r>
                                      <m:sSub>
                                        <m:sSubPr>
                                          <m:ctrlPr>
                                            <a:rPr lang="pt-BR" sz="1400" b="0" i="1" smtClean="0">
                                              <a:latin typeface="Cambria Math" panose="02040503050406030204" pitchFamily="18" charset="0"/>
                                            </a:rPr>
                                          </m:ctrlPr>
                                        </m:sSubPr>
                                        <m:e>
                                          <m:r>
                                            <a:rPr lang="pt-BR" sz="1400" b="0" i="1" smtClean="0">
                                              <a:latin typeface="Cambria Math" panose="02040503050406030204" pitchFamily="18" charset="0"/>
                                            </a:rPr>
                                            <m:t>𝑚</m:t>
                                          </m:r>
                                        </m:e>
                                        <m:sub>
                                          <m:r>
                                            <a:rPr lang="pt-BR" sz="1400" b="0" i="1" smtClean="0">
                                              <a:latin typeface="Cambria Math" panose="02040503050406030204" pitchFamily="18" charset="0"/>
                                            </a:rPr>
                                            <m:t>2</m:t>
                                          </m:r>
                                        </m:sub>
                                      </m:sSub>
                                    </m:sub>
                                  </m:sSub>
                                  <m:r>
                                    <a:rPr lang="pt-BR" sz="1400" i="1">
                                      <a:latin typeface="Cambria Math" panose="02040503050406030204" pitchFamily="18" charset="0"/>
                                    </a:rPr>
                                    <m:t>,</m:t>
                                  </m:r>
                                  <m:r>
                                    <a:rPr lang="pt-BR" sz="1400" b="0" i="1" smtClean="0">
                                      <a:latin typeface="Cambria Math" panose="02040503050406030204" pitchFamily="18" charset="0"/>
                                    </a:rPr>
                                    <m:t> </m:t>
                                  </m:r>
                                  <m:r>
                                    <a:rPr lang="pt-BR" sz="1400" b="0" i="1" smtClean="0">
                                      <a:latin typeface="Cambria Math" panose="02040503050406030204" pitchFamily="18" charset="0"/>
                                    </a:rPr>
                                    <m:t>𝑘</m:t>
                                  </m:r>
                                  <m:sSub>
                                    <m:sSubPr>
                                      <m:ctrlPr>
                                        <a:rPr lang="pt-BR" sz="1400" i="1">
                                          <a:latin typeface="Cambria Math" panose="02040503050406030204" pitchFamily="18" charset="0"/>
                                        </a:rPr>
                                      </m:ctrlPr>
                                    </m:sSubPr>
                                    <m:e>
                                      <m:r>
                                        <a:rPr lang="pt-BR" sz="1400" i="1">
                                          <a:latin typeface="Cambria Math" panose="02040503050406030204" pitchFamily="18" charset="0"/>
                                        </a:rPr>
                                        <m:t>𝑎</m:t>
                                      </m:r>
                                    </m:e>
                                    <m:sub>
                                      <m:r>
                                        <a:rPr lang="pt-BR" sz="1400" i="1">
                                          <a:latin typeface="Cambria Math" panose="02040503050406030204" pitchFamily="18" charset="0"/>
                                        </a:rPr>
                                        <m:t>𝑝</m:t>
                                      </m:r>
                                      <m:r>
                                        <a:rPr lang="pt-BR" sz="1400" i="1">
                                          <a:latin typeface="Cambria Math" panose="02040503050406030204" pitchFamily="18" charset="0"/>
                                        </a:rPr>
                                        <m:t>+</m:t>
                                      </m:r>
                                      <m:sSub>
                                        <m:sSubPr>
                                          <m:ctrlPr>
                                            <a:rPr lang="pt-BR" sz="1400" i="1">
                                              <a:latin typeface="Cambria Math" panose="02040503050406030204" pitchFamily="18" charset="0"/>
                                            </a:rPr>
                                          </m:ctrlPr>
                                        </m:sSubPr>
                                        <m:e>
                                          <m:r>
                                            <a:rPr lang="pt-BR" sz="1400" i="1">
                                              <a:latin typeface="Cambria Math" panose="02040503050406030204" pitchFamily="18" charset="0"/>
                                            </a:rPr>
                                            <m:t>𝑚</m:t>
                                          </m:r>
                                        </m:e>
                                        <m:sub>
                                          <m:r>
                                            <a:rPr lang="pt-BR" sz="1400" i="1">
                                              <a:latin typeface="Cambria Math" panose="02040503050406030204" pitchFamily="18" charset="0"/>
                                            </a:rPr>
                                            <m:t>2</m:t>
                                          </m:r>
                                        </m:sub>
                                      </m:sSub>
                                    </m:sub>
                                  </m:sSub>
                                  <m:r>
                                    <a:rPr lang="pt-BR" sz="1400" i="1">
                                      <a:latin typeface="Cambria Math" panose="02040503050406030204" pitchFamily="18" charset="0"/>
                                      <a:ea typeface="Cambria Math" panose="02040503050406030204" pitchFamily="18" charset="0"/>
                                    </a:rPr>
                                    <m:t>)</m:t>
                                  </m:r>
                                </m:num>
                                <m:den>
                                  <m:sSub>
                                    <m:sSubPr>
                                      <m:ctrlPr>
                                        <a:rPr lang="pt-BR" sz="1400" i="1">
                                          <a:latin typeface="Cambria Math" panose="02040503050406030204" pitchFamily="18" charset="0"/>
                                        </a:rPr>
                                      </m:ctrlPr>
                                    </m:sSubPr>
                                    <m:e>
                                      <m:r>
                                        <a:rPr lang="pt-BR" sz="1400" i="1">
                                          <a:latin typeface="Cambria Math" panose="02040503050406030204" pitchFamily="18" charset="0"/>
                                        </a:rPr>
                                        <m:t>𝛾</m:t>
                                      </m:r>
                                    </m:e>
                                    <m:sub>
                                      <m:r>
                                        <a:rPr lang="pt-BR" sz="1400" i="1">
                                          <a:latin typeface="Cambria Math" panose="02040503050406030204" pitchFamily="18" charset="0"/>
                                        </a:rPr>
                                        <m:t>𝑛</m:t>
                                      </m:r>
                                    </m:sub>
                                  </m:sSub>
                                  <m:d>
                                    <m:dPr>
                                      <m:ctrlPr>
                                        <a:rPr lang="pt-BR" sz="1400" i="1">
                                          <a:latin typeface="Cambria Math" panose="02040503050406030204" pitchFamily="18" charset="0"/>
                                          <a:ea typeface="Cambria Math" panose="02040503050406030204" pitchFamily="18" charset="0"/>
                                        </a:rPr>
                                      </m:ctrlPr>
                                    </m:dPr>
                                    <m:e>
                                      <m:r>
                                        <a:rPr lang="pt-BR" sz="1400" b="0" i="1" smtClean="0">
                                          <a:latin typeface="Cambria Math" panose="02040503050406030204" pitchFamily="18" charset="0"/>
                                        </a:rPr>
                                        <m:t>𝑘</m:t>
                                      </m:r>
                                      <m:sSub>
                                        <m:sSubPr>
                                          <m:ctrlPr>
                                            <a:rPr lang="pt-BR" sz="1400" i="1">
                                              <a:latin typeface="Cambria Math" panose="02040503050406030204" pitchFamily="18" charset="0"/>
                                            </a:rPr>
                                          </m:ctrlPr>
                                        </m:sSubPr>
                                        <m:e>
                                          <m:r>
                                            <a:rPr lang="pt-BR" sz="1400" i="1">
                                              <a:latin typeface="Cambria Math" panose="02040503050406030204" pitchFamily="18" charset="0"/>
                                            </a:rPr>
                                            <m:t>𝑎</m:t>
                                          </m:r>
                                        </m:e>
                                        <m:sub>
                                          <m:r>
                                            <a:rPr lang="pt-BR" sz="1400" i="1">
                                              <a:latin typeface="Cambria Math" panose="02040503050406030204" pitchFamily="18" charset="0"/>
                                            </a:rPr>
                                            <m:t>𝑝</m:t>
                                          </m:r>
                                        </m:sub>
                                      </m:sSub>
                                      <m:r>
                                        <a:rPr lang="pt-BR" sz="1400" i="1">
                                          <a:latin typeface="Cambria Math" panose="02040503050406030204" pitchFamily="18" charset="0"/>
                                        </a:rPr>
                                        <m:t>,</m:t>
                                      </m:r>
                                      <m:r>
                                        <a:rPr lang="pt-BR" sz="1400" b="0" i="1" smtClean="0">
                                          <a:latin typeface="Cambria Math" panose="02040503050406030204" pitchFamily="18" charset="0"/>
                                        </a:rPr>
                                        <m:t>𝑘</m:t>
                                      </m:r>
                                      <m:sSub>
                                        <m:sSubPr>
                                          <m:ctrlPr>
                                            <a:rPr lang="pt-BR" sz="1400" i="1">
                                              <a:latin typeface="Cambria Math" panose="02040503050406030204" pitchFamily="18" charset="0"/>
                                            </a:rPr>
                                          </m:ctrlPr>
                                        </m:sSubPr>
                                        <m:e>
                                          <m:r>
                                            <a:rPr lang="pt-BR" sz="1400" i="1">
                                              <a:latin typeface="Cambria Math" panose="02040503050406030204" pitchFamily="18" charset="0"/>
                                            </a:rPr>
                                            <m:t>𝑎</m:t>
                                          </m:r>
                                        </m:e>
                                        <m:sub>
                                          <m:r>
                                            <a:rPr lang="pt-BR" sz="1400" i="1">
                                              <a:latin typeface="Cambria Math" panose="02040503050406030204" pitchFamily="18" charset="0"/>
                                            </a:rPr>
                                            <m:t>𝑝</m:t>
                                          </m:r>
                                          <m:r>
                                            <a:rPr lang="pt-BR" sz="1400" i="1">
                                              <a:latin typeface="Cambria Math" panose="02040503050406030204" pitchFamily="18" charset="0"/>
                                            </a:rPr>
                                            <m:t>+</m:t>
                                          </m:r>
                                          <m:sSub>
                                            <m:sSubPr>
                                              <m:ctrlPr>
                                                <a:rPr lang="pt-BR" sz="1400" i="1">
                                                  <a:latin typeface="Cambria Math" panose="02040503050406030204" pitchFamily="18" charset="0"/>
                                                </a:rPr>
                                              </m:ctrlPr>
                                            </m:sSubPr>
                                            <m:e>
                                              <m:r>
                                                <a:rPr lang="pt-BR" sz="1400" i="1">
                                                  <a:latin typeface="Cambria Math" panose="02040503050406030204" pitchFamily="18" charset="0"/>
                                                </a:rPr>
                                                <m:t>𝑚</m:t>
                                              </m:r>
                                            </m:e>
                                            <m:sub>
                                              <m:r>
                                                <a:rPr lang="pt-BR" sz="1400" i="1">
                                                  <a:latin typeface="Cambria Math" panose="02040503050406030204" pitchFamily="18" charset="0"/>
                                                </a:rPr>
                                                <m:t>2</m:t>
                                              </m:r>
                                            </m:sub>
                                          </m:sSub>
                                        </m:sub>
                                      </m:sSub>
                                    </m:e>
                                  </m:d>
                                  <m:sSub>
                                    <m:sSubPr>
                                      <m:ctrlPr>
                                        <a:rPr lang="pt-BR" sz="1400" b="0" i="1" smtClean="0">
                                          <a:latin typeface="Cambria Math" panose="02040503050406030204" pitchFamily="18" charset="0"/>
                                          <a:ea typeface="Cambria Math" panose="02040503050406030204" pitchFamily="18" charset="0"/>
                                        </a:rPr>
                                      </m:ctrlPr>
                                    </m:sSubPr>
                                    <m:e>
                                      <m:r>
                                        <a:rPr lang="pt-BR" sz="1400" i="1">
                                          <a:latin typeface="Cambria Math" panose="02040503050406030204" pitchFamily="18" charset="0"/>
                                          <a:ea typeface="Cambria Math" panose="02040503050406030204" pitchFamily="18" charset="0"/>
                                        </a:rPr>
                                        <m:t>𝜇</m:t>
                                      </m:r>
                                    </m:e>
                                    <m:sub>
                                      <m:r>
                                        <a:rPr lang="pt-BR" sz="1400" b="0" i="1" smtClean="0">
                                          <a:latin typeface="Cambria Math" panose="02040503050406030204" pitchFamily="18" charset="0"/>
                                          <a:ea typeface="Cambria Math" panose="02040503050406030204" pitchFamily="18" charset="0"/>
                                        </a:rPr>
                                        <m:t>0</m:t>
                                      </m:r>
                                    </m:sub>
                                  </m:sSub>
                                </m:den>
                              </m:f>
                            </m:e>
                          </m:d>
                        </m:e>
                        <m:sup>
                          <m:r>
                            <a:rPr lang="pt-BR" sz="1400" b="0" i="1" smtClean="0">
                              <a:latin typeface="Cambria Math" panose="02040503050406030204" pitchFamily="18" charset="0"/>
                            </a:rPr>
                            <m:t> </m:t>
                          </m:r>
                        </m:sup>
                      </m:sSup>
                    </m:oMath>
                  </m:oMathPara>
                </a14:m>
                <a:endParaRPr lang="en-US" sz="1400" i="1"/>
              </a:p>
            </p:txBody>
          </p:sp>
        </mc:Choice>
        <mc:Fallback>
          <p:sp>
            <p:nvSpPr>
              <p:cNvPr id="12" name="CaixaDeTexto 11">
                <a:extLst>
                  <a:ext uri="{FF2B5EF4-FFF2-40B4-BE49-F238E27FC236}">
                    <a16:creationId xmlns:a16="http://schemas.microsoft.com/office/drawing/2014/main" id="{86EAF052-B16C-E1BE-D275-B3CA6D5CD179}"/>
                  </a:ext>
                </a:extLst>
              </p:cNvPr>
              <p:cNvSpPr txBox="1">
                <a:spLocks noRot="1" noChangeAspect="1" noMove="1" noResize="1" noEditPoints="1" noAdjustHandles="1" noChangeArrowheads="1" noChangeShapeType="1" noTextEdit="1"/>
              </p:cNvSpPr>
              <p:nvPr/>
            </p:nvSpPr>
            <p:spPr>
              <a:xfrm>
                <a:off x="576933" y="3358487"/>
                <a:ext cx="5190639" cy="606961"/>
              </a:xfrm>
              <a:prstGeom prst="rect">
                <a:avLst/>
              </a:prstGeom>
              <a:blipFill>
                <a:blip r:embed="rId6"/>
                <a:stretch>
                  <a:fillRect/>
                </a:stretch>
              </a:blipFill>
            </p:spPr>
            <p:txBody>
              <a:bodyPr/>
              <a:lstStyle/>
              <a:p>
                <a:r>
                  <a:rPr lang="pt-BR">
                    <a:noFill/>
                  </a:rPr>
                  <a:t> </a:t>
                </a:r>
              </a:p>
            </p:txBody>
          </p:sp>
        </mc:Fallback>
      </mc:AlternateContent>
      <mc:AlternateContent xmlns:mc="http://schemas.openxmlformats.org/markup-compatibility/2006">
        <mc:Choice xmlns:a14="http://schemas.microsoft.com/office/drawing/2010/main" Requires="a14">
          <p:sp>
            <p:nvSpPr>
              <p:cNvPr id="13" name="CaixaDeTexto 12">
                <a:extLst>
                  <a:ext uri="{FF2B5EF4-FFF2-40B4-BE49-F238E27FC236}">
                    <a16:creationId xmlns:a16="http://schemas.microsoft.com/office/drawing/2014/main" id="{AC6F5E15-18DC-4E9E-DF3F-AA1C67C44FC4}"/>
                  </a:ext>
                </a:extLst>
              </p:cNvPr>
              <p:cNvSpPr txBox="1"/>
              <p:nvPr/>
            </p:nvSpPr>
            <p:spPr>
              <a:xfrm>
                <a:off x="576933" y="4064526"/>
                <a:ext cx="5190639" cy="606961"/>
              </a:xfrm>
              <a:prstGeom prst="rect">
                <a:avLst/>
              </a:prstGeom>
              <a:noFill/>
            </p:spPr>
            <p:txBody>
              <a:bodyPr wrap="square">
                <a:spAutoFit/>
              </a:bodyPr>
              <a:lstStyle>
                <a:defPPr>
                  <a:defRPr lang="pt-BR"/>
                </a:defPPr>
                <a:lvl1pPr>
                  <a:defRPr sz="1600"/>
                </a:lvl1pPr>
              </a:lstStyle>
              <a:p>
                <a:pPr algn="ctr"/>
                <a14:m>
                  <m:oMathPara xmlns:m="http://schemas.openxmlformats.org/officeDocument/2006/math">
                    <m:oMathParaPr>
                      <m:jc m:val="left"/>
                    </m:oMathParaPr>
                    <m:oMath xmlns:m="http://schemas.openxmlformats.org/officeDocument/2006/math">
                      <m:sSubSup>
                        <m:sSubSupPr>
                          <m:ctrlPr>
                            <a:rPr lang="pt-BR" sz="1400" b="0" i="1" smtClean="0">
                              <a:latin typeface="Cambria Math" panose="02040503050406030204" pitchFamily="18" charset="0"/>
                            </a:rPr>
                          </m:ctrlPr>
                        </m:sSubSupPr>
                        <m:e>
                          <m:r>
                            <a:rPr lang="pt-BR" sz="1400" b="0" i="1" smtClean="0">
                              <a:latin typeface="Cambria Math" panose="02040503050406030204" pitchFamily="18" charset="0"/>
                            </a:rPr>
                            <m:t>𝑌</m:t>
                          </m:r>
                        </m:e>
                        <m:sub>
                          <m:r>
                            <a:rPr lang="pt-BR" sz="1400" b="0" i="1" smtClean="0">
                              <a:latin typeface="Cambria Math" panose="02040503050406030204" pitchFamily="18" charset="0"/>
                            </a:rPr>
                            <m:t>21,</m:t>
                          </m:r>
                          <m:r>
                            <a:rPr lang="pt-BR" sz="1400" b="0" i="1" smtClean="0">
                              <a:latin typeface="Cambria Math" panose="02040503050406030204" pitchFamily="18" charset="0"/>
                            </a:rPr>
                            <m:t>𝑛</m:t>
                          </m:r>
                        </m:sub>
                        <m:sup>
                          <m:r>
                            <a:rPr lang="pt-BR" sz="1400" b="0" i="1" smtClean="0">
                              <a:latin typeface="Cambria Math" panose="02040503050406030204" pitchFamily="18" charset="0"/>
                            </a:rPr>
                            <m:t>(</m:t>
                          </m:r>
                          <m:r>
                            <a:rPr lang="pt-BR" sz="1400" b="0" i="1" smtClean="0">
                              <a:latin typeface="Cambria Math" panose="02040503050406030204" pitchFamily="18" charset="0"/>
                            </a:rPr>
                            <m:t>𝑝</m:t>
                          </m:r>
                          <m:r>
                            <a:rPr lang="pt-BR" sz="1400" b="0" i="1" smtClean="0">
                              <a:latin typeface="Cambria Math" panose="02040503050406030204" pitchFamily="18" charset="0"/>
                            </a:rPr>
                            <m:t>)</m:t>
                          </m:r>
                        </m:sup>
                      </m:sSubSup>
                      <m:r>
                        <a:rPr lang="pt-BR" sz="1400" b="0" i="1">
                          <a:latin typeface="Cambria Math" panose="02040503050406030204" pitchFamily="18" charset="0"/>
                        </a:rPr>
                        <m:t>=</m:t>
                      </m:r>
                      <m:sSup>
                        <m:sSupPr>
                          <m:ctrlPr>
                            <a:rPr lang="pt-BR" sz="1400" i="1">
                              <a:latin typeface="Cambria Math" panose="02040503050406030204" pitchFamily="18" charset="0"/>
                            </a:rPr>
                          </m:ctrlPr>
                        </m:sSupPr>
                        <m:e>
                          <m:f>
                            <m:fPr>
                              <m:ctrlPr>
                                <a:rPr lang="pt-BR" sz="1400" b="0" i="1" smtClean="0">
                                  <a:latin typeface="Cambria Math" panose="02040503050406030204" pitchFamily="18" charset="0"/>
                                </a:rPr>
                              </m:ctrlPr>
                            </m:fPr>
                            <m:num>
                              <m:r>
                                <a:rPr lang="pt-BR" sz="1400" b="0" i="1" smtClean="0">
                                  <a:latin typeface="Cambria Math" panose="02040503050406030204" pitchFamily="18" charset="0"/>
                                </a:rPr>
                                <m:t>2</m:t>
                              </m:r>
                              <m:r>
                                <a:rPr lang="pt-BR" sz="1400" b="0" i="1" smtClean="0">
                                  <a:latin typeface="Cambria Math" panose="02040503050406030204" pitchFamily="18" charset="0"/>
                                </a:rPr>
                                <m:t>𝜋</m:t>
                              </m:r>
                            </m:num>
                            <m:den>
                              <m:r>
                                <a:rPr lang="pt-BR" sz="1400" b="0" i="1" smtClean="0">
                                  <a:latin typeface="Cambria Math" panose="02040503050406030204" pitchFamily="18" charset="0"/>
                                </a:rPr>
                                <m:t>𝑗</m:t>
                              </m:r>
                              <m:r>
                                <a:rPr lang="pt-BR" sz="1400" b="0" i="1" smtClean="0">
                                  <a:latin typeface="Cambria Math" panose="02040503050406030204" pitchFamily="18" charset="0"/>
                                </a:rPr>
                                <m:t>𝜔</m:t>
                              </m:r>
                            </m:den>
                          </m:f>
                          <m:d>
                            <m:dPr>
                              <m:begChr m:val="["/>
                              <m:endChr m:val="]"/>
                              <m:ctrlPr>
                                <a:rPr lang="pt-BR" sz="1400" i="1">
                                  <a:latin typeface="Cambria Math" panose="02040503050406030204" pitchFamily="18" charset="0"/>
                                </a:rPr>
                              </m:ctrlPr>
                            </m:dPr>
                            <m:e>
                              <m:f>
                                <m:fPr>
                                  <m:ctrlPr>
                                    <a:rPr lang="pt-BR" sz="1400" b="0" i="1" smtClean="0">
                                      <a:latin typeface="Cambria Math" panose="02040503050406030204" pitchFamily="18" charset="0"/>
                                    </a:rPr>
                                  </m:ctrlPr>
                                </m:fPr>
                                <m:num>
                                  <m:sSub>
                                    <m:sSubPr>
                                      <m:ctrlPr>
                                        <a:rPr lang="pt-BR" sz="1400" b="0" i="1" smtClean="0">
                                          <a:latin typeface="Cambria Math" panose="02040503050406030204" pitchFamily="18" charset="0"/>
                                        </a:rPr>
                                      </m:ctrlPr>
                                    </m:sSubPr>
                                    <m:e>
                                      <m:r>
                                        <a:rPr lang="pt-BR" sz="1400" b="0" i="1" smtClean="0">
                                          <a:latin typeface="Cambria Math" panose="02040503050406030204" pitchFamily="18" charset="0"/>
                                        </a:rPr>
                                        <m:t>𝜒</m:t>
                                      </m:r>
                                    </m:e>
                                    <m:sub>
                                      <m:r>
                                        <a:rPr lang="pt-BR" sz="1400" b="0" i="1" smtClean="0">
                                          <a:latin typeface="Cambria Math" panose="02040503050406030204" pitchFamily="18" charset="0"/>
                                        </a:rPr>
                                        <m:t>𝑛</m:t>
                                      </m:r>
                                    </m:sub>
                                  </m:sSub>
                                  <m:r>
                                    <a:rPr lang="pt-BR" sz="1400" b="0" i="1" smtClean="0">
                                      <a:latin typeface="Cambria Math" panose="02040503050406030204" pitchFamily="18" charset="0"/>
                                      <a:ea typeface="Cambria Math" panose="02040503050406030204" pitchFamily="18" charset="0"/>
                                    </a:rPr>
                                    <m:t>(</m:t>
                                  </m:r>
                                  <m:sSub>
                                    <m:sSubPr>
                                      <m:ctrlPr>
                                        <a:rPr lang="pt-BR" sz="1400" i="1">
                                          <a:latin typeface="Cambria Math" panose="02040503050406030204" pitchFamily="18" charset="0"/>
                                        </a:rPr>
                                      </m:ctrlPr>
                                    </m:sSubPr>
                                    <m:e>
                                      <m:r>
                                        <a:rPr lang="pt-BR" sz="1400" i="1">
                                          <a:latin typeface="Cambria Math" panose="02040503050406030204" pitchFamily="18" charset="0"/>
                                        </a:rPr>
                                        <m:t>𝑘</m:t>
                                      </m:r>
                                    </m:e>
                                    <m:sub>
                                      <m:r>
                                        <a:rPr lang="pt-BR" sz="1400" i="1">
                                          <a:latin typeface="Cambria Math" panose="02040503050406030204" pitchFamily="18" charset="0"/>
                                        </a:rPr>
                                        <m:t>0</m:t>
                                      </m:r>
                                    </m:sub>
                                  </m:sSub>
                                  <m:sSub>
                                    <m:sSubPr>
                                      <m:ctrlPr>
                                        <a:rPr lang="pt-BR" sz="1400" i="1">
                                          <a:latin typeface="Cambria Math" panose="02040503050406030204" pitchFamily="18" charset="0"/>
                                        </a:rPr>
                                      </m:ctrlPr>
                                    </m:sSubPr>
                                    <m:e>
                                      <m:r>
                                        <a:rPr lang="pt-BR" sz="1400" i="1">
                                          <a:latin typeface="Cambria Math" panose="02040503050406030204" pitchFamily="18" charset="0"/>
                                        </a:rPr>
                                        <m:t>𝑎</m:t>
                                      </m:r>
                                    </m:e>
                                    <m:sub>
                                      <m:r>
                                        <a:rPr lang="pt-BR" sz="1400" i="1">
                                          <a:latin typeface="Cambria Math" panose="02040503050406030204" pitchFamily="18" charset="0"/>
                                        </a:rPr>
                                        <m:t>𝑝</m:t>
                                      </m:r>
                                    </m:sub>
                                  </m:sSub>
                                  <m:r>
                                    <a:rPr lang="pt-BR" sz="1400" b="0" i="1" smtClean="0">
                                      <a:latin typeface="Cambria Math" panose="02040503050406030204" pitchFamily="18" charset="0"/>
                                    </a:rPr>
                                    <m:t>,</m:t>
                                  </m:r>
                                  <m:sSub>
                                    <m:sSubPr>
                                      <m:ctrlPr>
                                        <a:rPr lang="pt-BR" sz="1400" i="1">
                                          <a:latin typeface="Cambria Math" panose="02040503050406030204" pitchFamily="18" charset="0"/>
                                        </a:rPr>
                                      </m:ctrlPr>
                                    </m:sSubPr>
                                    <m:e>
                                      <m:r>
                                        <a:rPr lang="pt-BR" sz="1400" i="1">
                                          <a:latin typeface="Cambria Math" panose="02040503050406030204" pitchFamily="18" charset="0"/>
                                        </a:rPr>
                                        <m:t>𝑘</m:t>
                                      </m:r>
                                    </m:e>
                                    <m:sub>
                                      <m:r>
                                        <a:rPr lang="pt-BR" sz="1400" i="1">
                                          <a:latin typeface="Cambria Math" panose="02040503050406030204" pitchFamily="18" charset="0"/>
                                        </a:rPr>
                                        <m:t>0</m:t>
                                      </m:r>
                                    </m:sub>
                                  </m:sSub>
                                  <m:sSub>
                                    <m:sSubPr>
                                      <m:ctrlPr>
                                        <a:rPr lang="pt-BR" sz="1400" i="1">
                                          <a:latin typeface="Cambria Math" panose="02040503050406030204" pitchFamily="18" charset="0"/>
                                        </a:rPr>
                                      </m:ctrlPr>
                                    </m:sSubPr>
                                    <m:e>
                                      <m:r>
                                        <a:rPr lang="pt-BR" sz="1400" i="1">
                                          <a:latin typeface="Cambria Math" panose="02040503050406030204" pitchFamily="18" charset="0"/>
                                        </a:rPr>
                                        <m:t>𝑎</m:t>
                                      </m:r>
                                    </m:e>
                                    <m:sub>
                                      <m:r>
                                        <a:rPr lang="pt-BR" sz="1400" i="1">
                                          <a:latin typeface="Cambria Math" panose="02040503050406030204" pitchFamily="18" charset="0"/>
                                        </a:rPr>
                                        <m:t>𝑝</m:t>
                                      </m:r>
                                    </m:sub>
                                  </m:sSub>
                                  <m:r>
                                    <a:rPr lang="pt-BR" sz="1400" b="0" i="1" smtClean="0">
                                      <a:latin typeface="Cambria Math" panose="02040503050406030204" pitchFamily="18" charset="0"/>
                                      <a:ea typeface="Cambria Math" panose="02040503050406030204" pitchFamily="18" charset="0"/>
                                    </a:rPr>
                                    <m:t>)</m:t>
                                  </m:r>
                                </m:num>
                                <m:den>
                                  <m:sSub>
                                    <m:sSubPr>
                                      <m:ctrlPr>
                                        <a:rPr lang="pt-BR" sz="1400" i="1">
                                          <a:latin typeface="Cambria Math" panose="02040503050406030204" pitchFamily="18" charset="0"/>
                                        </a:rPr>
                                      </m:ctrlPr>
                                    </m:sSubPr>
                                    <m:e>
                                      <m:r>
                                        <a:rPr lang="pt-BR" sz="1400" b="0" i="1" smtClean="0">
                                          <a:latin typeface="Cambria Math" panose="02040503050406030204" pitchFamily="18" charset="0"/>
                                        </a:rPr>
                                        <m:t>𝛾</m:t>
                                      </m:r>
                                    </m:e>
                                    <m:sub>
                                      <m:r>
                                        <a:rPr lang="pt-BR" sz="1400" i="1">
                                          <a:latin typeface="Cambria Math" panose="02040503050406030204" pitchFamily="18" charset="0"/>
                                        </a:rPr>
                                        <m:t>𝑛</m:t>
                                      </m:r>
                                    </m:sub>
                                  </m:sSub>
                                  <m:d>
                                    <m:dPr>
                                      <m:ctrlPr>
                                        <a:rPr lang="pt-BR" sz="1400" i="1">
                                          <a:latin typeface="Cambria Math" panose="02040503050406030204" pitchFamily="18" charset="0"/>
                                          <a:ea typeface="Cambria Math" panose="02040503050406030204" pitchFamily="18" charset="0"/>
                                        </a:rPr>
                                      </m:ctrlPr>
                                    </m:dPr>
                                    <m:e>
                                      <m:sSub>
                                        <m:sSubPr>
                                          <m:ctrlPr>
                                            <a:rPr lang="pt-BR" sz="1400" b="0" i="1" smtClean="0">
                                              <a:latin typeface="Cambria Math" panose="02040503050406030204" pitchFamily="18" charset="0"/>
                                            </a:rPr>
                                          </m:ctrlPr>
                                        </m:sSubPr>
                                        <m:e>
                                          <m:r>
                                            <a:rPr lang="pt-BR" sz="1400" i="1">
                                              <a:latin typeface="Cambria Math" panose="02040503050406030204" pitchFamily="18" charset="0"/>
                                            </a:rPr>
                                            <m:t>𝑘</m:t>
                                          </m:r>
                                        </m:e>
                                        <m:sub>
                                          <m:r>
                                            <a:rPr lang="pt-BR" sz="1400" b="0" i="1" smtClean="0">
                                              <a:latin typeface="Cambria Math" panose="02040503050406030204" pitchFamily="18" charset="0"/>
                                            </a:rPr>
                                            <m:t>0</m:t>
                                          </m:r>
                                        </m:sub>
                                      </m:sSub>
                                      <m:sSub>
                                        <m:sSubPr>
                                          <m:ctrlPr>
                                            <a:rPr lang="pt-BR" sz="1400" i="1">
                                              <a:latin typeface="Cambria Math" panose="02040503050406030204" pitchFamily="18" charset="0"/>
                                            </a:rPr>
                                          </m:ctrlPr>
                                        </m:sSubPr>
                                        <m:e>
                                          <m:r>
                                            <a:rPr lang="pt-BR" sz="1400" i="1">
                                              <a:latin typeface="Cambria Math" panose="02040503050406030204" pitchFamily="18" charset="0"/>
                                            </a:rPr>
                                            <m:t>𝑎</m:t>
                                          </m:r>
                                        </m:e>
                                        <m:sub>
                                          <m:r>
                                            <a:rPr lang="pt-BR" sz="1400" i="1">
                                              <a:latin typeface="Cambria Math" panose="02040503050406030204" pitchFamily="18" charset="0"/>
                                            </a:rPr>
                                            <m:t>𝑝</m:t>
                                          </m:r>
                                        </m:sub>
                                      </m:sSub>
                                      <m:r>
                                        <a:rPr lang="pt-BR" sz="1400" i="1">
                                          <a:latin typeface="Cambria Math" panose="02040503050406030204" pitchFamily="18" charset="0"/>
                                        </a:rPr>
                                        <m:t>,</m:t>
                                      </m:r>
                                      <m:sSub>
                                        <m:sSubPr>
                                          <m:ctrlPr>
                                            <a:rPr lang="pt-BR" sz="1400" b="0" i="1" smtClean="0">
                                              <a:latin typeface="Cambria Math" panose="02040503050406030204" pitchFamily="18" charset="0"/>
                                            </a:rPr>
                                          </m:ctrlPr>
                                        </m:sSubPr>
                                        <m:e>
                                          <m:r>
                                            <a:rPr lang="pt-BR" sz="1400" i="1">
                                              <a:latin typeface="Cambria Math" panose="02040503050406030204" pitchFamily="18" charset="0"/>
                                            </a:rPr>
                                            <m:t>𝑘</m:t>
                                          </m:r>
                                        </m:e>
                                        <m:sub>
                                          <m:r>
                                            <a:rPr lang="pt-BR" sz="1400" b="0" i="1" smtClean="0">
                                              <a:latin typeface="Cambria Math" panose="02040503050406030204" pitchFamily="18" charset="0"/>
                                            </a:rPr>
                                            <m:t>0</m:t>
                                          </m:r>
                                        </m:sub>
                                      </m:sSub>
                                      <m:sSub>
                                        <m:sSubPr>
                                          <m:ctrlPr>
                                            <a:rPr lang="pt-BR" sz="1400" i="1">
                                              <a:latin typeface="Cambria Math" panose="02040503050406030204" pitchFamily="18" charset="0"/>
                                            </a:rPr>
                                          </m:ctrlPr>
                                        </m:sSubPr>
                                        <m:e>
                                          <m:r>
                                            <a:rPr lang="pt-BR" sz="1400" i="1">
                                              <a:latin typeface="Cambria Math" panose="02040503050406030204" pitchFamily="18" charset="0"/>
                                            </a:rPr>
                                            <m:t>𝑎</m:t>
                                          </m:r>
                                        </m:e>
                                        <m:sub>
                                          <m:r>
                                            <a:rPr lang="pt-BR" sz="1400" i="1">
                                              <a:latin typeface="Cambria Math" panose="02040503050406030204" pitchFamily="18" charset="0"/>
                                            </a:rPr>
                                            <m:t>𝑝</m:t>
                                          </m:r>
                                          <m:r>
                                            <a:rPr lang="pt-BR" sz="1400" i="1">
                                              <a:latin typeface="Cambria Math" panose="02040503050406030204" pitchFamily="18" charset="0"/>
                                            </a:rPr>
                                            <m:t>+</m:t>
                                          </m:r>
                                          <m:sSub>
                                            <m:sSubPr>
                                              <m:ctrlPr>
                                                <a:rPr lang="pt-BR" sz="1400" i="1">
                                                  <a:latin typeface="Cambria Math" panose="02040503050406030204" pitchFamily="18" charset="0"/>
                                                </a:rPr>
                                              </m:ctrlPr>
                                            </m:sSubPr>
                                            <m:e>
                                              <m:r>
                                                <a:rPr lang="pt-BR" sz="1400" i="1">
                                                  <a:latin typeface="Cambria Math" panose="02040503050406030204" pitchFamily="18" charset="0"/>
                                                </a:rPr>
                                                <m:t>𝑚</m:t>
                                              </m:r>
                                            </m:e>
                                            <m:sub>
                                              <m:r>
                                                <a:rPr lang="pt-BR" sz="1400" i="1">
                                                  <a:latin typeface="Cambria Math" panose="02040503050406030204" pitchFamily="18" charset="0"/>
                                                </a:rPr>
                                                <m:t>2</m:t>
                                              </m:r>
                                            </m:sub>
                                          </m:sSub>
                                        </m:sub>
                                      </m:sSub>
                                    </m:e>
                                  </m:d>
                                  <m:r>
                                    <a:rPr lang="pt-BR" sz="1400" b="0" i="1" smtClean="0">
                                      <a:latin typeface="Cambria Math" panose="02040503050406030204" pitchFamily="18" charset="0"/>
                                      <a:ea typeface="Cambria Math" panose="02040503050406030204" pitchFamily="18" charset="0"/>
                                    </a:rPr>
                                    <m:t>𝜇</m:t>
                                  </m:r>
                                </m:den>
                              </m:f>
                              <m:r>
                                <a:rPr lang="pt-BR" sz="1400" b="0" i="1" smtClean="0">
                                  <a:latin typeface="Cambria Math" panose="02040503050406030204" pitchFamily="18" charset="0"/>
                                </a:rPr>
                                <m:t>−</m:t>
                              </m:r>
                              <m:f>
                                <m:fPr>
                                  <m:ctrlPr>
                                    <a:rPr lang="pt-BR" sz="1400" i="1">
                                      <a:latin typeface="Cambria Math" panose="02040503050406030204" pitchFamily="18" charset="0"/>
                                    </a:rPr>
                                  </m:ctrlPr>
                                </m:fPr>
                                <m:num>
                                  <m:sSub>
                                    <m:sSubPr>
                                      <m:ctrlPr>
                                        <a:rPr lang="pt-BR" sz="1400" i="1">
                                          <a:latin typeface="Cambria Math" panose="02040503050406030204" pitchFamily="18" charset="0"/>
                                        </a:rPr>
                                      </m:ctrlPr>
                                    </m:sSubPr>
                                    <m:e>
                                      <m:r>
                                        <a:rPr lang="pt-BR" sz="1400" i="1">
                                          <a:latin typeface="Cambria Math" panose="02040503050406030204" pitchFamily="18" charset="0"/>
                                        </a:rPr>
                                        <m:t>𝜒</m:t>
                                      </m:r>
                                    </m:e>
                                    <m:sub>
                                      <m:r>
                                        <a:rPr lang="pt-BR" sz="1400" i="1">
                                          <a:latin typeface="Cambria Math" panose="02040503050406030204" pitchFamily="18" charset="0"/>
                                        </a:rPr>
                                        <m:t>𝑛</m:t>
                                      </m:r>
                                    </m:sub>
                                  </m:sSub>
                                  <m:r>
                                    <a:rPr lang="pt-BR" sz="1400" i="1">
                                      <a:latin typeface="Cambria Math" panose="02040503050406030204" pitchFamily="18" charset="0"/>
                                      <a:ea typeface="Cambria Math" panose="02040503050406030204" pitchFamily="18" charset="0"/>
                                    </a:rPr>
                                    <m:t>(</m:t>
                                  </m:r>
                                  <m:r>
                                    <a:rPr lang="pt-BR" sz="1400" b="0" i="1" smtClean="0">
                                      <a:latin typeface="Cambria Math" panose="02040503050406030204" pitchFamily="18" charset="0"/>
                                    </a:rPr>
                                    <m:t>𝑘</m:t>
                                  </m:r>
                                  <m:sSub>
                                    <m:sSubPr>
                                      <m:ctrlPr>
                                        <a:rPr lang="pt-BR" sz="1400" i="1">
                                          <a:latin typeface="Cambria Math" panose="02040503050406030204" pitchFamily="18" charset="0"/>
                                        </a:rPr>
                                      </m:ctrlPr>
                                    </m:sSubPr>
                                    <m:e>
                                      <m:r>
                                        <a:rPr lang="pt-BR" sz="1400" i="1">
                                          <a:latin typeface="Cambria Math" panose="02040503050406030204" pitchFamily="18" charset="0"/>
                                        </a:rPr>
                                        <m:t>𝑎</m:t>
                                      </m:r>
                                    </m:e>
                                    <m:sub>
                                      <m:r>
                                        <a:rPr lang="pt-BR" sz="1400" i="1">
                                          <a:latin typeface="Cambria Math" panose="02040503050406030204" pitchFamily="18" charset="0"/>
                                        </a:rPr>
                                        <m:t>𝑝</m:t>
                                      </m:r>
                                    </m:sub>
                                  </m:sSub>
                                  <m:r>
                                    <a:rPr lang="pt-BR" sz="1400" i="1">
                                      <a:latin typeface="Cambria Math" panose="02040503050406030204" pitchFamily="18" charset="0"/>
                                    </a:rPr>
                                    <m:t>,</m:t>
                                  </m:r>
                                  <m:r>
                                    <a:rPr lang="pt-BR" sz="1400" b="0" i="1" smtClean="0">
                                      <a:latin typeface="Cambria Math" panose="02040503050406030204" pitchFamily="18" charset="0"/>
                                    </a:rPr>
                                    <m:t> </m:t>
                                  </m:r>
                                  <m:r>
                                    <a:rPr lang="pt-BR" sz="1400" b="0" i="1" smtClean="0">
                                      <a:latin typeface="Cambria Math" panose="02040503050406030204" pitchFamily="18" charset="0"/>
                                    </a:rPr>
                                    <m:t>𝑘</m:t>
                                  </m:r>
                                  <m:sSub>
                                    <m:sSubPr>
                                      <m:ctrlPr>
                                        <a:rPr lang="pt-BR" sz="1400" i="1">
                                          <a:latin typeface="Cambria Math" panose="02040503050406030204" pitchFamily="18" charset="0"/>
                                        </a:rPr>
                                      </m:ctrlPr>
                                    </m:sSubPr>
                                    <m:e>
                                      <m:r>
                                        <a:rPr lang="pt-BR" sz="1400" i="1">
                                          <a:latin typeface="Cambria Math" panose="02040503050406030204" pitchFamily="18" charset="0"/>
                                        </a:rPr>
                                        <m:t>𝑎</m:t>
                                      </m:r>
                                    </m:e>
                                    <m:sub>
                                      <m:r>
                                        <a:rPr lang="pt-BR" sz="1400" i="1">
                                          <a:latin typeface="Cambria Math" panose="02040503050406030204" pitchFamily="18" charset="0"/>
                                        </a:rPr>
                                        <m:t>𝑝</m:t>
                                      </m:r>
                                    </m:sub>
                                  </m:sSub>
                                  <m:r>
                                    <a:rPr lang="pt-BR" sz="1400" i="1">
                                      <a:latin typeface="Cambria Math" panose="02040503050406030204" pitchFamily="18" charset="0"/>
                                      <a:ea typeface="Cambria Math" panose="02040503050406030204" pitchFamily="18" charset="0"/>
                                    </a:rPr>
                                    <m:t>)</m:t>
                                  </m:r>
                                </m:num>
                                <m:den>
                                  <m:sSub>
                                    <m:sSubPr>
                                      <m:ctrlPr>
                                        <a:rPr lang="pt-BR" sz="1400" i="1">
                                          <a:latin typeface="Cambria Math" panose="02040503050406030204" pitchFamily="18" charset="0"/>
                                        </a:rPr>
                                      </m:ctrlPr>
                                    </m:sSubPr>
                                    <m:e>
                                      <m:r>
                                        <a:rPr lang="pt-BR" sz="1400" i="1">
                                          <a:latin typeface="Cambria Math" panose="02040503050406030204" pitchFamily="18" charset="0"/>
                                        </a:rPr>
                                        <m:t>𝛾</m:t>
                                      </m:r>
                                    </m:e>
                                    <m:sub>
                                      <m:r>
                                        <a:rPr lang="pt-BR" sz="1400" i="1">
                                          <a:latin typeface="Cambria Math" panose="02040503050406030204" pitchFamily="18" charset="0"/>
                                        </a:rPr>
                                        <m:t>𝑛</m:t>
                                      </m:r>
                                    </m:sub>
                                  </m:sSub>
                                  <m:d>
                                    <m:dPr>
                                      <m:ctrlPr>
                                        <a:rPr lang="pt-BR" sz="1400" i="1">
                                          <a:latin typeface="Cambria Math" panose="02040503050406030204" pitchFamily="18" charset="0"/>
                                          <a:ea typeface="Cambria Math" panose="02040503050406030204" pitchFamily="18" charset="0"/>
                                        </a:rPr>
                                      </m:ctrlPr>
                                    </m:dPr>
                                    <m:e>
                                      <m:r>
                                        <a:rPr lang="pt-BR" sz="1400" b="0" i="1" smtClean="0">
                                          <a:latin typeface="Cambria Math" panose="02040503050406030204" pitchFamily="18" charset="0"/>
                                        </a:rPr>
                                        <m:t>𝑘</m:t>
                                      </m:r>
                                      <m:sSub>
                                        <m:sSubPr>
                                          <m:ctrlPr>
                                            <a:rPr lang="pt-BR" sz="1400" i="1">
                                              <a:latin typeface="Cambria Math" panose="02040503050406030204" pitchFamily="18" charset="0"/>
                                            </a:rPr>
                                          </m:ctrlPr>
                                        </m:sSubPr>
                                        <m:e>
                                          <m:r>
                                            <a:rPr lang="pt-BR" sz="1400" i="1">
                                              <a:latin typeface="Cambria Math" panose="02040503050406030204" pitchFamily="18" charset="0"/>
                                            </a:rPr>
                                            <m:t>𝑎</m:t>
                                          </m:r>
                                        </m:e>
                                        <m:sub>
                                          <m:r>
                                            <a:rPr lang="pt-BR" sz="1400" i="1">
                                              <a:latin typeface="Cambria Math" panose="02040503050406030204" pitchFamily="18" charset="0"/>
                                            </a:rPr>
                                            <m:t>𝑝</m:t>
                                          </m:r>
                                        </m:sub>
                                      </m:sSub>
                                      <m:r>
                                        <a:rPr lang="pt-BR" sz="1400" i="1">
                                          <a:latin typeface="Cambria Math" panose="02040503050406030204" pitchFamily="18" charset="0"/>
                                        </a:rPr>
                                        <m:t>,</m:t>
                                      </m:r>
                                      <m:r>
                                        <a:rPr lang="pt-BR" sz="1400" b="0" i="1" smtClean="0">
                                          <a:latin typeface="Cambria Math" panose="02040503050406030204" pitchFamily="18" charset="0"/>
                                        </a:rPr>
                                        <m:t>𝑘</m:t>
                                      </m:r>
                                      <m:sSub>
                                        <m:sSubPr>
                                          <m:ctrlPr>
                                            <a:rPr lang="pt-BR" sz="1400" i="1">
                                              <a:latin typeface="Cambria Math" panose="02040503050406030204" pitchFamily="18" charset="0"/>
                                            </a:rPr>
                                          </m:ctrlPr>
                                        </m:sSubPr>
                                        <m:e>
                                          <m:r>
                                            <a:rPr lang="pt-BR" sz="1400" i="1">
                                              <a:latin typeface="Cambria Math" panose="02040503050406030204" pitchFamily="18" charset="0"/>
                                            </a:rPr>
                                            <m:t>𝑎</m:t>
                                          </m:r>
                                        </m:e>
                                        <m:sub>
                                          <m:r>
                                            <a:rPr lang="pt-BR" sz="1400" i="1">
                                              <a:latin typeface="Cambria Math" panose="02040503050406030204" pitchFamily="18" charset="0"/>
                                            </a:rPr>
                                            <m:t>𝑝</m:t>
                                          </m:r>
                                          <m:r>
                                            <a:rPr lang="pt-BR" sz="1400" i="1">
                                              <a:latin typeface="Cambria Math" panose="02040503050406030204" pitchFamily="18" charset="0"/>
                                            </a:rPr>
                                            <m:t>+</m:t>
                                          </m:r>
                                          <m:sSub>
                                            <m:sSubPr>
                                              <m:ctrlPr>
                                                <a:rPr lang="pt-BR" sz="1400" i="1">
                                                  <a:latin typeface="Cambria Math" panose="02040503050406030204" pitchFamily="18" charset="0"/>
                                                </a:rPr>
                                              </m:ctrlPr>
                                            </m:sSubPr>
                                            <m:e>
                                              <m:r>
                                                <a:rPr lang="pt-BR" sz="1400" i="1">
                                                  <a:latin typeface="Cambria Math" panose="02040503050406030204" pitchFamily="18" charset="0"/>
                                                </a:rPr>
                                                <m:t>𝑚</m:t>
                                              </m:r>
                                            </m:e>
                                            <m:sub>
                                              <m:r>
                                                <a:rPr lang="pt-BR" sz="1400" i="1">
                                                  <a:latin typeface="Cambria Math" panose="02040503050406030204" pitchFamily="18" charset="0"/>
                                                </a:rPr>
                                                <m:t>2</m:t>
                                              </m:r>
                                            </m:sub>
                                          </m:sSub>
                                        </m:sub>
                                      </m:sSub>
                                    </m:e>
                                  </m:d>
                                  <m:sSub>
                                    <m:sSubPr>
                                      <m:ctrlPr>
                                        <a:rPr lang="pt-BR" sz="1400" b="0" i="1" smtClean="0">
                                          <a:latin typeface="Cambria Math" panose="02040503050406030204" pitchFamily="18" charset="0"/>
                                          <a:ea typeface="Cambria Math" panose="02040503050406030204" pitchFamily="18" charset="0"/>
                                        </a:rPr>
                                      </m:ctrlPr>
                                    </m:sSubPr>
                                    <m:e>
                                      <m:r>
                                        <a:rPr lang="pt-BR" sz="1400" i="1">
                                          <a:latin typeface="Cambria Math" panose="02040503050406030204" pitchFamily="18" charset="0"/>
                                          <a:ea typeface="Cambria Math" panose="02040503050406030204" pitchFamily="18" charset="0"/>
                                        </a:rPr>
                                        <m:t>𝜇</m:t>
                                      </m:r>
                                    </m:e>
                                    <m:sub>
                                      <m:r>
                                        <a:rPr lang="pt-BR" sz="1400" b="0" i="1" smtClean="0">
                                          <a:latin typeface="Cambria Math" panose="02040503050406030204" pitchFamily="18" charset="0"/>
                                          <a:ea typeface="Cambria Math" panose="02040503050406030204" pitchFamily="18" charset="0"/>
                                        </a:rPr>
                                        <m:t>0</m:t>
                                      </m:r>
                                    </m:sub>
                                  </m:sSub>
                                </m:den>
                              </m:f>
                            </m:e>
                          </m:d>
                        </m:e>
                        <m:sup>
                          <m:r>
                            <a:rPr lang="pt-BR" sz="1400" b="0" i="1" smtClean="0">
                              <a:latin typeface="Cambria Math" panose="02040503050406030204" pitchFamily="18" charset="0"/>
                            </a:rPr>
                            <m:t> </m:t>
                          </m:r>
                        </m:sup>
                      </m:sSup>
                    </m:oMath>
                  </m:oMathPara>
                </a14:m>
                <a:endParaRPr lang="en-US" sz="1400" i="1"/>
              </a:p>
            </p:txBody>
          </p:sp>
        </mc:Choice>
        <mc:Fallback>
          <p:sp>
            <p:nvSpPr>
              <p:cNvPr id="13" name="CaixaDeTexto 12">
                <a:extLst>
                  <a:ext uri="{FF2B5EF4-FFF2-40B4-BE49-F238E27FC236}">
                    <a16:creationId xmlns:a16="http://schemas.microsoft.com/office/drawing/2014/main" id="{AC6F5E15-18DC-4E9E-DF3F-AA1C67C44FC4}"/>
                  </a:ext>
                </a:extLst>
              </p:cNvPr>
              <p:cNvSpPr txBox="1">
                <a:spLocks noRot="1" noChangeAspect="1" noMove="1" noResize="1" noEditPoints="1" noAdjustHandles="1" noChangeArrowheads="1" noChangeShapeType="1" noTextEdit="1"/>
              </p:cNvSpPr>
              <p:nvPr/>
            </p:nvSpPr>
            <p:spPr>
              <a:xfrm>
                <a:off x="576933" y="4064526"/>
                <a:ext cx="5190639" cy="606961"/>
              </a:xfrm>
              <a:prstGeom prst="rect">
                <a:avLst/>
              </a:prstGeom>
              <a:blipFill>
                <a:blip r:embed="rId7"/>
                <a:stretch>
                  <a:fillRect/>
                </a:stretch>
              </a:blipFill>
            </p:spPr>
            <p:txBody>
              <a:bodyPr/>
              <a:lstStyle/>
              <a:p>
                <a:r>
                  <a:rPr lang="pt-BR">
                    <a:noFill/>
                  </a:rPr>
                  <a:t> </a:t>
                </a:r>
              </a:p>
            </p:txBody>
          </p:sp>
        </mc:Fallback>
      </mc:AlternateContent>
      <mc:AlternateContent xmlns:mc="http://schemas.openxmlformats.org/markup-compatibility/2006">
        <mc:Choice xmlns:a14="http://schemas.microsoft.com/office/drawing/2010/main" Requires="a14">
          <p:sp>
            <p:nvSpPr>
              <p:cNvPr id="16" name="CaixaDeTexto 15">
                <a:extLst>
                  <a:ext uri="{FF2B5EF4-FFF2-40B4-BE49-F238E27FC236}">
                    <a16:creationId xmlns:a16="http://schemas.microsoft.com/office/drawing/2014/main" id="{48FA6079-991B-4683-141A-93E337636B1A}"/>
                  </a:ext>
                </a:extLst>
              </p:cNvPr>
              <p:cNvSpPr txBox="1"/>
              <p:nvPr/>
            </p:nvSpPr>
            <p:spPr>
              <a:xfrm>
                <a:off x="576933" y="4789160"/>
                <a:ext cx="5190639" cy="606961"/>
              </a:xfrm>
              <a:prstGeom prst="rect">
                <a:avLst/>
              </a:prstGeom>
              <a:noFill/>
            </p:spPr>
            <p:txBody>
              <a:bodyPr wrap="square">
                <a:spAutoFit/>
              </a:bodyPr>
              <a:lstStyle>
                <a:defPPr>
                  <a:defRPr lang="pt-BR"/>
                </a:defPPr>
                <a:lvl1pPr>
                  <a:defRPr sz="1600"/>
                </a:lvl1pPr>
              </a:lstStyle>
              <a:p>
                <a:pPr algn="ctr"/>
                <a14:m>
                  <m:oMathPara xmlns:m="http://schemas.openxmlformats.org/officeDocument/2006/math">
                    <m:oMathParaPr>
                      <m:jc m:val="left"/>
                    </m:oMathParaPr>
                    <m:oMath xmlns:m="http://schemas.openxmlformats.org/officeDocument/2006/math">
                      <m:sSubSup>
                        <m:sSubSupPr>
                          <m:ctrlPr>
                            <a:rPr lang="pt-BR" sz="1400" b="0" i="1" smtClean="0">
                              <a:latin typeface="Cambria Math" panose="02040503050406030204" pitchFamily="18" charset="0"/>
                            </a:rPr>
                          </m:ctrlPr>
                        </m:sSubSupPr>
                        <m:e>
                          <m:r>
                            <a:rPr lang="pt-BR" sz="1400" b="0" i="1" smtClean="0">
                              <a:latin typeface="Cambria Math" panose="02040503050406030204" pitchFamily="18" charset="0"/>
                            </a:rPr>
                            <m:t>𝑌</m:t>
                          </m:r>
                        </m:e>
                        <m:sub>
                          <m:r>
                            <a:rPr lang="pt-BR" sz="1400" b="0" i="1" smtClean="0">
                              <a:latin typeface="Cambria Math" panose="02040503050406030204" pitchFamily="18" charset="0"/>
                            </a:rPr>
                            <m:t>22,</m:t>
                          </m:r>
                          <m:r>
                            <a:rPr lang="pt-BR" sz="1400" b="0" i="1" smtClean="0">
                              <a:latin typeface="Cambria Math" panose="02040503050406030204" pitchFamily="18" charset="0"/>
                            </a:rPr>
                            <m:t>𝑛</m:t>
                          </m:r>
                        </m:sub>
                        <m:sup>
                          <m:r>
                            <a:rPr lang="pt-BR" sz="1400" b="0" i="1" smtClean="0">
                              <a:latin typeface="Cambria Math" panose="02040503050406030204" pitchFamily="18" charset="0"/>
                            </a:rPr>
                            <m:t>(</m:t>
                          </m:r>
                          <m:r>
                            <a:rPr lang="pt-BR" sz="1400" b="0" i="1" smtClean="0">
                              <a:latin typeface="Cambria Math" panose="02040503050406030204" pitchFamily="18" charset="0"/>
                            </a:rPr>
                            <m:t>𝑝</m:t>
                          </m:r>
                          <m:r>
                            <a:rPr lang="pt-BR" sz="1400" b="0" i="1" smtClean="0">
                              <a:latin typeface="Cambria Math" panose="02040503050406030204" pitchFamily="18" charset="0"/>
                            </a:rPr>
                            <m:t>)</m:t>
                          </m:r>
                        </m:sup>
                      </m:sSubSup>
                      <m:r>
                        <a:rPr lang="pt-BR" sz="1400" b="0" i="1">
                          <a:latin typeface="Cambria Math" panose="02040503050406030204" pitchFamily="18" charset="0"/>
                        </a:rPr>
                        <m:t>=</m:t>
                      </m:r>
                      <m:sSup>
                        <m:sSupPr>
                          <m:ctrlPr>
                            <a:rPr lang="pt-BR" sz="1400" i="1">
                              <a:latin typeface="Cambria Math" panose="02040503050406030204" pitchFamily="18" charset="0"/>
                            </a:rPr>
                          </m:ctrlPr>
                        </m:sSupPr>
                        <m:e>
                          <m:f>
                            <m:fPr>
                              <m:ctrlPr>
                                <a:rPr lang="pt-BR" sz="1400" b="0" i="1" smtClean="0">
                                  <a:latin typeface="Cambria Math" panose="02040503050406030204" pitchFamily="18" charset="0"/>
                                </a:rPr>
                              </m:ctrlPr>
                            </m:fPr>
                            <m:num>
                              <m:r>
                                <a:rPr lang="pt-BR" sz="1400" b="0" i="1" smtClean="0">
                                  <a:latin typeface="Cambria Math" panose="02040503050406030204" pitchFamily="18" charset="0"/>
                                </a:rPr>
                                <m:t>2</m:t>
                              </m:r>
                              <m:r>
                                <a:rPr lang="pt-BR" sz="1400" b="0" i="1" smtClean="0">
                                  <a:latin typeface="Cambria Math" panose="02040503050406030204" pitchFamily="18" charset="0"/>
                                </a:rPr>
                                <m:t>𝜋</m:t>
                              </m:r>
                            </m:num>
                            <m:den>
                              <m:r>
                                <a:rPr lang="pt-BR" sz="1400" b="0" i="1" smtClean="0">
                                  <a:latin typeface="Cambria Math" panose="02040503050406030204" pitchFamily="18" charset="0"/>
                                </a:rPr>
                                <m:t>𝑗</m:t>
                              </m:r>
                              <m:r>
                                <a:rPr lang="pt-BR" sz="1400" b="0" i="1" smtClean="0">
                                  <a:latin typeface="Cambria Math" panose="02040503050406030204" pitchFamily="18" charset="0"/>
                                </a:rPr>
                                <m:t>𝜔</m:t>
                              </m:r>
                            </m:den>
                          </m:f>
                          <m:d>
                            <m:dPr>
                              <m:begChr m:val="["/>
                              <m:endChr m:val="]"/>
                              <m:ctrlPr>
                                <a:rPr lang="pt-BR" sz="1400" i="1">
                                  <a:latin typeface="Cambria Math" panose="02040503050406030204" pitchFamily="18" charset="0"/>
                                </a:rPr>
                              </m:ctrlPr>
                            </m:dPr>
                            <m:e>
                              <m:f>
                                <m:fPr>
                                  <m:ctrlPr>
                                    <a:rPr lang="pt-BR" sz="1400" b="0" i="1" smtClean="0">
                                      <a:latin typeface="Cambria Math" panose="02040503050406030204" pitchFamily="18" charset="0"/>
                                    </a:rPr>
                                  </m:ctrlPr>
                                </m:fPr>
                                <m:num>
                                  <m:sSub>
                                    <m:sSubPr>
                                      <m:ctrlPr>
                                        <a:rPr lang="pt-BR" sz="1400" b="0" i="1" smtClean="0">
                                          <a:latin typeface="Cambria Math" panose="02040503050406030204" pitchFamily="18" charset="0"/>
                                        </a:rPr>
                                      </m:ctrlPr>
                                    </m:sSubPr>
                                    <m:e>
                                      <m:r>
                                        <a:rPr lang="pt-BR" sz="1400" b="0" i="1" smtClean="0">
                                          <a:latin typeface="Cambria Math" panose="02040503050406030204" pitchFamily="18" charset="0"/>
                                        </a:rPr>
                                        <m:t>𝜒</m:t>
                                      </m:r>
                                    </m:e>
                                    <m:sub>
                                      <m:r>
                                        <a:rPr lang="pt-BR" sz="1400" b="0" i="1" smtClean="0">
                                          <a:latin typeface="Cambria Math" panose="02040503050406030204" pitchFamily="18" charset="0"/>
                                        </a:rPr>
                                        <m:t>𝑛</m:t>
                                      </m:r>
                                    </m:sub>
                                  </m:sSub>
                                  <m:r>
                                    <a:rPr lang="pt-BR" sz="1400" b="0" i="1" smtClean="0">
                                      <a:latin typeface="Cambria Math" panose="02040503050406030204" pitchFamily="18" charset="0"/>
                                      <a:ea typeface="Cambria Math" panose="02040503050406030204" pitchFamily="18" charset="0"/>
                                    </a:rPr>
                                    <m:t>(</m:t>
                                  </m:r>
                                  <m:r>
                                    <a:rPr lang="pt-BR" sz="1400" i="1">
                                      <a:latin typeface="Cambria Math" panose="02040503050406030204" pitchFamily="18" charset="0"/>
                                    </a:rPr>
                                    <m:t>𝑘</m:t>
                                  </m:r>
                                  <m:sSub>
                                    <m:sSubPr>
                                      <m:ctrlPr>
                                        <a:rPr lang="pt-BR" sz="1400" i="1">
                                          <a:latin typeface="Cambria Math" panose="02040503050406030204" pitchFamily="18" charset="0"/>
                                        </a:rPr>
                                      </m:ctrlPr>
                                    </m:sSubPr>
                                    <m:e>
                                      <m:r>
                                        <a:rPr lang="pt-BR" sz="1400" i="1">
                                          <a:latin typeface="Cambria Math" panose="02040503050406030204" pitchFamily="18" charset="0"/>
                                        </a:rPr>
                                        <m:t>𝑎</m:t>
                                      </m:r>
                                    </m:e>
                                    <m:sub>
                                      <m:r>
                                        <a:rPr lang="pt-BR" sz="1400" i="1">
                                          <a:latin typeface="Cambria Math" panose="02040503050406030204" pitchFamily="18" charset="0"/>
                                        </a:rPr>
                                        <m:t>𝑝</m:t>
                                      </m:r>
                                      <m:r>
                                        <a:rPr lang="pt-BR" sz="1400" i="1">
                                          <a:latin typeface="Cambria Math" panose="02040503050406030204" pitchFamily="18" charset="0"/>
                                        </a:rPr>
                                        <m:t>+</m:t>
                                      </m:r>
                                      <m:sSub>
                                        <m:sSubPr>
                                          <m:ctrlPr>
                                            <a:rPr lang="pt-BR" sz="1400" i="1">
                                              <a:latin typeface="Cambria Math" panose="02040503050406030204" pitchFamily="18" charset="0"/>
                                            </a:rPr>
                                          </m:ctrlPr>
                                        </m:sSubPr>
                                        <m:e>
                                          <m:r>
                                            <a:rPr lang="pt-BR" sz="1400" i="1">
                                              <a:latin typeface="Cambria Math" panose="02040503050406030204" pitchFamily="18" charset="0"/>
                                            </a:rPr>
                                            <m:t>𝑚</m:t>
                                          </m:r>
                                        </m:e>
                                        <m:sub>
                                          <m:r>
                                            <a:rPr lang="pt-BR" sz="1400" i="1">
                                              <a:latin typeface="Cambria Math" panose="02040503050406030204" pitchFamily="18" charset="0"/>
                                            </a:rPr>
                                            <m:t>2</m:t>
                                          </m:r>
                                        </m:sub>
                                      </m:sSub>
                                    </m:sub>
                                  </m:sSub>
                                  <m:r>
                                    <a:rPr lang="pt-BR" sz="1400" b="0" i="1" smtClean="0">
                                      <a:latin typeface="Cambria Math" panose="02040503050406030204" pitchFamily="18" charset="0"/>
                                    </a:rPr>
                                    <m:t>,</m:t>
                                  </m:r>
                                  <m:r>
                                    <a:rPr lang="pt-BR" sz="1400" i="1">
                                      <a:latin typeface="Cambria Math" panose="02040503050406030204" pitchFamily="18" charset="0"/>
                                    </a:rPr>
                                    <m:t>𝑘</m:t>
                                  </m:r>
                                  <m:sSub>
                                    <m:sSubPr>
                                      <m:ctrlPr>
                                        <a:rPr lang="pt-BR" sz="1400" i="1">
                                          <a:latin typeface="Cambria Math" panose="02040503050406030204" pitchFamily="18" charset="0"/>
                                        </a:rPr>
                                      </m:ctrlPr>
                                    </m:sSubPr>
                                    <m:e>
                                      <m:r>
                                        <a:rPr lang="pt-BR" sz="1400" i="1">
                                          <a:latin typeface="Cambria Math" panose="02040503050406030204" pitchFamily="18" charset="0"/>
                                        </a:rPr>
                                        <m:t>𝑎</m:t>
                                      </m:r>
                                    </m:e>
                                    <m:sub>
                                      <m:r>
                                        <a:rPr lang="pt-BR" sz="1400" i="1">
                                          <a:latin typeface="Cambria Math" panose="02040503050406030204" pitchFamily="18" charset="0"/>
                                        </a:rPr>
                                        <m:t>𝑝</m:t>
                                      </m:r>
                                    </m:sub>
                                  </m:sSub>
                                  <m:r>
                                    <a:rPr lang="pt-BR" sz="1400" b="0" i="1" smtClean="0">
                                      <a:latin typeface="Cambria Math" panose="02040503050406030204" pitchFamily="18" charset="0"/>
                                      <a:ea typeface="Cambria Math" panose="02040503050406030204" pitchFamily="18" charset="0"/>
                                    </a:rPr>
                                    <m:t>)</m:t>
                                  </m:r>
                                </m:num>
                                <m:den>
                                  <m:sSub>
                                    <m:sSubPr>
                                      <m:ctrlPr>
                                        <a:rPr lang="pt-BR" sz="1400" i="1">
                                          <a:latin typeface="Cambria Math" panose="02040503050406030204" pitchFamily="18" charset="0"/>
                                        </a:rPr>
                                      </m:ctrlPr>
                                    </m:sSubPr>
                                    <m:e>
                                      <m:r>
                                        <a:rPr lang="pt-BR" sz="1400" b="0" i="1" smtClean="0">
                                          <a:latin typeface="Cambria Math" panose="02040503050406030204" pitchFamily="18" charset="0"/>
                                        </a:rPr>
                                        <m:t>𝛾</m:t>
                                      </m:r>
                                    </m:e>
                                    <m:sub>
                                      <m:r>
                                        <a:rPr lang="pt-BR" sz="1400" i="1">
                                          <a:latin typeface="Cambria Math" panose="02040503050406030204" pitchFamily="18" charset="0"/>
                                        </a:rPr>
                                        <m:t>𝑛</m:t>
                                      </m:r>
                                    </m:sub>
                                  </m:sSub>
                                  <m:d>
                                    <m:dPr>
                                      <m:ctrlPr>
                                        <a:rPr lang="pt-BR" sz="1400" i="1">
                                          <a:latin typeface="Cambria Math" panose="02040503050406030204" pitchFamily="18" charset="0"/>
                                          <a:ea typeface="Cambria Math" panose="02040503050406030204" pitchFamily="18" charset="0"/>
                                        </a:rPr>
                                      </m:ctrlPr>
                                    </m:dPr>
                                    <m:e>
                                      <m:r>
                                        <a:rPr lang="pt-BR" sz="1400" i="1">
                                          <a:latin typeface="Cambria Math" panose="02040503050406030204" pitchFamily="18" charset="0"/>
                                        </a:rPr>
                                        <m:t>𝑘</m:t>
                                      </m:r>
                                      <m:sSub>
                                        <m:sSubPr>
                                          <m:ctrlPr>
                                            <a:rPr lang="pt-BR" sz="1400" i="1">
                                              <a:latin typeface="Cambria Math" panose="02040503050406030204" pitchFamily="18" charset="0"/>
                                            </a:rPr>
                                          </m:ctrlPr>
                                        </m:sSubPr>
                                        <m:e>
                                          <m:r>
                                            <a:rPr lang="pt-BR" sz="1400" i="1">
                                              <a:latin typeface="Cambria Math" panose="02040503050406030204" pitchFamily="18" charset="0"/>
                                            </a:rPr>
                                            <m:t>𝑎</m:t>
                                          </m:r>
                                        </m:e>
                                        <m:sub>
                                          <m:r>
                                            <a:rPr lang="pt-BR" sz="1400" i="1">
                                              <a:latin typeface="Cambria Math" panose="02040503050406030204" pitchFamily="18" charset="0"/>
                                            </a:rPr>
                                            <m:t>𝑝</m:t>
                                          </m:r>
                                        </m:sub>
                                      </m:sSub>
                                      <m:r>
                                        <a:rPr lang="pt-BR" sz="1400" i="1">
                                          <a:latin typeface="Cambria Math" panose="02040503050406030204" pitchFamily="18" charset="0"/>
                                        </a:rPr>
                                        <m:t>,</m:t>
                                      </m:r>
                                      <m:r>
                                        <a:rPr lang="pt-BR" sz="1400" i="1">
                                          <a:latin typeface="Cambria Math" panose="02040503050406030204" pitchFamily="18" charset="0"/>
                                        </a:rPr>
                                        <m:t>𝑘</m:t>
                                      </m:r>
                                      <m:sSub>
                                        <m:sSubPr>
                                          <m:ctrlPr>
                                            <a:rPr lang="pt-BR" sz="1400" i="1">
                                              <a:latin typeface="Cambria Math" panose="02040503050406030204" pitchFamily="18" charset="0"/>
                                            </a:rPr>
                                          </m:ctrlPr>
                                        </m:sSubPr>
                                        <m:e>
                                          <m:r>
                                            <a:rPr lang="pt-BR" sz="1400" i="1">
                                              <a:latin typeface="Cambria Math" panose="02040503050406030204" pitchFamily="18" charset="0"/>
                                            </a:rPr>
                                            <m:t>𝑎</m:t>
                                          </m:r>
                                        </m:e>
                                        <m:sub>
                                          <m:r>
                                            <a:rPr lang="pt-BR" sz="1400" i="1">
                                              <a:latin typeface="Cambria Math" panose="02040503050406030204" pitchFamily="18" charset="0"/>
                                            </a:rPr>
                                            <m:t>𝑝</m:t>
                                          </m:r>
                                          <m:r>
                                            <a:rPr lang="pt-BR" sz="1400" i="1">
                                              <a:latin typeface="Cambria Math" panose="02040503050406030204" pitchFamily="18" charset="0"/>
                                            </a:rPr>
                                            <m:t>+</m:t>
                                          </m:r>
                                          <m:sSub>
                                            <m:sSubPr>
                                              <m:ctrlPr>
                                                <a:rPr lang="pt-BR" sz="1400" i="1">
                                                  <a:latin typeface="Cambria Math" panose="02040503050406030204" pitchFamily="18" charset="0"/>
                                                </a:rPr>
                                              </m:ctrlPr>
                                            </m:sSubPr>
                                            <m:e>
                                              <m:r>
                                                <a:rPr lang="pt-BR" sz="1400" i="1">
                                                  <a:latin typeface="Cambria Math" panose="02040503050406030204" pitchFamily="18" charset="0"/>
                                                </a:rPr>
                                                <m:t>𝑚</m:t>
                                              </m:r>
                                            </m:e>
                                            <m:sub>
                                              <m:r>
                                                <a:rPr lang="pt-BR" sz="1400" i="1">
                                                  <a:latin typeface="Cambria Math" panose="02040503050406030204" pitchFamily="18" charset="0"/>
                                                </a:rPr>
                                                <m:t>2</m:t>
                                              </m:r>
                                            </m:sub>
                                          </m:sSub>
                                        </m:sub>
                                      </m:sSub>
                                    </m:e>
                                  </m:d>
                                  <m:r>
                                    <a:rPr lang="pt-BR" sz="1400" b="0" i="1" smtClean="0">
                                      <a:latin typeface="Cambria Math" panose="02040503050406030204" pitchFamily="18" charset="0"/>
                                      <a:ea typeface="Cambria Math" panose="02040503050406030204" pitchFamily="18" charset="0"/>
                                    </a:rPr>
                                    <m:t>𝜇</m:t>
                                  </m:r>
                                </m:den>
                              </m:f>
                              <m:r>
                                <a:rPr lang="pt-BR" sz="1400" b="0" i="1" smtClean="0">
                                  <a:latin typeface="Cambria Math" panose="02040503050406030204" pitchFamily="18" charset="0"/>
                                </a:rPr>
                                <m:t>−</m:t>
                              </m:r>
                              <m:f>
                                <m:fPr>
                                  <m:ctrlPr>
                                    <a:rPr lang="pt-BR" sz="1400" i="1">
                                      <a:latin typeface="Cambria Math" panose="02040503050406030204" pitchFamily="18" charset="0"/>
                                    </a:rPr>
                                  </m:ctrlPr>
                                </m:fPr>
                                <m:num>
                                  <m:sSub>
                                    <m:sSubPr>
                                      <m:ctrlPr>
                                        <a:rPr lang="pt-BR" sz="1400" i="1">
                                          <a:latin typeface="Cambria Math" panose="02040503050406030204" pitchFamily="18" charset="0"/>
                                        </a:rPr>
                                      </m:ctrlPr>
                                    </m:sSubPr>
                                    <m:e>
                                      <m:r>
                                        <a:rPr lang="pt-BR" sz="1400" i="1">
                                          <a:latin typeface="Cambria Math" panose="02040503050406030204" pitchFamily="18" charset="0"/>
                                        </a:rPr>
                                        <m:t>𝜒</m:t>
                                      </m:r>
                                    </m:e>
                                    <m:sub>
                                      <m:r>
                                        <a:rPr lang="pt-BR" sz="1400" i="1">
                                          <a:latin typeface="Cambria Math" panose="02040503050406030204" pitchFamily="18" charset="0"/>
                                        </a:rPr>
                                        <m:t>𝑛</m:t>
                                      </m:r>
                                    </m:sub>
                                  </m:sSub>
                                  <m:r>
                                    <a:rPr lang="pt-BR" sz="1400" i="1">
                                      <a:latin typeface="Cambria Math" panose="02040503050406030204" pitchFamily="18" charset="0"/>
                                      <a:ea typeface="Cambria Math" panose="02040503050406030204" pitchFamily="18" charset="0"/>
                                    </a:rPr>
                                    <m:t>(</m:t>
                                  </m:r>
                                  <m:sSub>
                                    <m:sSubPr>
                                      <m:ctrlPr>
                                        <a:rPr lang="pt-BR" sz="1400" i="1">
                                          <a:latin typeface="Cambria Math" panose="02040503050406030204" pitchFamily="18" charset="0"/>
                                        </a:rPr>
                                      </m:ctrlPr>
                                    </m:sSubPr>
                                    <m:e>
                                      <m:r>
                                        <a:rPr lang="pt-BR" sz="1400" i="1">
                                          <a:latin typeface="Cambria Math" panose="02040503050406030204" pitchFamily="18" charset="0"/>
                                        </a:rPr>
                                        <m:t>𝑘</m:t>
                                      </m:r>
                                    </m:e>
                                    <m:sub>
                                      <m:r>
                                        <a:rPr lang="pt-BR" sz="1400" i="1">
                                          <a:latin typeface="Cambria Math" panose="02040503050406030204" pitchFamily="18" charset="0"/>
                                        </a:rPr>
                                        <m:t>0</m:t>
                                      </m:r>
                                    </m:sub>
                                  </m:sSub>
                                  <m:sSub>
                                    <m:sSubPr>
                                      <m:ctrlPr>
                                        <a:rPr lang="pt-BR" sz="1400" i="1">
                                          <a:latin typeface="Cambria Math" panose="02040503050406030204" pitchFamily="18" charset="0"/>
                                        </a:rPr>
                                      </m:ctrlPr>
                                    </m:sSubPr>
                                    <m:e>
                                      <m:r>
                                        <a:rPr lang="pt-BR" sz="1400" i="1">
                                          <a:latin typeface="Cambria Math" panose="02040503050406030204" pitchFamily="18" charset="0"/>
                                        </a:rPr>
                                        <m:t>𝑎</m:t>
                                      </m:r>
                                    </m:e>
                                    <m:sub>
                                      <m:r>
                                        <a:rPr lang="pt-BR" sz="1400" i="1">
                                          <a:latin typeface="Cambria Math" panose="02040503050406030204" pitchFamily="18" charset="0"/>
                                        </a:rPr>
                                        <m:t>𝑝</m:t>
                                      </m:r>
                                      <m:r>
                                        <a:rPr lang="pt-BR" sz="1400" i="1">
                                          <a:latin typeface="Cambria Math" panose="02040503050406030204" pitchFamily="18" charset="0"/>
                                        </a:rPr>
                                        <m:t>+</m:t>
                                      </m:r>
                                      <m:sSub>
                                        <m:sSubPr>
                                          <m:ctrlPr>
                                            <a:rPr lang="pt-BR" sz="1400" i="1">
                                              <a:latin typeface="Cambria Math" panose="02040503050406030204" pitchFamily="18" charset="0"/>
                                            </a:rPr>
                                          </m:ctrlPr>
                                        </m:sSubPr>
                                        <m:e>
                                          <m:r>
                                            <a:rPr lang="pt-BR" sz="1400" i="1">
                                              <a:latin typeface="Cambria Math" panose="02040503050406030204" pitchFamily="18" charset="0"/>
                                            </a:rPr>
                                            <m:t>𝑚</m:t>
                                          </m:r>
                                        </m:e>
                                        <m:sub>
                                          <m:r>
                                            <a:rPr lang="pt-BR" sz="1400" i="1">
                                              <a:latin typeface="Cambria Math" panose="02040503050406030204" pitchFamily="18" charset="0"/>
                                            </a:rPr>
                                            <m:t>2</m:t>
                                          </m:r>
                                        </m:sub>
                                      </m:sSub>
                                    </m:sub>
                                  </m:sSub>
                                  <m:r>
                                    <a:rPr lang="pt-BR" sz="1400" i="1" smtClean="0">
                                      <a:latin typeface="Cambria Math" panose="02040503050406030204" pitchFamily="18" charset="0"/>
                                    </a:rPr>
                                    <m:t>,</m:t>
                                  </m:r>
                                  <m:sSub>
                                    <m:sSubPr>
                                      <m:ctrlPr>
                                        <a:rPr lang="pt-BR" sz="1400" i="1">
                                          <a:latin typeface="Cambria Math" panose="02040503050406030204" pitchFamily="18" charset="0"/>
                                        </a:rPr>
                                      </m:ctrlPr>
                                    </m:sSubPr>
                                    <m:e>
                                      <m:r>
                                        <a:rPr lang="pt-BR" sz="1400" i="1">
                                          <a:latin typeface="Cambria Math" panose="02040503050406030204" pitchFamily="18" charset="0"/>
                                        </a:rPr>
                                        <m:t>𝑘</m:t>
                                      </m:r>
                                    </m:e>
                                    <m:sub>
                                      <m:r>
                                        <a:rPr lang="pt-BR" sz="1400" i="1">
                                          <a:latin typeface="Cambria Math" panose="02040503050406030204" pitchFamily="18" charset="0"/>
                                        </a:rPr>
                                        <m:t>0</m:t>
                                      </m:r>
                                    </m:sub>
                                  </m:sSub>
                                  <m:sSub>
                                    <m:sSubPr>
                                      <m:ctrlPr>
                                        <a:rPr lang="pt-BR" sz="1400" i="1">
                                          <a:latin typeface="Cambria Math" panose="02040503050406030204" pitchFamily="18" charset="0"/>
                                        </a:rPr>
                                      </m:ctrlPr>
                                    </m:sSubPr>
                                    <m:e>
                                      <m:r>
                                        <a:rPr lang="pt-BR" sz="1400" i="1">
                                          <a:latin typeface="Cambria Math" panose="02040503050406030204" pitchFamily="18" charset="0"/>
                                        </a:rPr>
                                        <m:t>𝑎</m:t>
                                      </m:r>
                                    </m:e>
                                    <m:sub>
                                      <m:r>
                                        <a:rPr lang="pt-BR" sz="1400" i="1">
                                          <a:latin typeface="Cambria Math" panose="02040503050406030204" pitchFamily="18" charset="0"/>
                                        </a:rPr>
                                        <m:t>𝑝</m:t>
                                      </m:r>
                                    </m:sub>
                                  </m:sSub>
                                  <m:r>
                                    <a:rPr lang="pt-BR" sz="1400" i="1">
                                      <a:latin typeface="Cambria Math" panose="02040503050406030204" pitchFamily="18" charset="0"/>
                                      <a:ea typeface="Cambria Math" panose="02040503050406030204" pitchFamily="18" charset="0"/>
                                    </a:rPr>
                                    <m:t>)</m:t>
                                  </m:r>
                                </m:num>
                                <m:den>
                                  <m:sSub>
                                    <m:sSubPr>
                                      <m:ctrlPr>
                                        <a:rPr lang="pt-BR" sz="1400" i="1">
                                          <a:latin typeface="Cambria Math" panose="02040503050406030204" pitchFamily="18" charset="0"/>
                                        </a:rPr>
                                      </m:ctrlPr>
                                    </m:sSubPr>
                                    <m:e>
                                      <m:r>
                                        <a:rPr lang="pt-BR" sz="1400" i="1">
                                          <a:latin typeface="Cambria Math" panose="02040503050406030204" pitchFamily="18" charset="0"/>
                                        </a:rPr>
                                        <m:t>𝛾</m:t>
                                      </m:r>
                                    </m:e>
                                    <m:sub>
                                      <m:r>
                                        <a:rPr lang="pt-BR" sz="1400" i="1">
                                          <a:latin typeface="Cambria Math" panose="02040503050406030204" pitchFamily="18" charset="0"/>
                                        </a:rPr>
                                        <m:t>𝑛</m:t>
                                      </m:r>
                                    </m:sub>
                                  </m:sSub>
                                  <m:d>
                                    <m:dPr>
                                      <m:ctrlPr>
                                        <a:rPr lang="pt-BR" sz="1400" i="1">
                                          <a:latin typeface="Cambria Math" panose="02040503050406030204" pitchFamily="18" charset="0"/>
                                          <a:ea typeface="Cambria Math" panose="02040503050406030204" pitchFamily="18" charset="0"/>
                                        </a:rPr>
                                      </m:ctrlPr>
                                    </m:dPr>
                                    <m:e>
                                      <m:sSub>
                                        <m:sSubPr>
                                          <m:ctrlPr>
                                            <a:rPr lang="pt-BR" sz="1400" i="1">
                                              <a:latin typeface="Cambria Math" panose="02040503050406030204" pitchFamily="18" charset="0"/>
                                            </a:rPr>
                                          </m:ctrlPr>
                                        </m:sSubPr>
                                        <m:e>
                                          <m:r>
                                            <a:rPr lang="pt-BR" sz="1400" i="1">
                                              <a:latin typeface="Cambria Math" panose="02040503050406030204" pitchFamily="18" charset="0"/>
                                            </a:rPr>
                                            <m:t>𝑘</m:t>
                                          </m:r>
                                        </m:e>
                                        <m:sub>
                                          <m:r>
                                            <a:rPr lang="pt-BR" sz="1400" i="1">
                                              <a:latin typeface="Cambria Math" panose="02040503050406030204" pitchFamily="18" charset="0"/>
                                            </a:rPr>
                                            <m:t>0</m:t>
                                          </m:r>
                                        </m:sub>
                                      </m:sSub>
                                      <m:sSub>
                                        <m:sSubPr>
                                          <m:ctrlPr>
                                            <a:rPr lang="pt-BR" sz="1400" i="1">
                                              <a:latin typeface="Cambria Math" panose="02040503050406030204" pitchFamily="18" charset="0"/>
                                            </a:rPr>
                                          </m:ctrlPr>
                                        </m:sSubPr>
                                        <m:e>
                                          <m:r>
                                            <a:rPr lang="pt-BR" sz="1400" i="1">
                                              <a:latin typeface="Cambria Math" panose="02040503050406030204" pitchFamily="18" charset="0"/>
                                            </a:rPr>
                                            <m:t>𝑎</m:t>
                                          </m:r>
                                        </m:e>
                                        <m:sub>
                                          <m:r>
                                            <a:rPr lang="pt-BR" sz="1400" i="1">
                                              <a:latin typeface="Cambria Math" panose="02040503050406030204" pitchFamily="18" charset="0"/>
                                            </a:rPr>
                                            <m:t>𝑝</m:t>
                                          </m:r>
                                        </m:sub>
                                      </m:sSub>
                                      <m:r>
                                        <a:rPr lang="pt-BR" sz="1400" i="1">
                                          <a:latin typeface="Cambria Math" panose="02040503050406030204" pitchFamily="18" charset="0"/>
                                        </a:rPr>
                                        <m:t>,</m:t>
                                      </m:r>
                                      <m:sSub>
                                        <m:sSubPr>
                                          <m:ctrlPr>
                                            <a:rPr lang="pt-BR" sz="1400" i="1">
                                              <a:latin typeface="Cambria Math" panose="02040503050406030204" pitchFamily="18" charset="0"/>
                                            </a:rPr>
                                          </m:ctrlPr>
                                        </m:sSubPr>
                                        <m:e>
                                          <m:r>
                                            <a:rPr lang="pt-BR" sz="1400" i="1">
                                              <a:latin typeface="Cambria Math" panose="02040503050406030204" pitchFamily="18" charset="0"/>
                                            </a:rPr>
                                            <m:t>𝑘</m:t>
                                          </m:r>
                                        </m:e>
                                        <m:sub>
                                          <m:r>
                                            <a:rPr lang="pt-BR" sz="1400" i="1">
                                              <a:latin typeface="Cambria Math" panose="02040503050406030204" pitchFamily="18" charset="0"/>
                                            </a:rPr>
                                            <m:t>0</m:t>
                                          </m:r>
                                        </m:sub>
                                      </m:sSub>
                                      <m:sSub>
                                        <m:sSubPr>
                                          <m:ctrlPr>
                                            <a:rPr lang="pt-BR" sz="1400" i="1">
                                              <a:latin typeface="Cambria Math" panose="02040503050406030204" pitchFamily="18" charset="0"/>
                                            </a:rPr>
                                          </m:ctrlPr>
                                        </m:sSubPr>
                                        <m:e>
                                          <m:r>
                                            <a:rPr lang="pt-BR" sz="1400" i="1">
                                              <a:latin typeface="Cambria Math" panose="02040503050406030204" pitchFamily="18" charset="0"/>
                                            </a:rPr>
                                            <m:t>𝑎</m:t>
                                          </m:r>
                                        </m:e>
                                        <m:sub>
                                          <m:r>
                                            <a:rPr lang="pt-BR" sz="1400" i="1">
                                              <a:latin typeface="Cambria Math" panose="02040503050406030204" pitchFamily="18" charset="0"/>
                                            </a:rPr>
                                            <m:t>𝑝</m:t>
                                          </m:r>
                                          <m:r>
                                            <a:rPr lang="pt-BR" sz="1400" i="1">
                                              <a:latin typeface="Cambria Math" panose="02040503050406030204" pitchFamily="18" charset="0"/>
                                            </a:rPr>
                                            <m:t>+</m:t>
                                          </m:r>
                                          <m:sSub>
                                            <m:sSubPr>
                                              <m:ctrlPr>
                                                <a:rPr lang="pt-BR" sz="1400" i="1">
                                                  <a:latin typeface="Cambria Math" panose="02040503050406030204" pitchFamily="18" charset="0"/>
                                                </a:rPr>
                                              </m:ctrlPr>
                                            </m:sSubPr>
                                            <m:e>
                                              <m:r>
                                                <a:rPr lang="pt-BR" sz="1400" i="1">
                                                  <a:latin typeface="Cambria Math" panose="02040503050406030204" pitchFamily="18" charset="0"/>
                                                </a:rPr>
                                                <m:t>𝑚</m:t>
                                              </m:r>
                                            </m:e>
                                            <m:sub>
                                              <m:r>
                                                <a:rPr lang="pt-BR" sz="1400" i="1">
                                                  <a:latin typeface="Cambria Math" panose="02040503050406030204" pitchFamily="18" charset="0"/>
                                                </a:rPr>
                                                <m:t>2</m:t>
                                              </m:r>
                                            </m:sub>
                                          </m:sSub>
                                        </m:sub>
                                      </m:sSub>
                                    </m:e>
                                  </m:d>
                                  <m:sSub>
                                    <m:sSubPr>
                                      <m:ctrlPr>
                                        <a:rPr lang="pt-BR" sz="1400" b="0" i="1" smtClean="0">
                                          <a:latin typeface="Cambria Math" panose="02040503050406030204" pitchFamily="18" charset="0"/>
                                          <a:ea typeface="Cambria Math" panose="02040503050406030204" pitchFamily="18" charset="0"/>
                                        </a:rPr>
                                      </m:ctrlPr>
                                    </m:sSubPr>
                                    <m:e>
                                      <m:r>
                                        <a:rPr lang="pt-BR" sz="1400" i="1">
                                          <a:latin typeface="Cambria Math" panose="02040503050406030204" pitchFamily="18" charset="0"/>
                                          <a:ea typeface="Cambria Math" panose="02040503050406030204" pitchFamily="18" charset="0"/>
                                        </a:rPr>
                                        <m:t>𝜇</m:t>
                                      </m:r>
                                    </m:e>
                                    <m:sub>
                                      <m:r>
                                        <a:rPr lang="pt-BR" sz="1400" b="0" i="1" smtClean="0">
                                          <a:latin typeface="Cambria Math" panose="02040503050406030204" pitchFamily="18" charset="0"/>
                                          <a:ea typeface="Cambria Math" panose="02040503050406030204" pitchFamily="18" charset="0"/>
                                        </a:rPr>
                                        <m:t>0</m:t>
                                      </m:r>
                                    </m:sub>
                                  </m:sSub>
                                </m:den>
                              </m:f>
                            </m:e>
                          </m:d>
                        </m:e>
                        <m:sup>
                          <m:r>
                            <a:rPr lang="pt-BR" sz="1400" b="0" i="1" smtClean="0">
                              <a:latin typeface="Cambria Math" panose="02040503050406030204" pitchFamily="18" charset="0"/>
                            </a:rPr>
                            <m:t> </m:t>
                          </m:r>
                        </m:sup>
                      </m:sSup>
                    </m:oMath>
                  </m:oMathPara>
                </a14:m>
                <a:endParaRPr lang="en-US" sz="1400" i="1"/>
              </a:p>
            </p:txBody>
          </p:sp>
        </mc:Choice>
        <mc:Fallback>
          <p:sp>
            <p:nvSpPr>
              <p:cNvPr id="16" name="CaixaDeTexto 15">
                <a:extLst>
                  <a:ext uri="{FF2B5EF4-FFF2-40B4-BE49-F238E27FC236}">
                    <a16:creationId xmlns:a16="http://schemas.microsoft.com/office/drawing/2014/main" id="{48FA6079-991B-4683-141A-93E337636B1A}"/>
                  </a:ext>
                </a:extLst>
              </p:cNvPr>
              <p:cNvSpPr txBox="1">
                <a:spLocks noRot="1" noChangeAspect="1" noMove="1" noResize="1" noEditPoints="1" noAdjustHandles="1" noChangeArrowheads="1" noChangeShapeType="1" noTextEdit="1"/>
              </p:cNvSpPr>
              <p:nvPr/>
            </p:nvSpPr>
            <p:spPr>
              <a:xfrm>
                <a:off x="576933" y="4789160"/>
                <a:ext cx="5190639" cy="606961"/>
              </a:xfrm>
              <a:prstGeom prst="rect">
                <a:avLst/>
              </a:prstGeom>
              <a:blipFill>
                <a:blip r:embed="rId8"/>
                <a:stretch>
                  <a:fillRect/>
                </a:stretch>
              </a:blipFill>
            </p:spPr>
            <p:txBody>
              <a:bodyPr/>
              <a:lstStyle/>
              <a:p>
                <a:r>
                  <a:rPr lang="pt-BR">
                    <a:noFill/>
                  </a:rPr>
                  <a:t> </a:t>
                </a:r>
              </a:p>
            </p:txBody>
          </p:sp>
        </mc:Fallback>
      </mc:AlternateContent>
      <mc:AlternateContent xmlns:mc="http://schemas.openxmlformats.org/markup-compatibility/2006">
        <mc:Choice xmlns:a14="http://schemas.microsoft.com/office/drawing/2010/main" Requires="a14">
          <p:sp>
            <p:nvSpPr>
              <p:cNvPr id="17" name="CaixaDeTexto 16">
                <a:extLst>
                  <a:ext uri="{FF2B5EF4-FFF2-40B4-BE49-F238E27FC236}">
                    <a16:creationId xmlns:a16="http://schemas.microsoft.com/office/drawing/2014/main" id="{07CEF847-8888-F5EF-1FA6-DDC6B4A36C1B}"/>
                  </a:ext>
                </a:extLst>
              </p:cNvPr>
              <p:cNvSpPr txBox="1"/>
              <p:nvPr/>
            </p:nvSpPr>
            <p:spPr>
              <a:xfrm>
                <a:off x="6126649" y="2069344"/>
                <a:ext cx="5190639" cy="347596"/>
              </a:xfrm>
              <a:prstGeom prst="rect">
                <a:avLst/>
              </a:prstGeom>
              <a:noFill/>
            </p:spPr>
            <p:txBody>
              <a:bodyPr wrap="square">
                <a:spAutoFit/>
              </a:bodyPr>
              <a:lstStyle>
                <a:defPPr>
                  <a:defRPr lang="pt-BR"/>
                </a:defPPr>
                <a:lvl1pPr>
                  <a:defRPr sz="1600"/>
                </a:lvl1pPr>
              </a:lstStyle>
              <a:p>
                <a:pPr algn="ctr"/>
                <a14:m>
                  <m:oMathPara xmlns:m="http://schemas.openxmlformats.org/officeDocument/2006/math">
                    <m:oMathParaPr>
                      <m:jc m:val="left"/>
                    </m:oMathParaPr>
                    <m:oMath xmlns:m="http://schemas.openxmlformats.org/officeDocument/2006/math">
                      <m:sSub>
                        <m:sSubPr>
                          <m:ctrlPr>
                            <a:rPr lang="pt-BR" sz="1400" i="1" smtClean="0">
                              <a:latin typeface="Cambria Math" panose="02040503050406030204" pitchFamily="18" charset="0"/>
                            </a:rPr>
                          </m:ctrlPr>
                        </m:sSubPr>
                        <m:e>
                          <m:r>
                            <a:rPr lang="pt-BR" sz="1400" i="1">
                              <a:latin typeface="Cambria Math" panose="02040503050406030204" pitchFamily="18" charset="0"/>
                            </a:rPr>
                            <m:t>𝜒</m:t>
                          </m:r>
                        </m:e>
                        <m:sub>
                          <m:r>
                            <a:rPr lang="pt-BR" sz="1400" i="1">
                              <a:latin typeface="Cambria Math" panose="02040503050406030204" pitchFamily="18" charset="0"/>
                            </a:rPr>
                            <m:t>𝑛</m:t>
                          </m:r>
                        </m:sub>
                      </m:sSub>
                      <m:r>
                        <a:rPr lang="pt-BR" sz="1400" b="0" i="1" smtClean="0">
                          <a:latin typeface="Cambria Math" panose="02040503050406030204" pitchFamily="18" charset="0"/>
                        </a:rPr>
                        <m:t>(</m:t>
                      </m:r>
                      <m:r>
                        <a:rPr lang="pt-BR" sz="1400" b="0" i="1" smtClean="0">
                          <a:latin typeface="Cambria Math" panose="02040503050406030204" pitchFamily="18" charset="0"/>
                        </a:rPr>
                        <m:t>𝛼</m:t>
                      </m:r>
                      <m:r>
                        <a:rPr lang="pt-BR" sz="1400" b="0" i="1" smtClean="0">
                          <a:latin typeface="Cambria Math" panose="02040503050406030204" pitchFamily="18" charset="0"/>
                        </a:rPr>
                        <m:t>, </m:t>
                      </m:r>
                      <m:r>
                        <a:rPr lang="pt-BR" sz="1400" b="0" i="1" smtClean="0">
                          <a:latin typeface="Cambria Math" panose="02040503050406030204" pitchFamily="18" charset="0"/>
                        </a:rPr>
                        <m:t>𝛽</m:t>
                      </m:r>
                      <m:r>
                        <a:rPr lang="pt-BR" sz="1400" b="0" i="1" smtClean="0">
                          <a:latin typeface="Cambria Math" panose="02040503050406030204" pitchFamily="18" charset="0"/>
                        </a:rPr>
                        <m:t>)=</m:t>
                      </m:r>
                      <m:sSup>
                        <m:sSupPr>
                          <m:ctrlPr>
                            <a:rPr lang="pt-BR" sz="1400" i="1">
                              <a:latin typeface="Cambria Math" panose="02040503050406030204" pitchFamily="18" charset="0"/>
                            </a:rPr>
                          </m:ctrlPr>
                        </m:sSupPr>
                        <m:e>
                          <m:r>
                            <a:rPr lang="pt-BR" sz="1400" i="1">
                              <a:latin typeface="Cambria Math" panose="02040503050406030204" pitchFamily="18" charset="0"/>
                            </a:rPr>
                            <m:t>𝛽</m:t>
                          </m:r>
                          <m:d>
                            <m:dPr>
                              <m:begChr m:val="["/>
                              <m:endChr m:val="]"/>
                              <m:ctrlPr>
                                <a:rPr lang="pt-BR" sz="1400" i="1">
                                  <a:latin typeface="Cambria Math" panose="02040503050406030204" pitchFamily="18" charset="0"/>
                                </a:rPr>
                              </m:ctrlPr>
                            </m:dPr>
                            <m:e>
                              <m:sSubSup>
                                <m:sSubSupPr>
                                  <m:ctrlPr>
                                    <a:rPr lang="pt-BR" sz="1400" i="1">
                                      <a:latin typeface="Cambria Math" panose="02040503050406030204" pitchFamily="18" charset="0"/>
                                      <a:ea typeface="Cambria Math" panose="02040503050406030204" pitchFamily="18" charset="0"/>
                                    </a:rPr>
                                  </m:ctrlPr>
                                </m:sSubSupPr>
                                <m:e>
                                  <m:r>
                                    <a:rPr lang="pt-BR" sz="1400" b="0" i="1" smtClean="0">
                                      <a:latin typeface="Cambria Math" panose="02040503050406030204" pitchFamily="18" charset="0"/>
                                      <a:ea typeface="Cambria Math" panose="02040503050406030204" pitchFamily="18" charset="0"/>
                                    </a:rPr>
                                    <m:t>ℋ</m:t>
                                  </m:r>
                                </m:e>
                                <m:sub>
                                  <m:d>
                                    <m:dPr>
                                      <m:begChr m:val="|"/>
                                      <m:endChr m:val="|"/>
                                      <m:ctrlPr>
                                        <a:rPr lang="pt-BR" sz="1400" i="1">
                                          <a:latin typeface="Cambria Math" panose="02040503050406030204" pitchFamily="18" charset="0"/>
                                          <a:ea typeface="Cambria Math" panose="02040503050406030204" pitchFamily="18" charset="0"/>
                                        </a:rPr>
                                      </m:ctrlPr>
                                    </m:dPr>
                                    <m:e>
                                      <m:r>
                                        <a:rPr lang="pt-BR" sz="1400" i="1">
                                          <a:latin typeface="Cambria Math" panose="02040503050406030204" pitchFamily="18" charset="0"/>
                                          <a:ea typeface="Cambria Math" panose="02040503050406030204" pitchFamily="18" charset="0"/>
                                        </a:rPr>
                                        <m:t>𝑛</m:t>
                                      </m:r>
                                    </m:e>
                                  </m:d>
                                </m:sub>
                                <m:sup>
                                  <m:r>
                                    <a:rPr lang="pt-BR" sz="1400" i="1">
                                      <a:latin typeface="Cambria Math" panose="02040503050406030204" pitchFamily="18" charset="0"/>
                                      <a:ea typeface="Cambria Math" panose="02040503050406030204" pitchFamily="18" charset="0"/>
                                    </a:rPr>
                                    <m:t>′</m:t>
                                  </m:r>
                                </m:sup>
                              </m:sSubSup>
                              <m:r>
                                <a:rPr lang="pt-BR" sz="1400" i="1">
                                  <a:latin typeface="Cambria Math" panose="02040503050406030204" pitchFamily="18" charset="0"/>
                                  <a:ea typeface="Cambria Math" panose="02040503050406030204" pitchFamily="18" charset="0"/>
                                </a:rPr>
                                <m:t>(</m:t>
                              </m:r>
                              <m:r>
                                <a:rPr lang="pt-BR" sz="1400" b="0" i="1" smtClean="0">
                                  <a:latin typeface="Cambria Math" panose="02040503050406030204" pitchFamily="18" charset="0"/>
                                </a:rPr>
                                <m:t>𝛽</m:t>
                              </m:r>
                              <m:r>
                                <a:rPr lang="pt-BR" sz="1400" i="1">
                                  <a:latin typeface="Cambria Math" panose="02040503050406030204" pitchFamily="18" charset="0"/>
                                  <a:ea typeface="Cambria Math" panose="02040503050406030204" pitchFamily="18" charset="0"/>
                                </a:rPr>
                                <m:t>)</m:t>
                              </m:r>
                              <m:sSubSup>
                                <m:sSubSupPr>
                                  <m:ctrlPr>
                                    <a:rPr lang="pt-BR" sz="1400" i="1">
                                      <a:latin typeface="Cambria Math" panose="02040503050406030204" pitchFamily="18" charset="0"/>
                                      <a:ea typeface="Cambria Math" panose="02040503050406030204" pitchFamily="18" charset="0"/>
                                    </a:rPr>
                                  </m:ctrlPr>
                                </m:sSubSupPr>
                                <m:e>
                                  <m:r>
                                    <a:rPr lang="pt-BR" sz="1400" b="0" i="1" smtClean="0">
                                      <a:latin typeface="Cambria Math" panose="02040503050406030204" pitchFamily="18" charset="0"/>
                                      <a:ea typeface="Cambria Math" panose="02040503050406030204" pitchFamily="18" charset="0"/>
                                    </a:rPr>
                                    <m:t>𝒦</m:t>
                                  </m:r>
                                </m:e>
                                <m:sub>
                                  <m:d>
                                    <m:dPr>
                                      <m:begChr m:val="|"/>
                                      <m:endChr m:val="|"/>
                                      <m:ctrlPr>
                                        <a:rPr lang="pt-BR" sz="1400" i="1">
                                          <a:latin typeface="Cambria Math" panose="02040503050406030204" pitchFamily="18" charset="0"/>
                                          <a:ea typeface="Cambria Math" panose="02040503050406030204" pitchFamily="18" charset="0"/>
                                        </a:rPr>
                                      </m:ctrlPr>
                                    </m:dPr>
                                    <m:e>
                                      <m:r>
                                        <a:rPr lang="pt-BR" sz="1400" i="1">
                                          <a:latin typeface="Cambria Math" panose="02040503050406030204" pitchFamily="18" charset="0"/>
                                          <a:ea typeface="Cambria Math" panose="02040503050406030204" pitchFamily="18" charset="0"/>
                                        </a:rPr>
                                        <m:t>𝑛</m:t>
                                      </m:r>
                                    </m:e>
                                  </m:d>
                                </m:sub>
                                <m:sup>
                                  <m:r>
                                    <a:rPr lang="pt-BR" sz="1400" b="0" i="1" smtClean="0">
                                      <a:latin typeface="Cambria Math" panose="02040503050406030204" pitchFamily="18" charset="0"/>
                                      <a:ea typeface="Cambria Math" panose="02040503050406030204" pitchFamily="18" charset="0"/>
                                    </a:rPr>
                                    <m:t> </m:t>
                                  </m:r>
                                </m:sup>
                              </m:sSubSup>
                              <m:r>
                                <a:rPr lang="pt-BR" sz="1400" i="1">
                                  <a:latin typeface="Cambria Math" panose="02040503050406030204" pitchFamily="18" charset="0"/>
                                  <a:ea typeface="Cambria Math" panose="02040503050406030204" pitchFamily="18" charset="0"/>
                                </a:rPr>
                                <m:t>(</m:t>
                              </m:r>
                              <m:r>
                                <a:rPr lang="pt-BR" sz="1400" b="0" i="1" smtClean="0">
                                  <a:latin typeface="Cambria Math" panose="02040503050406030204" pitchFamily="18" charset="0"/>
                                  <a:ea typeface="Cambria Math" panose="02040503050406030204" pitchFamily="18" charset="0"/>
                                </a:rPr>
                                <m:t>𝛼</m:t>
                              </m:r>
                              <m:r>
                                <a:rPr lang="pt-BR" sz="1400" i="1">
                                  <a:latin typeface="Cambria Math" panose="02040503050406030204" pitchFamily="18" charset="0"/>
                                  <a:ea typeface="Cambria Math" panose="02040503050406030204" pitchFamily="18" charset="0"/>
                                </a:rPr>
                                <m:t>)</m:t>
                              </m:r>
                              <m:r>
                                <a:rPr lang="pt-BR" sz="1400" b="0" i="1" smtClean="0">
                                  <a:latin typeface="Cambria Math" panose="02040503050406030204" pitchFamily="18" charset="0"/>
                                </a:rPr>
                                <m:t>−</m:t>
                              </m:r>
                              <m:sSubSup>
                                <m:sSubSupPr>
                                  <m:ctrlPr>
                                    <a:rPr lang="pt-BR" sz="1400" i="1">
                                      <a:latin typeface="Cambria Math" panose="02040503050406030204" pitchFamily="18" charset="0"/>
                                      <a:ea typeface="Cambria Math" panose="02040503050406030204" pitchFamily="18" charset="0"/>
                                    </a:rPr>
                                  </m:ctrlPr>
                                </m:sSubSupPr>
                                <m:e>
                                  <m:r>
                                    <a:rPr lang="pt-BR" sz="1400" i="1">
                                      <a:latin typeface="Cambria Math" panose="02040503050406030204" pitchFamily="18" charset="0"/>
                                      <a:ea typeface="Cambria Math" panose="02040503050406030204" pitchFamily="18" charset="0"/>
                                    </a:rPr>
                                    <m:t>ℋ</m:t>
                                  </m:r>
                                </m:e>
                                <m:sub>
                                  <m:d>
                                    <m:dPr>
                                      <m:begChr m:val="|"/>
                                      <m:endChr m:val="|"/>
                                      <m:ctrlPr>
                                        <a:rPr lang="pt-BR" sz="1400" i="1">
                                          <a:latin typeface="Cambria Math" panose="02040503050406030204" pitchFamily="18" charset="0"/>
                                          <a:ea typeface="Cambria Math" panose="02040503050406030204" pitchFamily="18" charset="0"/>
                                        </a:rPr>
                                      </m:ctrlPr>
                                    </m:dPr>
                                    <m:e>
                                      <m:r>
                                        <a:rPr lang="pt-BR" sz="1400" i="1">
                                          <a:latin typeface="Cambria Math" panose="02040503050406030204" pitchFamily="18" charset="0"/>
                                          <a:ea typeface="Cambria Math" panose="02040503050406030204" pitchFamily="18" charset="0"/>
                                        </a:rPr>
                                        <m:t>𝑛</m:t>
                                      </m:r>
                                    </m:e>
                                  </m:d>
                                </m:sub>
                                <m:sup>
                                  <m:r>
                                    <a:rPr lang="pt-BR" sz="1400" b="0" i="1" smtClean="0">
                                      <a:latin typeface="Cambria Math" panose="02040503050406030204" pitchFamily="18" charset="0"/>
                                      <a:ea typeface="Cambria Math" panose="02040503050406030204" pitchFamily="18" charset="0"/>
                                    </a:rPr>
                                    <m:t> </m:t>
                                  </m:r>
                                </m:sup>
                              </m:sSubSup>
                              <m:r>
                                <a:rPr lang="pt-BR" sz="1400" i="1">
                                  <a:latin typeface="Cambria Math" panose="02040503050406030204" pitchFamily="18" charset="0"/>
                                  <a:ea typeface="Cambria Math" panose="02040503050406030204" pitchFamily="18" charset="0"/>
                                </a:rPr>
                                <m:t>(</m:t>
                              </m:r>
                              <m:r>
                                <a:rPr lang="pt-BR" sz="1400" i="1">
                                  <a:latin typeface="Cambria Math" panose="02040503050406030204" pitchFamily="18" charset="0"/>
                                  <a:ea typeface="Cambria Math" panose="02040503050406030204" pitchFamily="18" charset="0"/>
                                </a:rPr>
                                <m:t>𝛼</m:t>
                              </m:r>
                              <m:r>
                                <a:rPr lang="pt-BR" sz="1400" i="1">
                                  <a:latin typeface="Cambria Math" panose="02040503050406030204" pitchFamily="18" charset="0"/>
                                  <a:ea typeface="Cambria Math" panose="02040503050406030204" pitchFamily="18" charset="0"/>
                                </a:rPr>
                                <m:t>)</m:t>
                              </m:r>
                              <m:sSubSup>
                                <m:sSubSupPr>
                                  <m:ctrlPr>
                                    <a:rPr lang="pt-BR" sz="1400" i="1">
                                      <a:latin typeface="Cambria Math" panose="02040503050406030204" pitchFamily="18" charset="0"/>
                                      <a:ea typeface="Cambria Math" panose="02040503050406030204" pitchFamily="18" charset="0"/>
                                    </a:rPr>
                                  </m:ctrlPr>
                                </m:sSubSupPr>
                                <m:e>
                                  <m:r>
                                    <a:rPr lang="pt-BR" sz="1400" i="1">
                                      <a:latin typeface="Cambria Math" panose="02040503050406030204" pitchFamily="18" charset="0"/>
                                      <a:ea typeface="Cambria Math" panose="02040503050406030204" pitchFamily="18" charset="0"/>
                                    </a:rPr>
                                    <m:t>𝒦</m:t>
                                  </m:r>
                                </m:e>
                                <m:sub>
                                  <m:d>
                                    <m:dPr>
                                      <m:begChr m:val="|"/>
                                      <m:endChr m:val="|"/>
                                      <m:ctrlPr>
                                        <a:rPr lang="pt-BR" sz="1400" i="1">
                                          <a:latin typeface="Cambria Math" panose="02040503050406030204" pitchFamily="18" charset="0"/>
                                          <a:ea typeface="Cambria Math" panose="02040503050406030204" pitchFamily="18" charset="0"/>
                                        </a:rPr>
                                      </m:ctrlPr>
                                    </m:dPr>
                                    <m:e>
                                      <m:r>
                                        <a:rPr lang="pt-BR" sz="1400" i="1">
                                          <a:latin typeface="Cambria Math" panose="02040503050406030204" pitchFamily="18" charset="0"/>
                                          <a:ea typeface="Cambria Math" panose="02040503050406030204" pitchFamily="18" charset="0"/>
                                        </a:rPr>
                                        <m:t>𝑛</m:t>
                                      </m:r>
                                    </m:e>
                                  </m:d>
                                </m:sub>
                                <m:sup>
                                  <m:r>
                                    <a:rPr lang="pt-BR" sz="1400" b="0" i="1" smtClean="0">
                                      <a:latin typeface="Cambria Math" panose="02040503050406030204" pitchFamily="18" charset="0"/>
                                      <a:ea typeface="Cambria Math" panose="02040503050406030204" pitchFamily="18" charset="0"/>
                                    </a:rPr>
                                    <m:t>′</m:t>
                                  </m:r>
                                </m:sup>
                              </m:sSubSup>
                              <m:r>
                                <a:rPr lang="pt-BR" sz="1400" i="1">
                                  <a:latin typeface="Cambria Math" panose="02040503050406030204" pitchFamily="18" charset="0"/>
                                  <a:ea typeface="Cambria Math" panose="02040503050406030204" pitchFamily="18" charset="0"/>
                                </a:rPr>
                                <m:t>(</m:t>
                              </m:r>
                              <m:r>
                                <a:rPr lang="pt-BR" sz="1400" i="1">
                                  <a:latin typeface="Cambria Math" panose="02040503050406030204" pitchFamily="18" charset="0"/>
                                </a:rPr>
                                <m:t>𝛽</m:t>
                              </m:r>
                              <m:r>
                                <a:rPr lang="pt-BR" sz="1400" i="1">
                                  <a:latin typeface="Cambria Math" panose="02040503050406030204" pitchFamily="18" charset="0"/>
                                  <a:ea typeface="Cambria Math" panose="02040503050406030204" pitchFamily="18" charset="0"/>
                                </a:rPr>
                                <m:t>)</m:t>
                              </m:r>
                            </m:e>
                          </m:d>
                        </m:e>
                        <m:sup>
                          <m:r>
                            <a:rPr lang="pt-BR" sz="1400" b="0" i="1" smtClean="0">
                              <a:latin typeface="Cambria Math" panose="02040503050406030204" pitchFamily="18" charset="0"/>
                            </a:rPr>
                            <m:t> </m:t>
                          </m:r>
                        </m:sup>
                      </m:sSup>
                    </m:oMath>
                  </m:oMathPara>
                </a14:m>
                <a:endParaRPr lang="en-US" sz="1400" i="1"/>
              </a:p>
            </p:txBody>
          </p:sp>
        </mc:Choice>
        <mc:Fallback>
          <p:sp>
            <p:nvSpPr>
              <p:cNvPr id="17" name="CaixaDeTexto 16">
                <a:extLst>
                  <a:ext uri="{FF2B5EF4-FFF2-40B4-BE49-F238E27FC236}">
                    <a16:creationId xmlns:a16="http://schemas.microsoft.com/office/drawing/2014/main" id="{07CEF847-8888-F5EF-1FA6-DDC6B4A36C1B}"/>
                  </a:ext>
                </a:extLst>
              </p:cNvPr>
              <p:cNvSpPr txBox="1">
                <a:spLocks noRot="1" noChangeAspect="1" noMove="1" noResize="1" noEditPoints="1" noAdjustHandles="1" noChangeArrowheads="1" noChangeShapeType="1" noTextEdit="1"/>
              </p:cNvSpPr>
              <p:nvPr/>
            </p:nvSpPr>
            <p:spPr>
              <a:xfrm>
                <a:off x="6126649" y="2069344"/>
                <a:ext cx="5190639" cy="347596"/>
              </a:xfrm>
              <a:prstGeom prst="rect">
                <a:avLst/>
              </a:prstGeom>
              <a:blipFill>
                <a:blip r:embed="rId9"/>
                <a:stretch>
                  <a:fillRect/>
                </a:stretch>
              </a:blipFill>
            </p:spPr>
            <p:txBody>
              <a:bodyPr/>
              <a:lstStyle/>
              <a:p>
                <a:r>
                  <a:rPr lang="pt-BR">
                    <a:noFill/>
                  </a:rPr>
                  <a:t> </a:t>
                </a:r>
              </a:p>
            </p:txBody>
          </p:sp>
        </mc:Fallback>
      </mc:AlternateContent>
      <mc:AlternateContent xmlns:mc="http://schemas.openxmlformats.org/markup-compatibility/2006">
        <mc:Choice xmlns:a14="http://schemas.microsoft.com/office/drawing/2010/main" Requires="a14">
          <p:sp>
            <p:nvSpPr>
              <p:cNvPr id="27" name="CaixaDeTexto 26">
                <a:extLst>
                  <a:ext uri="{FF2B5EF4-FFF2-40B4-BE49-F238E27FC236}">
                    <a16:creationId xmlns:a16="http://schemas.microsoft.com/office/drawing/2014/main" id="{50F9B6F9-FE68-B0A1-8D70-A34D008534BB}"/>
                  </a:ext>
                </a:extLst>
              </p:cNvPr>
              <p:cNvSpPr txBox="1"/>
              <p:nvPr/>
            </p:nvSpPr>
            <p:spPr>
              <a:xfrm>
                <a:off x="6126649" y="2539218"/>
                <a:ext cx="5190639" cy="332207"/>
              </a:xfrm>
              <a:prstGeom prst="rect">
                <a:avLst/>
              </a:prstGeom>
              <a:noFill/>
            </p:spPr>
            <p:txBody>
              <a:bodyPr wrap="square">
                <a:spAutoFit/>
              </a:bodyPr>
              <a:lstStyle>
                <a:defPPr>
                  <a:defRPr lang="pt-BR"/>
                </a:defPPr>
                <a:lvl1pPr>
                  <a:defRPr sz="1600"/>
                </a:lvl1pPr>
              </a:lstStyle>
              <a:p>
                <a:pPr algn="ctr"/>
                <a14:m>
                  <m:oMathPara xmlns:m="http://schemas.openxmlformats.org/officeDocument/2006/math">
                    <m:oMathParaPr>
                      <m:jc m:val="left"/>
                    </m:oMathParaPr>
                    <m:oMath xmlns:m="http://schemas.openxmlformats.org/officeDocument/2006/math">
                      <m:sSub>
                        <m:sSubPr>
                          <m:ctrlPr>
                            <a:rPr lang="pt-BR" sz="1400" i="1" smtClean="0">
                              <a:latin typeface="Cambria Math" panose="02040503050406030204" pitchFamily="18" charset="0"/>
                            </a:rPr>
                          </m:ctrlPr>
                        </m:sSubPr>
                        <m:e>
                          <m:r>
                            <a:rPr lang="pt-BR" sz="1400" b="0" i="1" smtClean="0">
                              <a:latin typeface="Cambria Math" panose="02040503050406030204" pitchFamily="18" charset="0"/>
                            </a:rPr>
                            <m:t>𝛾</m:t>
                          </m:r>
                        </m:e>
                        <m:sub>
                          <m:r>
                            <a:rPr lang="pt-BR" sz="1400" i="1">
                              <a:latin typeface="Cambria Math" panose="02040503050406030204" pitchFamily="18" charset="0"/>
                            </a:rPr>
                            <m:t>𝑛</m:t>
                          </m:r>
                        </m:sub>
                      </m:sSub>
                      <m:r>
                        <a:rPr lang="pt-BR" sz="1400" b="0" i="1" smtClean="0">
                          <a:latin typeface="Cambria Math" panose="02040503050406030204" pitchFamily="18" charset="0"/>
                        </a:rPr>
                        <m:t>(</m:t>
                      </m:r>
                      <m:r>
                        <a:rPr lang="pt-BR" sz="1400" b="0" i="1" smtClean="0">
                          <a:latin typeface="Cambria Math" panose="02040503050406030204" pitchFamily="18" charset="0"/>
                        </a:rPr>
                        <m:t>𝛼</m:t>
                      </m:r>
                      <m:r>
                        <a:rPr lang="pt-BR" sz="1400" b="0" i="1" smtClean="0">
                          <a:latin typeface="Cambria Math" panose="02040503050406030204" pitchFamily="18" charset="0"/>
                        </a:rPr>
                        <m:t>, </m:t>
                      </m:r>
                      <m:r>
                        <a:rPr lang="pt-BR" sz="1400" b="0" i="1" smtClean="0">
                          <a:latin typeface="Cambria Math" panose="02040503050406030204" pitchFamily="18" charset="0"/>
                        </a:rPr>
                        <m:t>𝛽</m:t>
                      </m:r>
                      <m:r>
                        <a:rPr lang="pt-BR" sz="1400" b="0" i="1" smtClean="0">
                          <a:latin typeface="Cambria Math" panose="02040503050406030204" pitchFamily="18" charset="0"/>
                        </a:rPr>
                        <m:t>)=</m:t>
                      </m:r>
                      <m:sSup>
                        <m:sSupPr>
                          <m:ctrlPr>
                            <a:rPr lang="pt-BR" sz="1400" i="1">
                              <a:latin typeface="Cambria Math" panose="02040503050406030204" pitchFamily="18" charset="0"/>
                            </a:rPr>
                          </m:ctrlPr>
                        </m:sSupPr>
                        <m:e>
                          <m:sSubSup>
                            <m:sSubSupPr>
                              <m:ctrlPr>
                                <a:rPr lang="pt-BR" sz="1400" i="1">
                                  <a:latin typeface="Cambria Math" panose="02040503050406030204" pitchFamily="18" charset="0"/>
                                  <a:ea typeface="Cambria Math" panose="02040503050406030204" pitchFamily="18" charset="0"/>
                                </a:rPr>
                              </m:ctrlPr>
                            </m:sSubSupPr>
                            <m:e>
                              <m:r>
                                <a:rPr lang="pt-BR" sz="1400" i="1">
                                  <a:latin typeface="Cambria Math" panose="02040503050406030204" pitchFamily="18" charset="0"/>
                                  <a:ea typeface="Cambria Math" panose="02040503050406030204" pitchFamily="18" charset="0"/>
                                </a:rPr>
                                <m:t>ℋ</m:t>
                              </m:r>
                            </m:e>
                            <m:sub>
                              <m:d>
                                <m:dPr>
                                  <m:begChr m:val="|"/>
                                  <m:endChr m:val="|"/>
                                  <m:ctrlPr>
                                    <a:rPr lang="pt-BR" sz="1400" i="1">
                                      <a:latin typeface="Cambria Math" panose="02040503050406030204" pitchFamily="18" charset="0"/>
                                      <a:ea typeface="Cambria Math" panose="02040503050406030204" pitchFamily="18" charset="0"/>
                                    </a:rPr>
                                  </m:ctrlPr>
                                </m:dPr>
                                <m:e>
                                  <m:r>
                                    <a:rPr lang="pt-BR" sz="1400" i="1">
                                      <a:latin typeface="Cambria Math" panose="02040503050406030204" pitchFamily="18" charset="0"/>
                                      <a:ea typeface="Cambria Math" panose="02040503050406030204" pitchFamily="18" charset="0"/>
                                    </a:rPr>
                                    <m:t>𝑛</m:t>
                                  </m:r>
                                </m:e>
                              </m:d>
                            </m:sub>
                            <m:sup>
                              <m:r>
                                <a:rPr lang="pt-BR" sz="1400" i="1">
                                  <a:latin typeface="Cambria Math" panose="02040503050406030204" pitchFamily="18" charset="0"/>
                                  <a:ea typeface="Cambria Math" panose="02040503050406030204" pitchFamily="18" charset="0"/>
                                </a:rPr>
                                <m:t> </m:t>
                              </m:r>
                            </m:sup>
                          </m:sSubSup>
                          <m:d>
                            <m:dPr>
                              <m:ctrlPr>
                                <a:rPr lang="pt-BR" sz="1400" i="1">
                                  <a:latin typeface="Cambria Math" panose="02040503050406030204" pitchFamily="18" charset="0"/>
                                  <a:ea typeface="Cambria Math" panose="02040503050406030204" pitchFamily="18" charset="0"/>
                                </a:rPr>
                              </m:ctrlPr>
                            </m:dPr>
                            <m:e>
                              <m:r>
                                <a:rPr lang="pt-BR" sz="1400" i="1">
                                  <a:latin typeface="Cambria Math" panose="02040503050406030204" pitchFamily="18" charset="0"/>
                                  <a:ea typeface="Cambria Math" panose="02040503050406030204" pitchFamily="18" charset="0"/>
                                </a:rPr>
                                <m:t>𝛼</m:t>
                              </m:r>
                            </m:e>
                          </m:d>
                          <m:sSubSup>
                            <m:sSubSupPr>
                              <m:ctrlPr>
                                <a:rPr lang="pt-BR" sz="1400" i="1">
                                  <a:latin typeface="Cambria Math" panose="02040503050406030204" pitchFamily="18" charset="0"/>
                                  <a:ea typeface="Cambria Math" panose="02040503050406030204" pitchFamily="18" charset="0"/>
                                </a:rPr>
                              </m:ctrlPr>
                            </m:sSubSupPr>
                            <m:e>
                              <m:r>
                                <a:rPr lang="pt-BR" sz="1400" i="1">
                                  <a:latin typeface="Cambria Math" panose="02040503050406030204" pitchFamily="18" charset="0"/>
                                  <a:ea typeface="Cambria Math" panose="02040503050406030204" pitchFamily="18" charset="0"/>
                                </a:rPr>
                                <m:t>𝒦</m:t>
                              </m:r>
                            </m:e>
                            <m:sub>
                              <m:d>
                                <m:dPr>
                                  <m:begChr m:val="|"/>
                                  <m:endChr m:val="|"/>
                                  <m:ctrlPr>
                                    <a:rPr lang="pt-BR" sz="1400" i="1">
                                      <a:latin typeface="Cambria Math" panose="02040503050406030204" pitchFamily="18" charset="0"/>
                                      <a:ea typeface="Cambria Math" panose="02040503050406030204" pitchFamily="18" charset="0"/>
                                    </a:rPr>
                                  </m:ctrlPr>
                                </m:dPr>
                                <m:e>
                                  <m:r>
                                    <a:rPr lang="pt-BR" sz="1400" i="1">
                                      <a:latin typeface="Cambria Math" panose="02040503050406030204" pitchFamily="18" charset="0"/>
                                      <a:ea typeface="Cambria Math" panose="02040503050406030204" pitchFamily="18" charset="0"/>
                                    </a:rPr>
                                    <m:t>𝑛</m:t>
                                  </m:r>
                                </m:e>
                              </m:d>
                            </m:sub>
                            <m:sup>
                              <m:r>
                                <a:rPr lang="pt-BR" sz="1400" i="1">
                                  <a:latin typeface="Cambria Math" panose="02040503050406030204" pitchFamily="18" charset="0"/>
                                  <a:ea typeface="Cambria Math" panose="02040503050406030204" pitchFamily="18" charset="0"/>
                                </a:rPr>
                                <m:t> </m:t>
                              </m:r>
                            </m:sup>
                          </m:sSubSup>
                          <m:d>
                            <m:dPr>
                              <m:ctrlPr>
                                <a:rPr lang="pt-BR" sz="1400" i="1">
                                  <a:latin typeface="Cambria Math" panose="02040503050406030204" pitchFamily="18" charset="0"/>
                                  <a:ea typeface="Cambria Math" panose="02040503050406030204" pitchFamily="18" charset="0"/>
                                </a:rPr>
                              </m:ctrlPr>
                            </m:dPr>
                            <m:e>
                              <m:r>
                                <a:rPr lang="pt-BR" sz="1400" i="1">
                                  <a:latin typeface="Cambria Math" panose="02040503050406030204" pitchFamily="18" charset="0"/>
                                </a:rPr>
                                <m:t>𝛽</m:t>
                              </m:r>
                            </m:e>
                          </m:d>
                          <m:r>
                            <a:rPr lang="pt-BR" sz="1400" b="0" i="1" smtClean="0">
                              <a:latin typeface="Cambria Math" panose="02040503050406030204" pitchFamily="18" charset="0"/>
                              <a:ea typeface="Cambria Math" panose="02040503050406030204" pitchFamily="18" charset="0"/>
                            </a:rPr>
                            <m:t>−</m:t>
                          </m:r>
                          <m:sSubSup>
                            <m:sSubSupPr>
                              <m:ctrlPr>
                                <a:rPr lang="pt-BR" sz="1400" i="1">
                                  <a:latin typeface="Cambria Math" panose="02040503050406030204" pitchFamily="18" charset="0"/>
                                  <a:ea typeface="Cambria Math" panose="02040503050406030204" pitchFamily="18" charset="0"/>
                                </a:rPr>
                              </m:ctrlPr>
                            </m:sSubSupPr>
                            <m:e>
                              <m:r>
                                <a:rPr lang="pt-BR" sz="1400" i="1">
                                  <a:latin typeface="Cambria Math" panose="02040503050406030204" pitchFamily="18" charset="0"/>
                                  <a:ea typeface="Cambria Math" panose="02040503050406030204" pitchFamily="18" charset="0"/>
                                </a:rPr>
                                <m:t>ℋ</m:t>
                              </m:r>
                            </m:e>
                            <m:sub>
                              <m:d>
                                <m:dPr>
                                  <m:begChr m:val="|"/>
                                  <m:endChr m:val="|"/>
                                  <m:ctrlPr>
                                    <a:rPr lang="pt-BR" sz="1400" i="1">
                                      <a:latin typeface="Cambria Math" panose="02040503050406030204" pitchFamily="18" charset="0"/>
                                      <a:ea typeface="Cambria Math" panose="02040503050406030204" pitchFamily="18" charset="0"/>
                                    </a:rPr>
                                  </m:ctrlPr>
                                </m:dPr>
                                <m:e>
                                  <m:r>
                                    <a:rPr lang="pt-BR" sz="1400" i="1">
                                      <a:latin typeface="Cambria Math" panose="02040503050406030204" pitchFamily="18" charset="0"/>
                                      <a:ea typeface="Cambria Math" panose="02040503050406030204" pitchFamily="18" charset="0"/>
                                    </a:rPr>
                                    <m:t>𝑛</m:t>
                                  </m:r>
                                </m:e>
                              </m:d>
                            </m:sub>
                            <m:sup>
                              <m:r>
                                <a:rPr lang="pt-BR" sz="1400" b="0" i="1" smtClean="0">
                                  <a:latin typeface="Cambria Math" panose="02040503050406030204" pitchFamily="18" charset="0"/>
                                  <a:ea typeface="Cambria Math" panose="02040503050406030204" pitchFamily="18" charset="0"/>
                                </a:rPr>
                                <m:t> </m:t>
                              </m:r>
                            </m:sup>
                          </m:sSubSup>
                          <m:r>
                            <a:rPr lang="pt-BR" sz="1400" i="1">
                              <a:latin typeface="Cambria Math" panose="02040503050406030204" pitchFamily="18" charset="0"/>
                              <a:ea typeface="Cambria Math" panose="02040503050406030204" pitchFamily="18" charset="0"/>
                            </a:rPr>
                            <m:t>(</m:t>
                          </m:r>
                          <m:r>
                            <a:rPr lang="pt-BR" sz="1400" i="1">
                              <a:latin typeface="Cambria Math" panose="02040503050406030204" pitchFamily="18" charset="0"/>
                            </a:rPr>
                            <m:t>𝛽</m:t>
                          </m:r>
                          <m:r>
                            <a:rPr lang="pt-BR" sz="1400" i="1">
                              <a:latin typeface="Cambria Math" panose="02040503050406030204" pitchFamily="18" charset="0"/>
                              <a:ea typeface="Cambria Math" panose="02040503050406030204" pitchFamily="18" charset="0"/>
                            </a:rPr>
                            <m:t>)</m:t>
                          </m:r>
                          <m:sSubSup>
                            <m:sSubSupPr>
                              <m:ctrlPr>
                                <a:rPr lang="pt-BR" sz="1400" i="1">
                                  <a:latin typeface="Cambria Math" panose="02040503050406030204" pitchFamily="18" charset="0"/>
                                  <a:ea typeface="Cambria Math" panose="02040503050406030204" pitchFamily="18" charset="0"/>
                                </a:rPr>
                              </m:ctrlPr>
                            </m:sSubSupPr>
                            <m:e>
                              <m:r>
                                <a:rPr lang="pt-BR" sz="1400" i="1">
                                  <a:latin typeface="Cambria Math" panose="02040503050406030204" pitchFamily="18" charset="0"/>
                                  <a:ea typeface="Cambria Math" panose="02040503050406030204" pitchFamily="18" charset="0"/>
                                </a:rPr>
                                <m:t>𝒦</m:t>
                              </m:r>
                            </m:e>
                            <m:sub>
                              <m:d>
                                <m:dPr>
                                  <m:begChr m:val="|"/>
                                  <m:endChr m:val="|"/>
                                  <m:ctrlPr>
                                    <a:rPr lang="pt-BR" sz="1400" i="1">
                                      <a:latin typeface="Cambria Math" panose="02040503050406030204" pitchFamily="18" charset="0"/>
                                      <a:ea typeface="Cambria Math" panose="02040503050406030204" pitchFamily="18" charset="0"/>
                                    </a:rPr>
                                  </m:ctrlPr>
                                </m:dPr>
                                <m:e>
                                  <m:r>
                                    <a:rPr lang="pt-BR" sz="1400" i="1">
                                      <a:latin typeface="Cambria Math" panose="02040503050406030204" pitchFamily="18" charset="0"/>
                                      <a:ea typeface="Cambria Math" panose="02040503050406030204" pitchFamily="18" charset="0"/>
                                    </a:rPr>
                                    <m:t>𝑛</m:t>
                                  </m:r>
                                </m:e>
                              </m:d>
                            </m:sub>
                            <m:sup>
                              <m:r>
                                <a:rPr lang="pt-BR" sz="1400" i="1">
                                  <a:latin typeface="Cambria Math" panose="02040503050406030204" pitchFamily="18" charset="0"/>
                                  <a:ea typeface="Cambria Math" panose="02040503050406030204" pitchFamily="18" charset="0"/>
                                </a:rPr>
                                <m:t> </m:t>
                              </m:r>
                            </m:sup>
                          </m:sSubSup>
                          <m:r>
                            <a:rPr lang="pt-BR" sz="1400" i="1">
                              <a:latin typeface="Cambria Math" panose="02040503050406030204" pitchFamily="18" charset="0"/>
                              <a:ea typeface="Cambria Math" panose="02040503050406030204" pitchFamily="18" charset="0"/>
                            </a:rPr>
                            <m:t>(</m:t>
                          </m:r>
                          <m:r>
                            <a:rPr lang="pt-BR" sz="1400" i="1">
                              <a:latin typeface="Cambria Math" panose="02040503050406030204" pitchFamily="18" charset="0"/>
                              <a:ea typeface="Cambria Math" panose="02040503050406030204" pitchFamily="18" charset="0"/>
                            </a:rPr>
                            <m:t>𝛼</m:t>
                          </m:r>
                          <m:r>
                            <a:rPr lang="pt-BR" sz="1400" i="1">
                              <a:latin typeface="Cambria Math" panose="02040503050406030204" pitchFamily="18" charset="0"/>
                              <a:ea typeface="Cambria Math" panose="02040503050406030204" pitchFamily="18" charset="0"/>
                            </a:rPr>
                            <m:t>)</m:t>
                          </m:r>
                        </m:e>
                        <m:sup>
                          <m:r>
                            <a:rPr lang="pt-BR" sz="1400" b="0" i="1" smtClean="0">
                              <a:latin typeface="Cambria Math" panose="02040503050406030204" pitchFamily="18" charset="0"/>
                            </a:rPr>
                            <m:t> </m:t>
                          </m:r>
                        </m:sup>
                      </m:sSup>
                    </m:oMath>
                  </m:oMathPara>
                </a14:m>
                <a:endParaRPr lang="en-US" sz="1400" i="1"/>
              </a:p>
            </p:txBody>
          </p:sp>
        </mc:Choice>
        <mc:Fallback>
          <p:sp>
            <p:nvSpPr>
              <p:cNvPr id="27" name="CaixaDeTexto 26">
                <a:extLst>
                  <a:ext uri="{FF2B5EF4-FFF2-40B4-BE49-F238E27FC236}">
                    <a16:creationId xmlns:a16="http://schemas.microsoft.com/office/drawing/2014/main" id="{50F9B6F9-FE68-B0A1-8D70-A34D008534BB}"/>
                  </a:ext>
                </a:extLst>
              </p:cNvPr>
              <p:cNvSpPr txBox="1">
                <a:spLocks noRot="1" noChangeAspect="1" noMove="1" noResize="1" noEditPoints="1" noAdjustHandles="1" noChangeArrowheads="1" noChangeShapeType="1" noTextEdit="1"/>
              </p:cNvSpPr>
              <p:nvPr/>
            </p:nvSpPr>
            <p:spPr>
              <a:xfrm>
                <a:off x="6126649" y="2539218"/>
                <a:ext cx="5190639" cy="332207"/>
              </a:xfrm>
              <a:prstGeom prst="rect">
                <a:avLst/>
              </a:prstGeom>
              <a:blipFill>
                <a:blip r:embed="rId10"/>
                <a:stretch>
                  <a:fillRect b="-1852"/>
                </a:stretch>
              </a:blipFill>
            </p:spPr>
            <p:txBody>
              <a:bodyPr/>
              <a:lstStyle/>
              <a:p>
                <a:r>
                  <a:rPr lang="pt-BR">
                    <a:noFill/>
                  </a:rPr>
                  <a:t> </a:t>
                </a:r>
              </a:p>
            </p:txBody>
          </p:sp>
        </mc:Fallback>
      </mc:AlternateContent>
      <mc:AlternateContent xmlns:mc="http://schemas.openxmlformats.org/markup-compatibility/2006">
        <mc:Choice xmlns:a14="http://schemas.microsoft.com/office/drawing/2010/main" Requires="a14">
          <p:sp>
            <p:nvSpPr>
              <p:cNvPr id="47" name="CaixaDeTexto 46">
                <a:extLst>
                  <a:ext uri="{FF2B5EF4-FFF2-40B4-BE49-F238E27FC236}">
                    <a16:creationId xmlns:a16="http://schemas.microsoft.com/office/drawing/2014/main" id="{0E950DE1-C6C8-5F2E-4F3E-042649CB4B1C}"/>
                  </a:ext>
                </a:extLst>
              </p:cNvPr>
              <p:cNvSpPr txBox="1"/>
              <p:nvPr/>
            </p:nvSpPr>
            <p:spPr>
              <a:xfrm>
                <a:off x="6126649" y="3032956"/>
                <a:ext cx="5190639" cy="353238"/>
              </a:xfrm>
              <a:prstGeom prst="rect">
                <a:avLst/>
              </a:prstGeom>
              <a:noFill/>
            </p:spPr>
            <p:txBody>
              <a:bodyPr wrap="square">
                <a:spAutoFit/>
              </a:bodyPr>
              <a:lstStyle>
                <a:defPPr>
                  <a:defRPr lang="pt-BR"/>
                </a:defPPr>
                <a:lvl1pPr>
                  <a:defRPr sz="1600"/>
                </a:lvl1pPr>
              </a:lstStyle>
              <a:p>
                <a:pPr/>
                <a14:m>
                  <m:oMath xmlns:m="http://schemas.openxmlformats.org/officeDocument/2006/math">
                    <m:r>
                      <a:rPr lang="pt-BR" sz="1400" i="1" smtClean="0">
                        <a:latin typeface="Cambria Math" panose="02040503050406030204" pitchFamily="18" charset="0"/>
                      </a:rPr>
                      <m:t>𝑘</m:t>
                    </m:r>
                    <m:r>
                      <a:rPr lang="pt-BR" sz="1400" b="0" i="1" smtClean="0">
                        <a:latin typeface="Cambria Math" panose="02040503050406030204" pitchFamily="18" charset="0"/>
                      </a:rPr>
                      <m:t>=</m:t>
                    </m:r>
                    <m:rad>
                      <m:radPr>
                        <m:degHide m:val="on"/>
                        <m:ctrlPr>
                          <a:rPr lang="pt-BR" sz="1400" b="0" i="1" smtClean="0">
                            <a:latin typeface="Cambria Math" panose="02040503050406030204" pitchFamily="18" charset="0"/>
                          </a:rPr>
                        </m:ctrlPr>
                      </m:radPr>
                      <m:deg/>
                      <m:e>
                        <m:r>
                          <a:rPr lang="pt-BR" sz="1400" b="0" i="1" smtClean="0">
                            <a:latin typeface="Cambria Math" panose="02040503050406030204" pitchFamily="18" charset="0"/>
                          </a:rPr>
                          <m:t>𝜔𝜇</m:t>
                        </m:r>
                        <m:r>
                          <a:rPr lang="pt-BR" sz="1400" b="0" i="1" smtClean="0">
                            <a:latin typeface="Cambria Math" panose="02040503050406030204" pitchFamily="18" charset="0"/>
                          </a:rPr>
                          <m:t>(</m:t>
                        </m:r>
                        <m:r>
                          <a:rPr lang="pt-BR" sz="1400" b="0" i="1" smtClean="0">
                            <a:latin typeface="Cambria Math" panose="02040503050406030204" pitchFamily="18" charset="0"/>
                          </a:rPr>
                          <m:t>𝜔𝜀</m:t>
                        </m:r>
                        <m:r>
                          <a:rPr lang="pt-BR" sz="1400" b="0" i="1" smtClean="0">
                            <a:latin typeface="Cambria Math" panose="02040503050406030204" pitchFamily="18" charset="0"/>
                          </a:rPr>
                          <m:t>−</m:t>
                        </m:r>
                        <m:r>
                          <a:rPr lang="pt-BR" sz="1400" b="0" i="1" smtClean="0">
                            <a:latin typeface="Cambria Math" panose="02040503050406030204" pitchFamily="18" charset="0"/>
                          </a:rPr>
                          <m:t>𝑗</m:t>
                        </m:r>
                        <m:r>
                          <a:rPr lang="pt-BR" sz="1400" b="0" i="1" smtClean="0">
                            <a:latin typeface="Cambria Math" panose="02040503050406030204" pitchFamily="18" charset="0"/>
                          </a:rPr>
                          <m:t>𝜎</m:t>
                        </m:r>
                        <m:r>
                          <a:rPr lang="pt-BR" sz="1400" b="0" i="1" smtClean="0">
                            <a:latin typeface="Cambria Math" panose="02040503050406030204" pitchFamily="18" charset="0"/>
                          </a:rPr>
                          <m:t>)</m:t>
                        </m:r>
                      </m:e>
                    </m:rad>
                  </m:oMath>
                </a14:m>
                <a:r>
                  <a:rPr lang="en-US" sz="1400" i="1"/>
                  <a:t>,     </a:t>
                </a:r>
                <a14:m>
                  <m:oMath xmlns:m="http://schemas.openxmlformats.org/officeDocument/2006/math">
                    <m:sSub>
                      <m:sSubPr>
                        <m:ctrlPr>
                          <a:rPr lang="pt-BR" sz="1400" b="0" i="1" smtClean="0">
                            <a:latin typeface="Cambria Math" panose="02040503050406030204" pitchFamily="18" charset="0"/>
                          </a:rPr>
                        </m:ctrlPr>
                      </m:sSubPr>
                      <m:e>
                        <m:r>
                          <a:rPr lang="pt-BR" sz="1400" i="1">
                            <a:latin typeface="Cambria Math" panose="02040503050406030204" pitchFamily="18" charset="0"/>
                          </a:rPr>
                          <m:t>𝑘</m:t>
                        </m:r>
                      </m:e>
                      <m:sub>
                        <m:r>
                          <a:rPr lang="pt-BR" sz="1400" b="0" i="1" smtClean="0">
                            <a:latin typeface="Cambria Math" panose="02040503050406030204" pitchFamily="18" charset="0"/>
                          </a:rPr>
                          <m:t>0</m:t>
                        </m:r>
                      </m:sub>
                    </m:sSub>
                    <m:r>
                      <a:rPr lang="pt-BR" sz="1400" i="1">
                        <a:latin typeface="Cambria Math" panose="02040503050406030204" pitchFamily="18" charset="0"/>
                      </a:rPr>
                      <m:t>=</m:t>
                    </m:r>
                    <m:r>
                      <a:rPr lang="pt-BR" sz="1400" i="1">
                        <a:latin typeface="Cambria Math" panose="02040503050406030204" pitchFamily="18" charset="0"/>
                      </a:rPr>
                      <m:t>𝜔</m:t>
                    </m:r>
                    <m:rad>
                      <m:radPr>
                        <m:degHide m:val="on"/>
                        <m:ctrlPr>
                          <a:rPr lang="pt-BR" sz="1400" i="1">
                            <a:latin typeface="Cambria Math" panose="02040503050406030204" pitchFamily="18" charset="0"/>
                          </a:rPr>
                        </m:ctrlPr>
                      </m:radPr>
                      <m:deg/>
                      <m:e>
                        <m:sSub>
                          <m:sSubPr>
                            <m:ctrlPr>
                              <a:rPr lang="pt-BR" sz="1400" b="0" i="1" smtClean="0">
                                <a:latin typeface="Cambria Math" panose="02040503050406030204" pitchFamily="18" charset="0"/>
                              </a:rPr>
                            </m:ctrlPr>
                          </m:sSubPr>
                          <m:e>
                            <m:r>
                              <a:rPr lang="pt-BR" sz="1400" i="1">
                                <a:latin typeface="Cambria Math" panose="02040503050406030204" pitchFamily="18" charset="0"/>
                              </a:rPr>
                              <m:t>𝜇</m:t>
                            </m:r>
                          </m:e>
                          <m:sub>
                            <m:r>
                              <a:rPr lang="pt-BR" sz="1400" b="0" i="1" smtClean="0">
                                <a:latin typeface="Cambria Math" panose="02040503050406030204" pitchFamily="18" charset="0"/>
                              </a:rPr>
                              <m:t>0</m:t>
                            </m:r>
                          </m:sub>
                        </m:sSub>
                        <m:sSub>
                          <m:sSubPr>
                            <m:ctrlPr>
                              <a:rPr lang="pt-BR" sz="1400" b="0" i="1" smtClean="0">
                                <a:latin typeface="Cambria Math" panose="02040503050406030204" pitchFamily="18" charset="0"/>
                              </a:rPr>
                            </m:ctrlPr>
                          </m:sSubPr>
                          <m:e>
                            <m:r>
                              <a:rPr lang="pt-BR" sz="1400" b="0" i="1" smtClean="0">
                                <a:latin typeface="Cambria Math" panose="02040503050406030204" pitchFamily="18" charset="0"/>
                              </a:rPr>
                              <m:t>𝜀</m:t>
                            </m:r>
                          </m:e>
                          <m:sub>
                            <m:r>
                              <a:rPr lang="pt-BR" sz="1400" b="0" i="1" smtClean="0">
                                <a:latin typeface="Cambria Math" panose="02040503050406030204" pitchFamily="18" charset="0"/>
                              </a:rPr>
                              <m:t>0</m:t>
                            </m:r>
                          </m:sub>
                        </m:sSub>
                      </m:e>
                    </m:rad>
                  </m:oMath>
                </a14:m>
                <a:endParaRPr lang="en-US" sz="1400" i="1"/>
              </a:p>
            </p:txBody>
          </p:sp>
        </mc:Choice>
        <mc:Fallback>
          <p:sp>
            <p:nvSpPr>
              <p:cNvPr id="47" name="CaixaDeTexto 46">
                <a:extLst>
                  <a:ext uri="{FF2B5EF4-FFF2-40B4-BE49-F238E27FC236}">
                    <a16:creationId xmlns:a16="http://schemas.microsoft.com/office/drawing/2014/main" id="{0E950DE1-C6C8-5F2E-4F3E-042649CB4B1C}"/>
                  </a:ext>
                </a:extLst>
              </p:cNvPr>
              <p:cNvSpPr txBox="1">
                <a:spLocks noRot="1" noChangeAspect="1" noMove="1" noResize="1" noEditPoints="1" noAdjustHandles="1" noChangeArrowheads="1" noChangeShapeType="1" noTextEdit="1"/>
              </p:cNvSpPr>
              <p:nvPr/>
            </p:nvSpPr>
            <p:spPr>
              <a:xfrm>
                <a:off x="6126649" y="3032956"/>
                <a:ext cx="5190639" cy="353238"/>
              </a:xfrm>
              <a:prstGeom prst="rect">
                <a:avLst/>
              </a:prstGeom>
              <a:blipFill>
                <a:blip r:embed="rId11"/>
                <a:stretch>
                  <a:fillRect b="-15789"/>
                </a:stretch>
              </a:blipFill>
            </p:spPr>
            <p:txBody>
              <a:bodyPr/>
              <a:lstStyle/>
              <a:p>
                <a:r>
                  <a:rPr lang="pt-BR">
                    <a:noFill/>
                  </a:rPr>
                  <a:t> </a:t>
                </a:r>
              </a:p>
            </p:txBody>
          </p:sp>
        </mc:Fallback>
      </mc:AlternateContent>
      <mc:AlternateContent xmlns:mc="http://schemas.openxmlformats.org/markup-compatibility/2006">
        <mc:Choice xmlns:a14="http://schemas.microsoft.com/office/drawing/2010/main" Requires="a14">
          <p:sp>
            <p:nvSpPr>
              <p:cNvPr id="51" name="CaixaDeTexto 50">
                <a:extLst>
                  <a:ext uri="{FF2B5EF4-FFF2-40B4-BE49-F238E27FC236}">
                    <a16:creationId xmlns:a16="http://schemas.microsoft.com/office/drawing/2014/main" id="{C2B293B5-7F56-F9D2-9B12-0AD0544FF3FC}"/>
                  </a:ext>
                </a:extLst>
              </p:cNvPr>
              <p:cNvSpPr txBox="1"/>
              <p:nvPr/>
            </p:nvSpPr>
            <p:spPr>
              <a:xfrm>
                <a:off x="479425" y="1365250"/>
                <a:ext cx="5603676" cy="400110"/>
              </a:xfrm>
              <a:prstGeom prst="rect">
                <a:avLst/>
              </a:prstGeom>
              <a:noFill/>
            </p:spPr>
            <p:txBody>
              <a:bodyPr wrap="square">
                <a:spAutoFit/>
              </a:bodyPr>
              <a:lstStyle>
                <a:defPPr>
                  <a:defRPr lang="pt-BR"/>
                </a:defPPr>
                <a:lvl1pPr>
                  <a:defRPr sz="1600"/>
                </a:lvl1pPr>
              </a:lstStyle>
              <a:p>
                <a14:m>
                  <m:oMath xmlns:m="http://schemas.openxmlformats.org/officeDocument/2006/math">
                    <m:sSup>
                      <m:sSupPr>
                        <m:ctrlPr>
                          <a:rPr lang="pt-BR" b="0" i="1" smtClean="0">
                            <a:latin typeface="Cambria Math" panose="02040503050406030204" pitchFamily="18" charset="0"/>
                          </a:rPr>
                        </m:ctrlPr>
                      </m:sSupPr>
                      <m:e>
                        <m:r>
                          <a:rPr lang="en-US" b="1" i="1" smtClean="0">
                            <a:latin typeface="Cambria Math" panose="02040503050406030204" pitchFamily="18" charset="0"/>
                          </a:rPr>
                          <m:t>𝒀</m:t>
                        </m:r>
                      </m:e>
                      <m:sup>
                        <m:r>
                          <a:rPr lang="pt-BR" b="0" i="1" smtClean="0">
                            <a:latin typeface="Cambria Math" panose="02040503050406030204" pitchFamily="18" charset="0"/>
                          </a:rPr>
                          <m:t>(</m:t>
                        </m:r>
                        <m:r>
                          <a:rPr lang="pt-BR" b="0" i="1" smtClean="0">
                            <a:latin typeface="Cambria Math" panose="02040503050406030204" pitchFamily="18" charset="0"/>
                          </a:rPr>
                          <m:t>𝑝</m:t>
                        </m:r>
                        <m:r>
                          <a:rPr lang="pt-BR" b="0" i="1" smtClean="0">
                            <a:latin typeface="Cambria Math" panose="02040503050406030204" pitchFamily="18" charset="0"/>
                          </a:rPr>
                          <m:t>)</m:t>
                        </m:r>
                      </m:sup>
                    </m:sSup>
                  </m:oMath>
                </a14:m>
                <a:r>
                  <a:rPr lang="en-US"/>
                  <a:t>, </a:t>
                </a:r>
                <a14:m>
                  <m:oMath xmlns:m="http://schemas.openxmlformats.org/officeDocument/2006/math">
                    <m:sSubSup>
                      <m:sSubSupPr>
                        <m:ctrlPr>
                          <a:rPr lang="pt-BR" b="1" i="1" smtClean="0">
                            <a:latin typeface="Cambria Math" panose="02040503050406030204" pitchFamily="18" charset="0"/>
                          </a:rPr>
                        </m:ctrlPr>
                      </m:sSubSupPr>
                      <m:e>
                        <m:r>
                          <a:rPr lang="en-US" b="1" i="1">
                            <a:latin typeface="Cambria Math" panose="02040503050406030204" pitchFamily="18" charset="0"/>
                          </a:rPr>
                          <m:t>𝒀</m:t>
                        </m:r>
                      </m:e>
                      <m:sub>
                        <m:r>
                          <a:rPr lang="pt-BR" b="0" i="1" smtClean="0">
                            <a:latin typeface="Cambria Math" panose="02040503050406030204" pitchFamily="18" charset="0"/>
                          </a:rPr>
                          <m:t>11</m:t>
                        </m:r>
                      </m:sub>
                      <m:sup>
                        <m:r>
                          <a:rPr lang="pt-BR" i="1">
                            <a:latin typeface="Cambria Math" panose="02040503050406030204" pitchFamily="18" charset="0"/>
                          </a:rPr>
                          <m:t>(</m:t>
                        </m:r>
                        <m:r>
                          <a:rPr lang="pt-BR" b="0" i="1" smtClean="0">
                            <a:latin typeface="Cambria Math" panose="02040503050406030204" pitchFamily="18" charset="0"/>
                          </a:rPr>
                          <m:t>𝑝</m:t>
                        </m:r>
                        <m:r>
                          <a:rPr lang="pt-BR" i="1">
                            <a:latin typeface="Cambria Math" panose="02040503050406030204" pitchFamily="18" charset="0"/>
                          </a:rPr>
                          <m:t>)</m:t>
                        </m:r>
                      </m:sup>
                    </m:sSubSup>
                  </m:oMath>
                </a14:m>
                <a:r>
                  <a:rPr lang="en-US"/>
                  <a:t>, </a:t>
                </a:r>
                <a14:m>
                  <m:oMath xmlns:m="http://schemas.openxmlformats.org/officeDocument/2006/math">
                    <m:sSubSup>
                      <m:sSubSupPr>
                        <m:ctrlPr>
                          <a:rPr lang="pt-BR" b="1" i="1">
                            <a:latin typeface="Cambria Math" panose="02040503050406030204" pitchFamily="18" charset="0"/>
                          </a:rPr>
                        </m:ctrlPr>
                      </m:sSubSupPr>
                      <m:e>
                        <m:r>
                          <a:rPr lang="en-US" b="1" i="1">
                            <a:latin typeface="Cambria Math" panose="02040503050406030204" pitchFamily="18" charset="0"/>
                          </a:rPr>
                          <m:t>𝒀</m:t>
                        </m:r>
                      </m:e>
                      <m:sub>
                        <m:r>
                          <a:rPr lang="pt-BR" i="1">
                            <a:latin typeface="Cambria Math" panose="02040503050406030204" pitchFamily="18" charset="0"/>
                          </a:rPr>
                          <m:t>1</m:t>
                        </m:r>
                        <m:r>
                          <a:rPr lang="pt-BR" b="0" i="1" smtClean="0">
                            <a:latin typeface="Cambria Math" panose="02040503050406030204" pitchFamily="18" charset="0"/>
                          </a:rPr>
                          <m:t>2</m:t>
                        </m:r>
                      </m:sub>
                      <m:sup>
                        <m:r>
                          <a:rPr lang="pt-BR" i="1">
                            <a:latin typeface="Cambria Math" panose="02040503050406030204" pitchFamily="18" charset="0"/>
                          </a:rPr>
                          <m:t>(</m:t>
                        </m:r>
                        <m:r>
                          <a:rPr lang="pt-BR" b="1" i="1" smtClean="0">
                            <a:latin typeface="Cambria Math" panose="02040503050406030204" pitchFamily="18" charset="0"/>
                          </a:rPr>
                          <m:t>𝒑</m:t>
                        </m:r>
                        <m:r>
                          <a:rPr lang="pt-BR" b="1" i="1" smtClean="0">
                            <a:latin typeface="Cambria Math" panose="02040503050406030204" pitchFamily="18" charset="0"/>
                          </a:rPr>
                          <m:t>)</m:t>
                        </m:r>
                      </m:sup>
                    </m:sSubSup>
                  </m:oMath>
                </a14:m>
                <a:r>
                  <a:rPr lang="en-US"/>
                  <a:t>,</a:t>
                </a:r>
                <a:r>
                  <a:rPr lang="pt-BR" b="1"/>
                  <a:t> </a:t>
                </a:r>
                <a14:m>
                  <m:oMath xmlns:m="http://schemas.openxmlformats.org/officeDocument/2006/math">
                    <m:sSubSup>
                      <m:sSubSupPr>
                        <m:ctrlPr>
                          <a:rPr lang="pt-BR" b="1" i="1">
                            <a:latin typeface="Cambria Math" panose="02040503050406030204" pitchFamily="18" charset="0"/>
                          </a:rPr>
                        </m:ctrlPr>
                      </m:sSubSupPr>
                      <m:e>
                        <m:r>
                          <a:rPr lang="en-US" b="1" i="1">
                            <a:latin typeface="Cambria Math" panose="02040503050406030204" pitchFamily="18" charset="0"/>
                          </a:rPr>
                          <m:t>𝒀</m:t>
                        </m:r>
                      </m:e>
                      <m:sub>
                        <m:r>
                          <a:rPr lang="pt-BR" b="0" i="1" smtClean="0">
                            <a:latin typeface="Cambria Math" panose="02040503050406030204" pitchFamily="18" charset="0"/>
                          </a:rPr>
                          <m:t>2</m:t>
                        </m:r>
                        <m:r>
                          <a:rPr lang="pt-BR" i="1">
                            <a:latin typeface="Cambria Math" panose="02040503050406030204" pitchFamily="18" charset="0"/>
                          </a:rPr>
                          <m:t>1</m:t>
                        </m:r>
                      </m:sub>
                      <m:sup>
                        <m:r>
                          <a:rPr lang="pt-BR" i="1">
                            <a:latin typeface="Cambria Math" panose="02040503050406030204" pitchFamily="18" charset="0"/>
                          </a:rPr>
                          <m:t>(</m:t>
                        </m:r>
                        <m:r>
                          <a:rPr lang="pt-BR" b="0" i="1" smtClean="0">
                            <a:latin typeface="Cambria Math" panose="02040503050406030204" pitchFamily="18" charset="0"/>
                          </a:rPr>
                          <m:t>𝑝</m:t>
                        </m:r>
                        <m:r>
                          <a:rPr lang="pt-BR" i="1">
                            <a:latin typeface="Cambria Math" panose="02040503050406030204" pitchFamily="18" charset="0"/>
                          </a:rPr>
                          <m:t>)</m:t>
                        </m:r>
                      </m:sup>
                    </m:sSubSup>
                  </m:oMath>
                </a14:m>
                <a:r>
                  <a:rPr lang="en-US"/>
                  <a:t> e </a:t>
                </a:r>
                <a14:m>
                  <m:oMath xmlns:m="http://schemas.openxmlformats.org/officeDocument/2006/math">
                    <m:sSubSup>
                      <m:sSubSupPr>
                        <m:ctrlPr>
                          <a:rPr lang="pt-BR" b="1" i="1">
                            <a:latin typeface="Cambria Math" panose="02040503050406030204" pitchFamily="18" charset="0"/>
                          </a:rPr>
                        </m:ctrlPr>
                      </m:sSubSupPr>
                      <m:e>
                        <m:r>
                          <a:rPr lang="en-US" b="1" i="1">
                            <a:latin typeface="Cambria Math" panose="02040503050406030204" pitchFamily="18" charset="0"/>
                          </a:rPr>
                          <m:t>𝒀</m:t>
                        </m:r>
                      </m:e>
                      <m:sub>
                        <m:r>
                          <a:rPr lang="pt-BR" b="0" i="1" smtClean="0">
                            <a:latin typeface="Cambria Math" panose="02040503050406030204" pitchFamily="18" charset="0"/>
                          </a:rPr>
                          <m:t>22</m:t>
                        </m:r>
                      </m:sub>
                      <m:sup>
                        <m:r>
                          <a:rPr lang="pt-BR" i="1">
                            <a:latin typeface="Cambria Math" panose="02040503050406030204" pitchFamily="18" charset="0"/>
                          </a:rPr>
                          <m:t>(</m:t>
                        </m:r>
                        <m:r>
                          <a:rPr lang="pt-BR" b="0" i="1" smtClean="0">
                            <a:latin typeface="Cambria Math" panose="02040503050406030204" pitchFamily="18" charset="0"/>
                          </a:rPr>
                          <m:t>𝑝</m:t>
                        </m:r>
                        <m:r>
                          <a:rPr lang="pt-BR" i="1">
                            <a:latin typeface="Cambria Math" panose="02040503050406030204" pitchFamily="18" charset="0"/>
                          </a:rPr>
                          <m:t>)</m:t>
                        </m:r>
                      </m:sup>
                    </m:sSubSup>
                  </m:oMath>
                </a14:m>
                <a:r>
                  <a:rPr lang="pt-BR"/>
                  <a:t> </a:t>
                </a:r>
                <a:r>
                  <a:rPr lang="en-US"/>
                  <a:t>are diagonal matrices with entries:</a:t>
                </a:r>
                <a:endParaRPr lang="pt-BR"/>
              </a:p>
            </p:txBody>
          </p:sp>
        </mc:Choice>
        <mc:Fallback>
          <p:sp>
            <p:nvSpPr>
              <p:cNvPr id="51" name="CaixaDeTexto 50">
                <a:extLst>
                  <a:ext uri="{FF2B5EF4-FFF2-40B4-BE49-F238E27FC236}">
                    <a16:creationId xmlns:a16="http://schemas.microsoft.com/office/drawing/2014/main" id="{C2B293B5-7F56-F9D2-9B12-0AD0544FF3FC}"/>
                  </a:ext>
                </a:extLst>
              </p:cNvPr>
              <p:cNvSpPr txBox="1">
                <a:spLocks noRot="1" noChangeAspect="1" noMove="1" noResize="1" noEditPoints="1" noAdjustHandles="1" noChangeArrowheads="1" noChangeShapeType="1" noTextEdit="1"/>
              </p:cNvSpPr>
              <p:nvPr/>
            </p:nvSpPr>
            <p:spPr>
              <a:xfrm>
                <a:off x="479425" y="1365250"/>
                <a:ext cx="5603676" cy="400110"/>
              </a:xfrm>
              <a:prstGeom prst="rect">
                <a:avLst/>
              </a:prstGeom>
              <a:blipFill>
                <a:blip r:embed="rId12"/>
                <a:stretch>
                  <a:fillRect b="-16667"/>
                </a:stretch>
              </a:blipFill>
            </p:spPr>
            <p:txBody>
              <a:bodyPr/>
              <a:lstStyle/>
              <a:p>
                <a:r>
                  <a:rPr lang="pt-BR">
                    <a:noFill/>
                  </a:rPr>
                  <a:t> </a:t>
                </a:r>
              </a:p>
            </p:txBody>
          </p:sp>
        </mc:Fallback>
      </mc:AlternateContent>
      <mc:AlternateContent xmlns:mc="http://schemas.openxmlformats.org/markup-compatibility/2006">
        <mc:Choice xmlns:a14="http://schemas.microsoft.com/office/drawing/2010/main" Requires="a14">
          <p:sp>
            <p:nvSpPr>
              <p:cNvPr id="52" name="CaixaDeTexto 51">
                <a:extLst>
                  <a:ext uri="{FF2B5EF4-FFF2-40B4-BE49-F238E27FC236}">
                    <a16:creationId xmlns:a16="http://schemas.microsoft.com/office/drawing/2014/main" id="{4EF34342-3A16-41A5-661C-6076FEB49EAA}"/>
                  </a:ext>
                </a:extLst>
              </p:cNvPr>
              <p:cNvSpPr txBox="1"/>
              <p:nvPr/>
            </p:nvSpPr>
            <p:spPr>
              <a:xfrm>
                <a:off x="6083100" y="3673400"/>
                <a:ext cx="5485508" cy="1903534"/>
              </a:xfrm>
              <a:prstGeom prst="rect">
                <a:avLst/>
              </a:prstGeom>
              <a:noFill/>
            </p:spPr>
            <p:txBody>
              <a:bodyPr wrap="square">
                <a:spAutoFit/>
              </a:bodyPr>
              <a:lstStyle>
                <a:defPPr>
                  <a:defRPr lang="pt-BR"/>
                </a:defPPr>
                <a:lvl1pPr>
                  <a:defRPr sz="1600"/>
                </a:lvl1pPr>
              </a:lstStyle>
              <a:p>
                <a:pPr>
                  <a:lnSpc>
                    <a:spcPct val="150000"/>
                  </a:lnSpc>
                </a:pPr>
                <a14:m>
                  <m:oMath xmlns:m="http://schemas.openxmlformats.org/officeDocument/2006/math">
                    <m:sSubSup>
                      <m:sSubSupPr>
                        <m:ctrlPr>
                          <a:rPr lang="pt-BR" sz="1600" i="1" smtClean="0">
                            <a:latin typeface="Cambria Math" panose="02040503050406030204" pitchFamily="18" charset="0"/>
                            <a:ea typeface="Cambria Math" panose="02040503050406030204" pitchFamily="18" charset="0"/>
                          </a:rPr>
                        </m:ctrlPr>
                      </m:sSubSupPr>
                      <m:e>
                        <m:r>
                          <a:rPr lang="pt-BR" sz="1600" i="1">
                            <a:latin typeface="Cambria Math" panose="02040503050406030204" pitchFamily="18" charset="0"/>
                            <a:ea typeface="Cambria Math" panose="02040503050406030204" pitchFamily="18" charset="0"/>
                          </a:rPr>
                          <m:t>𝒥</m:t>
                        </m:r>
                      </m:e>
                      <m:sub>
                        <m:r>
                          <a:rPr lang="pt-BR" sz="1600" b="0" i="1" smtClean="0">
                            <a:latin typeface="Cambria Math" panose="02040503050406030204" pitchFamily="18" charset="0"/>
                            <a:ea typeface="Cambria Math" panose="02040503050406030204" pitchFamily="18" charset="0"/>
                          </a:rPr>
                          <m:t>𝑛</m:t>
                        </m:r>
                      </m:sub>
                      <m:sup>
                        <m:r>
                          <a:rPr lang="pt-BR" sz="1600" b="0" i="1" smtClean="0">
                            <a:latin typeface="Cambria Math" panose="02040503050406030204" pitchFamily="18" charset="0"/>
                            <a:ea typeface="Cambria Math" panose="02040503050406030204" pitchFamily="18" charset="0"/>
                          </a:rPr>
                          <m:t> </m:t>
                        </m:r>
                      </m:sup>
                    </m:sSubSup>
                    <m:r>
                      <a:rPr lang="pt-BR" sz="1600" i="1">
                        <a:latin typeface="Cambria Math" panose="02040503050406030204" pitchFamily="18" charset="0"/>
                        <a:ea typeface="Cambria Math" panose="02040503050406030204" pitchFamily="18" charset="0"/>
                      </a:rPr>
                      <m:t>(</m:t>
                    </m:r>
                    <m:r>
                      <a:rPr lang="pt-BR" sz="1600" b="0" i="1" smtClean="0">
                        <a:latin typeface="Cambria Math" panose="02040503050406030204" pitchFamily="18" charset="0"/>
                        <a:ea typeface="Cambria Math" panose="02040503050406030204" pitchFamily="18" charset="0"/>
                      </a:rPr>
                      <m:t>.</m:t>
                    </m:r>
                    <m:r>
                      <a:rPr lang="pt-BR" sz="1600" i="1" smtClean="0">
                        <a:latin typeface="Cambria Math" panose="02040503050406030204" pitchFamily="18" charset="0"/>
                        <a:ea typeface="Cambria Math" panose="02040503050406030204" pitchFamily="18" charset="0"/>
                      </a:rPr>
                      <m:t>)</m:t>
                    </m:r>
                    <m:r>
                      <a:rPr lang="pt-BR" sz="1600" i="1">
                        <a:latin typeface="Cambria Math" panose="02040503050406030204" pitchFamily="18" charset="0"/>
                        <a:ea typeface="Cambria Math" panose="02040503050406030204" pitchFamily="18" charset="0"/>
                      </a:rPr>
                      <m:t> </m:t>
                    </m:r>
                  </m:oMath>
                </a14:m>
                <a:r>
                  <a:rPr lang="en-US"/>
                  <a:t>is the </a:t>
                </a:r>
                <a:r>
                  <a:rPr lang="en-US" i="1"/>
                  <a:t>Bessel</a:t>
                </a:r>
                <a:r>
                  <a:rPr lang="en-US"/>
                  <a:t> function of the </a:t>
                </a:r>
                <a14:m>
                  <m:oMath xmlns:m="http://schemas.openxmlformats.org/officeDocument/2006/math">
                    <m:r>
                      <a:rPr lang="en-US" i="1" smtClean="0">
                        <a:latin typeface="Cambria Math" panose="02040503050406030204" pitchFamily="18" charset="0"/>
                      </a:rPr>
                      <m:t>𝑛</m:t>
                    </m:r>
                  </m:oMath>
                </a14:m>
                <a:r>
                  <a:rPr lang="en-US"/>
                  <a:t>-th order of the first kind;</a:t>
                </a:r>
              </a:p>
              <a:p>
                <a:pPr>
                  <a:lnSpc>
                    <a:spcPct val="150000"/>
                  </a:lnSpc>
                </a:pPr>
                <a14:m>
                  <m:oMath xmlns:m="http://schemas.openxmlformats.org/officeDocument/2006/math">
                    <m:sSubSup>
                      <m:sSubSupPr>
                        <m:ctrlPr>
                          <a:rPr lang="pt-BR" sz="1400" i="1" smtClean="0">
                            <a:latin typeface="Cambria Math" panose="02040503050406030204" pitchFamily="18" charset="0"/>
                            <a:ea typeface="Cambria Math" panose="02040503050406030204" pitchFamily="18" charset="0"/>
                          </a:rPr>
                        </m:ctrlPr>
                      </m:sSubSupPr>
                      <m:e>
                        <m:r>
                          <a:rPr lang="pt-BR" sz="1400" i="1">
                            <a:latin typeface="Cambria Math" panose="02040503050406030204" pitchFamily="18" charset="0"/>
                            <a:ea typeface="Cambria Math" panose="02040503050406030204" pitchFamily="18" charset="0"/>
                          </a:rPr>
                          <m:t>ℋ</m:t>
                        </m:r>
                      </m:e>
                      <m:sub>
                        <m:r>
                          <a:rPr lang="pt-BR" sz="1400" b="0" i="1" smtClean="0">
                            <a:latin typeface="Cambria Math" panose="02040503050406030204" pitchFamily="18" charset="0"/>
                            <a:ea typeface="Cambria Math" panose="02040503050406030204" pitchFamily="18" charset="0"/>
                          </a:rPr>
                          <m:t>𝑛</m:t>
                        </m:r>
                      </m:sub>
                      <m:sup>
                        <m:r>
                          <a:rPr lang="pt-BR" sz="1400" i="1">
                            <a:latin typeface="Cambria Math" panose="02040503050406030204" pitchFamily="18" charset="0"/>
                            <a:ea typeface="Cambria Math" panose="02040503050406030204" pitchFamily="18" charset="0"/>
                          </a:rPr>
                          <m:t> </m:t>
                        </m:r>
                      </m:sup>
                    </m:sSubSup>
                    <m:d>
                      <m:dPr>
                        <m:ctrlPr>
                          <a:rPr lang="pt-BR" sz="1400" i="1">
                            <a:latin typeface="Cambria Math" panose="02040503050406030204" pitchFamily="18" charset="0"/>
                            <a:ea typeface="Cambria Math" panose="02040503050406030204" pitchFamily="18" charset="0"/>
                          </a:rPr>
                        </m:ctrlPr>
                      </m:dPr>
                      <m:e>
                        <m:r>
                          <a:rPr lang="pt-BR" sz="1400" b="0" i="1" smtClean="0">
                            <a:latin typeface="Cambria Math" panose="02040503050406030204" pitchFamily="18" charset="0"/>
                            <a:ea typeface="Cambria Math" panose="02040503050406030204" pitchFamily="18" charset="0"/>
                          </a:rPr>
                          <m:t>.</m:t>
                        </m:r>
                      </m:e>
                    </m:d>
                  </m:oMath>
                </a14:m>
                <a:r>
                  <a:rPr lang="en-US"/>
                  <a:t> and </a:t>
                </a:r>
                <a14:m>
                  <m:oMath xmlns:m="http://schemas.openxmlformats.org/officeDocument/2006/math">
                    <m:sSubSup>
                      <m:sSubSupPr>
                        <m:ctrlPr>
                          <a:rPr lang="pt-BR" i="1">
                            <a:latin typeface="Cambria Math" panose="02040503050406030204" pitchFamily="18" charset="0"/>
                            <a:ea typeface="Cambria Math" panose="02040503050406030204" pitchFamily="18" charset="0"/>
                          </a:rPr>
                        </m:ctrlPr>
                      </m:sSubSupPr>
                      <m:e>
                        <m:r>
                          <a:rPr lang="pt-BR" i="1">
                            <a:latin typeface="Cambria Math" panose="02040503050406030204" pitchFamily="18" charset="0"/>
                            <a:ea typeface="Cambria Math" panose="02040503050406030204" pitchFamily="18" charset="0"/>
                          </a:rPr>
                          <m:t>𝒦</m:t>
                        </m:r>
                      </m:e>
                      <m:sub>
                        <m:r>
                          <a:rPr lang="pt-BR" i="1">
                            <a:latin typeface="Cambria Math" panose="02040503050406030204" pitchFamily="18" charset="0"/>
                            <a:ea typeface="Cambria Math" panose="02040503050406030204" pitchFamily="18" charset="0"/>
                          </a:rPr>
                          <m:t>𝑛</m:t>
                        </m:r>
                      </m:sub>
                      <m:sup>
                        <m:r>
                          <a:rPr lang="pt-BR" i="1">
                            <a:latin typeface="Cambria Math" panose="02040503050406030204" pitchFamily="18" charset="0"/>
                            <a:ea typeface="Cambria Math" panose="02040503050406030204" pitchFamily="18" charset="0"/>
                          </a:rPr>
                          <m:t> </m:t>
                        </m:r>
                      </m:sup>
                    </m:sSubSup>
                    <m:d>
                      <m:dPr>
                        <m:ctrlPr>
                          <a:rPr lang="pt-BR" i="1">
                            <a:latin typeface="Cambria Math" panose="02040503050406030204" pitchFamily="18" charset="0"/>
                            <a:ea typeface="Cambria Math" panose="02040503050406030204" pitchFamily="18" charset="0"/>
                          </a:rPr>
                        </m:ctrlPr>
                      </m:dPr>
                      <m:e>
                        <m:r>
                          <a:rPr lang="pt-BR" i="1">
                            <a:latin typeface="Cambria Math" panose="02040503050406030204" pitchFamily="18" charset="0"/>
                            <a:ea typeface="Cambria Math" panose="02040503050406030204" pitchFamily="18" charset="0"/>
                          </a:rPr>
                          <m:t>.</m:t>
                        </m:r>
                      </m:e>
                    </m:d>
                  </m:oMath>
                </a14:m>
                <a:r>
                  <a:rPr lang="en-US"/>
                  <a:t> denote </a:t>
                </a:r>
                <a:r>
                  <a:rPr lang="en-US" i="1"/>
                  <a:t>Hankel</a:t>
                </a:r>
                <a:r>
                  <a:rPr lang="en-US"/>
                  <a:t> functions of the </a:t>
                </a:r>
                <a14:m>
                  <m:oMath xmlns:m="http://schemas.openxmlformats.org/officeDocument/2006/math">
                    <m:r>
                      <a:rPr lang="en-US" i="1">
                        <a:latin typeface="Cambria Math" panose="02040503050406030204" pitchFamily="18" charset="0"/>
                      </a:rPr>
                      <m:t>𝑛</m:t>
                    </m:r>
                  </m:oMath>
                </a14:m>
                <a:r>
                  <a:rPr lang="en-US"/>
                  <a:t>-th order, respectively, first and second kind;</a:t>
                </a:r>
              </a:p>
              <a:p>
                <a:pPr>
                  <a:lnSpc>
                    <a:spcPct val="150000"/>
                  </a:lnSpc>
                </a:pPr>
                <a14:m>
                  <m:oMath xmlns:m="http://schemas.openxmlformats.org/officeDocument/2006/math">
                    <m:sSubSup>
                      <m:sSubSupPr>
                        <m:ctrlPr>
                          <a:rPr lang="pt-BR" sz="1600" i="1" smtClean="0">
                            <a:latin typeface="Cambria Math" panose="02040503050406030204" pitchFamily="18" charset="0"/>
                            <a:ea typeface="Cambria Math" panose="02040503050406030204" pitchFamily="18" charset="0"/>
                          </a:rPr>
                        </m:ctrlPr>
                      </m:sSubSupPr>
                      <m:e>
                        <m:r>
                          <a:rPr lang="pt-BR" sz="1600" i="1">
                            <a:latin typeface="Cambria Math" panose="02040503050406030204" pitchFamily="18" charset="0"/>
                            <a:ea typeface="Cambria Math" panose="02040503050406030204" pitchFamily="18" charset="0"/>
                          </a:rPr>
                          <m:t>ℋ</m:t>
                        </m:r>
                      </m:e>
                      <m:sub>
                        <m:r>
                          <a:rPr lang="pt-BR" sz="1600" b="0" i="1" smtClean="0">
                            <a:latin typeface="Cambria Math" panose="02040503050406030204" pitchFamily="18" charset="0"/>
                            <a:ea typeface="Cambria Math" panose="02040503050406030204" pitchFamily="18" charset="0"/>
                          </a:rPr>
                          <m:t>𝑛</m:t>
                        </m:r>
                      </m:sub>
                      <m:sup>
                        <m:r>
                          <a:rPr lang="pt-BR" sz="1600" b="0" i="1" smtClean="0">
                            <a:latin typeface="Cambria Math" panose="02040503050406030204" pitchFamily="18" charset="0"/>
                            <a:ea typeface="Cambria Math" panose="02040503050406030204" pitchFamily="18" charset="0"/>
                          </a:rPr>
                          <m:t>′</m:t>
                        </m:r>
                      </m:sup>
                    </m:sSubSup>
                    <m:d>
                      <m:dPr>
                        <m:ctrlPr>
                          <a:rPr lang="pt-BR" sz="1600" i="1">
                            <a:latin typeface="Cambria Math" panose="02040503050406030204" pitchFamily="18" charset="0"/>
                            <a:ea typeface="Cambria Math" panose="02040503050406030204" pitchFamily="18" charset="0"/>
                          </a:rPr>
                        </m:ctrlPr>
                      </m:dPr>
                      <m:e>
                        <m:r>
                          <a:rPr lang="pt-BR" sz="1600" b="0" i="1" smtClean="0">
                            <a:latin typeface="Cambria Math" panose="02040503050406030204" pitchFamily="18" charset="0"/>
                            <a:ea typeface="Cambria Math" panose="02040503050406030204" pitchFamily="18" charset="0"/>
                          </a:rPr>
                          <m:t>.</m:t>
                        </m:r>
                      </m:e>
                    </m:d>
                  </m:oMath>
                </a14:m>
                <a:r>
                  <a:rPr lang="en-US"/>
                  <a:t> and </a:t>
                </a:r>
                <a14:m>
                  <m:oMath xmlns:m="http://schemas.openxmlformats.org/officeDocument/2006/math">
                    <m:sSubSup>
                      <m:sSubSupPr>
                        <m:ctrlPr>
                          <a:rPr lang="pt-BR" i="1">
                            <a:latin typeface="Cambria Math" panose="02040503050406030204" pitchFamily="18" charset="0"/>
                            <a:ea typeface="Cambria Math" panose="02040503050406030204" pitchFamily="18" charset="0"/>
                          </a:rPr>
                        </m:ctrlPr>
                      </m:sSubSupPr>
                      <m:e>
                        <m:r>
                          <a:rPr lang="pt-BR" i="1">
                            <a:latin typeface="Cambria Math" panose="02040503050406030204" pitchFamily="18" charset="0"/>
                            <a:ea typeface="Cambria Math" panose="02040503050406030204" pitchFamily="18" charset="0"/>
                          </a:rPr>
                          <m:t>𝒦</m:t>
                        </m:r>
                      </m:e>
                      <m:sub>
                        <m:r>
                          <a:rPr lang="pt-BR" i="1">
                            <a:latin typeface="Cambria Math" panose="02040503050406030204" pitchFamily="18" charset="0"/>
                            <a:ea typeface="Cambria Math" panose="02040503050406030204" pitchFamily="18" charset="0"/>
                          </a:rPr>
                          <m:t>𝑛</m:t>
                        </m:r>
                      </m:sub>
                      <m:sup>
                        <m:r>
                          <a:rPr lang="pt-BR" b="0" i="1" smtClean="0">
                            <a:latin typeface="Cambria Math" panose="02040503050406030204" pitchFamily="18" charset="0"/>
                            <a:ea typeface="Cambria Math" panose="02040503050406030204" pitchFamily="18" charset="0"/>
                          </a:rPr>
                          <m:t>′</m:t>
                        </m:r>
                      </m:sup>
                    </m:sSubSup>
                    <m:d>
                      <m:dPr>
                        <m:ctrlPr>
                          <a:rPr lang="pt-BR" i="1">
                            <a:latin typeface="Cambria Math" panose="02040503050406030204" pitchFamily="18" charset="0"/>
                            <a:ea typeface="Cambria Math" panose="02040503050406030204" pitchFamily="18" charset="0"/>
                          </a:rPr>
                        </m:ctrlPr>
                      </m:dPr>
                      <m:e>
                        <m:r>
                          <a:rPr lang="pt-BR" i="1">
                            <a:latin typeface="Cambria Math" panose="02040503050406030204" pitchFamily="18" charset="0"/>
                            <a:ea typeface="Cambria Math" panose="02040503050406030204" pitchFamily="18" charset="0"/>
                          </a:rPr>
                          <m:t>.</m:t>
                        </m:r>
                      </m:e>
                    </m:d>
                  </m:oMath>
                </a14:m>
                <a:r>
                  <a:rPr lang="en-US"/>
                  <a:t> are the derivatives of the </a:t>
                </a:r>
                <a:r>
                  <a:rPr lang="en-US" i="1"/>
                  <a:t>Hankel</a:t>
                </a:r>
                <a:r>
                  <a:rPr lang="en-US"/>
                  <a:t> functions </a:t>
                </a:r>
                <a14:m>
                  <m:oMath xmlns:m="http://schemas.openxmlformats.org/officeDocument/2006/math">
                    <m:sSubSup>
                      <m:sSubSupPr>
                        <m:ctrlPr>
                          <a:rPr lang="pt-BR" sz="1400" i="1">
                            <a:latin typeface="Cambria Math" panose="02040503050406030204" pitchFamily="18" charset="0"/>
                            <a:ea typeface="Cambria Math" panose="02040503050406030204" pitchFamily="18" charset="0"/>
                          </a:rPr>
                        </m:ctrlPr>
                      </m:sSubSupPr>
                      <m:e>
                        <m:r>
                          <a:rPr lang="pt-BR" sz="1400" i="1">
                            <a:latin typeface="Cambria Math" panose="02040503050406030204" pitchFamily="18" charset="0"/>
                            <a:ea typeface="Cambria Math" panose="02040503050406030204" pitchFamily="18" charset="0"/>
                          </a:rPr>
                          <m:t>ℋ</m:t>
                        </m:r>
                      </m:e>
                      <m:sub>
                        <m:r>
                          <a:rPr lang="pt-BR" sz="1400" i="1">
                            <a:latin typeface="Cambria Math" panose="02040503050406030204" pitchFamily="18" charset="0"/>
                            <a:ea typeface="Cambria Math" panose="02040503050406030204" pitchFamily="18" charset="0"/>
                          </a:rPr>
                          <m:t>𝑛</m:t>
                        </m:r>
                      </m:sub>
                      <m:sup>
                        <m:r>
                          <a:rPr lang="pt-BR" sz="1400" i="1">
                            <a:latin typeface="Cambria Math" panose="02040503050406030204" pitchFamily="18" charset="0"/>
                            <a:ea typeface="Cambria Math" panose="02040503050406030204" pitchFamily="18" charset="0"/>
                          </a:rPr>
                          <m:t> </m:t>
                        </m:r>
                      </m:sup>
                    </m:sSubSup>
                    <m:d>
                      <m:dPr>
                        <m:ctrlPr>
                          <a:rPr lang="pt-BR" sz="1400" i="1">
                            <a:latin typeface="Cambria Math" panose="02040503050406030204" pitchFamily="18" charset="0"/>
                            <a:ea typeface="Cambria Math" panose="02040503050406030204" pitchFamily="18" charset="0"/>
                          </a:rPr>
                        </m:ctrlPr>
                      </m:dPr>
                      <m:e>
                        <m:r>
                          <a:rPr lang="pt-BR" sz="1400" i="1">
                            <a:latin typeface="Cambria Math" panose="02040503050406030204" pitchFamily="18" charset="0"/>
                            <a:ea typeface="Cambria Math" panose="02040503050406030204" pitchFamily="18" charset="0"/>
                          </a:rPr>
                          <m:t>.</m:t>
                        </m:r>
                      </m:e>
                    </m:d>
                  </m:oMath>
                </a14:m>
                <a:r>
                  <a:rPr lang="en-US"/>
                  <a:t> and </a:t>
                </a:r>
                <a14:m>
                  <m:oMath xmlns:m="http://schemas.openxmlformats.org/officeDocument/2006/math">
                    <m:sSubSup>
                      <m:sSubSupPr>
                        <m:ctrlPr>
                          <a:rPr lang="pt-BR" i="1">
                            <a:latin typeface="Cambria Math" panose="02040503050406030204" pitchFamily="18" charset="0"/>
                            <a:ea typeface="Cambria Math" panose="02040503050406030204" pitchFamily="18" charset="0"/>
                          </a:rPr>
                        </m:ctrlPr>
                      </m:sSubSupPr>
                      <m:e>
                        <m:r>
                          <a:rPr lang="pt-BR" i="1">
                            <a:latin typeface="Cambria Math" panose="02040503050406030204" pitchFamily="18" charset="0"/>
                            <a:ea typeface="Cambria Math" panose="02040503050406030204" pitchFamily="18" charset="0"/>
                          </a:rPr>
                          <m:t>𝒦</m:t>
                        </m:r>
                      </m:e>
                      <m:sub>
                        <m:r>
                          <a:rPr lang="pt-BR" i="1">
                            <a:latin typeface="Cambria Math" panose="02040503050406030204" pitchFamily="18" charset="0"/>
                            <a:ea typeface="Cambria Math" panose="02040503050406030204" pitchFamily="18" charset="0"/>
                          </a:rPr>
                          <m:t>𝑛</m:t>
                        </m:r>
                      </m:sub>
                      <m:sup>
                        <m:r>
                          <a:rPr lang="pt-BR" i="1">
                            <a:latin typeface="Cambria Math" panose="02040503050406030204" pitchFamily="18" charset="0"/>
                            <a:ea typeface="Cambria Math" panose="02040503050406030204" pitchFamily="18" charset="0"/>
                          </a:rPr>
                          <m:t> </m:t>
                        </m:r>
                      </m:sup>
                    </m:sSubSup>
                    <m:d>
                      <m:dPr>
                        <m:ctrlPr>
                          <a:rPr lang="pt-BR" i="1">
                            <a:latin typeface="Cambria Math" panose="02040503050406030204" pitchFamily="18" charset="0"/>
                            <a:ea typeface="Cambria Math" panose="02040503050406030204" pitchFamily="18" charset="0"/>
                          </a:rPr>
                        </m:ctrlPr>
                      </m:dPr>
                      <m:e>
                        <m:r>
                          <a:rPr lang="pt-BR" i="1">
                            <a:latin typeface="Cambria Math" panose="02040503050406030204" pitchFamily="18" charset="0"/>
                            <a:ea typeface="Cambria Math" panose="02040503050406030204" pitchFamily="18" charset="0"/>
                          </a:rPr>
                          <m:t>.</m:t>
                        </m:r>
                      </m:e>
                    </m:d>
                  </m:oMath>
                </a14:m>
                <a:r>
                  <a:rPr lang="en-US"/>
                  <a:t>, respectively.</a:t>
                </a:r>
                <a:endParaRPr lang="pt-BR"/>
              </a:p>
            </p:txBody>
          </p:sp>
        </mc:Choice>
        <mc:Fallback>
          <p:sp>
            <p:nvSpPr>
              <p:cNvPr id="52" name="CaixaDeTexto 51">
                <a:extLst>
                  <a:ext uri="{FF2B5EF4-FFF2-40B4-BE49-F238E27FC236}">
                    <a16:creationId xmlns:a16="http://schemas.microsoft.com/office/drawing/2014/main" id="{4EF34342-3A16-41A5-661C-6076FEB49EAA}"/>
                  </a:ext>
                </a:extLst>
              </p:cNvPr>
              <p:cNvSpPr txBox="1">
                <a:spLocks noRot="1" noChangeAspect="1" noMove="1" noResize="1" noEditPoints="1" noAdjustHandles="1" noChangeArrowheads="1" noChangeShapeType="1" noTextEdit="1"/>
              </p:cNvSpPr>
              <p:nvPr/>
            </p:nvSpPr>
            <p:spPr>
              <a:xfrm>
                <a:off x="6083100" y="3673400"/>
                <a:ext cx="5485508" cy="1903534"/>
              </a:xfrm>
              <a:prstGeom prst="rect">
                <a:avLst/>
              </a:prstGeom>
              <a:blipFill>
                <a:blip r:embed="rId13"/>
                <a:stretch>
                  <a:fillRect l="-667" b="-3205"/>
                </a:stretch>
              </a:blipFill>
            </p:spPr>
            <p:txBody>
              <a:bodyPr/>
              <a:lstStyle/>
              <a:p>
                <a:r>
                  <a:rPr lang="pt-BR">
                    <a:noFill/>
                  </a:rPr>
                  <a:t> </a:t>
                </a:r>
              </a:p>
            </p:txBody>
          </p:sp>
        </mc:Fallback>
      </mc:AlternateContent>
      <mc:AlternateContent xmlns:mc="http://schemas.openxmlformats.org/markup-compatibility/2006">
        <mc:Choice xmlns:a14="http://schemas.microsoft.com/office/drawing/2010/main" Requires="a14">
          <p:sp>
            <p:nvSpPr>
              <p:cNvPr id="53" name="CaixaDeTexto 52">
                <a:extLst>
                  <a:ext uri="{FF2B5EF4-FFF2-40B4-BE49-F238E27FC236}">
                    <a16:creationId xmlns:a16="http://schemas.microsoft.com/office/drawing/2014/main" id="{9BC13F89-A614-8E97-21B6-C1B2DD8295AA}"/>
                  </a:ext>
                </a:extLst>
              </p:cNvPr>
              <p:cNvSpPr txBox="1"/>
              <p:nvPr/>
            </p:nvSpPr>
            <p:spPr>
              <a:xfrm>
                <a:off x="522973" y="5651015"/>
                <a:ext cx="5573027" cy="357534"/>
              </a:xfrm>
              <a:prstGeom prst="rect">
                <a:avLst/>
              </a:prstGeom>
              <a:noFill/>
            </p:spPr>
            <p:txBody>
              <a:bodyPr wrap="square">
                <a:spAutoFit/>
              </a:bodyPr>
              <a:lstStyle>
                <a:defPPr>
                  <a:defRPr lang="pt-BR"/>
                </a:defPPr>
                <a:lvl1pPr>
                  <a:defRPr sz="1600"/>
                </a:lvl1pPr>
              </a:lstStyle>
              <a:p>
                <a:r>
                  <a:rPr lang="en-US"/>
                  <a:t>for </a:t>
                </a:r>
                <a14:m>
                  <m:oMath xmlns:m="http://schemas.openxmlformats.org/officeDocument/2006/math">
                    <m:r>
                      <a:rPr lang="en-US" i="1" smtClean="0">
                        <a:latin typeface="Cambria Math" panose="02040503050406030204" pitchFamily="18" charset="0"/>
                      </a:rPr>
                      <m:t>𝑛</m:t>
                    </m:r>
                    <m:r>
                      <a:rPr lang="en-US" i="1" smtClean="0">
                        <a:latin typeface="Cambria Math" panose="02040503050406030204" pitchFamily="18" charset="0"/>
                      </a:rPr>
                      <m:t>=−</m:t>
                    </m:r>
                    <m:sSub>
                      <m:sSubPr>
                        <m:ctrlPr>
                          <a:rPr lang="pt-BR" b="0" i="1" smtClean="0">
                            <a:latin typeface="Cambria Math" panose="02040503050406030204" pitchFamily="18" charset="0"/>
                          </a:rPr>
                        </m:ctrlPr>
                      </m:sSubPr>
                      <m:e>
                        <m:r>
                          <a:rPr lang="pt-BR" b="0" i="1" smtClean="0">
                            <a:latin typeface="Cambria Math" panose="02040503050406030204" pitchFamily="18" charset="0"/>
                          </a:rPr>
                          <m:t>𝑁</m:t>
                        </m:r>
                      </m:e>
                      <m:sub>
                        <m:r>
                          <a:rPr lang="pt-BR" b="0" i="1" smtClean="0">
                            <a:latin typeface="Cambria Math" panose="02040503050406030204" pitchFamily="18" charset="0"/>
                          </a:rPr>
                          <m:t>𝑝</m:t>
                        </m:r>
                      </m:sub>
                    </m:sSub>
                    <m:r>
                      <a:rPr lang="pt-BR" b="0" i="1" smtClean="0">
                        <a:latin typeface="Cambria Math" panose="02040503050406030204" pitchFamily="18" charset="0"/>
                      </a:rPr>
                      <m:t>, …, </m:t>
                    </m:r>
                    <m:sSub>
                      <m:sSubPr>
                        <m:ctrlPr>
                          <a:rPr lang="pt-BR" b="0" i="1" smtClean="0">
                            <a:latin typeface="Cambria Math" panose="02040503050406030204" pitchFamily="18" charset="0"/>
                          </a:rPr>
                        </m:ctrlPr>
                      </m:sSubPr>
                      <m:e>
                        <m:r>
                          <a:rPr lang="pt-BR" b="0" i="1" smtClean="0">
                            <a:latin typeface="Cambria Math" panose="02040503050406030204" pitchFamily="18" charset="0"/>
                          </a:rPr>
                          <m:t>𝑁</m:t>
                        </m:r>
                      </m:e>
                      <m:sub>
                        <m:r>
                          <a:rPr lang="pt-BR" b="0" i="1" smtClean="0">
                            <a:latin typeface="Cambria Math" panose="02040503050406030204" pitchFamily="18" charset="0"/>
                          </a:rPr>
                          <m:t>𝑝</m:t>
                        </m:r>
                      </m:sub>
                    </m:sSub>
                  </m:oMath>
                </a14:m>
                <a:endParaRPr lang="pt-BR"/>
              </a:p>
            </p:txBody>
          </p:sp>
        </mc:Choice>
        <mc:Fallback>
          <p:sp>
            <p:nvSpPr>
              <p:cNvPr id="53" name="CaixaDeTexto 52">
                <a:extLst>
                  <a:ext uri="{FF2B5EF4-FFF2-40B4-BE49-F238E27FC236}">
                    <a16:creationId xmlns:a16="http://schemas.microsoft.com/office/drawing/2014/main" id="{9BC13F89-A614-8E97-21B6-C1B2DD8295AA}"/>
                  </a:ext>
                </a:extLst>
              </p:cNvPr>
              <p:cNvSpPr txBox="1">
                <a:spLocks noRot="1" noChangeAspect="1" noMove="1" noResize="1" noEditPoints="1" noAdjustHandles="1" noChangeArrowheads="1" noChangeShapeType="1" noTextEdit="1"/>
              </p:cNvSpPr>
              <p:nvPr/>
            </p:nvSpPr>
            <p:spPr>
              <a:xfrm>
                <a:off x="522973" y="5651015"/>
                <a:ext cx="5573027" cy="357534"/>
              </a:xfrm>
              <a:prstGeom prst="rect">
                <a:avLst/>
              </a:prstGeom>
              <a:blipFill>
                <a:blip r:embed="rId14"/>
                <a:stretch>
                  <a:fillRect l="-656" t="-3390" b="-16949"/>
                </a:stretch>
              </a:blipFill>
            </p:spPr>
            <p:txBody>
              <a:bodyPr/>
              <a:lstStyle/>
              <a:p>
                <a:r>
                  <a:rPr lang="pt-BR">
                    <a:noFill/>
                  </a:rPr>
                  <a:t> </a:t>
                </a:r>
              </a:p>
            </p:txBody>
          </p:sp>
        </mc:Fallback>
      </mc:AlternateContent>
    </p:spTree>
    <p:extLst>
      <p:ext uri="{BB962C8B-B14F-4D97-AF65-F5344CB8AC3E}">
        <p14:creationId xmlns:p14="http://schemas.microsoft.com/office/powerpoint/2010/main" val="33541745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310BE2A7-F3D2-24C6-A415-EA4964A8FD02}"/>
              </a:ext>
            </a:extLst>
          </p:cNvPr>
          <p:cNvSpPr/>
          <p:nvPr/>
        </p:nvSpPr>
        <p:spPr>
          <a:xfrm>
            <a:off x="0" y="0"/>
            <a:ext cx="12192000" cy="404664"/>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6" name="Gráfico 5">
            <a:extLst>
              <a:ext uri="{FF2B5EF4-FFF2-40B4-BE49-F238E27FC236}">
                <a16:creationId xmlns:a16="http://schemas.microsoft.com/office/drawing/2014/main" id="{9DA9C8AB-72FF-D7D8-7E4D-1C5ECDBF0C8D}"/>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10345" t="32228" r="13793" b="43634"/>
          <a:stretch/>
        </p:blipFill>
        <p:spPr>
          <a:xfrm>
            <a:off x="11280576" y="6489338"/>
            <a:ext cx="792088" cy="252029"/>
          </a:xfrm>
          <a:prstGeom prst="rect">
            <a:avLst/>
          </a:prstGeom>
        </p:spPr>
      </p:pic>
      <p:sp>
        <p:nvSpPr>
          <p:cNvPr id="8" name="Espaço Reservado para Rodapé 57">
            <a:extLst>
              <a:ext uri="{FF2B5EF4-FFF2-40B4-BE49-F238E27FC236}">
                <a16:creationId xmlns:a16="http://schemas.microsoft.com/office/drawing/2014/main" id="{9BEF1642-B655-7CAD-CD9D-3570B3E8A5FE}"/>
              </a:ext>
            </a:extLst>
          </p:cNvPr>
          <p:cNvSpPr>
            <a:spLocks noGrp="1"/>
          </p:cNvSpPr>
          <p:nvPr>
            <p:ph type="ftr" sz="quarter" idx="11"/>
          </p:nvPr>
        </p:nvSpPr>
        <p:spPr>
          <a:xfrm>
            <a:off x="5357918" y="6489339"/>
            <a:ext cx="1476164" cy="252029"/>
          </a:xfrm>
        </p:spPr>
        <p:txBody>
          <a:bodyPr/>
          <a:lstStyle/>
          <a:p>
            <a:r>
              <a:rPr lang="pt-BR"/>
              <a:t>© Adilton Pereira</a:t>
            </a:r>
          </a:p>
        </p:txBody>
      </p:sp>
      <p:sp>
        <p:nvSpPr>
          <p:cNvPr id="9" name="Espaço Reservado para Número de Slide 58">
            <a:extLst>
              <a:ext uri="{FF2B5EF4-FFF2-40B4-BE49-F238E27FC236}">
                <a16:creationId xmlns:a16="http://schemas.microsoft.com/office/drawing/2014/main" id="{6712AAAE-5D61-5AD9-F1A7-A27ACC47ED61}"/>
              </a:ext>
            </a:extLst>
          </p:cNvPr>
          <p:cNvSpPr>
            <a:spLocks noGrp="1"/>
          </p:cNvSpPr>
          <p:nvPr>
            <p:ph type="sldNum" sz="quarter" idx="12"/>
          </p:nvPr>
        </p:nvSpPr>
        <p:spPr>
          <a:xfrm>
            <a:off x="136798" y="6480904"/>
            <a:ext cx="450590" cy="252029"/>
          </a:xfrm>
        </p:spPr>
        <p:txBody>
          <a:bodyPr/>
          <a:lstStyle/>
          <a:p>
            <a:fld id="{6023531A-24AE-4EE7-A19A-D3968154BEE1}" type="slidenum">
              <a:rPr lang="pt-BR" smtClean="0"/>
              <a:t>13</a:t>
            </a:fld>
            <a:endParaRPr lang="pt-BR"/>
          </a:p>
        </p:txBody>
      </p:sp>
      <p:sp>
        <p:nvSpPr>
          <p:cNvPr id="92" name="CaixaDeTexto 91">
            <a:extLst>
              <a:ext uri="{FF2B5EF4-FFF2-40B4-BE49-F238E27FC236}">
                <a16:creationId xmlns:a16="http://schemas.microsoft.com/office/drawing/2014/main" id="{389AD4BA-DE4A-1658-2487-F94C2EEF6666}"/>
              </a:ext>
            </a:extLst>
          </p:cNvPr>
          <p:cNvSpPr txBox="1"/>
          <p:nvPr/>
        </p:nvSpPr>
        <p:spPr>
          <a:xfrm>
            <a:off x="479425" y="544453"/>
            <a:ext cx="5616576" cy="400110"/>
          </a:xfrm>
          <a:prstGeom prst="rect">
            <a:avLst/>
          </a:prstGeom>
          <a:noFill/>
        </p:spPr>
        <p:txBody>
          <a:bodyPr wrap="square" rtlCol="0">
            <a:spAutoFit/>
          </a:bodyPr>
          <a:lstStyle/>
          <a:p>
            <a:r>
              <a:rPr lang="pt-BR" sz="2000">
                <a:ln w="0"/>
                <a:effectLst>
                  <a:outerShdw blurRad="38100" dist="19050" dir="2700000" algn="tl" rotWithShape="0">
                    <a:schemeClr val="dk1">
                      <a:alpha val="40000"/>
                    </a:schemeClr>
                  </a:outerShdw>
                </a:effectLst>
              </a:rPr>
              <a:t>REFERENCES</a:t>
            </a:r>
          </a:p>
        </p:txBody>
      </p:sp>
      <p:sp>
        <p:nvSpPr>
          <p:cNvPr id="94" name="CaixaDeTexto 93">
            <a:extLst>
              <a:ext uri="{FF2B5EF4-FFF2-40B4-BE49-F238E27FC236}">
                <a16:creationId xmlns:a16="http://schemas.microsoft.com/office/drawing/2014/main" id="{D1D8FCDA-4632-6080-1621-67CDF796C564}"/>
              </a:ext>
            </a:extLst>
          </p:cNvPr>
          <p:cNvSpPr txBox="1"/>
          <p:nvPr/>
        </p:nvSpPr>
        <p:spPr>
          <a:xfrm>
            <a:off x="474344" y="1085462"/>
            <a:ext cx="10764838" cy="3924151"/>
          </a:xfrm>
          <a:prstGeom prst="rect">
            <a:avLst/>
          </a:prstGeom>
          <a:noFill/>
        </p:spPr>
        <p:txBody>
          <a:bodyPr wrap="square">
            <a:spAutoFit/>
          </a:bodyPr>
          <a:lstStyle/>
          <a:p>
            <a:pPr marL="285750" indent="-285750" algn="just">
              <a:spcAft>
                <a:spcPts val="600"/>
              </a:spcAft>
            </a:pPr>
            <a:r>
              <a:rPr lang="pt-BR" sz="1600">
                <a:latin typeface="Arial" panose="020B0604020202020204" pitchFamily="34" charset="0"/>
                <a:cs typeface="Arial" panose="020B0604020202020204" pitchFamily="34" charset="0"/>
              </a:rPr>
              <a:t>[1] U. R. Patel, B. Gustavsen and P. Triverio, "An Equivalent Surface Current Approach for the Computation of the Series Impedance of Power Cables with Inclusion of Skin and Proximity Effects," in IEEE Transactions on Power Delivery, vol. 28, no. 4, pp. 2474-2482, Oct. 2013, doi: 10.1109/TPWRD.2013.2267098.</a:t>
            </a:r>
          </a:p>
          <a:p>
            <a:pPr marL="285750" indent="-285750" algn="just">
              <a:spcAft>
                <a:spcPts val="600"/>
              </a:spcAft>
            </a:pPr>
            <a:r>
              <a:rPr lang="pt-BR" sz="1600">
                <a:latin typeface="Arial" panose="020B0604020202020204" pitchFamily="34" charset="0"/>
                <a:cs typeface="Arial" panose="020B0604020202020204" pitchFamily="34" charset="0"/>
              </a:rPr>
              <a:t>[2] U. R. Patel, B. Gustavsen and P. Triverio, "Proximity-Aware Calculation of Cable Series Impedance for Systems of Solid and Hollow Conductors," in IEEE Transactions on Power Delivery, vol. 29, no. 5, pp. 2101-2109, Oct. 2014, doi: 10.1109/TPWRD.2014.2330994.</a:t>
            </a:r>
          </a:p>
          <a:p>
            <a:pPr marL="285750" indent="-285750" algn="just">
              <a:spcAft>
                <a:spcPts val="600"/>
              </a:spcAft>
            </a:pPr>
            <a:r>
              <a:rPr lang="pt-BR" sz="1600">
                <a:latin typeface="Arial" panose="020B0604020202020204" pitchFamily="34" charset="0"/>
                <a:cs typeface="Arial" panose="020B0604020202020204" pitchFamily="34" charset="0"/>
              </a:rPr>
              <a:t>[3] D. De Zutter and L. Knockaert, "Skin effect modeling based on a differential surface admittance operator," in IEEE Transactions on Microwave Theory and Techniques, vol. 53, no. 8, pp. 2526-2538, Aug. 2005, doi: 10.1109/TMTT.2005.852766.</a:t>
            </a:r>
          </a:p>
          <a:p>
            <a:pPr marL="285750" indent="-285750" algn="just">
              <a:spcAft>
                <a:spcPts val="600"/>
              </a:spcAft>
            </a:pPr>
            <a:r>
              <a:rPr lang="pt-BR" sz="1600">
                <a:latin typeface="Arial" panose="020B0604020202020204" pitchFamily="34" charset="0"/>
                <a:cs typeface="Arial" panose="020B0604020202020204" pitchFamily="34" charset="0"/>
              </a:rPr>
              <a:t>[4] R. F. Harrington, Time-harmonic electromagnetic fields. New York, NY: McGraw-Hill, c2001. xiii, 480 p. </a:t>
            </a:r>
          </a:p>
          <a:p>
            <a:pPr marL="285750" indent="-285750" algn="just">
              <a:spcAft>
                <a:spcPts val="600"/>
              </a:spcAft>
            </a:pPr>
            <a:r>
              <a:rPr lang="en-US" sz="1600">
                <a:latin typeface="Arial" panose="020B0604020202020204" pitchFamily="34" charset="0"/>
                <a:cs typeface="Arial" panose="020B0604020202020204" pitchFamily="34" charset="0"/>
              </a:rPr>
              <a:t>[5] C. R. Paul, Analysis of Multiconductor Transmission Lines, 2</a:t>
            </a:r>
            <a:r>
              <a:rPr lang="en-US" sz="1600" baseline="30000">
                <a:latin typeface="Arial" panose="020B0604020202020204" pitchFamily="34" charset="0"/>
                <a:cs typeface="Arial" panose="020B0604020202020204" pitchFamily="34" charset="0"/>
              </a:rPr>
              <a:t>nd</a:t>
            </a:r>
            <a:r>
              <a:rPr lang="en-US" sz="1600">
                <a:latin typeface="Arial" panose="020B0604020202020204" pitchFamily="34" charset="0"/>
                <a:cs typeface="Arial" panose="020B0604020202020204" pitchFamily="34" charset="0"/>
              </a:rPr>
              <a:t> ed. Hoboken, NJ, USA: Wiley, 2007.</a:t>
            </a:r>
          </a:p>
          <a:p>
            <a:pPr marL="285750" indent="-285750" algn="just">
              <a:spcAft>
                <a:spcPts val="600"/>
              </a:spcAft>
            </a:pPr>
            <a:r>
              <a:rPr lang="en-US" sz="1600">
                <a:latin typeface="Arial" panose="020B0604020202020204" pitchFamily="34" charset="0"/>
                <a:cs typeface="Arial" panose="020B0604020202020204" pitchFamily="34" charset="0"/>
              </a:rPr>
              <a:t>[6] U. R. Patel, A Surface Admittance Approach For Fast Calculation of the Series Impedance of Cables Including Skin, Proximity, and Ground Return Effects. 2014. University of Toronto, Graduate Department of The Edward S. Rogers Sr. Department of Electrical &amp; Computer Engineering. </a:t>
            </a:r>
            <a:endParaRPr lang="pt-BR" sz="16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299197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116" name="Agrupar 115">
            <a:extLst>
              <a:ext uri="{FF2B5EF4-FFF2-40B4-BE49-F238E27FC236}">
                <a16:creationId xmlns:a16="http://schemas.microsoft.com/office/drawing/2014/main" id="{FE1BA46B-8BEE-F59C-724F-3354F27A9BAB}"/>
              </a:ext>
            </a:extLst>
          </p:cNvPr>
          <p:cNvGrpSpPr/>
          <p:nvPr/>
        </p:nvGrpSpPr>
        <p:grpSpPr>
          <a:xfrm>
            <a:off x="6564052" y="1844880"/>
            <a:ext cx="4140617" cy="2843449"/>
            <a:chOff x="6564052" y="1844880"/>
            <a:chExt cx="4140617" cy="2843449"/>
          </a:xfrm>
        </p:grpSpPr>
        <p:grpSp>
          <p:nvGrpSpPr>
            <p:cNvPr id="110" name="Agrupar 109">
              <a:extLst>
                <a:ext uri="{FF2B5EF4-FFF2-40B4-BE49-F238E27FC236}">
                  <a16:creationId xmlns:a16="http://schemas.microsoft.com/office/drawing/2014/main" id="{9D2A346C-8C9A-A1D8-B40A-BE4B91DF9A45}"/>
                </a:ext>
              </a:extLst>
            </p:cNvPr>
            <p:cNvGrpSpPr/>
            <p:nvPr/>
          </p:nvGrpSpPr>
          <p:grpSpPr>
            <a:xfrm>
              <a:off x="6564052" y="1844880"/>
              <a:ext cx="4140617" cy="2416190"/>
              <a:chOff x="6564052" y="1844880"/>
              <a:chExt cx="4140617" cy="2416190"/>
            </a:xfrm>
          </p:grpSpPr>
          <p:grpSp>
            <p:nvGrpSpPr>
              <p:cNvPr id="61" name="Agrupar 60">
                <a:extLst>
                  <a:ext uri="{FF2B5EF4-FFF2-40B4-BE49-F238E27FC236}">
                    <a16:creationId xmlns:a16="http://schemas.microsoft.com/office/drawing/2014/main" id="{7BC3E3E7-45E5-8EE3-0C8F-215648B50428}"/>
                  </a:ext>
                </a:extLst>
              </p:cNvPr>
              <p:cNvGrpSpPr/>
              <p:nvPr/>
            </p:nvGrpSpPr>
            <p:grpSpPr>
              <a:xfrm>
                <a:off x="6564052" y="2179059"/>
                <a:ext cx="3387465" cy="2082011"/>
                <a:chOff x="803412" y="1463793"/>
                <a:chExt cx="5979519" cy="3686583"/>
              </a:xfrm>
            </p:grpSpPr>
            <p:cxnSp>
              <p:nvCxnSpPr>
                <p:cNvPr id="63" name="Conector reto 62">
                  <a:extLst>
                    <a:ext uri="{FF2B5EF4-FFF2-40B4-BE49-F238E27FC236}">
                      <a16:creationId xmlns:a16="http://schemas.microsoft.com/office/drawing/2014/main" id="{F113F0C8-55B7-34D5-A59A-73D8AC4715A3}"/>
                    </a:ext>
                  </a:extLst>
                </p:cNvPr>
                <p:cNvCxnSpPr>
                  <a:cxnSpLocks/>
                </p:cNvCxnSpPr>
                <p:nvPr/>
              </p:nvCxnSpPr>
              <p:spPr>
                <a:xfrm flipV="1">
                  <a:off x="2033156" y="1463793"/>
                  <a:ext cx="4226087" cy="698315"/>
                </a:xfrm>
                <a:prstGeom prst="line">
                  <a:avLst/>
                </a:prstGeom>
                <a:ln>
                  <a:solidFill>
                    <a:schemeClr val="tx1"/>
                  </a:solidFill>
                  <a:prstDash val="dash"/>
                </a:ln>
              </p:spPr>
              <p:style>
                <a:lnRef idx="2">
                  <a:schemeClr val="accent1"/>
                </a:lnRef>
                <a:fillRef idx="0">
                  <a:schemeClr val="accent1"/>
                </a:fillRef>
                <a:effectRef idx="1">
                  <a:schemeClr val="accent1"/>
                </a:effectRef>
                <a:fontRef idx="minor">
                  <a:schemeClr val="tx1"/>
                </a:fontRef>
              </p:style>
            </p:cxnSp>
            <p:cxnSp>
              <p:nvCxnSpPr>
                <p:cNvPr id="64" name="Conector reto 63">
                  <a:extLst>
                    <a:ext uri="{FF2B5EF4-FFF2-40B4-BE49-F238E27FC236}">
                      <a16:creationId xmlns:a16="http://schemas.microsoft.com/office/drawing/2014/main" id="{5D6FFFCA-A2C8-2DAC-86D3-0EDDBAE4B08D}"/>
                    </a:ext>
                  </a:extLst>
                </p:cNvPr>
                <p:cNvCxnSpPr>
                  <a:cxnSpLocks/>
                </p:cNvCxnSpPr>
                <p:nvPr/>
              </p:nvCxnSpPr>
              <p:spPr>
                <a:xfrm flipV="1">
                  <a:off x="2787067" y="4368612"/>
                  <a:ext cx="3995864" cy="706623"/>
                </a:xfrm>
                <a:prstGeom prst="line">
                  <a:avLst/>
                </a:prstGeom>
                <a:ln>
                  <a:solidFill>
                    <a:schemeClr val="tx1"/>
                  </a:solidFill>
                  <a:prstDash val="dash"/>
                </a:ln>
              </p:spPr>
              <p:style>
                <a:lnRef idx="2">
                  <a:schemeClr val="accent1"/>
                </a:lnRef>
                <a:fillRef idx="0">
                  <a:schemeClr val="accent1"/>
                </a:fillRef>
                <a:effectRef idx="1">
                  <a:schemeClr val="accent1"/>
                </a:effectRef>
                <a:fontRef idx="minor">
                  <a:schemeClr val="tx1"/>
                </a:fontRef>
              </p:style>
            </p:cxnSp>
            <p:sp>
              <p:nvSpPr>
                <p:cNvPr id="65" name="Elipse 64">
                  <a:extLst>
                    <a:ext uri="{FF2B5EF4-FFF2-40B4-BE49-F238E27FC236}">
                      <a16:creationId xmlns:a16="http://schemas.microsoft.com/office/drawing/2014/main" id="{9F9E1C86-2FCF-4931-04E1-C31DA62B0B66}"/>
                    </a:ext>
                  </a:extLst>
                </p:cNvPr>
                <p:cNvSpPr/>
                <p:nvPr/>
              </p:nvSpPr>
              <p:spPr>
                <a:xfrm>
                  <a:off x="803412" y="2132856"/>
                  <a:ext cx="3017520" cy="3017520"/>
                </a:xfrm>
                <a:prstGeom prst="ellipse">
                  <a:avLst/>
                </a:prstGeom>
                <a:noFill/>
                <a:ln w="19050">
                  <a:solidFill>
                    <a:schemeClr val="tx1"/>
                  </a:solidFill>
                  <a:prstDash val="dash"/>
                </a:ln>
              </p:spPr>
              <p:style>
                <a:lnRef idx="0">
                  <a:scrgbClr r="0" g="0" b="0"/>
                </a:lnRef>
                <a:fillRef idx="0">
                  <a:scrgbClr r="0" g="0" b="0"/>
                </a:fillRef>
                <a:effectRef idx="0">
                  <a:scrgbClr r="0" g="0" b="0"/>
                </a:effectRef>
                <a:fontRef idx="minor">
                  <a:schemeClr val="lt1"/>
                </a:fontRef>
              </p:style>
              <p:txBody>
                <a:bodyPr rtlCol="0" anchor="ctr"/>
                <a:lstStyle/>
                <a:p>
                  <a:pPr algn="ctr"/>
                  <a:endParaRPr lang="pt-BR"/>
                </a:p>
              </p:txBody>
            </p:sp>
          </p:grpSp>
          <p:grpSp>
            <p:nvGrpSpPr>
              <p:cNvPr id="108" name="Agrupar 107">
                <a:extLst>
                  <a:ext uri="{FF2B5EF4-FFF2-40B4-BE49-F238E27FC236}">
                    <a16:creationId xmlns:a16="http://schemas.microsoft.com/office/drawing/2014/main" id="{E865F3D3-E3B5-89EB-2E8F-749C1BF37132}"/>
                  </a:ext>
                </a:extLst>
              </p:cNvPr>
              <p:cNvGrpSpPr/>
              <p:nvPr/>
            </p:nvGrpSpPr>
            <p:grpSpPr>
              <a:xfrm>
                <a:off x="7663376" y="2198609"/>
                <a:ext cx="3041293" cy="1826802"/>
                <a:chOff x="7663376" y="2198609"/>
                <a:chExt cx="3041293" cy="1826802"/>
              </a:xfrm>
            </p:grpSpPr>
            <p:grpSp>
              <p:nvGrpSpPr>
                <p:cNvPr id="97" name="Agrupar 96">
                  <a:extLst>
                    <a:ext uri="{FF2B5EF4-FFF2-40B4-BE49-F238E27FC236}">
                      <a16:creationId xmlns:a16="http://schemas.microsoft.com/office/drawing/2014/main" id="{BA5AF2AB-7D82-B4DE-26DF-29CED8F9A650}"/>
                    </a:ext>
                  </a:extLst>
                </p:cNvPr>
                <p:cNvGrpSpPr/>
                <p:nvPr/>
              </p:nvGrpSpPr>
              <p:grpSpPr>
                <a:xfrm>
                  <a:off x="7663376" y="2198609"/>
                  <a:ext cx="2897120" cy="954620"/>
                  <a:chOff x="7663376" y="2198609"/>
                  <a:chExt cx="2897120" cy="954620"/>
                </a:xfrm>
              </p:grpSpPr>
              <p:cxnSp>
                <p:nvCxnSpPr>
                  <p:cNvPr id="68" name="Conector de Seta Reta 67">
                    <a:extLst>
                      <a:ext uri="{FF2B5EF4-FFF2-40B4-BE49-F238E27FC236}">
                        <a16:creationId xmlns:a16="http://schemas.microsoft.com/office/drawing/2014/main" id="{03D06C2C-832D-65DA-EB6C-4622318D9C2B}"/>
                      </a:ext>
                    </a:extLst>
                  </p:cNvPr>
                  <p:cNvCxnSpPr>
                    <a:cxnSpLocks/>
                  </p:cNvCxnSpPr>
                  <p:nvPr/>
                </p:nvCxnSpPr>
                <p:spPr>
                  <a:xfrm flipH="1">
                    <a:off x="7663376" y="2198609"/>
                    <a:ext cx="2263702" cy="39604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0" name="Conector de Seta Reta 69">
                    <a:extLst>
                      <a:ext uri="{FF2B5EF4-FFF2-40B4-BE49-F238E27FC236}">
                        <a16:creationId xmlns:a16="http://schemas.microsoft.com/office/drawing/2014/main" id="{A81B50AD-C383-421F-80E0-C15AA19AF737}"/>
                      </a:ext>
                    </a:extLst>
                  </p:cNvPr>
                  <p:cNvCxnSpPr>
                    <a:cxnSpLocks/>
                  </p:cNvCxnSpPr>
                  <p:nvPr/>
                </p:nvCxnSpPr>
                <p:spPr>
                  <a:xfrm flipH="1">
                    <a:off x="7803201" y="2240868"/>
                    <a:ext cx="2263702" cy="39604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1" name="Conector de Seta Reta 70">
                    <a:extLst>
                      <a:ext uri="{FF2B5EF4-FFF2-40B4-BE49-F238E27FC236}">
                        <a16:creationId xmlns:a16="http://schemas.microsoft.com/office/drawing/2014/main" id="{BA400855-0B44-94C8-40A6-718A9DA7318A}"/>
                      </a:ext>
                    </a:extLst>
                  </p:cNvPr>
                  <p:cNvCxnSpPr>
                    <a:cxnSpLocks/>
                  </p:cNvCxnSpPr>
                  <p:nvPr/>
                </p:nvCxnSpPr>
                <p:spPr>
                  <a:xfrm flipH="1">
                    <a:off x="7913338" y="2304468"/>
                    <a:ext cx="2293390" cy="40328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5" name="Conector de Seta Reta 74">
                    <a:extLst>
                      <a:ext uri="{FF2B5EF4-FFF2-40B4-BE49-F238E27FC236}">
                        <a16:creationId xmlns:a16="http://schemas.microsoft.com/office/drawing/2014/main" id="{28232F5A-4EF6-AA1A-90DC-E918915A4487}"/>
                      </a:ext>
                    </a:extLst>
                  </p:cNvPr>
                  <p:cNvCxnSpPr>
                    <a:cxnSpLocks/>
                  </p:cNvCxnSpPr>
                  <p:nvPr/>
                </p:nvCxnSpPr>
                <p:spPr>
                  <a:xfrm flipH="1">
                    <a:off x="8006723" y="2379540"/>
                    <a:ext cx="2310142" cy="39191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6" name="Conector de Seta Reta 75">
                    <a:extLst>
                      <a:ext uri="{FF2B5EF4-FFF2-40B4-BE49-F238E27FC236}">
                        <a16:creationId xmlns:a16="http://schemas.microsoft.com/office/drawing/2014/main" id="{DBEC5BCB-B5D7-8E80-B683-924E62E35BD1}"/>
                      </a:ext>
                    </a:extLst>
                  </p:cNvPr>
                  <p:cNvCxnSpPr>
                    <a:cxnSpLocks/>
                  </p:cNvCxnSpPr>
                  <p:nvPr/>
                </p:nvCxnSpPr>
                <p:spPr>
                  <a:xfrm flipH="1">
                    <a:off x="8070368" y="2460108"/>
                    <a:ext cx="2310108" cy="39848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7" name="Conector de Seta Reta 76">
                    <a:extLst>
                      <a:ext uri="{FF2B5EF4-FFF2-40B4-BE49-F238E27FC236}">
                        <a16:creationId xmlns:a16="http://schemas.microsoft.com/office/drawing/2014/main" id="{67A3523C-D1B9-BD48-FA17-0825B5212312}"/>
                      </a:ext>
                    </a:extLst>
                  </p:cNvPr>
                  <p:cNvCxnSpPr>
                    <a:cxnSpLocks/>
                  </p:cNvCxnSpPr>
                  <p:nvPr/>
                </p:nvCxnSpPr>
                <p:spPr>
                  <a:xfrm flipH="1">
                    <a:off x="8140187" y="2541583"/>
                    <a:ext cx="2317901" cy="40413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8" name="Conector de Seta Reta 77">
                    <a:extLst>
                      <a:ext uri="{FF2B5EF4-FFF2-40B4-BE49-F238E27FC236}">
                        <a16:creationId xmlns:a16="http://schemas.microsoft.com/office/drawing/2014/main" id="{691D5DC8-0734-60F2-CC69-C2F6F868DFF8}"/>
                      </a:ext>
                    </a:extLst>
                  </p:cNvPr>
                  <p:cNvCxnSpPr>
                    <a:cxnSpLocks/>
                  </p:cNvCxnSpPr>
                  <p:nvPr/>
                </p:nvCxnSpPr>
                <p:spPr>
                  <a:xfrm flipH="1">
                    <a:off x="8194386" y="2644086"/>
                    <a:ext cx="2333521" cy="40332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9" name="Conector de Seta Reta 78">
                    <a:extLst>
                      <a:ext uri="{FF2B5EF4-FFF2-40B4-BE49-F238E27FC236}">
                        <a16:creationId xmlns:a16="http://schemas.microsoft.com/office/drawing/2014/main" id="{99B4AB50-A2D1-FCE1-6BA9-B900AEA34F22}"/>
                      </a:ext>
                    </a:extLst>
                  </p:cNvPr>
                  <p:cNvCxnSpPr>
                    <a:cxnSpLocks/>
                  </p:cNvCxnSpPr>
                  <p:nvPr/>
                </p:nvCxnSpPr>
                <p:spPr>
                  <a:xfrm flipH="1">
                    <a:off x="8242771" y="2749477"/>
                    <a:ext cx="2317725" cy="40375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grpSp>
              <p:nvGrpSpPr>
                <p:cNvPr id="98" name="Agrupar 97">
                  <a:extLst>
                    <a:ext uri="{FF2B5EF4-FFF2-40B4-BE49-F238E27FC236}">
                      <a16:creationId xmlns:a16="http://schemas.microsoft.com/office/drawing/2014/main" id="{E92B19B3-C0D7-9A51-455F-BCC62DE3642C}"/>
                    </a:ext>
                  </a:extLst>
                </p:cNvPr>
                <p:cNvGrpSpPr/>
                <p:nvPr/>
              </p:nvGrpSpPr>
              <p:grpSpPr>
                <a:xfrm rot="20424645" flipV="1">
                  <a:off x="7812503" y="3047811"/>
                  <a:ext cx="2892166" cy="977600"/>
                  <a:chOff x="7680244" y="2174892"/>
                  <a:chExt cx="2892166" cy="977600"/>
                </a:xfrm>
              </p:grpSpPr>
              <p:cxnSp>
                <p:nvCxnSpPr>
                  <p:cNvPr id="99" name="Conector de Seta Reta 98">
                    <a:extLst>
                      <a:ext uri="{FF2B5EF4-FFF2-40B4-BE49-F238E27FC236}">
                        <a16:creationId xmlns:a16="http://schemas.microsoft.com/office/drawing/2014/main" id="{6E433578-D06C-4ED9-81CC-61646E03A69A}"/>
                      </a:ext>
                    </a:extLst>
                  </p:cNvPr>
                  <p:cNvCxnSpPr>
                    <a:cxnSpLocks/>
                  </p:cNvCxnSpPr>
                  <p:nvPr/>
                </p:nvCxnSpPr>
                <p:spPr>
                  <a:xfrm flipH="1">
                    <a:off x="7680244" y="2174892"/>
                    <a:ext cx="2263702" cy="39604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0" name="Conector de Seta Reta 99">
                    <a:extLst>
                      <a:ext uri="{FF2B5EF4-FFF2-40B4-BE49-F238E27FC236}">
                        <a16:creationId xmlns:a16="http://schemas.microsoft.com/office/drawing/2014/main" id="{C3BF1B63-8A67-2952-ADB9-640C5023194D}"/>
                      </a:ext>
                    </a:extLst>
                  </p:cNvPr>
                  <p:cNvCxnSpPr>
                    <a:cxnSpLocks/>
                  </p:cNvCxnSpPr>
                  <p:nvPr/>
                </p:nvCxnSpPr>
                <p:spPr>
                  <a:xfrm flipH="1">
                    <a:off x="7819039" y="2233630"/>
                    <a:ext cx="2263702" cy="39604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1" name="Conector de Seta Reta 100">
                    <a:extLst>
                      <a:ext uri="{FF2B5EF4-FFF2-40B4-BE49-F238E27FC236}">
                        <a16:creationId xmlns:a16="http://schemas.microsoft.com/office/drawing/2014/main" id="{021B00EC-64A6-391C-6ACC-79F6CCE95000}"/>
                      </a:ext>
                    </a:extLst>
                  </p:cNvPr>
                  <p:cNvCxnSpPr>
                    <a:cxnSpLocks/>
                  </p:cNvCxnSpPr>
                  <p:nvPr/>
                </p:nvCxnSpPr>
                <p:spPr>
                  <a:xfrm flipH="1">
                    <a:off x="7931360" y="2293015"/>
                    <a:ext cx="2293390" cy="40328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2" name="Conector de Seta Reta 101">
                    <a:extLst>
                      <a:ext uri="{FF2B5EF4-FFF2-40B4-BE49-F238E27FC236}">
                        <a16:creationId xmlns:a16="http://schemas.microsoft.com/office/drawing/2014/main" id="{E28AF4FD-C305-0C68-8F47-DFAB12D5B0DE}"/>
                      </a:ext>
                    </a:extLst>
                  </p:cNvPr>
                  <p:cNvCxnSpPr>
                    <a:cxnSpLocks/>
                  </p:cNvCxnSpPr>
                  <p:nvPr/>
                </p:nvCxnSpPr>
                <p:spPr>
                  <a:xfrm flipH="1">
                    <a:off x="8025243" y="2375575"/>
                    <a:ext cx="2310142" cy="39191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3" name="Conector de Seta Reta 102">
                    <a:extLst>
                      <a:ext uri="{FF2B5EF4-FFF2-40B4-BE49-F238E27FC236}">
                        <a16:creationId xmlns:a16="http://schemas.microsoft.com/office/drawing/2014/main" id="{47299D12-A30A-36B2-36E2-39A7AF67B5B3}"/>
                      </a:ext>
                    </a:extLst>
                  </p:cNvPr>
                  <p:cNvCxnSpPr>
                    <a:cxnSpLocks/>
                  </p:cNvCxnSpPr>
                  <p:nvPr/>
                </p:nvCxnSpPr>
                <p:spPr>
                  <a:xfrm flipH="1">
                    <a:off x="8103549" y="2451206"/>
                    <a:ext cx="2310108" cy="39848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4" name="Conector de Seta Reta 103">
                    <a:extLst>
                      <a:ext uri="{FF2B5EF4-FFF2-40B4-BE49-F238E27FC236}">
                        <a16:creationId xmlns:a16="http://schemas.microsoft.com/office/drawing/2014/main" id="{504DC4A4-EA7D-5391-9893-5AACC484FE09}"/>
                      </a:ext>
                    </a:extLst>
                  </p:cNvPr>
                  <p:cNvCxnSpPr>
                    <a:cxnSpLocks/>
                  </p:cNvCxnSpPr>
                  <p:nvPr/>
                </p:nvCxnSpPr>
                <p:spPr>
                  <a:xfrm flipH="1">
                    <a:off x="8167447" y="2538536"/>
                    <a:ext cx="2317901" cy="40413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5" name="Conector de Seta Reta 104">
                    <a:extLst>
                      <a:ext uri="{FF2B5EF4-FFF2-40B4-BE49-F238E27FC236}">
                        <a16:creationId xmlns:a16="http://schemas.microsoft.com/office/drawing/2014/main" id="{8F624F9F-A39F-8A22-2622-F5B02DACC052}"/>
                      </a:ext>
                    </a:extLst>
                  </p:cNvPr>
                  <p:cNvCxnSpPr>
                    <a:cxnSpLocks/>
                  </p:cNvCxnSpPr>
                  <p:nvPr/>
                </p:nvCxnSpPr>
                <p:spPr>
                  <a:xfrm flipH="1">
                    <a:off x="8212074" y="2647891"/>
                    <a:ext cx="2333521" cy="40332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6" name="Conector de Seta Reta 105">
                    <a:extLst>
                      <a:ext uri="{FF2B5EF4-FFF2-40B4-BE49-F238E27FC236}">
                        <a16:creationId xmlns:a16="http://schemas.microsoft.com/office/drawing/2014/main" id="{2FC21A2A-BA5A-8069-743B-5FE245B8C9BB}"/>
                      </a:ext>
                    </a:extLst>
                  </p:cNvPr>
                  <p:cNvCxnSpPr>
                    <a:cxnSpLocks/>
                  </p:cNvCxnSpPr>
                  <p:nvPr/>
                </p:nvCxnSpPr>
                <p:spPr>
                  <a:xfrm flipH="1">
                    <a:off x="8254685" y="2748740"/>
                    <a:ext cx="2317725" cy="40375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cxnSp>
              <p:nvCxnSpPr>
                <p:cNvPr id="107" name="Conector de Seta Reta 106">
                  <a:extLst>
                    <a:ext uri="{FF2B5EF4-FFF2-40B4-BE49-F238E27FC236}">
                      <a16:creationId xmlns:a16="http://schemas.microsoft.com/office/drawing/2014/main" id="{AE7B0239-49ED-191A-3255-FCFC6659C93A}"/>
                    </a:ext>
                  </a:extLst>
                </p:cNvPr>
                <p:cNvCxnSpPr>
                  <a:cxnSpLocks/>
                </p:cNvCxnSpPr>
                <p:nvPr/>
              </p:nvCxnSpPr>
              <p:spPr>
                <a:xfrm rot="20424645" flipH="1" flipV="1">
                  <a:off x="8273232" y="2858788"/>
                  <a:ext cx="2317725" cy="40375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mc:AlternateContent xmlns:mc="http://schemas.openxmlformats.org/markup-compatibility/2006" xmlns:a14="http://schemas.microsoft.com/office/drawing/2010/main">
            <mc:Choice Requires="a14">
              <p:sp>
                <p:nvSpPr>
                  <p:cNvPr id="109" name="CaixaDeTexto 108">
                    <a:extLst>
                      <a:ext uri="{FF2B5EF4-FFF2-40B4-BE49-F238E27FC236}">
                        <a16:creationId xmlns:a16="http://schemas.microsoft.com/office/drawing/2014/main" id="{A0B8D4DE-F9F8-F6D5-C61C-8C1B816CBBFD}"/>
                      </a:ext>
                    </a:extLst>
                  </p:cNvPr>
                  <p:cNvSpPr txBox="1"/>
                  <p:nvPr/>
                </p:nvSpPr>
                <p:spPr>
                  <a:xfrm>
                    <a:off x="7956792" y="1844880"/>
                    <a:ext cx="4237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i="1" smtClean="0">
                                  <a:latin typeface="Cambria Math" panose="02040503050406030204" pitchFamily="18" charset="0"/>
                                </a:rPr>
                              </m:ctrlPr>
                            </m:sSubPr>
                            <m:e>
                              <m:r>
                                <a:rPr lang="pt-BR" b="1" i="1" smtClean="0">
                                  <a:latin typeface="Cambria Math" panose="02040503050406030204" pitchFamily="18" charset="0"/>
                                </a:rPr>
                                <m:t>𝑱</m:t>
                              </m:r>
                            </m:e>
                            <m:sub>
                              <m:r>
                                <a:rPr lang="pt-BR" b="0" i="1" smtClean="0">
                                  <a:latin typeface="Cambria Math" panose="02040503050406030204" pitchFamily="18" charset="0"/>
                                </a:rPr>
                                <m:t>𝑠</m:t>
                              </m:r>
                            </m:sub>
                          </m:sSub>
                        </m:oMath>
                      </m:oMathPara>
                    </a14:m>
                    <a:endParaRPr lang="pt-BR"/>
                  </a:p>
                </p:txBody>
              </p:sp>
            </mc:Choice>
            <mc:Fallback xmlns="">
              <p:sp>
                <p:nvSpPr>
                  <p:cNvPr id="109" name="CaixaDeTexto 108">
                    <a:extLst>
                      <a:ext uri="{FF2B5EF4-FFF2-40B4-BE49-F238E27FC236}">
                        <a16:creationId xmlns:a16="http://schemas.microsoft.com/office/drawing/2014/main" id="{A0B8D4DE-F9F8-F6D5-C61C-8C1B816CBBFD}"/>
                      </a:ext>
                    </a:extLst>
                  </p:cNvPr>
                  <p:cNvSpPr txBox="1">
                    <a:spLocks noRot="1" noChangeAspect="1" noMove="1" noResize="1" noEditPoints="1" noAdjustHandles="1" noChangeArrowheads="1" noChangeShapeType="1" noTextEdit="1"/>
                  </p:cNvSpPr>
                  <p:nvPr/>
                </p:nvSpPr>
                <p:spPr>
                  <a:xfrm>
                    <a:off x="7956792" y="1844880"/>
                    <a:ext cx="423706" cy="369332"/>
                  </a:xfrm>
                  <a:prstGeom prst="rect">
                    <a:avLst/>
                  </a:prstGeom>
                  <a:blipFill>
                    <a:blip r:embed="rId2"/>
                    <a:stretch>
                      <a:fillRect b="-10000"/>
                    </a:stretch>
                  </a:blipFill>
                </p:spPr>
                <p:txBody>
                  <a:bodyPr/>
                  <a:lstStyle/>
                  <a:p>
                    <a:r>
                      <a:rPr lang="pt-BR">
                        <a:noFill/>
                      </a:rPr>
                      <a:t> </a:t>
                    </a:r>
                  </a:p>
                </p:txBody>
              </p:sp>
            </mc:Fallback>
          </mc:AlternateContent>
        </p:grpSp>
        <p:sp>
          <p:nvSpPr>
            <p:cNvPr id="111" name="Elipse 110">
              <a:extLst>
                <a:ext uri="{FF2B5EF4-FFF2-40B4-BE49-F238E27FC236}">
                  <a16:creationId xmlns:a16="http://schemas.microsoft.com/office/drawing/2014/main" id="{7C216A02-B435-36DA-252F-00C5C38A1964}"/>
                </a:ext>
              </a:extLst>
            </p:cNvPr>
            <p:cNvSpPr/>
            <p:nvPr/>
          </p:nvSpPr>
          <p:spPr>
            <a:xfrm>
              <a:off x="8904312" y="2172838"/>
              <a:ext cx="1709459" cy="1668151"/>
            </a:xfrm>
            <a:prstGeom prst="ellipse">
              <a:avLst/>
            </a:prstGeom>
            <a:noFill/>
            <a:ln w="19050">
              <a:solidFill>
                <a:schemeClr val="tx1"/>
              </a:solidFill>
              <a:prstDash val="dash"/>
            </a:ln>
          </p:spPr>
          <p:style>
            <a:lnRef idx="0">
              <a:scrgbClr r="0" g="0" b="0"/>
            </a:lnRef>
            <a:fillRef idx="0">
              <a:scrgbClr r="0" g="0" b="0"/>
            </a:fillRef>
            <a:effectRef idx="0">
              <a:scrgbClr r="0" g="0" b="0"/>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112" name="CaixaDeTexto 111">
                  <a:extLst>
                    <a:ext uri="{FF2B5EF4-FFF2-40B4-BE49-F238E27FC236}">
                      <a16:creationId xmlns:a16="http://schemas.microsoft.com/office/drawing/2014/main" id="{3F352A01-A99C-14D5-D842-992304D7CA8B}"/>
                    </a:ext>
                  </a:extLst>
                </p:cNvPr>
                <p:cNvSpPr txBox="1"/>
                <p:nvPr/>
              </p:nvSpPr>
              <p:spPr>
                <a:xfrm>
                  <a:off x="7576399" y="4318997"/>
                  <a:ext cx="76078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i="1" smtClean="0">
                                <a:latin typeface="Cambria Math" panose="02040503050406030204" pitchFamily="18" charset="0"/>
                              </a:rPr>
                            </m:ctrlPr>
                          </m:sSubPr>
                          <m:e>
                            <m:r>
                              <a:rPr lang="pt-BR" b="0" i="1" smtClean="0">
                                <a:latin typeface="Cambria Math" panose="02040503050406030204" pitchFamily="18" charset="0"/>
                              </a:rPr>
                              <m:t>𝜀</m:t>
                            </m:r>
                          </m:e>
                          <m:sub>
                            <m:r>
                              <a:rPr lang="pt-BR" b="0" i="1" smtClean="0">
                                <a:latin typeface="Cambria Math" panose="02040503050406030204" pitchFamily="18" charset="0"/>
                              </a:rPr>
                              <m:t>0</m:t>
                            </m:r>
                          </m:sub>
                        </m:sSub>
                        <m:r>
                          <a:rPr lang="pt-BR" b="0" i="1" smtClean="0">
                            <a:latin typeface="Cambria Math" panose="02040503050406030204" pitchFamily="18" charset="0"/>
                          </a:rPr>
                          <m:t>,</m:t>
                        </m:r>
                        <m:sSub>
                          <m:sSubPr>
                            <m:ctrlPr>
                              <a:rPr lang="pt-BR" i="1" smtClean="0">
                                <a:latin typeface="Cambria Math" panose="02040503050406030204" pitchFamily="18" charset="0"/>
                              </a:rPr>
                            </m:ctrlPr>
                          </m:sSubPr>
                          <m:e>
                            <m:r>
                              <a:rPr lang="pt-BR" b="0" i="1" smtClean="0">
                                <a:latin typeface="Cambria Math" panose="02040503050406030204" pitchFamily="18" charset="0"/>
                              </a:rPr>
                              <m:t>𝜇</m:t>
                            </m:r>
                          </m:e>
                          <m:sub>
                            <m:r>
                              <a:rPr lang="pt-BR" b="0" i="1" smtClean="0">
                                <a:latin typeface="Cambria Math" panose="02040503050406030204" pitchFamily="18" charset="0"/>
                              </a:rPr>
                              <m:t>0</m:t>
                            </m:r>
                          </m:sub>
                        </m:sSub>
                      </m:oMath>
                    </m:oMathPara>
                  </a14:m>
                  <a:endParaRPr lang="pt-BR"/>
                </a:p>
              </p:txBody>
            </p:sp>
          </mc:Choice>
          <mc:Fallback xmlns="">
            <p:sp>
              <p:nvSpPr>
                <p:cNvPr id="112" name="CaixaDeTexto 111">
                  <a:extLst>
                    <a:ext uri="{FF2B5EF4-FFF2-40B4-BE49-F238E27FC236}">
                      <a16:creationId xmlns:a16="http://schemas.microsoft.com/office/drawing/2014/main" id="{3F352A01-A99C-14D5-D842-992304D7CA8B}"/>
                    </a:ext>
                  </a:extLst>
                </p:cNvPr>
                <p:cNvSpPr txBox="1">
                  <a:spLocks noRot="1" noChangeAspect="1" noMove="1" noResize="1" noEditPoints="1" noAdjustHandles="1" noChangeArrowheads="1" noChangeShapeType="1" noTextEdit="1"/>
                </p:cNvSpPr>
                <p:nvPr/>
              </p:nvSpPr>
              <p:spPr>
                <a:xfrm>
                  <a:off x="7576399" y="4318997"/>
                  <a:ext cx="760785" cy="369332"/>
                </a:xfrm>
                <a:prstGeom prst="rect">
                  <a:avLst/>
                </a:prstGeom>
                <a:blipFill>
                  <a:blip r:embed="rId3"/>
                  <a:stretch>
                    <a:fillRect b="-3279"/>
                  </a:stretch>
                </a:blipFill>
              </p:spPr>
              <p:txBody>
                <a:bodyPr/>
                <a:lstStyle/>
                <a:p>
                  <a:r>
                    <a:rPr lang="pt-BR">
                      <a:noFill/>
                    </a:rPr>
                    <a:t> </a:t>
                  </a:r>
                </a:p>
              </p:txBody>
            </p:sp>
          </mc:Fallback>
        </mc:AlternateContent>
      </p:grpSp>
      <mc:AlternateContent xmlns:mc="http://schemas.openxmlformats.org/markup-compatibility/2006" xmlns:a14="http://schemas.microsoft.com/office/drawing/2010/main">
        <mc:Choice Requires="a14">
          <p:sp>
            <p:nvSpPr>
              <p:cNvPr id="113" name="CaixaDeTexto 112">
                <a:extLst>
                  <a:ext uri="{FF2B5EF4-FFF2-40B4-BE49-F238E27FC236}">
                    <a16:creationId xmlns:a16="http://schemas.microsoft.com/office/drawing/2014/main" id="{99301731-8175-DC00-83D2-9192C0FCFDF9}"/>
                  </a:ext>
                </a:extLst>
              </p:cNvPr>
              <p:cNvSpPr txBox="1"/>
              <p:nvPr/>
            </p:nvSpPr>
            <p:spPr>
              <a:xfrm>
                <a:off x="7105981" y="3476877"/>
                <a:ext cx="76078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i="1" smtClean="0">
                              <a:latin typeface="Cambria Math" panose="02040503050406030204" pitchFamily="18" charset="0"/>
                            </a:rPr>
                          </m:ctrlPr>
                        </m:sSubPr>
                        <m:e>
                          <m:r>
                            <a:rPr lang="pt-BR" b="0" i="1" smtClean="0">
                              <a:latin typeface="Cambria Math" panose="02040503050406030204" pitchFamily="18" charset="0"/>
                            </a:rPr>
                            <m:t>𝜀</m:t>
                          </m:r>
                        </m:e>
                        <m:sub>
                          <m:r>
                            <a:rPr lang="pt-BR" b="0" i="1" smtClean="0">
                              <a:latin typeface="Cambria Math" panose="02040503050406030204" pitchFamily="18" charset="0"/>
                            </a:rPr>
                            <m:t>0</m:t>
                          </m:r>
                        </m:sub>
                      </m:sSub>
                      <m:r>
                        <a:rPr lang="pt-BR" b="0" i="1" smtClean="0">
                          <a:latin typeface="Cambria Math" panose="02040503050406030204" pitchFamily="18" charset="0"/>
                        </a:rPr>
                        <m:t>,</m:t>
                      </m:r>
                      <m:sSub>
                        <m:sSubPr>
                          <m:ctrlPr>
                            <a:rPr lang="pt-BR" i="1" smtClean="0">
                              <a:latin typeface="Cambria Math" panose="02040503050406030204" pitchFamily="18" charset="0"/>
                            </a:rPr>
                          </m:ctrlPr>
                        </m:sSubPr>
                        <m:e>
                          <m:r>
                            <a:rPr lang="pt-BR" b="0" i="1" smtClean="0">
                              <a:latin typeface="Cambria Math" panose="02040503050406030204" pitchFamily="18" charset="0"/>
                            </a:rPr>
                            <m:t>𝜇</m:t>
                          </m:r>
                        </m:e>
                        <m:sub>
                          <m:r>
                            <a:rPr lang="pt-BR" b="0" i="1" smtClean="0">
                              <a:latin typeface="Cambria Math" panose="02040503050406030204" pitchFamily="18" charset="0"/>
                            </a:rPr>
                            <m:t>0</m:t>
                          </m:r>
                        </m:sub>
                      </m:sSub>
                    </m:oMath>
                  </m:oMathPara>
                </a14:m>
                <a:endParaRPr lang="pt-BR"/>
              </a:p>
            </p:txBody>
          </p:sp>
        </mc:Choice>
        <mc:Fallback xmlns="">
          <p:sp>
            <p:nvSpPr>
              <p:cNvPr id="113" name="CaixaDeTexto 112">
                <a:extLst>
                  <a:ext uri="{FF2B5EF4-FFF2-40B4-BE49-F238E27FC236}">
                    <a16:creationId xmlns:a16="http://schemas.microsoft.com/office/drawing/2014/main" id="{99301731-8175-DC00-83D2-9192C0FCFDF9}"/>
                  </a:ext>
                </a:extLst>
              </p:cNvPr>
              <p:cNvSpPr txBox="1">
                <a:spLocks noRot="1" noChangeAspect="1" noMove="1" noResize="1" noEditPoints="1" noAdjustHandles="1" noChangeArrowheads="1" noChangeShapeType="1" noTextEdit="1"/>
              </p:cNvSpPr>
              <p:nvPr/>
            </p:nvSpPr>
            <p:spPr>
              <a:xfrm>
                <a:off x="7105981" y="3476877"/>
                <a:ext cx="760785" cy="369332"/>
              </a:xfrm>
              <a:prstGeom prst="rect">
                <a:avLst/>
              </a:prstGeom>
              <a:blipFill>
                <a:blip r:embed="rId4"/>
                <a:stretch>
                  <a:fillRect b="-3279"/>
                </a:stretch>
              </a:blipFill>
            </p:spPr>
            <p:txBody>
              <a:bodyPr/>
              <a:lstStyle/>
              <a:p>
                <a:r>
                  <a:rPr lang="pt-BR">
                    <a:noFill/>
                  </a:rPr>
                  <a:t> </a:t>
                </a:r>
              </a:p>
            </p:txBody>
          </p:sp>
        </mc:Fallback>
      </mc:AlternateContent>
      <p:grpSp>
        <p:nvGrpSpPr>
          <p:cNvPr id="114" name="Agrupar 113">
            <a:extLst>
              <a:ext uri="{FF2B5EF4-FFF2-40B4-BE49-F238E27FC236}">
                <a16:creationId xmlns:a16="http://schemas.microsoft.com/office/drawing/2014/main" id="{08044F5F-3210-63D8-02CE-D5A3CBBD3E15}"/>
              </a:ext>
            </a:extLst>
          </p:cNvPr>
          <p:cNvGrpSpPr/>
          <p:nvPr/>
        </p:nvGrpSpPr>
        <p:grpSpPr>
          <a:xfrm>
            <a:off x="1248002" y="2373103"/>
            <a:ext cx="4049719" cy="2307987"/>
            <a:chOff x="1248002" y="2373103"/>
            <a:chExt cx="4049719" cy="2307987"/>
          </a:xfrm>
        </p:grpSpPr>
        <p:grpSp>
          <p:nvGrpSpPr>
            <p:cNvPr id="66" name="Agrupar 65">
              <a:extLst>
                <a:ext uri="{FF2B5EF4-FFF2-40B4-BE49-F238E27FC236}">
                  <a16:creationId xmlns:a16="http://schemas.microsoft.com/office/drawing/2014/main" id="{720F35AE-E66D-426D-EEF9-0E510B044415}"/>
                </a:ext>
              </a:extLst>
            </p:cNvPr>
            <p:cNvGrpSpPr/>
            <p:nvPr/>
          </p:nvGrpSpPr>
          <p:grpSpPr>
            <a:xfrm>
              <a:off x="1248002" y="2373103"/>
              <a:ext cx="4049719" cy="2088232"/>
              <a:chOff x="1307468" y="2348880"/>
              <a:chExt cx="4049719" cy="2088232"/>
            </a:xfrm>
          </p:grpSpPr>
          <p:sp>
            <p:nvSpPr>
              <p:cNvPr id="50" name="Forma Livre: Forma 49">
                <a:extLst>
                  <a:ext uri="{FF2B5EF4-FFF2-40B4-BE49-F238E27FC236}">
                    <a16:creationId xmlns:a16="http://schemas.microsoft.com/office/drawing/2014/main" id="{B1D9E2B8-90BA-D0E2-EC54-7CA2C170D9F4}"/>
                  </a:ext>
                </a:extLst>
              </p:cNvPr>
              <p:cNvSpPr/>
              <p:nvPr/>
            </p:nvSpPr>
            <p:spPr>
              <a:xfrm>
                <a:off x="2187574" y="2355849"/>
                <a:ext cx="3159125" cy="2009775"/>
              </a:xfrm>
              <a:custGeom>
                <a:avLst/>
                <a:gdLst>
                  <a:gd name="connsiteX0" fmla="*/ 0 w 3086100"/>
                  <a:gd name="connsiteY0" fmla="*/ 361950 h 1993900"/>
                  <a:gd name="connsiteX1" fmla="*/ 2200275 w 3086100"/>
                  <a:gd name="connsiteY1" fmla="*/ 0 h 1993900"/>
                  <a:gd name="connsiteX2" fmla="*/ 2397125 w 3086100"/>
                  <a:gd name="connsiteY2" fmla="*/ 12700 h 1993900"/>
                  <a:gd name="connsiteX3" fmla="*/ 2578100 w 3086100"/>
                  <a:gd name="connsiteY3" fmla="*/ 60325 h 1993900"/>
                  <a:gd name="connsiteX4" fmla="*/ 2755900 w 3086100"/>
                  <a:gd name="connsiteY4" fmla="*/ 155575 h 1993900"/>
                  <a:gd name="connsiteX5" fmla="*/ 2924175 w 3086100"/>
                  <a:gd name="connsiteY5" fmla="*/ 317500 h 1993900"/>
                  <a:gd name="connsiteX6" fmla="*/ 3032125 w 3086100"/>
                  <a:gd name="connsiteY6" fmla="*/ 498475 h 1993900"/>
                  <a:gd name="connsiteX7" fmla="*/ 3086100 w 3086100"/>
                  <a:gd name="connsiteY7" fmla="*/ 723900 h 1993900"/>
                  <a:gd name="connsiteX8" fmla="*/ 3086100 w 3086100"/>
                  <a:gd name="connsiteY8" fmla="*/ 946150 h 1993900"/>
                  <a:gd name="connsiteX9" fmla="*/ 3013075 w 3086100"/>
                  <a:gd name="connsiteY9" fmla="*/ 1162050 h 1993900"/>
                  <a:gd name="connsiteX10" fmla="*/ 2930525 w 3086100"/>
                  <a:gd name="connsiteY10" fmla="*/ 1298575 h 1993900"/>
                  <a:gd name="connsiteX11" fmla="*/ 2784475 w 3086100"/>
                  <a:gd name="connsiteY11" fmla="*/ 1463675 h 1993900"/>
                  <a:gd name="connsiteX12" fmla="*/ 2568575 w 3086100"/>
                  <a:gd name="connsiteY12" fmla="*/ 1574800 h 1993900"/>
                  <a:gd name="connsiteX13" fmla="*/ 2552700 w 3086100"/>
                  <a:gd name="connsiteY13" fmla="*/ 1597025 h 1993900"/>
                  <a:gd name="connsiteX14" fmla="*/ 2425700 w 3086100"/>
                  <a:gd name="connsiteY14" fmla="*/ 1619250 h 1993900"/>
                  <a:gd name="connsiteX15" fmla="*/ 295275 w 3086100"/>
                  <a:gd name="connsiteY15" fmla="*/ 1993900 h 1993900"/>
                  <a:gd name="connsiteX16" fmla="*/ 466725 w 3086100"/>
                  <a:gd name="connsiteY16" fmla="*/ 1889125 h 1993900"/>
                  <a:gd name="connsiteX17" fmla="*/ 638175 w 3086100"/>
                  <a:gd name="connsiteY17" fmla="*/ 1698625 h 1993900"/>
                  <a:gd name="connsiteX18" fmla="*/ 765175 w 3086100"/>
                  <a:gd name="connsiteY18" fmla="*/ 1362075 h 1993900"/>
                  <a:gd name="connsiteX19" fmla="*/ 771525 w 3086100"/>
                  <a:gd name="connsiteY19" fmla="*/ 1260475 h 1993900"/>
                  <a:gd name="connsiteX20" fmla="*/ 758825 w 3086100"/>
                  <a:gd name="connsiteY20" fmla="*/ 1196975 h 1993900"/>
                  <a:gd name="connsiteX21" fmla="*/ 784225 w 3086100"/>
                  <a:gd name="connsiteY21" fmla="*/ 1216025 h 1993900"/>
                  <a:gd name="connsiteX22" fmla="*/ 758825 w 3086100"/>
                  <a:gd name="connsiteY22" fmla="*/ 1041400 h 1993900"/>
                  <a:gd name="connsiteX23" fmla="*/ 650875 w 3086100"/>
                  <a:gd name="connsiteY23" fmla="*/ 752475 h 1993900"/>
                  <a:gd name="connsiteX24" fmla="*/ 584200 w 3086100"/>
                  <a:gd name="connsiteY24" fmla="*/ 676275 h 1993900"/>
                  <a:gd name="connsiteX25" fmla="*/ 565150 w 3086100"/>
                  <a:gd name="connsiteY25" fmla="*/ 654050 h 1993900"/>
                  <a:gd name="connsiteX26" fmla="*/ 488950 w 3086100"/>
                  <a:gd name="connsiteY26" fmla="*/ 568325 h 1993900"/>
                  <a:gd name="connsiteX27" fmla="*/ 371475 w 3086100"/>
                  <a:gd name="connsiteY27" fmla="*/ 488950 h 1993900"/>
                  <a:gd name="connsiteX28" fmla="*/ 231775 w 3086100"/>
                  <a:gd name="connsiteY28" fmla="*/ 412750 h 1993900"/>
                  <a:gd name="connsiteX29" fmla="*/ 82550 w 3086100"/>
                  <a:gd name="connsiteY29" fmla="*/ 371475 h 1993900"/>
                  <a:gd name="connsiteX30" fmla="*/ 0 w 3086100"/>
                  <a:gd name="connsiteY30" fmla="*/ 361950 h 1993900"/>
                  <a:gd name="connsiteX0" fmla="*/ 0 w 3086100"/>
                  <a:gd name="connsiteY0" fmla="*/ 361950 h 1993900"/>
                  <a:gd name="connsiteX1" fmla="*/ 2200275 w 3086100"/>
                  <a:gd name="connsiteY1" fmla="*/ 0 h 1993900"/>
                  <a:gd name="connsiteX2" fmla="*/ 2397125 w 3086100"/>
                  <a:gd name="connsiteY2" fmla="*/ 12700 h 1993900"/>
                  <a:gd name="connsiteX3" fmla="*/ 2578100 w 3086100"/>
                  <a:gd name="connsiteY3" fmla="*/ 60325 h 1993900"/>
                  <a:gd name="connsiteX4" fmla="*/ 2755900 w 3086100"/>
                  <a:gd name="connsiteY4" fmla="*/ 155575 h 1993900"/>
                  <a:gd name="connsiteX5" fmla="*/ 2924175 w 3086100"/>
                  <a:gd name="connsiteY5" fmla="*/ 317500 h 1993900"/>
                  <a:gd name="connsiteX6" fmla="*/ 3032125 w 3086100"/>
                  <a:gd name="connsiteY6" fmla="*/ 498475 h 1993900"/>
                  <a:gd name="connsiteX7" fmla="*/ 3086100 w 3086100"/>
                  <a:gd name="connsiteY7" fmla="*/ 723900 h 1993900"/>
                  <a:gd name="connsiteX8" fmla="*/ 3086100 w 3086100"/>
                  <a:gd name="connsiteY8" fmla="*/ 946150 h 1993900"/>
                  <a:gd name="connsiteX9" fmla="*/ 3013075 w 3086100"/>
                  <a:gd name="connsiteY9" fmla="*/ 1162050 h 1993900"/>
                  <a:gd name="connsiteX10" fmla="*/ 2930525 w 3086100"/>
                  <a:gd name="connsiteY10" fmla="*/ 1298575 h 1993900"/>
                  <a:gd name="connsiteX11" fmla="*/ 2784475 w 3086100"/>
                  <a:gd name="connsiteY11" fmla="*/ 1463675 h 1993900"/>
                  <a:gd name="connsiteX12" fmla="*/ 2568575 w 3086100"/>
                  <a:gd name="connsiteY12" fmla="*/ 1574800 h 1993900"/>
                  <a:gd name="connsiteX13" fmla="*/ 2552700 w 3086100"/>
                  <a:gd name="connsiteY13" fmla="*/ 1597025 h 1993900"/>
                  <a:gd name="connsiteX14" fmla="*/ 2425700 w 3086100"/>
                  <a:gd name="connsiteY14" fmla="*/ 1619250 h 1993900"/>
                  <a:gd name="connsiteX15" fmla="*/ 295275 w 3086100"/>
                  <a:gd name="connsiteY15" fmla="*/ 1993900 h 1993900"/>
                  <a:gd name="connsiteX16" fmla="*/ 466725 w 3086100"/>
                  <a:gd name="connsiteY16" fmla="*/ 1889125 h 1993900"/>
                  <a:gd name="connsiteX17" fmla="*/ 638175 w 3086100"/>
                  <a:gd name="connsiteY17" fmla="*/ 1698625 h 1993900"/>
                  <a:gd name="connsiteX18" fmla="*/ 765175 w 3086100"/>
                  <a:gd name="connsiteY18" fmla="*/ 1362075 h 1993900"/>
                  <a:gd name="connsiteX19" fmla="*/ 771525 w 3086100"/>
                  <a:gd name="connsiteY19" fmla="*/ 1260475 h 1993900"/>
                  <a:gd name="connsiteX20" fmla="*/ 758825 w 3086100"/>
                  <a:gd name="connsiteY20" fmla="*/ 1196975 h 1993900"/>
                  <a:gd name="connsiteX21" fmla="*/ 784225 w 3086100"/>
                  <a:gd name="connsiteY21" fmla="*/ 1216025 h 1993900"/>
                  <a:gd name="connsiteX22" fmla="*/ 758825 w 3086100"/>
                  <a:gd name="connsiteY22" fmla="*/ 1041400 h 1993900"/>
                  <a:gd name="connsiteX23" fmla="*/ 635000 w 3086100"/>
                  <a:gd name="connsiteY23" fmla="*/ 781050 h 1993900"/>
                  <a:gd name="connsiteX24" fmla="*/ 584200 w 3086100"/>
                  <a:gd name="connsiteY24" fmla="*/ 676275 h 1993900"/>
                  <a:gd name="connsiteX25" fmla="*/ 565150 w 3086100"/>
                  <a:gd name="connsiteY25" fmla="*/ 654050 h 1993900"/>
                  <a:gd name="connsiteX26" fmla="*/ 488950 w 3086100"/>
                  <a:gd name="connsiteY26" fmla="*/ 568325 h 1993900"/>
                  <a:gd name="connsiteX27" fmla="*/ 371475 w 3086100"/>
                  <a:gd name="connsiteY27" fmla="*/ 488950 h 1993900"/>
                  <a:gd name="connsiteX28" fmla="*/ 231775 w 3086100"/>
                  <a:gd name="connsiteY28" fmla="*/ 412750 h 1993900"/>
                  <a:gd name="connsiteX29" fmla="*/ 82550 w 3086100"/>
                  <a:gd name="connsiteY29" fmla="*/ 371475 h 1993900"/>
                  <a:gd name="connsiteX30" fmla="*/ 0 w 3086100"/>
                  <a:gd name="connsiteY30" fmla="*/ 361950 h 1993900"/>
                  <a:gd name="connsiteX0" fmla="*/ 0 w 3086100"/>
                  <a:gd name="connsiteY0" fmla="*/ 361950 h 1993900"/>
                  <a:gd name="connsiteX1" fmla="*/ 2200275 w 3086100"/>
                  <a:gd name="connsiteY1" fmla="*/ 0 h 1993900"/>
                  <a:gd name="connsiteX2" fmla="*/ 2397125 w 3086100"/>
                  <a:gd name="connsiteY2" fmla="*/ 12700 h 1993900"/>
                  <a:gd name="connsiteX3" fmla="*/ 2578100 w 3086100"/>
                  <a:gd name="connsiteY3" fmla="*/ 60325 h 1993900"/>
                  <a:gd name="connsiteX4" fmla="*/ 2755900 w 3086100"/>
                  <a:gd name="connsiteY4" fmla="*/ 155575 h 1993900"/>
                  <a:gd name="connsiteX5" fmla="*/ 2924175 w 3086100"/>
                  <a:gd name="connsiteY5" fmla="*/ 317500 h 1993900"/>
                  <a:gd name="connsiteX6" fmla="*/ 3032125 w 3086100"/>
                  <a:gd name="connsiteY6" fmla="*/ 498475 h 1993900"/>
                  <a:gd name="connsiteX7" fmla="*/ 3086100 w 3086100"/>
                  <a:gd name="connsiteY7" fmla="*/ 723900 h 1993900"/>
                  <a:gd name="connsiteX8" fmla="*/ 3086100 w 3086100"/>
                  <a:gd name="connsiteY8" fmla="*/ 946150 h 1993900"/>
                  <a:gd name="connsiteX9" fmla="*/ 3013075 w 3086100"/>
                  <a:gd name="connsiteY9" fmla="*/ 1162050 h 1993900"/>
                  <a:gd name="connsiteX10" fmla="*/ 2930525 w 3086100"/>
                  <a:gd name="connsiteY10" fmla="*/ 1298575 h 1993900"/>
                  <a:gd name="connsiteX11" fmla="*/ 2784475 w 3086100"/>
                  <a:gd name="connsiteY11" fmla="*/ 1463675 h 1993900"/>
                  <a:gd name="connsiteX12" fmla="*/ 2568575 w 3086100"/>
                  <a:gd name="connsiteY12" fmla="*/ 1574800 h 1993900"/>
                  <a:gd name="connsiteX13" fmla="*/ 2552700 w 3086100"/>
                  <a:gd name="connsiteY13" fmla="*/ 1597025 h 1993900"/>
                  <a:gd name="connsiteX14" fmla="*/ 2425700 w 3086100"/>
                  <a:gd name="connsiteY14" fmla="*/ 1619250 h 1993900"/>
                  <a:gd name="connsiteX15" fmla="*/ 295275 w 3086100"/>
                  <a:gd name="connsiteY15" fmla="*/ 1993900 h 1993900"/>
                  <a:gd name="connsiteX16" fmla="*/ 466725 w 3086100"/>
                  <a:gd name="connsiteY16" fmla="*/ 1889125 h 1993900"/>
                  <a:gd name="connsiteX17" fmla="*/ 638175 w 3086100"/>
                  <a:gd name="connsiteY17" fmla="*/ 1698625 h 1993900"/>
                  <a:gd name="connsiteX18" fmla="*/ 765175 w 3086100"/>
                  <a:gd name="connsiteY18" fmla="*/ 1362075 h 1993900"/>
                  <a:gd name="connsiteX19" fmla="*/ 771525 w 3086100"/>
                  <a:gd name="connsiteY19" fmla="*/ 1260475 h 1993900"/>
                  <a:gd name="connsiteX20" fmla="*/ 758825 w 3086100"/>
                  <a:gd name="connsiteY20" fmla="*/ 1196975 h 1993900"/>
                  <a:gd name="connsiteX21" fmla="*/ 784225 w 3086100"/>
                  <a:gd name="connsiteY21" fmla="*/ 1216025 h 1993900"/>
                  <a:gd name="connsiteX22" fmla="*/ 758825 w 3086100"/>
                  <a:gd name="connsiteY22" fmla="*/ 1041400 h 1993900"/>
                  <a:gd name="connsiteX23" fmla="*/ 635000 w 3086100"/>
                  <a:gd name="connsiteY23" fmla="*/ 781050 h 1993900"/>
                  <a:gd name="connsiteX24" fmla="*/ 584200 w 3086100"/>
                  <a:gd name="connsiteY24" fmla="*/ 676275 h 1993900"/>
                  <a:gd name="connsiteX25" fmla="*/ 533400 w 3086100"/>
                  <a:gd name="connsiteY25" fmla="*/ 641350 h 1993900"/>
                  <a:gd name="connsiteX26" fmla="*/ 488950 w 3086100"/>
                  <a:gd name="connsiteY26" fmla="*/ 568325 h 1993900"/>
                  <a:gd name="connsiteX27" fmla="*/ 371475 w 3086100"/>
                  <a:gd name="connsiteY27" fmla="*/ 488950 h 1993900"/>
                  <a:gd name="connsiteX28" fmla="*/ 231775 w 3086100"/>
                  <a:gd name="connsiteY28" fmla="*/ 412750 h 1993900"/>
                  <a:gd name="connsiteX29" fmla="*/ 82550 w 3086100"/>
                  <a:gd name="connsiteY29" fmla="*/ 371475 h 1993900"/>
                  <a:gd name="connsiteX30" fmla="*/ 0 w 3086100"/>
                  <a:gd name="connsiteY30" fmla="*/ 361950 h 1993900"/>
                  <a:gd name="connsiteX0" fmla="*/ 0 w 3086100"/>
                  <a:gd name="connsiteY0" fmla="*/ 361950 h 1993900"/>
                  <a:gd name="connsiteX1" fmla="*/ 2200275 w 3086100"/>
                  <a:gd name="connsiteY1" fmla="*/ 0 h 1993900"/>
                  <a:gd name="connsiteX2" fmla="*/ 2397125 w 3086100"/>
                  <a:gd name="connsiteY2" fmla="*/ 12700 h 1993900"/>
                  <a:gd name="connsiteX3" fmla="*/ 2578100 w 3086100"/>
                  <a:gd name="connsiteY3" fmla="*/ 60325 h 1993900"/>
                  <a:gd name="connsiteX4" fmla="*/ 2755900 w 3086100"/>
                  <a:gd name="connsiteY4" fmla="*/ 155575 h 1993900"/>
                  <a:gd name="connsiteX5" fmla="*/ 2924175 w 3086100"/>
                  <a:gd name="connsiteY5" fmla="*/ 317500 h 1993900"/>
                  <a:gd name="connsiteX6" fmla="*/ 3032125 w 3086100"/>
                  <a:gd name="connsiteY6" fmla="*/ 498475 h 1993900"/>
                  <a:gd name="connsiteX7" fmla="*/ 3086100 w 3086100"/>
                  <a:gd name="connsiteY7" fmla="*/ 723900 h 1993900"/>
                  <a:gd name="connsiteX8" fmla="*/ 3086100 w 3086100"/>
                  <a:gd name="connsiteY8" fmla="*/ 946150 h 1993900"/>
                  <a:gd name="connsiteX9" fmla="*/ 3013075 w 3086100"/>
                  <a:gd name="connsiteY9" fmla="*/ 1162050 h 1993900"/>
                  <a:gd name="connsiteX10" fmla="*/ 2930525 w 3086100"/>
                  <a:gd name="connsiteY10" fmla="*/ 1298575 h 1993900"/>
                  <a:gd name="connsiteX11" fmla="*/ 2784475 w 3086100"/>
                  <a:gd name="connsiteY11" fmla="*/ 1463675 h 1993900"/>
                  <a:gd name="connsiteX12" fmla="*/ 2568575 w 3086100"/>
                  <a:gd name="connsiteY12" fmla="*/ 1574800 h 1993900"/>
                  <a:gd name="connsiteX13" fmla="*/ 2552700 w 3086100"/>
                  <a:gd name="connsiteY13" fmla="*/ 1597025 h 1993900"/>
                  <a:gd name="connsiteX14" fmla="*/ 2425700 w 3086100"/>
                  <a:gd name="connsiteY14" fmla="*/ 1619250 h 1993900"/>
                  <a:gd name="connsiteX15" fmla="*/ 295275 w 3086100"/>
                  <a:gd name="connsiteY15" fmla="*/ 1993900 h 1993900"/>
                  <a:gd name="connsiteX16" fmla="*/ 466725 w 3086100"/>
                  <a:gd name="connsiteY16" fmla="*/ 1889125 h 1993900"/>
                  <a:gd name="connsiteX17" fmla="*/ 638175 w 3086100"/>
                  <a:gd name="connsiteY17" fmla="*/ 1698625 h 1993900"/>
                  <a:gd name="connsiteX18" fmla="*/ 765175 w 3086100"/>
                  <a:gd name="connsiteY18" fmla="*/ 1362075 h 1993900"/>
                  <a:gd name="connsiteX19" fmla="*/ 771525 w 3086100"/>
                  <a:gd name="connsiteY19" fmla="*/ 1260475 h 1993900"/>
                  <a:gd name="connsiteX20" fmla="*/ 758825 w 3086100"/>
                  <a:gd name="connsiteY20" fmla="*/ 1196975 h 1993900"/>
                  <a:gd name="connsiteX21" fmla="*/ 784225 w 3086100"/>
                  <a:gd name="connsiteY21" fmla="*/ 1216025 h 1993900"/>
                  <a:gd name="connsiteX22" fmla="*/ 758825 w 3086100"/>
                  <a:gd name="connsiteY22" fmla="*/ 1041400 h 1993900"/>
                  <a:gd name="connsiteX23" fmla="*/ 635000 w 3086100"/>
                  <a:gd name="connsiteY23" fmla="*/ 781050 h 1993900"/>
                  <a:gd name="connsiteX24" fmla="*/ 584200 w 3086100"/>
                  <a:gd name="connsiteY24" fmla="*/ 676275 h 1993900"/>
                  <a:gd name="connsiteX25" fmla="*/ 533400 w 3086100"/>
                  <a:gd name="connsiteY25" fmla="*/ 641350 h 1993900"/>
                  <a:gd name="connsiteX26" fmla="*/ 450850 w 3086100"/>
                  <a:gd name="connsiteY26" fmla="*/ 558800 h 1993900"/>
                  <a:gd name="connsiteX27" fmla="*/ 371475 w 3086100"/>
                  <a:gd name="connsiteY27" fmla="*/ 488950 h 1993900"/>
                  <a:gd name="connsiteX28" fmla="*/ 231775 w 3086100"/>
                  <a:gd name="connsiteY28" fmla="*/ 412750 h 1993900"/>
                  <a:gd name="connsiteX29" fmla="*/ 82550 w 3086100"/>
                  <a:gd name="connsiteY29" fmla="*/ 371475 h 1993900"/>
                  <a:gd name="connsiteX30" fmla="*/ 0 w 3086100"/>
                  <a:gd name="connsiteY30" fmla="*/ 361950 h 1993900"/>
                  <a:gd name="connsiteX0" fmla="*/ 0 w 3086100"/>
                  <a:gd name="connsiteY0" fmla="*/ 361950 h 1993900"/>
                  <a:gd name="connsiteX1" fmla="*/ 2200275 w 3086100"/>
                  <a:gd name="connsiteY1" fmla="*/ 0 h 1993900"/>
                  <a:gd name="connsiteX2" fmla="*/ 2397125 w 3086100"/>
                  <a:gd name="connsiteY2" fmla="*/ 12700 h 1993900"/>
                  <a:gd name="connsiteX3" fmla="*/ 2578100 w 3086100"/>
                  <a:gd name="connsiteY3" fmla="*/ 60325 h 1993900"/>
                  <a:gd name="connsiteX4" fmla="*/ 2755900 w 3086100"/>
                  <a:gd name="connsiteY4" fmla="*/ 155575 h 1993900"/>
                  <a:gd name="connsiteX5" fmla="*/ 2924175 w 3086100"/>
                  <a:gd name="connsiteY5" fmla="*/ 317500 h 1993900"/>
                  <a:gd name="connsiteX6" fmla="*/ 3032125 w 3086100"/>
                  <a:gd name="connsiteY6" fmla="*/ 498475 h 1993900"/>
                  <a:gd name="connsiteX7" fmla="*/ 3086100 w 3086100"/>
                  <a:gd name="connsiteY7" fmla="*/ 723900 h 1993900"/>
                  <a:gd name="connsiteX8" fmla="*/ 3086100 w 3086100"/>
                  <a:gd name="connsiteY8" fmla="*/ 946150 h 1993900"/>
                  <a:gd name="connsiteX9" fmla="*/ 3013075 w 3086100"/>
                  <a:gd name="connsiteY9" fmla="*/ 1162050 h 1993900"/>
                  <a:gd name="connsiteX10" fmla="*/ 2930525 w 3086100"/>
                  <a:gd name="connsiteY10" fmla="*/ 1298575 h 1993900"/>
                  <a:gd name="connsiteX11" fmla="*/ 2784475 w 3086100"/>
                  <a:gd name="connsiteY11" fmla="*/ 1463675 h 1993900"/>
                  <a:gd name="connsiteX12" fmla="*/ 2568575 w 3086100"/>
                  <a:gd name="connsiteY12" fmla="*/ 1574800 h 1993900"/>
                  <a:gd name="connsiteX13" fmla="*/ 2552700 w 3086100"/>
                  <a:gd name="connsiteY13" fmla="*/ 1597025 h 1993900"/>
                  <a:gd name="connsiteX14" fmla="*/ 2425700 w 3086100"/>
                  <a:gd name="connsiteY14" fmla="*/ 1619250 h 1993900"/>
                  <a:gd name="connsiteX15" fmla="*/ 295275 w 3086100"/>
                  <a:gd name="connsiteY15" fmla="*/ 1993900 h 1993900"/>
                  <a:gd name="connsiteX16" fmla="*/ 466725 w 3086100"/>
                  <a:gd name="connsiteY16" fmla="*/ 1889125 h 1993900"/>
                  <a:gd name="connsiteX17" fmla="*/ 638175 w 3086100"/>
                  <a:gd name="connsiteY17" fmla="*/ 1698625 h 1993900"/>
                  <a:gd name="connsiteX18" fmla="*/ 765175 w 3086100"/>
                  <a:gd name="connsiteY18" fmla="*/ 1362075 h 1993900"/>
                  <a:gd name="connsiteX19" fmla="*/ 771525 w 3086100"/>
                  <a:gd name="connsiteY19" fmla="*/ 1260475 h 1993900"/>
                  <a:gd name="connsiteX20" fmla="*/ 758825 w 3086100"/>
                  <a:gd name="connsiteY20" fmla="*/ 1196975 h 1993900"/>
                  <a:gd name="connsiteX21" fmla="*/ 784225 w 3086100"/>
                  <a:gd name="connsiteY21" fmla="*/ 1216025 h 1993900"/>
                  <a:gd name="connsiteX22" fmla="*/ 758825 w 3086100"/>
                  <a:gd name="connsiteY22" fmla="*/ 1041400 h 1993900"/>
                  <a:gd name="connsiteX23" fmla="*/ 635000 w 3086100"/>
                  <a:gd name="connsiteY23" fmla="*/ 781050 h 1993900"/>
                  <a:gd name="connsiteX24" fmla="*/ 584200 w 3086100"/>
                  <a:gd name="connsiteY24" fmla="*/ 676275 h 1993900"/>
                  <a:gd name="connsiteX25" fmla="*/ 533400 w 3086100"/>
                  <a:gd name="connsiteY25" fmla="*/ 641350 h 1993900"/>
                  <a:gd name="connsiteX26" fmla="*/ 450850 w 3086100"/>
                  <a:gd name="connsiteY26" fmla="*/ 558800 h 1993900"/>
                  <a:gd name="connsiteX27" fmla="*/ 355600 w 3086100"/>
                  <a:gd name="connsiteY27" fmla="*/ 482600 h 1993900"/>
                  <a:gd name="connsiteX28" fmla="*/ 231775 w 3086100"/>
                  <a:gd name="connsiteY28" fmla="*/ 412750 h 1993900"/>
                  <a:gd name="connsiteX29" fmla="*/ 82550 w 3086100"/>
                  <a:gd name="connsiteY29" fmla="*/ 371475 h 1993900"/>
                  <a:gd name="connsiteX30" fmla="*/ 0 w 3086100"/>
                  <a:gd name="connsiteY30" fmla="*/ 361950 h 1993900"/>
                  <a:gd name="connsiteX0" fmla="*/ 0 w 3086100"/>
                  <a:gd name="connsiteY0" fmla="*/ 361950 h 1993900"/>
                  <a:gd name="connsiteX1" fmla="*/ 2200275 w 3086100"/>
                  <a:gd name="connsiteY1" fmla="*/ 0 h 1993900"/>
                  <a:gd name="connsiteX2" fmla="*/ 2397125 w 3086100"/>
                  <a:gd name="connsiteY2" fmla="*/ 12700 h 1993900"/>
                  <a:gd name="connsiteX3" fmla="*/ 2578100 w 3086100"/>
                  <a:gd name="connsiteY3" fmla="*/ 60325 h 1993900"/>
                  <a:gd name="connsiteX4" fmla="*/ 2755900 w 3086100"/>
                  <a:gd name="connsiteY4" fmla="*/ 155575 h 1993900"/>
                  <a:gd name="connsiteX5" fmla="*/ 2924175 w 3086100"/>
                  <a:gd name="connsiteY5" fmla="*/ 317500 h 1993900"/>
                  <a:gd name="connsiteX6" fmla="*/ 3032125 w 3086100"/>
                  <a:gd name="connsiteY6" fmla="*/ 498475 h 1993900"/>
                  <a:gd name="connsiteX7" fmla="*/ 3086100 w 3086100"/>
                  <a:gd name="connsiteY7" fmla="*/ 723900 h 1993900"/>
                  <a:gd name="connsiteX8" fmla="*/ 3086100 w 3086100"/>
                  <a:gd name="connsiteY8" fmla="*/ 946150 h 1993900"/>
                  <a:gd name="connsiteX9" fmla="*/ 3013075 w 3086100"/>
                  <a:gd name="connsiteY9" fmla="*/ 1162050 h 1993900"/>
                  <a:gd name="connsiteX10" fmla="*/ 2930525 w 3086100"/>
                  <a:gd name="connsiteY10" fmla="*/ 1298575 h 1993900"/>
                  <a:gd name="connsiteX11" fmla="*/ 2784475 w 3086100"/>
                  <a:gd name="connsiteY11" fmla="*/ 1463675 h 1993900"/>
                  <a:gd name="connsiteX12" fmla="*/ 2568575 w 3086100"/>
                  <a:gd name="connsiteY12" fmla="*/ 1574800 h 1993900"/>
                  <a:gd name="connsiteX13" fmla="*/ 2552700 w 3086100"/>
                  <a:gd name="connsiteY13" fmla="*/ 1597025 h 1993900"/>
                  <a:gd name="connsiteX14" fmla="*/ 2425700 w 3086100"/>
                  <a:gd name="connsiteY14" fmla="*/ 1619250 h 1993900"/>
                  <a:gd name="connsiteX15" fmla="*/ 295275 w 3086100"/>
                  <a:gd name="connsiteY15" fmla="*/ 1993900 h 1993900"/>
                  <a:gd name="connsiteX16" fmla="*/ 466725 w 3086100"/>
                  <a:gd name="connsiteY16" fmla="*/ 1889125 h 1993900"/>
                  <a:gd name="connsiteX17" fmla="*/ 638175 w 3086100"/>
                  <a:gd name="connsiteY17" fmla="*/ 1698625 h 1993900"/>
                  <a:gd name="connsiteX18" fmla="*/ 765175 w 3086100"/>
                  <a:gd name="connsiteY18" fmla="*/ 1362075 h 1993900"/>
                  <a:gd name="connsiteX19" fmla="*/ 771525 w 3086100"/>
                  <a:gd name="connsiteY19" fmla="*/ 1260475 h 1993900"/>
                  <a:gd name="connsiteX20" fmla="*/ 758825 w 3086100"/>
                  <a:gd name="connsiteY20" fmla="*/ 1196975 h 1993900"/>
                  <a:gd name="connsiteX21" fmla="*/ 784225 w 3086100"/>
                  <a:gd name="connsiteY21" fmla="*/ 1216025 h 1993900"/>
                  <a:gd name="connsiteX22" fmla="*/ 758825 w 3086100"/>
                  <a:gd name="connsiteY22" fmla="*/ 1041400 h 1993900"/>
                  <a:gd name="connsiteX23" fmla="*/ 635000 w 3086100"/>
                  <a:gd name="connsiteY23" fmla="*/ 781050 h 1993900"/>
                  <a:gd name="connsiteX24" fmla="*/ 584200 w 3086100"/>
                  <a:gd name="connsiteY24" fmla="*/ 676275 h 1993900"/>
                  <a:gd name="connsiteX25" fmla="*/ 533400 w 3086100"/>
                  <a:gd name="connsiteY25" fmla="*/ 641350 h 1993900"/>
                  <a:gd name="connsiteX26" fmla="*/ 450850 w 3086100"/>
                  <a:gd name="connsiteY26" fmla="*/ 558800 h 1993900"/>
                  <a:gd name="connsiteX27" fmla="*/ 355600 w 3086100"/>
                  <a:gd name="connsiteY27" fmla="*/ 482600 h 1993900"/>
                  <a:gd name="connsiteX28" fmla="*/ 231775 w 3086100"/>
                  <a:gd name="connsiteY28" fmla="*/ 444500 h 1993900"/>
                  <a:gd name="connsiteX29" fmla="*/ 82550 w 3086100"/>
                  <a:gd name="connsiteY29" fmla="*/ 371475 h 1993900"/>
                  <a:gd name="connsiteX30" fmla="*/ 0 w 3086100"/>
                  <a:gd name="connsiteY30" fmla="*/ 361950 h 1993900"/>
                  <a:gd name="connsiteX0" fmla="*/ 0 w 3035300"/>
                  <a:gd name="connsiteY0" fmla="*/ 346075 h 1993900"/>
                  <a:gd name="connsiteX1" fmla="*/ 2149475 w 3035300"/>
                  <a:gd name="connsiteY1" fmla="*/ 0 h 1993900"/>
                  <a:gd name="connsiteX2" fmla="*/ 2346325 w 3035300"/>
                  <a:gd name="connsiteY2" fmla="*/ 12700 h 1993900"/>
                  <a:gd name="connsiteX3" fmla="*/ 2527300 w 3035300"/>
                  <a:gd name="connsiteY3" fmla="*/ 60325 h 1993900"/>
                  <a:gd name="connsiteX4" fmla="*/ 2705100 w 3035300"/>
                  <a:gd name="connsiteY4" fmla="*/ 155575 h 1993900"/>
                  <a:gd name="connsiteX5" fmla="*/ 2873375 w 3035300"/>
                  <a:gd name="connsiteY5" fmla="*/ 317500 h 1993900"/>
                  <a:gd name="connsiteX6" fmla="*/ 2981325 w 3035300"/>
                  <a:gd name="connsiteY6" fmla="*/ 498475 h 1993900"/>
                  <a:gd name="connsiteX7" fmla="*/ 3035300 w 3035300"/>
                  <a:gd name="connsiteY7" fmla="*/ 723900 h 1993900"/>
                  <a:gd name="connsiteX8" fmla="*/ 3035300 w 3035300"/>
                  <a:gd name="connsiteY8" fmla="*/ 946150 h 1993900"/>
                  <a:gd name="connsiteX9" fmla="*/ 2962275 w 3035300"/>
                  <a:gd name="connsiteY9" fmla="*/ 1162050 h 1993900"/>
                  <a:gd name="connsiteX10" fmla="*/ 2879725 w 3035300"/>
                  <a:gd name="connsiteY10" fmla="*/ 1298575 h 1993900"/>
                  <a:gd name="connsiteX11" fmla="*/ 2733675 w 3035300"/>
                  <a:gd name="connsiteY11" fmla="*/ 1463675 h 1993900"/>
                  <a:gd name="connsiteX12" fmla="*/ 2517775 w 3035300"/>
                  <a:gd name="connsiteY12" fmla="*/ 1574800 h 1993900"/>
                  <a:gd name="connsiteX13" fmla="*/ 2501900 w 3035300"/>
                  <a:gd name="connsiteY13" fmla="*/ 1597025 h 1993900"/>
                  <a:gd name="connsiteX14" fmla="*/ 2374900 w 3035300"/>
                  <a:gd name="connsiteY14" fmla="*/ 1619250 h 1993900"/>
                  <a:gd name="connsiteX15" fmla="*/ 244475 w 3035300"/>
                  <a:gd name="connsiteY15" fmla="*/ 1993900 h 1993900"/>
                  <a:gd name="connsiteX16" fmla="*/ 415925 w 3035300"/>
                  <a:gd name="connsiteY16" fmla="*/ 1889125 h 1993900"/>
                  <a:gd name="connsiteX17" fmla="*/ 587375 w 3035300"/>
                  <a:gd name="connsiteY17" fmla="*/ 1698625 h 1993900"/>
                  <a:gd name="connsiteX18" fmla="*/ 714375 w 3035300"/>
                  <a:gd name="connsiteY18" fmla="*/ 1362075 h 1993900"/>
                  <a:gd name="connsiteX19" fmla="*/ 720725 w 3035300"/>
                  <a:gd name="connsiteY19" fmla="*/ 1260475 h 1993900"/>
                  <a:gd name="connsiteX20" fmla="*/ 708025 w 3035300"/>
                  <a:gd name="connsiteY20" fmla="*/ 1196975 h 1993900"/>
                  <a:gd name="connsiteX21" fmla="*/ 733425 w 3035300"/>
                  <a:gd name="connsiteY21" fmla="*/ 1216025 h 1993900"/>
                  <a:gd name="connsiteX22" fmla="*/ 708025 w 3035300"/>
                  <a:gd name="connsiteY22" fmla="*/ 1041400 h 1993900"/>
                  <a:gd name="connsiteX23" fmla="*/ 584200 w 3035300"/>
                  <a:gd name="connsiteY23" fmla="*/ 781050 h 1993900"/>
                  <a:gd name="connsiteX24" fmla="*/ 533400 w 3035300"/>
                  <a:gd name="connsiteY24" fmla="*/ 676275 h 1993900"/>
                  <a:gd name="connsiteX25" fmla="*/ 482600 w 3035300"/>
                  <a:gd name="connsiteY25" fmla="*/ 641350 h 1993900"/>
                  <a:gd name="connsiteX26" fmla="*/ 400050 w 3035300"/>
                  <a:gd name="connsiteY26" fmla="*/ 558800 h 1993900"/>
                  <a:gd name="connsiteX27" fmla="*/ 304800 w 3035300"/>
                  <a:gd name="connsiteY27" fmla="*/ 482600 h 1993900"/>
                  <a:gd name="connsiteX28" fmla="*/ 180975 w 3035300"/>
                  <a:gd name="connsiteY28" fmla="*/ 444500 h 1993900"/>
                  <a:gd name="connsiteX29" fmla="*/ 31750 w 3035300"/>
                  <a:gd name="connsiteY29" fmla="*/ 371475 h 1993900"/>
                  <a:gd name="connsiteX30" fmla="*/ 0 w 3035300"/>
                  <a:gd name="connsiteY30" fmla="*/ 346075 h 1993900"/>
                  <a:gd name="connsiteX0" fmla="*/ 0 w 3152775"/>
                  <a:gd name="connsiteY0" fmla="*/ 358775 h 1993900"/>
                  <a:gd name="connsiteX1" fmla="*/ 2266950 w 3152775"/>
                  <a:gd name="connsiteY1" fmla="*/ 0 h 1993900"/>
                  <a:gd name="connsiteX2" fmla="*/ 2463800 w 3152775"/>
                  <a:gd name="connsiteY2" fmla="*/ 12700 h 1993900"/>
                  <a:gd name="connsiteX3" fmla="*/ 2644775 w 3152775"/>
                  <a:gd name="connsiteY3" fmla="*/ 60325 h 1993900"/>
                  <a:gd name="connsiteX4" fmla="*/ 2822575 w 3152775"/>
                  <a:gd name="connsiteY4" fmla="*/ 155575 h 1993900"/>
                  <a:gd name="connsiteX5" fmla="*/ 2990850 w 3152775"/>
                  <a:gd name="connsiteY5" fmla="*/ 317500 h 1993900"/>
                  <a:gd name="connsiteX6" fmla="*/ 3098800 w 3152775"/>
                  <a:gd name="connsiteY6" fmla="*/ 498475 h 1993900"/>
                  <a:gd name="connsiteX7" fmla="*/ 3152775 w 3152775"/>
                  <a:gd name="connsiteY7" fmla="*/ 723900 h 1993900"/>
                  <a:gd name="connsiteX8" fmla="*/ 3152775 w 3152775"/>
                  <a:gd name="connsiteY8" fmla="*/ 946150 h 1993900"/>
                  <a:gd name="connsiteX9" fmla="*/ 3079750 w 3152775"/>
                  <a:gd name="connsiteY9" fmla="*/ 1162050 h 1993900"/>
                  <a:gd name="connsiteX10" fmla="*/ 2997200 w 3152775"/>
                  <a:gd name="connsiteY10" fmla="*/ 1298575 h 1993900"/>
                  <a:gd name="connsiteX11" fmla="*/ 2851150 w 3152775"/>
                  <a:gd name="connsiteY11" fmla="*/ 1463675 h 1993900"/>
                  <a:gd name="connsiteX12" fmla="*/ 2635250 w 3152775"/>
                  <a:gd name="connsiteY12" fmla="*/ 1574800 h 1993900"/>
                  <a:gd name="connsiteX13" fmla="*/ 2619375 w 3152775"/>
                  <a:gd name="connsiteY13" fmla="*/ 1597025 h 1993900"/>
                  <a:gd name="connsiteX14" fmla="*/ 2492375 w 3152775"/>
                  <a:gd name="connsiteY14" fmla="*/ 1619250 h 1993900"/>
                  <a:gd name="connsiteX15" fmla="*/ 361950 w 3152775"/>
                  <a:gd name="connsiteY15" fmla="*/ 1993900 h 1993900"/>
                  <a:gd name="connsiteX16" fmla="*/ 533400 w 3152775"/>
                  <a:gd name="connsiteY16" fmla="*/ 1889125 h 1993900"/>
                  <a:gd name="connsiteX17" fmla="*/ 704850 w 3152775"/>
                  <a:gd name="connsiteY17" fmla="*/ 1698625 h 1993900"/>
                  <a:gd name="connsiteX18" fmla="*/ 831850 w 3152775"/>
                  <a:gd name="connsiteY18" fmla="*/ 1362075 h 1993900"/>
                  <a:gd name="connsiteX19" fmla="*/ 838200 w 3152775"/>
                  <a:gd name="connsiteY19" fmla="*/ 1260475 h 1993900"/>
                  <a:gd name="connsiteX20" fmla="*/ 825500 w 3152775"/>
                  <a:gd name="connsiteY20" fmla="*/ 1196975 h 1993900"/>
                  <a:gd name="connsiteX21" fmla="*/ 850900 w 3152775"/>
                  <a:gd name="connsiteY21" fmla="*/ 1216025 h 1993900"/>
                  <a:gd name="connsiteX22" fmla="*/ 825500 w 3152775"/>
                  <a:gd name="connsiteY22" fmla="*/ 1041400 h 1993900"/>
                  <a:gd name="connsiteX23" fmla="*/ 701675 w 3152775"/>
                  <a:gd name="connsiteY23" fmla="*/ 781050 h 1993900"/>
                  <a:gd name="connsiteX24" fmla="*/ 650875 w 3152775"/>
                  <a:gd name="connsiteY24" fmla="*/ 676275 h 1993900"/>
                  <a:gd name="connsiteX25" fmla="*/ 600075 w 3152775"/>
                  <a:gd name="connsiteY25" fmla="*/ 641350 h 1993900"/>
                  <a:gd name="connsiteX26" fmla="*/ 517525 w 3152775"/>
                  <a:gd name="connsiteY26" fmla="*/ 558800 h 1993900"/>
                  <a:gd name="connsiteX27" fmla="*/ 422275 w 3152775"/>
                  <a:gd name="connsiteY27" fmla="*/ 482600 h 1993900"/>
                  <a:gd name="connsiteX28" fmla="*/ 298450 w 3152775"/>
                  <a:gd name="connsiteY28" fmla="*/ 444500 h 1993900"/>
                  <a:gd name="connsiteX29" fmla="*/ 149225 w 3152775"/>
                  <a:gd name="connsiteY29" fmla="*/ 371475 h 1993900"/>
                  <a:gd name="connsiteX30" fmla="*/ 0 w 3152775"/>
                  <a:gd name="connsiteY30" fmla="*/ 358775 h 1993900"/>
                  <a:gd name="connsiteX0" fmla="*/ 0 w 3152775"/>
                  <a:gd name="connsiteY0" fmla="*/ 358775 h 1993900"/>
                  <a:gd name="connsiteX1" fmla="*/ 2266950 w 3152775"/>
                  <a:gd name="connsiteY1" fmla="*/ 0 h 1993900"/>
                  <a:gd name="connsiteX2" fmla="*/ 2463800 w 3152775"/>
                  <a:gd name="connsiteY2" fmla="*/ 12700 h 1993900"/>
                  <a:gd name="connsiteX3" fmla="*/ 2644775 w 3152775"/>
                  <a:gd name="connsiteY3" fmla="*/ 60325 h 1993900"/>
                  <a:gd name="connsiteX4" fmla="*/ 2822575 w 3152775"/>
                  <a:gd name="connsiteY4" fmla="*/ 155575 h 1993900"/>
                  <a:gd name="connsiteX5" fmla="*/ 2990850 w 3152775"/>
                  <a:gd name="connsiteY5" fmla="*/ 317500 h 1993900"/>
                  <a:gd name="connsiteX6" fmla="*/ 3098800 w 3152775"/>
                  <a:gd name="connsiteY6" fmla="*/ 498475 h 1993900"/>
                  <a:gd name="connsiteX7" fmla="*/ 3152775 w 3152775"/>
                  <a:gd name="connsiteY7" fmla="*/ 723900 h 1993900"/>
                  <a:gd name="connsiteX8" fmla="*/ 3152775 w 3152775"/>
                  <a:gd name="connsiteY8" fmla="*/ 946150 h 1993900"/>
                  <a:gd name="connsiteX9" fmla="*/ 3079750 w 3152775"/>
                  <a:gd name="connsiteY9" fmla="*/ 1162050 h 1993900"/>
                  <a:gd name="connsiteX10" fmla="*/ 2997200 w 3152775"/>
                  <a:gd name="connsiteY10" fmla="*/ 1298575 h 1993900"/>
                  <a:gd name="connsiteX11" fmla="*/ 2851150 w 3152775"/>
                  <a:gd name="connsiteY11" fmla="*/ 1463675 h 1993900"/>
                  <a:gd name="connsiteX12" fmla="*/ 2635250 w 3152775"/>
                  <a:gd name="connsiteY12" fmla="*/ 1574800 h 1993900"/>
                  <a:gd name="connsiteX13" fmla="*/ 2619375 w 3152775"/>
                  <a:gd name="connsiteY13" fmla="*/ 1597025 h 1993900"/>
                  <a:gd name="connsiteX14" fmla="*/ 2492375 w 3152775"/>
                  <a:gd name="connsiteY14" fmla="*/ 1619250 h 1993900"/>
                  <a:gd name="connsiteX15" fmla="*/ 361950 w 3152775"/>
                  <a:gd name="connsiteY15" fmla="*/ 1993900 h 1993900"/>
                  <a:gd name="connsiteX16" fmla="*/ 533400 w 3152775"/>
                  <a:gd name="connsiteY16" fmla="*/ 1889125 h 1993900"/>
                  <a:gd name="connsiteX17" fmla="*/ 704850 w 3152775"/>
                  <a:gd name="connsiteY17" fmla="*/ 1698625 h 1993900"/>
                  <a:gd name="connsiteX18" fmla="*/ 831850 w 3152775"/>
                  <a:gd name="connsiteY18" fmla="*/ 1362075 h 1993900"/>
                  <a:gd name="connsiteX19" fmla="*/ 838200 w 3152775"/>
                  <a:gd name="connsiteY19" fmla="*/ 1260475 h 1993900"/>
                  <a:gd name="connsiteX20" fmla="*/ 825500 w 3152775"/>
                  <a:gd name="connsiteY20" fmla="*/ 1196975 h 1993900"/>
                  <a:gd name="connsiteX21" fmla="*/ 850900 w 3152775"/>
                  <a:gd name="connsiteY21" fmla="*/ 1216025 h 1993900"/>
                  <a:gd name="connsiteX22" fmla="*/ 825500 w 3152775"/>
                  <a:gd name="connsiteY22" fmla="*/ 1041400 h 1993900"/>
                  <a:gd name="connsiteX23" fmla="*/ 701675 w 3152775"/>
                  <a:gd name="connsiteY23" fmla="*/ 781050 h 1993900"/>
                  <a:gd name="connsiteX24" fmla="*/ 650875 w 3152775"/>
                  <a:gd name="connsiteY24" fmla="*/ 676275 h 1993900"/>
                  <a:gd name="connsiteX25" fmla="*/ 600075 w 3152775"/>
                  <a:gd name="connsiteY25" fmla="*/ 641350 h 1993900"/>
                  <a:gd name="connsiteX26" fmla="*/ 517525 w 3152775"/>
                  <a:gd name="connsiteY26" fmla="*/ 558800 h 1993900"/>
                  <a:gd name="connsiteX27" fmla="*/ 422275 w 3152775"/>
                  <a:gd name="connsiteY27" fmla="*/ 482600 h 1993900"/>
                  <a:gd name="connsiteX28" fmla="*/ 298450 w 3152775"/>
                  <a:gd name="connsiteY28" fmla="*/ 444500 h 1993900"/>
                  <a:gd name="connsiteX29" fmla="*/ 120650 w 3152775"/>
                  <a:gd name="connsiteY29" fmla="*/ 377825 h 1993900"/>
                  <a:gd name="connsiteX30" fmla="*/ 0 w 3152775"/>
                  <a:gd name="connsiteY30" fmla="*/ 358775 h 1993900"/>
                  <a:gd name="connsiteX0" fmla="*/ 0 w 3152775"/>
                  <a:gd name="connsiteY0" fmla="*/ 358775 h 1993900"/>
                  <a:gd name="connsiteX1" fmla="*/ 2266950 w 3152775"/>
                  <a:gd name="connsiteY1" fmla="*/ 0 h 1993900"/>
                  <a:gd name="connsiteX2" fmla="*/ 2463800 w 3152775"/>
                  <a:gd name="connsiteY2" fmla="*/ 12700 h 1993900"/>
                  <a:gd name="connsiteX3" fmla="*/ 2644775 w 3152775"/>
                  <a:gd name="connsiteY3" fmla="*/ 60325 h 1993900"/>
                  <a:gd name="connsiteX4" fmla="*/ 2822575 w 3152775"/>
                  <a:gd name="connsiteY4" fmla="*/ 155575 h 1993900"/>
                  <a:gd name="connsiteX5" fmla="*/ 2990850 w 3152775"/>
                  <a:gd name="connsiteY5" fmla="*/ 317500 h 1993900"/>
                  <a:gd name="connsiteX6" fmla="*/ 3098800 w 3152775"/>
                  <a:gd name="connsiteY6" fmla="*/ 498475 h 1993900"/>
                  <a:gd name="connsiteX7" fmla="*/ 3152775 w 3152775"/>
                  <a:gd name="connsiteY7" fmla="*/ 723900 h 1993900"/>
                  <a:gd name="connsiteX8" fmla="*/ 3152775 w 3152775"/>
                  <a:gd name="connsiteY8" fmla="*/ 946150 h 1993900"/>
                  <a:gd name="connsiteX9" fmla="*/ 3079750 w 3152775"/>
                  <a:gd name="connsiteY9" fmla="*/ 1162050 h 1993900"/>
                  <a:gd name="connsiteX10" fmla="*/ 2997200 w 3152775"/>
                  <a:gd name="connsiteY10" fmla="*/ 1298575 h 1993900"/>
                  <a:gd name="connsiteX11" fmla="*/ 2851150 w 3152775"/>
                  <a:gd name="connsiteY11" fmla="*/ 1463675 h 1993900"/>
                  <a:gd name="connsiteX12" fmla="*/ 2635250 w 3152775"/>
                  <a:gd name="connsiteY12" fmla="*/ 1574800 h 1993900"/>
                  <a:gd name="connsiteX13" fmla="*/ 2619375 w 3152775"/>
                  <a:gd name="connsiteY13" fmla="*/ 1597025 h 1993900"/>
                  <a:gd name="connsiteX14" fmla="*/ 2492375 w 3152775"/>
                  <a:gd name="connsiteY14" fmla="*/ 1619250 h 1993900"/>
                  <a:gd name="connsiteX15" fmla="*/ 361950 w 3152775"/>
                  <a:gd name="connsiteY15" fmla="*/ 1993900 h 1993900"/>
                  <a:gd name="connsiteX16" fmla="*/ 533400 w 3152775"/>
                  <a:gd name="connsiteY16" fmla="*/ 1889125 h 1993900"/>
                  <a:gd name="connsiteX17" fmla="*/ 704850 w 3152775"/>
                  <a:gd name="connsiteY17" fmla="*/ 1698625 h 1993900"/>
                  <a:gd name="connsiteX18" fmla="*/ 831850 w 3152775"/>
                  <a:gd name="connsiteY18" fmla="*/ 1362075 h 1993900"/>
                  <a:gd name="connsiteX19" fmla="*/ 838200 w 3152775"/>
                  <a:gd name="connsiteY19" fmla="*/ 1260475 h 1993900"/>
                  <a:gd name="connsiteX20" fmla="*/ 825500 w 3152775"/>
                  <a:gd name="connsiteY20" fmla="*/ 1196975 h 1993900"/>
                  <a:gd name="connsiteX21" fmla="*/ 850900 w 3152775"/>
                  <a:gd name="connsiteY21" fmla="*/ 1216025 h 1993900"/>
                  <a:gd name="connsiteX22" fmla="*/ 825500 w 3152775"/>
                  <a:gd name="connsiteY22" fmla="*/ 1041400 h 1993900"/>
                  <a:gd name="connsiteX23" fmla="*/ 701675 w 3152775"/>
                  <a:gd name="connsiteY23" fmla="*/ 781050 h 1993900"/>
                  <a:gd name="connsiteX24" fmla="*/ 650875 w 3152775"/>
                  <a:gd name="connsiteY24" fmla="*/ 676275 h 1993900"/>
                  <a:gd name="connsiteX25" fmla="*/ 600075 w 3152775"/>
                  <a:gd name="connsiteY25" fmla="*/ 641350 h 1993900"/>
                  <a:gd name="connsiteX26" fmla="*/ 517525 w 3152775"/>
                  <a:gd name="connsiteY26" fmla="*/ 558800 h 1993900"/>
                  <a:gd name="connsiteX27" fmla="*/ 422275 w 3152775"/>
                  <a:gd name="connsiteY27" fmla="*/ 482600 h 1993900"/>
                  <a:gd name="connsiteX28" fmla="*/ 298450 w 3152775"/>
                  <a:gd name="connsiteY28" fmla="*/ 422275 h 1993900"/>
                  <a:gd name="connsiteX29" fmla="*/ 120650 w 3152775"/>
                  <a:gd name="connsiteY29" fmla="*/ 377825 h 1993900"/>
                  <a:gd name="connsiteX30" fmla="*/ 0 w 3152775"/>
                  <a:gd name="connsiteY30" fmla="*/ 358775 h 1993900"/>
                  <a:gd name="connsiteX0" fmla="*/ 0 w 3152775"/>
                  <a:gd name="connsiteY0" fmla="*/ 358775 h 1993900"/>
                  <a:gd name="connsiteX1" fmla="*/ 2266950 w 3152775"/>
                  <a:gd name="connsiteY1" fmla="*/ 0 h 1993900"/>
                  <a:gd name="connsiteX2" fmla="*/ 2463800 w 3152775"/>
                  <a:gd name="connsiteY2" fmla="*/ 12700 h 1993900"/>
                  <a:gd name="connsiteX3" fmla="*/ 2644775 w 3152775"/>
                  <a:gd name="connsiteY3" fmla="*/ 60325 h 1993900"/>
                  <a:gd name="connsiteX4" fmla="*/ 2822575 w 3152775"/>
                  <a:gd name="connsiteY4" fmla="*/ 155575 h 1993900"/>
                  <a:gd name="connsiteX5" fmla="*/ 2990850 w 3152775"/>
                  <a:gd name="connsiteY5" fmla="*/ 317500 h 1993900"/>
                  <a:gd name="connsiteX6" fmla="*/ 3098800 w 3152775"/>
                  <a:gd name="connsiteY6" fmla="*/ 498475 h 1993900"/>
                  <a:gd name="connsiteX7" fmla="*/ 3152775 w 3152775"/>
                  <a:gd name="connsiteY7" fmla="*/ 723900 h 1993900"/>
                  <a:gd name="connsiteX8" fmla="*/ 3152775 w 3152775"/>
                  <a:gd name="connsiteY8" fmla="*/ 946150 h 1993900"/>
                  <a:gd name="connsiteX9" fmla="*/ 3079750 w 3152775"/>
                  <a:gd name="connsiteY9" fmla="*/ 1162050 h 1993900"/>
                  <a:gd name="connsiteX10" fmla="*/ 2997200 w 3152775"/>
                  <a:gd name="connsiteY10" fmla="*/ 1298575 h 1993900"/>
                  <a:gd name="connsiteX11" fmla="*/ 2851150 w 3152775"/>
                  <a:gd name="connsiteY11" fmla="*/ 1463675 h 1993900"/>
                  <a:gd name="connsiteX12" fmla="*/ 2635250 w 3152775"/>
                  <a:gd name="connsiteY12" fmla="*/ 1574800 h 1993900"/>
                  <a:gd name="connsiteX13" fmla="*/ 2619375 w 3152775"/>
                  <a:gd name="connsiteY13" fmla="*/ 1597025 h 1993900"/>
                  <a:gd name="connsiteX14" fmla="*/ 2492375 w 3152775"/>
                  <a:gd name="connsiteY14" fmla="*/ 1619250 h 1993900"/>
                  <a:gd name="connsiteX15" fmla="*/ 361950 w 3152775"/>
                  <a:gd name="connsiteY15" fmla="*/ 1993900 h 1993900"/>
                  <a:gd name="connsiteX16" fmla="*/ 533400 w 3152775"/>
                  <a:gd name="connsiteY16" fmla="*/ 1889125 h 1993900"/>
                  <a:gd name="connsiteX17" fmla="*/ 704850 w 3152775"/>
                  <a:gd name="connsiteY17" fmla="*/ 1698625 h 1993900"/>
                  <a:gd name="connsiteX18" fmla="*/ 831850 w 3152775"/>
                  <a:gd name="connsiteY18" fmla="*/ 1362075 h 1993900"/>
                  <a:gd name="connsiteX19" fmla="*/ 838200 w 3152775"/>
                  <a:gd name="connsiteY19" fmla="*/ 1260475 h 1993900"/>
                  <a:gd name="connsiteX20" fmla="*/ 825500 w 3152775"/>
                  <a:gd name="connsiteY20" fmla="*/ 1196975 h 1993900"/>
                  <a:gd name="connsiteX21" fmla="*/ 822325 w 3152775"/>
                  <a:gd name="connsiteY21" fmla="*/ 1114425 h 1993900"/>
                  <a:gd name="connsiteX22" fmla="*/ 825500 w 3152775"/>
                  <a:gd name="connsiteY22" fmla="*/ 1041400 h 1993900"/>
                  <a:gd name="connsiteX23" fmla="*/ 701675 w 3152775"/>
                  <a:gd name="connsiteY23" fmla="*/ 781050 h 1993900"/>
                  <a:gd name="connsiteX24" fmla="*/ 650875 w 3152775"/>
                  <a:gd name="connsiteY24" fmla="*/ 676275 h 1993900"/>
                  <a:gd name="connsiteX25" fmla="*/ 600075 w 3152775"/>
                  <a:gd name="connsiteY25" fmla="*/ 641350 h 1993900"/>
                  <a:gd name="connsiteX26" fmla="*/ 517525 w 3152775"/>
                  <a:gd name="connsiteY26" fmla="*/ 558800 h 1993900"/>
                  <a:gd name="connsiteX27" fmla="*/ 422275 w 3152775"/>
                  <a:gd name="connsiteY27" fmla="*/ 482600 h 1993900"/>
                  <a:gd name="connsiteX28" fmla="*/ 298450 w 3152775"/>
                  <a:gd name="connsiteY28" fmla="*/ 422275 h 1993900"/>
                  <a:gd name="connsiteX29" fmla="*/ 120650 w 3152775"/>
                  <a:gd name="connsiteY29" fmla="*/ 377825 h 1993900"/>
                  <a:gd name="connsiteX30" fmla="*/ 0 w 3152775"/>
                  <a:gd name="connsiteY30" fmla="*/ 358775 h 1993900"/>
                  <a:gd name="connsiteX0" fmla="*/ 0 w 3152775"/>
                  <a:gd name="connsiteY0" fmla="*/ 358775 h 1971675"/>
                  <a:gd name="connsiteX1" fmla="*/ 2266950 w 3152775"/>
                  <a:gd name="connsiteY1" fmla="*/ 0 h 1971675"/>
                  <a:gd name="connsiteX2" fmla="*/ 2463800 w 3152775"/>
                  <a:gd name="connsiteY2" fmla="*/ 12700 h 1971675"/>
                  <a:gd name="connsiteX3" fmla="*/ 2644775 w 3152775"/>
                  <a:gd name="connsiteY3" fmla="*/ 60325 h 1971675"/>
                  <a:gd name="connsiteX4" fmla="*/ 2822575 w 3152775"/>
                  <a:gd name="connsiteY4" fmla="*/ 155575 h 1971675"/>
                  <a:gd name="connsiteX5" fmla="*/ 2990850 w 3152775"/>
                  <a:gd name="connsiteY5" fmla="*/ 317500 h 1971675"/>
                  <a:gd name="connsiteX6" fmla="*/ 3098800 w 3152775"/>
                  <a:gd name="connsiteY6" fmla="*/ 498475 h 1971675"/>
                  <a:gd name="connsiteX7" fmla="*/ 3152775 w 3152775"/>
                  <a:gd name="connsiteY7" fmla="*/ 723900 h 1971675"/>
                  <a:gd name="connsiteX8" fmla="*/ 3152775 w 3152775"/>
                  <a:gd name="connsiteY8" fmla="*/ 946150 h 1971675"/>
                  <a:gd name="connsiteX9" fmla="*/ 3079750 w 3152775"/>
                  <a:gd name="connsiteY9" fmla="*/ 1162050 h 1971675"/>
                  <a:gd name="connsiteX10" fmla="*/ 2997200 w 3152775"/>
                  <a:gd name="connsiteY10" fmla="*/ 1298575 h 1971675"/>
                  <a:gd name="connsiteX11" fmla="*/ 2851150 w 3152775"/>
                  <a:gd name="connsiteY11" fmla="*/ 1463675 h 1971675"/>
                  <a:gd name="connsiteX12" fmla="*/ 2635250 w 3152775"/>
                  <a:gd name="connsiteY12" fmla="*/ 1574800 h 1971675"/>
                  <a:gd name="connsiteX13" fmla="*/ 2619375 w 3152775"/>
                  <a:gd name="connsiteY13" fmla="*/ 1597025 h 1971675"/>
                  <a:gd name="connsiteX14" fmla="*/ 2492375 w 3152775"/>
                  <a:gd name="connsiteY14" fmla="*/ 1619250 h 1971675"/>
                  <a:gd name="connsiteX15" fmla="*/ 381000 w 3152775"/>
                  <a:gd name="connsiteY15" fmla="*/ 1971675 h 1971675"/>
                  <a:gd name="connsiteX16" fmla="*/ 533400 w 3152775"/>
                  <a:gd name="connsiteY16" fmla="*/ 1889125 h 1971675"/>
                  <a:gd name="connsiteX17" fmla="*/ 704850 w 3152775"/>
                  <a:gd name="connsiteY17" fmla="*/ 1698625 h 1971675"/>
                  <a:gd name="connsiteX18" fmla="*/ 831850 w 3152775"/>
                  <a:gd name="connsiteY18" fmla="*/ 1362075 h 1971675"/>
                  <a:gd name="connsiteX19" fmla="*/ 838200 w 3152775"/>
                  <a:gd name="connsiteY19" fmla="*/ 1260475 h 1971675"/>
                  <a:gd name="connsiteX20" fmla="*/ 825500 w 3152775"/>
                  <a:gd name="connsiteY20" fmla="*/ 1196975 h 1971675"/>
                  <a:gd name="connsiteX21" fmla="*/ 822325 w 3152775"/>
                  <a:gd name="connsiteY21" fmla="*/ 1114425 h 1971675"/>
                  <a:gd name="connsiteX22" fmla="*/ 825500 w 3152775"/>
                  <a:gd name="connsiteY22" fmla="*/ 1041400 h 1971675"/>
                  <a:gd name="connsiteX23" fmla="*/ 701675 w 3152775"/>
                  <a:gd name="connsiteY23" fmla="*/ 781050 h 1971675"/>
                  <a:gd name="connsiteX24" fmla="*/ 650875 w 3152775"/>
                  <a:gd name="connsiteY24" fmla="*/ 676275 h 1971675"/>
                  <a:gd name="connsiteX25" fmla="*/ 600075 w 3152775"/>
                  <a:gd name="connsiteY25" fmla="*/ 641350 h 1971675"/>
                  <a:gd name="connsiteX26" fmla="*/ 517525 w 3152775"/>
                  <a:gd name="connsiteY26" fmla="*/ 558800 h 1971675"/>
                  <a:gd name="connsiteX27" fmla="*/ 422275 w 3152775"/>
                  <a:gd name="connsiteY27" fmla="*/ 482600 h 1971675"/>
                  <a:gd name="connsiteX28" fmla="*/ 298450 w 3152775"/>
                  <a:gd name="connsiteY28" fmla="*/ 422275 h 1971675"/>
                  <a:gd name="connsiteX29" fmla="*/ 120650 w 3152775"/>
                  <a:gd name="connsiteY29" fmla="*/ 377825 h 1971675"/>
                  <a:gd name="connsiteX30" fmla="*/ 0 w 3152775"/>
                  <a:gd name="connsiteY30" fmla="*/ 358775 h 1971675"/>
                  <a:gd name="connsiteX0" fmla="*/ 0 w 3152775"/>
                  <a:gd name="connsiteY0" fmla="*/ 358775 h 2003425"/>
                  <a:gd name="connsiteX1" fmla="*/ 2266950 w 3152775"/>
                  <a:gd name="connsiteY1" fmla="*/ 0 h 2003425"/>
                  <a:gd name="connsiteX2" fmla="*/ 2463800 w 3152775"/>
                  <a:gd name="connsiteY2" fmla="*/ 12700 h 2003425"/>
                  <a:gd name="connsiteX3" fmla="*/ 2644775 w 3152775"/>
                  <a:gd name="connsiteY3" fmla="*/ 60325 h 2003425"/>
                  <a:gd name="connsiteX4" fmla="*/ 2822575 w 3152775"/>
                  <a:gd name="connsiteY4" fmla="*/ 155575 h 2003425"/>
                  <a:gd name="connsiteX5" fmla="*/ 2990850 w 3152775"/>
                  <a:gd name="connsiteY5" fmla="*/ 317500 h 2003425"/>
                  <a:gd name="connsiteX6" fmla="*/ 3098800 w 3152775"/>
                  <a:gd name="connsiteY6" fmla="*/ 498475 h 2003425"/>
                  <a:gd name="connsiteX7" fmla="*/ 3152775 w 3152775"/>
                  <a:gd name="connsiteY7" fmla="*/ 723900 h 2003425"/>
                  <a:gd name="connsiteX8" fmla="*/ 3152775 w 3152775"/>
                  <a:gd name="connsiteY8" fmla="*/ 946150 h 2003425"/>
                  <a:gd name="connsiteX9" fmla="*/ 3079750 w 3152775"/>
                  <a:gd name="connsiteY9" fmla="*/ 1162050 h 2003425"/>
                  <a:gd name="connsiteX10" fmla="*/ 2997200 w 3152775"/>
                  <a:gd name="connsiteY10" fmla="*/ 1298575 h 2003425"/>
                  <a:gd name="connsiteX11" fmla="*/ 2851150 w 3152775"/>
                  <a:gd name="connsiteY11" fmla="*/ 1463675 h 2003425"/>
                  <a:gd name="connsiteX12" fmla="*/ 2635250 w 3152775"/>
                  <a:gd name="connsiteY12" fmla="*/ 1574800 h 2003425"/>
                  <a:gd name="connsiteX13" fmla="*/ 2619375 w 3152775"/>
                  <a:gd name="connsiteY13" fmla="*/ 1597025 h 2003425"/>
                  <a:gd name="connsiteX14" fmla="*/ 2492375 w 3152775"/>
                  <a:gd name="connsiteY14" fmla="*/ 1619250 h 2003425"/>
                  <a:gd name="connsiteX15" fmla="*/ 342900 w 3152775"/>
                  <a:gd name="connsiteY15" fmla="*/ 2003425 h 2003425"/>
                  <a:gd name="connsiteX16" fmla="*/ 533400 w 3152775"/>
                  <a:gd name="connsiteY16" fmla="*/ 1889125 h 2003425"/>
                  <a:gd name="connsiteX17" fmla="*/ 704850 w 3152775"/>
                  <a:gd name="connsiteY17" fmla="*/ 1698625 h 2003425"/>
                  <a:gd name="connsiteX18" fmla="*/ 831850 w 3152775"/>
                  <a:gd name="connsiteY18" fmla="*/ 1362075 h 2003425"/>
                  <a:gd name="connsiteX19" fmla="*/ 838200 w 3152775"/>
                  <a:gd name="connsiteY19" fmla="*/ 1260475 h 2003425"/>
                  <a:gd name="connsiteX20" fmla="*/ 825500 w 3152775"/>
                  <a:gd name="connsiteY20" fmla="*/ 1196975 h 2003425"/>
                  <a:gd name="connsiteX21" fmla="*/ 822325 w 3152775"/>
                  <a:gd name="connsiteY21" fmla="*/ 1114425 h 2003425"/>
                  <a:gd name="connsiteX22" fmla="*/ 825500 w 3152775"/>
                  <a:gd name="connsiteY22" fmla="*/ 1041400 h 2003425"/>
                  <a:gd name="connsiteX23" fmla="*/ 701675 w 3152775"/>
                  <a:gd name="connsiteY23" fmla="*/ 781050 h 2003425"/>
                  <a:gd name="connsiteX24" fmla="*/ 650875 w 3152775"/>
                  <a:gd name="connsiteY24" fmla="*/ 676275 h 2003425"/>
                  <a:gd name="connsiteX25" fmla="*/ 600075 w 3152775"/>
                  <a:gd name="connsiteY25" fmla="*/ 641350 h 2003425"/>
                  <a:gd name="connsiteX26" fmla="*/ 517525 w 3152775"/>
                  <a:gd name="connsiteY26" fmla="*/ 558800 h 2003425"/>
                  <a:gd name="connsiteX27" fmla="*/ 422275 w 3152775"/>
                  <a:gd name="connsiteY27" fmla="*/ 482600 h 2003425"/>
                  <a:gd name="connsiteX28" fmla="*/ 298450 w 3152775"/>
                  <a:gd name="connsiteY28" fmla="*/ 422275 h 2003425"/>
                  <a:gd name="connsiteX29" fmla="*/ 120650 w 3152775"/>
                  <a:gd name="connsiteY29" fmla="*/ 377825 h 2003425"/>
                  <a:gd name="connsiteX30" fmla="*/ 0 w 3152775"/>
                  <a:gd name="connsiteY30" fmla="*/ 358775 h 2003425"/>
                  <a:gd name="connsiteX0" fmla="*/ 0 w 3152775"/>
                  <a:gd name="connsiteY0" fmla="*/ 358775 h 2003425"/>
                  <a:gd name="connsiteX1" fmla="*/ 2266950 w 3152775"/>
                  <a:gd name="connsiteY1" fmla="*/ 0 h 2003425"/>
                  <a:gd name="connsiteX2" fmla="*/ 2463800 w 3152775"/>
                  <a:gd name="connsiteY2" fmla="*/ 12700 h 2003425"/>
                  <a:gd name="connsiteX3" fmla="*/ 2644775 w 3152775"/>
                  <a:gd name="connsiteY3" fmla="*/ 60325 h 2003425"/>
                  <a:gd name="connsiteX4" fmla="*/ 2822575 w 3152775"/>
                  <a:gd name="connsiteY4" fmla="*/ 155575 h 2003425"/>
                  <a:gd name="connsiteX5" fmla="*/ 2990850 w 3152775"/>
                  <a:gd name="connsiteY5" fmla="*/ 317500 h 2003425"/>
                  <a:gd name="connsiteX6" fmla="*/ 3098800 w 3152775"/>
                  <a:gd name="connsiteY6" fmla="*/ 498475 h 2003425"/>
                  <a:gd name="connsiteX7" fmla="*/ 3152775 w 3152775"/>
                  <a:gd name="connsiteY7" fmla="*/ 723900 h 2003425"/>
                  <a:gd name="connsiteX8" fmla="*/ 3152775 w 3152775"/>
                  <a:gd name="connsiteY8" fmla="*/ 946150 h 2003425"/>
                  <a:gd name="connsiteX9" fmla="*/ 3079750 w 3152775"/>
                  <a:gd name="connsiteY9" fmla="*/ 1162050 h 2003425"/>
                  <a:gd name="connsiteX10" fmla="*/ 2997200 w 3152775"/>
                  <a:gd name="connsiteY10" fmla="*/ 1298575 h 2003425"/>
                  <a:gd name="connsiteX11" fmla="*/ 2851150 w 3152775"/>
                  <a:gd name="connsiteY11" fmla="*/ 1463675 h 2003425"/>
                  <a:gd name="connsiteX12" fmla="*/ 2635250 w 3152775"/>
                  <a:gd name="connsiteY12" fmla="*/ 1574800 h 2003425"/>
                  <a:gd name="connsiteX13" fmla="*/ 2619375 w 3152775"/>
                  <a:gd name="connsiteY13" fmla="*/ 1597025 h 2003425"/>
                  <a:gd name="connsiteX14" fmla="*/ 2489200 w 3152775"/>
                  <a:gd name="connsiteY14" fmla="*/ 1638300 h 2003425"/>
                  <a:gd name="connsiteX15" fmla="*/ 342900 w 3152775"/>
                  <a:gd name="connsiteY15" fmla="*/ 2003425 h 2003425"/>
                  <a:gd name="connsiteX16" fmla="*/ 533400 w 3152775"/>
                  <a:gd name="connsiteY16" fmla="*/ 1889125 h 2003425"/>
                  <a:gd name="connsiteX17" fmla="*/ 704850 w 3152775"/>
                  <a:gd name="connsiteY17" fmla="*/ 1698625 h 2003425"/>
                  <a:gd name="connsiteX18" fmla="*/ 831850 w 3152775"/>
                  <a:gd name="connsiteY18" fmla="*/ 1362075 h 2003425"/>
                  <a:gd name="connsiteX19" fmla="*/ 838200 w 3152775"/>
                  <a:gd name="connsiteY19" fmla="*/ 1260475 h 2003425"/>
                  <a:gd name="connsiteX20" fmla="*/ 825500 w 3152775"/>
                  <a:gd name="connsiteY20" fmla="*/ 1196975 h 2003425"/>
                  <a:gd name="connsiteX21" fmla="*/ 822325 w 3152775"/>
                  <a:gd name="connsiteY21" fmla="*/ 1114425 h 2003425"/>
                  <a:gd name="connsiteX22" fmla="*/ 825500 w 3152775"/>
                  <a:gd name="connsiteY22" fmla="*/ 1041400 h 2003425"/>
                  <a:gd name="connsiteX23" fmla="*/ 701675 w 3152775"/>
                  <a:gd name="connsiteY23" fmla="*/ 781050 h 2003425"/>
                  <a:gd name="connsiteX24" fmla="*/ 650875 w 3152775"/>
                  <a:gd name="connsiteY24" fmla="*/ 676275 h 2003425"/>
                  <a:gd name="connsiteX25" fmla="*/ 600075 w 3152775"/>
                  <a:gd name="connsiteY25" fmla="*/ 641350 h 2003425"/>
                  <a:gd name="connsiteX26" fmla="*/ 517525 w 3152775"/>
                  <a:gd name="connsiteY26" fmla="*/ 558800 h 2003425"/>
                  <a:gd name="connsiteX27" fmla="*/ 422275 w 3152775"/>
                  <a:gd name="connsiteY27" fmla="*/ 482600 h 2003425"/>
                  <a:gd name="connsiteX28" fmla="*/ 298450 w 3152775"/>
                  <a:gd name="connsiteY28" fmla="*/ 422275 h 2003425"/>
                  <a:gd name="connsiteX29" fmla="*/ 120650 w 3152775"/>
                  <a:gd name="connsiteY29" fmla="*/ 377825 h 2003425"/>
                  <a:gd name="connsiteX30" fmla="*/ 0 w 3152775"/>
                  <a:gd name="connsiteY30" fmla="*/ 358775 h 2003425"/>
                  <a:gd name="connsiteX0" fmla="*/ 0 w 3152775"/>
                  <a:gd name="connsiteY0" fmla="*/ 358775 h 2003425"/>
                  <a:gd name="connsiteX1" fmla="*/ 2266950 w 3152775"/>
                  <a:gd name="connsiteY1" fmla="*/ 0 h 2003425"/>
                  <a:gd name="connsiteX2" fmla="*/ 2463800 w 3152775"/>
                  <a:gd name="connsiteY2" fmla="*/ 12700 h 2003425"/>
                  <a:gd name="connsiteX3" fmla="*/ 2644775 w 3152775"/>
                  <a:gd name="connsiteY3" fmla="*/ 60325 h 2003425"/>
                  <a:gd name="connsiteX4" fmla="*/ 2822575 w 3152775"/>
                  <a:gd name="connsiteY4" fmla="*/ 155575 h 2003425"/>
                  <a:gd name="connsiteX5" fmla="*/ 2990850 w 3152775"/>
                  <a:gd name="connsiteY5" fmla="*/ 317500 h 2003425"/>
                  <a:gd name="connsiteX6" fmla="*/ 3098800 w 3152775"/>
                  <a:gd name="connsiteY6" fmla="*/ 498475 h 2003425"/>
                  <a:gd name="connsiteX7" fmla="*/ 3152775 w 3152775"/>
                  <a:gd name="connsiteY7" fmla="*/ 723900 h 2003425"/>
                  <a:gd name="connsiteX8" fmla="*/ 3152775 w 3152775"/>
                  <a:gd name="connsiteY8" fmla="*/ 946150 h 2003425"/>
                  <a:gd name="connsiteX9" fmla="*/ 3079750 w 3152775"/>
                  <a:gd name="connsiteY9" fmla="*/ 1162050 h 2003425"/>
                  <a:gd name="connsiteX10" fmla="*/ 2997200 w 3152775"/>
                  <a:gd name="connsiteY10" fmla="*/ 1298575 h 2003425"/>
                  <a:gd name="connsiteX11" fmla="*/ 2851150 w 3152775"/>
                  <a:gd name="connsiteY11" fmla="*/ 1463675 h 2003425"/>
                  <a:gd name="connsiteX12" fmla="*/ 2752725 w 3152775"/>
                  <a:gd name="connsiteY12" fmla="*/ 1530350 h 2003425"/>
                  <a:gd name="connsiteX13" fmla="*/ 2619375 w 3152775"/>
                  <a:gd name="connsiteY13" fmla="*/ 1597025 h 2003425"/>
                  <a:gd name="connsiteX14" fmla="*/ 2489200 w 3152775"/>
                  <a:gd name="connsiteY14" fmla="*/ 1638300 h 2003425"/>
                  <a:gd name="connsiteX15" fmla="*/ 342900 w 3152775"/>
                  <a:gd name="connsiteY15" fmla="*/ 2003425 h 2003425"/>
                  <a:gd name="connsiteX16" fmla="*/ 533400 w 3152775"/>
                  <a:gd name="connsiteY16" fmla="*/ 1889125 h 2003425"/>
                  <a:gd name="connsiteX17" fmla="*/ 704850 w 3152775"/>
                  <a:gd name="connsiteY17" fmla="*/ 1698625 h 2003425"/>
                  <a:gd name="connsiteX18" fmla="*/ 831850 w 3152775"/>
                  <a:gd name="connsiteY18" fmla="*/ 1362075 h 2003425"/>
                  <a:gd name="connsiteX19" fmla="*/ 838200 w 3152775"/>
                  <a:gd name="connsiteY19" fmla="*/ 1260475 h 2003425"/>
                  <a:gd name="connsiteX20" fmla="*/ 825500 w 3152775"/>
                  <a:gd name="connsiteY20" fmla="*/ 1196975 h 2003425"/>
                  <a:gd name="connsiteX21" fmla="*/ 822325 w 3152775"/>
                  <a:gd name="connsiteY21" fmla="*/ 1114425 h 2003425"/>
                  <a:gd name="connsiteX22" fmla="*/ 825500 w 3152775"/>
                  <a:gd name="connsiteY22" fmla="*/ 1041400 h 2003425"/>
                  <a:gd name="connsiteX23" fmla="*/ 701675 w 3152775"/>
                  <a:gd name="connsiteY23" fmla="*/ 781050 h 2003425"/>
                  <a:gd name="connsiteX24" fmla="*/ 650875 w 3152775"/>
                  <a:gd name="connsiteY24" fmla="*/ 676275 h 2003425"/>
                  <a:gd name="connsiteX25" fmla="*/ 600075 w 3152775"/>
                  <a:gd name="connsiteY25" fmla="*/ 641350 h 2003425"/>
                  <a:gd name="connsiteX26" fmla="*/ 517525 w 3152775"/>
                  <a:gd name="connsiteY26" fmla="*/ 558800 h 2003425"/>
                  <a:gd name="connsiteX27" fmla="*/ 422275 w 3152775"/>
                  <a:gd name="connsiteY27" fmla="*/ 482600 h 2003425"/>
                  <a:gd name="connsiteX28" fmla="*/ 298450 w 3152775"/>
                  <a:gd name="connsiteY28" fmla="*/ 422275 h 2003425"/>
                  <a:gd name="connsiteX29" fmla="*/ 120650 w 3152775"/>
                  <a:gd name="connsiteY29" fmla="*/ 377825 h 2003425"/>
                  <a:gd name="connsiteX30" fmla="*/ 0 w 3152775"/>
                  <a:gd name="connsiteY30" fmla="*/ 358775 h 2003425"/>
                  <a:gd name="connsiteX0" fmla="*/ 0 w 3152775"/>
                  <a:gd name="connsiteY0" fmla="*/ 358775 h 2003425"/>
                  <a:gd name="connsiteX1" fmla="*/ 2266950 w 3152775"/>
                  <a:gd name="connsiteY1" fmla="*/ 0 h 2003425"/>
                  <a:gd name="connsiteX2" fmla="*/ 2463800 w 3152775"/>
                  <a:gd name="connsiteY2" fmla="*/ 12700 h 2003425"/>
                  <a:gd name="connsiteX3" fmla="*/ 2644775 w 3152775"/>
                  <a:gd name="connsiteY3" fmla="*/ 60325 h 2003425"/>
                  <a:gd name="connsiteX4" fmla="*/ 2822575 w 3152775"/>
                  <a:gd name="connsiteY4" fmla="*/ 155575 h 2003425"/>
                  <a:gd name="connsiteX5" fmla="*/ 2990850 w 3152775"/>
                  <a:gd name="connsiteY5" fmla="*/ 317500 h 2003425"/>
                  <a:gd name="connsiteX6" fmla="*/ 3098800 w 3152775"/>
                  <a:gd name="connsiteY6" fmla="*/ 498475 h 2003425"/>
                  <a:gd name="connsiteX7" fmla="*/ 3152775 w 3152775"/>
                  <a:gd name="connsiteY7" fmla="*/ 723900 h 2003425"/>
                  <a:gd name="connsiteX8" fmla="*/ 3152775 w 3152775"/>
                  <a:gd name="connsiteY8" fmla="*/ 946150 h 2003425"/>
                  <a:gd name="connsiteX9" fmla="*/ 3079750 w 3152775"/>
                  <a:gd name="connsiteY9" fmla="*/ 1162050 h 2003425"/>
                  <a:gd name="connsiteX10" fmla="*/ 3000375 w 3152775"/>
                  <a:gd name="connsiteY10" fmla="*/ 1308100 h 2003425"/>
                  <a:gd name="connsiteX11" fmla="*/ 2851150 w 3152775"/>
                  <a:gd name="connsiteY11" fmla="*/ 1463675 h 2003425"/>
                  <a:gd name="connsiteX12" fmla="*/ 2752725 w 3152775"/>
                  <a:gd name="connsiteY12" fmla="*/ 1530350 h 2003425"/>
                  <a:gd name="connsiteX13" fmla="*/ 2619375 w 3152775"/>
                  <a:gd name="connsiteY13" fmla="*/ 1597025 h 2003425"/>
                  <a:gd name="connsiteX14" fmla="*/ 2489200 w 3152775"/>
                  <a:gd name="connsiteY14" fmla="*/ 1638300 h 2003425"/>
                  <a:gd name="connsiteX15" fmla="*/ 342900 w 3152775"/>
                  <a:gd name="connsiteY15" fmla="*/ 2003425 h 2003425"/>
                  <a:gd name="connsiteX16" fmla="*/ 533400 w 3152775"/>
                  <a:gd name="connsiteY16" fmla="*/ 1889125 h 2003425"/>
                  <a:gd name="connsiteX17" fmla="*/ 704850 w 3152775"/>
                  <a:gd name="connsiteY17" fmla="*/ 1698625 h 2003425"/>
                  <a:gd name="connsiteX18" fmla="*/ 831850 w 3152775"/>
                  <a:gd name="connsiteY18" fmla="*/ 1362075 h 2003425"/>
                  <a:gd name="connsiteX19" fmla="*/ 838200 w 3152775"/>
                  <a:gd name="connsiteY19" fmla="*/ 1260475 h 2003425"/>
                  <a:gd name="connsiteX20" fmla="*/ 825500 w 3152775"/>
                  <a:gd name="connsiteY20" fmla="*/ 1196975 h 2003425"/>
                  <a:gd name="connsiteX21" fmla="*/ 822325 w 3152775"/>
                  <a:gd name="connsiteY21" fmla="*/ 1114425 h 2003425"/>
                  <a:gd name="connsiteX22" fmla="*/ 825500 w 3152775"/>
                  <a:gd name="connsiteY22" fmla="*/ 1041400 h 2003425"/>
                  <a:gd name="connsiteX23" fmla="*/ 701675 w 3152775"/>
                  <a:gd name="connsiteY23" fmla="*/ 781050 h 2003425"/>
                  <a:gd name="connsiteX24" fmla="*/ 650875 w 3152775"/>
                  <a:gd name="connsiteY24" fmla="*/ 676275 h 2003425"/>
                  <a:gd name="connsiteX25" fmla="*/ 600075 w 3152775"/>
                  <a:gd name="connsiteY25" fmla="*/ 641350 h 2003425"/>
                  <a:gd name="connsiteX26" fmla="*/ 517525 w 3152775"/>
                  <a:gd name="connsiteY26" fmla="*/ 558800 h 2003425"/>
                  <a:gd name="connsiteX27" fmla="*/ 422275 w 3152775"/>
                  <a:gd name="connsiteY27" fmla="*/ 482600 h 2003425"/>
                  <a:gd name="connsiteX28" fmla="*/ 298450 w 3152775"/>
                  <a:gd name="connsiteY28" fmla="*/ 422275 h 2003425"/>
                  <a:gd name="connsiteX29" fmla="*/ 120650 w 3152775"/>
                  <a:gd name="connsiteY29" fmla="*/ 377825 h 2003425"/>
                  <a:gd name="connsiteX30" fmla="*/ 0 w 3152775"/>
                  <a:gd name="connsiteY30" fmla="*/ 358775 h 2003425"/>
                  <a:gd name="connsiteX0" fmla="*/ 0 w 3152775"/>
                  <a:gd name="connsiteY0" fmla="*/ 358775 h 2003425"/>
                  <a:gd name="connsiteX1" fmla="*/ 2266950 w 3152775"/>
                  <a:gd name="connsiteY1" fmla="*/ 0 h 2003425"/>
                  <a:gd name="connsiteX2" fmla="*/ 2463800 w 3152775"/>
                  <a:gd name="connsiteY2" fmla="*/ 12700 h 2003425"/>
                  <a:gd name="connsiteX3" fmla="*/ 2644775 w 3152775"/>
                  <a:gd name="connsiteY3" fmla="*/ 60325 h 2003425"/>
                  <a:gd name="connsiteX4" fmla="*/ 2822575 w 3152775"/>
                  <a:gd name="connsiteY4" fmla="*/ 155575 h 2003425"/>
                  <a:gd name="connsiteX5" fmla="*/ 2990850 w 3152775"/>
                  <a:gd name="connsiteY5" fmla="*/ 317500 h 2003425"/>
                  <a:gd name="connsiteX6" fmla="*/ 3098800 w 3152775"/>
                  <a:gd name="connsiteY6" fmla="*/ 498475 h 2003425"/>
                  <a:gd name="connsiteX7" fmla="*/ 3152775 w 3152775"/>
                  <a:gd name="connsiteY7" fmla="*/ 723900 h 2003425"/>
                  <a:gd name="connsiteX8" fmla="*/ 3152775 w 3152775"/>
                  <a:gd name="connsiteY8" fmla="*/ 946150 h 2003425"/>
                  <a:gd name="connsiteX9" fmla="*/ 3098800 w 3152775"/>
                  <a:gd name="connsiteY9" fmla="*/ 1133475 h 2003425"/>
                  <a:gd name="connsiteX10" fmla="*/ 3000375 w 3152775"/>
                  <a:gd name="connsiteY10" fmla="*/ 1308100 h 2003425"/>
                  <a:gd name="connsiteX11" fmla="*/ 2851150 w 3152775"/>
                  <a:gd name="connsiteY11" fmla="*/ 1463675 h 2003425"/>
                  <a:gd name="connsiteX12" fmla="*/ 2752725 w 3152775"/>
                  <a:gd name="connsiteY12" fmla="*/ 1530350 h 2003425"/>
                  <a:gd name="connsiteX13" fmla="*/ 2619375 w 3152775"/>
                  <a:gd name="connsiteY13" fmla="*/ 1597025 h 2003425"/>
                  <a:gd name="connsiteX14" fmla="*/ 2489200 w 3152775"/>
                  <a:gd name="connsiteY14" fmla="*/ 1638300 h 2003425"/>
                  <a:gd name="connsiteX15" fmla="*/ 342900 w 3152775"/>
                  <a:gd name="connsiteY15" fmla="*/ 2003425 h 2003425"/>
                  <a:gd name="connsiteX16" fmla="*/ 533400 w 3152775"/>
                  <a:gd name="connsiteY16" fmla="*/ 1889125 h 2003425"/>
                  <a:gd name="connsiteX17" fmla="*/ 704850 w 3152775"/>
                  <a:gd name="connsiteY17" fmla="*/ 1698625 h 2003425"/>
                  <a:gd name="connsiteX18" fmla="*/ 831850 w 3152775"/>
                  <a:gd name="connsiteY18" fmla="*/ 1362075 h 2003425"/>
                  <a:gd name="connsiteX19" fmla="*/ 838200 w 3152775"/>
                  <a:gd name="connsiteY19" fmla="*/ 1260475 h 2003425"/>
                  <a:gd name="connsiteX20" fmla="*/ 825500 w 3152775"/>
                  <a:gd name="connsiteY20" fmla="*/ 1196975 h 2003425"/>
                  <a:gd name="connsiteX21" fmla="*/ 822325 w 3152775"/>
                  <a:gd name="connsiteY21" fmla="*/ 1114425 h 2003425"/>
                  <a:gd name="connsiteX22" fmla="*/ 825500 w 3152775"/>
                  <a:gd name="connsiteY22" fmla="*/ 1041400 h 2003425"/>
                  <a:gd name="connsiteX23" fmla="*/ 701675 w 3152775"/>
                  <a:gd name="connsiteY23" fmla="*/ 781050 h 2003425"/>
                  <a:gd name="connsiteX24" fmla="*/ 650875 w 3152775"/>
                  <a:gd name="connsiteY24" fmla="*/ 676275 h 2003425"/>
                  <a:gd name="connsiteX25" fmla="*/ 600075 w 3152775"/>
                  <a:gd name="connsiteY25" fmla="*/ 641350 h 2003425"/>
                  <a:gd name="connsiteX26" fmla="*/ 517525 w 3152775"/>
                  <a:gd name="connsiteY26" fmla="*/ 558800 h 2003425"/>
                  <a:gd name="connsiteX27" fmla="*/ 422275 w 3152775"/>
                  <a:gd name="connsiteY27" fmla="*/ 482600 h 2003425"/>
                  <a:gd name="connsiteX28" fmla="*/ 298450 w 3152775"/>
                  <a:gd name="connsiteY28" fmla="*/ 422275 h 2003425"/>
                  <a:gd name="connsiteX29" fmla="*/ 120650 w 3152775"/>
                  <a:gd name="connsiteY29" fmla="*/ 377825 h 2003425"/>
                  <a:gd name="connsiteX30" fmla="*/ 0 w 3152775"/>
                  <a:gd name="connsiteY30" fmla="*/ 358775 h 2003425"/>
                  <a:gd name="connsiteX0" fmla="*/ 0 w 3159125"/>
                  <a:gd name="connsiteY0" fmla="*/ 358775 h 2003425"/>
                  <a:gd name="connsiteX1" fmla="*/ 2266950 w 3159125"/>
                  <a:gd name="connsiteY1" fmla="*/ 0 h 2003425"/>
                  <a:gd name="connsiteX2" fmla="*/ 2463800 w 3159125"/>
                  <a:gd name="connsiteY2" fmla="*/ 12700 h 2003425"/>
                  <a:gd name="connsiteX3" fmla="*/ 2644775 w 3159125"/>
                  <a:gd name="connsiteY3" fmla="*/ 60325 h 2003425"/>
                  <a:gd name="connsiteX4" fmla="*/ 2822575 w 3159125"/>
                  <a:gd name="connsiteY4" fmla="*/ 155575 h 2003425"/>
                  <a:gd name="connsiteX5" fmla="*/ 2990850 w 3159125"/>
                  <a:gd name="connsiteY5" fmla="*/ 317500 h 2003425"/>
                  <a:gd name="connsiteX6" fmla="*/ 3098800 w 3159125"/>
                  <a:gd name="connsiteY6" fmla="*/ 498475 h 2003425"/>
                  <a:gd name="connsiteX7" fmla="*/ 3152775 w 3159125"/>
                  <a:gd name="connsiteY7" fmla="*/ 723900 h 2003425"/>
                  <a:gd name="connsiteX8" fmla="*/ 3159125 w 3159125"/>
                  <a:gd name="connsiteY8" fmla="*/ 933450 h 2003425"/>
                  <a:gd name="connsiteX9" fmla="*/ 3098800 w 3159125"/>
                  <a:gd name="connsiteY9" fmla="*/ 1133475 h 2003425"/>
                  <a:gd name="connsiteX10" fmla="*/ 3000375 w 3159125"/>
                  <a:gd name="connsiteY10" fmla="*/ 1308100 h 2003425"/>
                  <a:gd name="connsiteX11" fmla="*/ 2851150 w 3159125"/>
                  <a:gd name="connsiteY11" fmla="*/ 1463675 h 2003425"/>
                  <a:gd name="connsiteX12" fmla="*/ 2752725 w 3159125"/>
                  <a:gd name="connsiteY12" fmla="*/ 1530350 h 2003425"/>
                  <a:gd name="connsiteX13" fmla="*/ 2619375 w 3159125"/>
                  <a:gd name="connsiteY13" fmla="*/ 1597025 h 2003425"/>
                  <a:gd name="connsiteX14" fmla="*/ 2489200 w 3159125"/>
                  <a:gd name="connsiteY14" fmla="*/ 1638300 h 2003425"/>
                  <a:gd name="connsiteX15" fmla="*/ 342900 w 3159125"/>
                  <a:gd name="connsiteY15" fmla="*/ 2003425 h 2003425"/>
                  <a:gd name="connsiteX16" fmla="*/ 533400 w 3159125"/>
                  <a:gd name="connsiteY16" fmla="*/ 1889125 h 2003425"/>
                  <a:gd name="connsiteX17" fmla="*/ 704850 w 3159125"/>
                  <a:gd name="connsiteY17" fmla="*/ 1698625 h 2003425"/>
                  <a:gd name="connsiteX18" fmla="*/ 831850 w 3159125"/>
                  <a:gd name="connsiteY18" fmla="*/ 1362075 h 2003425"/>
                  <a:gd name="connsiteX19" fmla="*/ 838200 w 3159125"/>
                  <a:gd name="connsiteY19" fmla="*/ 1260475 h 2003425"/>
                  <a:gd name="connsiteX20" fmla="*/ 825500 w 3159125"/>
                  <a:gd name="connsiteY20" fmla="*/ 1196975 h 2003425"/>
                  <a:gd name="connsiteX21" fmla="*/ 822325 w 3159125"/>
                  <a:gd name="connsiteY21" fmla="*/ 1114425 h 2003425"/>
                  <a:gd name="connsiteX22" fmla="*/ 825500 w 3159125"/>
                  <a:gd name="connsiteY22" fmla="*/ 1041400 h 2003425"/>
                  <a:gd name="connsiteX23" fmla="*/ 701675 w 3159125"/>
                  <a:gd name="connsiteY23" fmla="*/ 781050 h 2003425"/>
                  <a:gd name="connsiteX24" fmla="*/ 650875 w 3159125"/>
                  <a:gd name="connsiteY24" fmla="*/ 676275 h 2003425"/>
                  <a:gd name="connsiteX25" fmla="*/ 600075 w 3159125"/>
                  <a:gd name="connsiteY25" fmla="*/ 641350 h 2003425"/>
                  <a:gd name="connsiteX26" fmla="*/ 517525 w 3159125"/>
                  <a:gd name="connsiteY26" fmla="*/ 558800 h 2003425"/>
                  <a:gd name="connsiteX27" fmla="*/ 422275 w 3159125"/>
                  <a:gd name="connsiteY27" fmla="*/ 482600 h 2003425"/>
                  <a:gd name="connsiteX28" fmla="*/ 298450 w 3159125"/>
                  <a:gd name="connsiteY28" fmla="*/ 422275 h 2003425"/>
                  <a:gd name="connsiteX29" fmla="*/ 120650 w 3159125"/>
                  <a:gd name="connsiteY29" fmla="*/ 377825 h 2003425"/>
                  <a:gd name="connsiteX30" fmla="*/ 0 w 3159125"/>
                  <a:gd name="connsiteY30" fmla="*/ 358775 h 2003425"/>
                  <a:gd name="connsiteX0" fmla="*/ 0 w 3159125"/>
                  <a:gd name="connsiteY0" fmla="*/ 358775 h 2003425"/>
                  <a:gd name="connsiteX1" fmla="*/ 2266950 w 3159125"/>
                  <a:gd name="connsiteY1" fmla="*/ 0 h 2003425"/>
                  <a:gd name="connsiteX2" fmla="*/ 2463800 w 3159125"/>
                  <a:gd name="connsiteY2" fmla="*/ 12700 h 2003425"/>
                  <a:gd name="connsiteX3" fmla="*/ 2644775 w 3159125"/>
                  <a:gd name="connsiteY3" fmla="*/ 60325 h 2003425"/>
                  <a:gd name="connsiteX4" fmla="*/ 2822575 w 3159125"/>
                  <a:gd name="connsiteY4" fmla="*/ 155575 h 2003425"/>
                  <a:gd name="connsiteX5" fmla="*/ 2990850 w 3159125"/>
                  <a:gd name="connsiteY5" fmla="*/ 317500 h 2003425"/>
                  <a:gd name="connsiteX6" fmla="*/ 3098800 w 3159125"/>
                  <a:gd name="connsiteY6" fmla="*/ 498475 h 2003425"/>
                  <a:gd name="connsiteX7" fmla="*/ 3155950 w 3159125"/>
                  <a:gd name="connsiteY7" fmla="*/ 679450 h 2003425"/>
                  <a:gd name="connsiteX8" fmla="*/ 3159125 w 3159125"/>
                  <a:gd name="connsiteY8" fmla="*/ 933450 h 2003425"/>
                  <a:gd name="connsiteX9" fmla="*/ 3098800 w 3159125"/>
                  <a:gd name="connsiteY9" fmla="*/ 1133475 h 2003425"/>
                  <a:gd name="connsiteX10" fmla="*/ 3000375 w 3159125"/>
                  <a:gd name="connsiteY10" fmla="*/ 1308100 h 2003425"/>
                  <a:gd name="connsiteX11" fmla="*/ 2851150 w 3159125"/>
                  <a:gd name="connsiteY11" fmla="*/ 1463675 h 2003425"/>
                  <a:gd name="connsiteX12" fmla="*/ 2752725 w 3159125"/>
                  <a:gd name="connsiteY12" fmla="*/ 1530350 h 2003425"/>
                  <a:gd name="connsiteX13" fmla="*/ 2619375 w 3159125"/>
                  <a:gd name="connsiteY13" fmla="*/ 1597025 h 2003425"/>
                  <a:gd name="connsiteX14" fmla="*/ 2489200 w 3159125"/>
                  <a:gd name="connsiteY14" fmla="*/ 1638300 h 2003425"/>
                  <a:gd name="connsiteX15" fmla="*/ 342900 w 3159125"/>
                  <a:gd name="connsiteY15" fmla="*/ 2003425 h 2003425"/>
                  <a:gd name="connsiteX16" fmla="*/ 533400 w 3159125"/>
                  <a:gd name="connsiteY16" fmla="*/ 1889125 h 2003425"/>
                  <a:gd name="connsiteX17" fmla="*/ 704850 w 3159125"/>
                  <a:gd name="connsiteY17" fmla="*/ 1698625 h 2003425"/>
                  <a:gd name="connsiteX18" fmla="*/ 831850 w 3159125"/>
                  <a:gd name="connsiteY18" fmla="*/ 1362075 h 2003425"/>
                  <a:gd name="connsiteX19" fmla="*/ 838200 w 3159125"/>
                  <a:gd name="connsiteY19" fmla="*/ 1260475 h 2003425"/>
                  <a:gd name="connsiteX20" fmla="*/ 825500 w 3159125"/>
                  <a:gd name="connsiteY20" fmla="*/ 1196975 h 2003425"/>
                  <a:gd name="connsiteX21" fmla="*/ 822325 w 3159125"/>
                  <a:gd name="connsiteY21" fmla="*/ 1114425 h 2003425"/>
                  <a:gd name="connsiteX22" fmla="*/ 825500 w 3159125"/>
                  <a:gd name="connsiteY22" fmla="*/ 1041400 h 2003425"/>
                  <a:gd name="connsiteX23" fmla="*/ 701675 w 3159125"/>
                  <a:gd name="connsiteY23" fmla="*/ 781050 h 2003425"/>
                  <a:gd name="connsiteX24" fmla="*/ 650875 w 3159125"/>
                  <a:gd name="connsiteY24" fmla="*/ 676275 h 2003425"/>
                  <a:gd name="connsiteX25" fmla="*/ 600075 w 3159125"/>
                  <a:gd name="connsiteY25" fmla="*/ 641350 h 2003425"/>
                  <a:gd name="connsiteX26" fmla="*/ 517525 w 3159125"/>
                  <a:gd name="connsiteY26" fmla="*/ 558800 h 2003425"/>
                  <a:gd name="connsiteX27" fmla="*/ 422275 w 3159125"/>
                  <a:gd name="connsiteY27" fmla="*/ 482600 h 2003425"/>
                  <a:gd name="connsiteX28" fmla="*/ 298450 w 3159125"/>
                  <a:gd name="connsiteY28" fmla="*/ 422275 h 2003425"/>
                  <a:gd name="connsiteX29" fmla="*/ 120650 w 3159125"/>
                  <a:gd name="connsiteY29" fmla="*/ 377825 h 2003425"/>
                  <a:gd name="connsiteX30" fmla="*/ 0 w 3159125"/>
                  <a:gd name="connsiteY30" fmla="*/ 358775 h 2003425"/>
                  <a:gd name="connsiteX0" fmla="*/ 0 w 3159125"/>
                  <a:gd name="connsiteY0" fmla="*/ 358775 h 2003425"/>
                  <a:gd name="connsiteX1" fmla="*/ 2266950 w 3159125"/>
                  <a:gd name="connsiteY1" fmla="*/ 0 h 2003425"/>
                  <a:gd name="connsiteX2" fmla="*/ 2473325 w 3159125"/>
                  <a:gd name="connsiteY2" fmla="*/ 0 h 2003425"/>
                  <a:gd name="connsiteX3" fmla="*/ 2644775 w 3159125"/>
                  <a:gd name="connsiteY3" fmla="*/ 60325 h 2003425"/>
                  <a:gd name="connsiteX4" fmla="*/ 2822575 w 3159125"/>
                  <a:gd name="connsiteY4" fmla="*/ 155575 h 2003425"/>
                  <a:gd name="connsiteX5" fmla="*/ 2990850 w 3159125"/>
                  <a:gd name="connsiteY5" fmla="*/ 317500 h 2003425"/>
                  <a:gd name="connsiteX6" fmla="*/ 3098800 w 3159125"/>
                  <a:gd name="connsiteY6" fmla="*/ 498475 h 2003425"/>
                  <a:gd name="connsiteX7" fmla="*/ 3155950 w 3159125"/>
                  <a:gd name="connsiteY7" fmla="*/ 679450 h 2003425"/>
                  <a:gd name="connsiteX8" fmla="*/ 3159125 w 3159125"/>
                  <a:gd name="connsiteY8" fmla="*/ 933450 h 2003425"/>
                  <a:gd name="connsiteX9" fmla="*/ 3098800 w 3159125"/>
                  <a:gd name="connsiteY9" fmla="*/ 1133475 h 2003425"/>
                  <a:gd name="connsiteX10" fmla="*/ 3000375 w 3159125"/>
                  <a:gd name="connsiteY10" fmla="*/ 1308100 h 2003425"/>
                  <a:gd name="connsiteX11" fmla="*/ 2851150 w 3159125"/>
                  <a:gd name="connsiteY11" fmla="*/ 1463675 h 2003425"/>
                  <a:gd name="connsiteX12" fmla="*/ 2752725 w 3159125"/>
                  <a:gd name="connsiteY12" fmla="*/ 1530350 h 2003425"/>
                  <a:gd name="connsiteX13" fmla="*/ 2619375 w 3159125"/>
                  <a:gd name="connsiteY13" fmla="*/ 1597025 h 2003425"/>
                  <a:gd name="connsiteX14" fmla="*/ 2489200 w 3159125"/>
                  <a:gd name="connsiteY14" fmla="*/ 1638300 h 2003425"/>
                  <a:gd name="connsiteX15" fmla="*/ 342900 w 3159125"/>
                  <a:gd name="connsiteY15" fmla="*/ 2003425 h 2003425"/>
                  <a:gd name="connsiteX16" fmla="*/ 533400 w 3159125"/>
                  <a:gd name="connsiteY16" fmla="*/ 1889125 h 2003425"/>
                  <a:gd name="connsiteX17" fmla="*/ 704850 w 3159125"/>
                  <a:gd name="connsiteY17" fmla="*/ 1698625 h 2003425"/>
                  <a:gd name="connsiteX18" fmla="*/ 831850 w 3159125"/>
                  <a:gd name="connsiteY18" fmla="*/ 1362075 h 2003425"/>
                  <a:gd name="connsiteX19" fmla="*/ 838200 w 3159125"/>
                  <a:gd name="connsiteY19" fmla="*/ 1260475 h 2003425"/>
                  <a:gd name="connsiteX20" fmla="*/ 825500 w 3159125"/>
                  <a:gd name="connsiteY20" fmla="*/ 1196975 h 2003425"/>
                  <a:gd name="connsiteX21" fmla="*/ 822325 w 3159125"/>
                  <a:gd name="connsiteY21" fmla="*/ 1114425 h 2003425"/>
                  <a:gd name="connsiteX22" fmla="*/ 825500 w 3159125"/>
                  <a:gd name="connsiteY22" fmla="*/ 1041400 h 2003425"/>
                  <a:gd name="connsiteX23" fmla="*/ 701675 w 3159125"/>
                  <a:gd name="connsiteY23" fmla="*/ 781050 h 2003425"/>
                  <a:gd name="connsiteX24" fmla="*/ 650875 w 3159125"/>
                  <a:gd name="connsiteY24" fmla="*/ 676275 h 2003425"/>
                  <a:gd name="connsiteX25" fmla="*/ 600075 w 3159125"/>
                  <a:gd name="connsiteY25" fmla="*/ 641350 h 2003425"/>
                  <a:gd name="connsiteX26" fmla="*/ 517525 w 3159125"/>
                  <a:gd name="connsiteY26" fmla="*/ 558800 h 2003425"/>
                  <a:gd name="connsiteX27" fmla="*/ 422275 w 3159125"/>
                  <a:gd name="connsiteY27" fmla="*/ 482600 h 2003425"/>
                  <a:gd name="connsiteX28" fmla="*/ 298450 w 3159125"/>
                  <a:gd name="connsiteY28" fmla="*/ 422275 h 2003425"/>
                  <a:gd name="connsiteX29" fmla="*/ 120650 w 3159125"/>
                  <a:gd name="connsiteY29" fmla="*/ 377825 h 2003425"/>
                  <a:gd name="connsiteX30" fmla="*/ 0 w 3159125"/>
                  <a:gd name="connsiteY30" fmla="*/ 358775 h 2003425"/>
                  <a:gd name="connsiteX0" fmla="*/ 0 w 3159125"/>
                  <a:gd name="connsiteY0" fmla="*/ 365125 h 2009775"/>
                  <a:gd name="connsiteX1" fmla="*/ 2251075 w 3159125"/>
                  <a:gd name="connsiteY1" fmla="*/ 0 h 2009775"/>
                  <a:gd name="connsiteX2" fmla="*/ 2473325 w 3159125"/>
                  <a:gd name="connsiteY2" fmla="*/ 6350 h 2009775"/>
                  <a:gd name="connsiteX3" fmla="*/ 2644775 w 3159125"/>
                  <a:gd name="connsiteY3" fmla="*/ 66675 h 2009775"/>
                  <a:gd name="connsiteX4" fmla="*/ 2822575 w 3159125"/>
                  <a:gd name="connsiteY4" fmla="*/ 161925 h 2009775"/>
                  <a:gd name="connsiteX5" fmla="*/ 2990850 w 3159125"/>
                  <a:gd name="connsiteY5" fmla="*/ 323850 h 2009775"/>
                  <a:gd name="connsiteX6" fmla="*/ 3098800 w 3159125"/>
                  <a:gd name="connsiteY6" fmla="*/ 504825 h 2009775"/>
                  <a:gd name="connsiteX7" fmla="*/ 3155950 w 3159125"/>
                  <a:gd name="connsiteY7" fmla="*/ 685800 h 2009775"/>
                  <a:gd name="connsiteX8" fmla="*/ 3159125 w 3159125"/>
                  <a:gd name="connsiteY8" fmla="*/ 939800 h 2009775"/>
                  <a:gd name="connsiteX9" fmla="*/ 3098800 w 3159125"/>
                  <a:gd name="connsiteY9" fmla="*/ 1139825 h 2009775"/>
                  <a:gd name="connsiteX10" fmla="*/ 3000375 w 3159125"/>
                  <a:gd name="connsiteY10" fmla="*/ 1314450 h 2009775"/>
                  <a:gd name="connsiteX11" fmla="*/ 2851150 w 3159125"/>
                  <a:gd name="connsiteY11" fmla="*/ 1470025 h 2009775"/>
                  <a:gd name="connsiteX12" fmla="*/ 2752725 w 3159125"/>
                  <a:gd name="connsiteY12" fmla="*/ 1536700 h 2009775"/>
                  <a:gd name="connsiteX13" fmla="*/ 2619375 w 3159125"/>
                  <a:gd name="connsiteY13" fmla="*/ 1603375 h 2009775"/>
                  <a:gd name="connsiteX14" fmla="*/ 2489200 w 3159125"/>
                  <a:gd name="connsiteY14" fmla="*/ 1644650 h 2009775"/>
                  <a:gd name="connsiteX15" fmla="*/ 342900 w 3159125"/>
                  <a:gd name="connsiteY15" fmla="*/ 2009775 h 2009775"/>
                  <a:gd name="connsiteX16" fmla="*/ 533400 w 3159125"/>
                  <a:gd name="connsiteY16" fmla="*/ 1895475 h 2009775"/>
                  <a:gd name="connsiteX17" fmla="*/ 704850 w 3159125"/>
                  <a:gd name="connsiteY17" fmla="*/ 1704975 h 2009775"/>
                  <a:gd name="connsiteX18" fmla="*/ 831850 w 3159125"/>
                  <a:gd name="connsiteY18" fmla="*/ 1368425 h 2009775"/>
                  <a:gd name="connsiteX19" fmla="*/ 838200 w 3159125"/>
                  <a:gd name="connsiteY19" fmla="*/ 1266825 h 2009775"/>
                  <a:gd name="connsiteX20" fmla="*/ 825500 w 3159125"/>
                  <a:gd name="connsiteY20" fmla="*/ 1203325 h 2009775"/>
                  <a:gd name="connsiteX21" fmla="*/ 822325 w 3159125"/>
                  <a:gd name="connsiteY21" fmla="*/ 1120775 h 2009775"/>
                  <a:gd name="connsiteX22" fmla="*/ 825500 w 3159125"/>
                  <a:gd name="connsiteY22" fmla="*/ 1047750 h 2009775"/>
                  <a:gd name="connsiteX23" fmla="*/ 701675 w 3159125"/>
                  <a:gd name="connsiteY23" fmla="*/ 787400 h 2009775"/>
                  <a:gd name="connsiteX24" fmla="*/ 650875 w 3159125"/>
                  <a:gd name="connsiteY24" fmla="*/ 682625 h 2009775"/>
                  <a:gd name="connsiteX25" fmla="*/ 600075 w 3159125"/>
                  <a:gd name="connsiteY25" fmla="*/ 647700 h 2009775"/>
                  <a:gd name="connsiteX26" fmla="*/ 517525 w 3159125"/>
                  <a:gd name="connsiteY26" fmla="*/ 565150 h 2009775"/>
                  <a:gd name="connsiteX27" fmla="*/ 422275 w 3159125"/>
                  <a:gd name="connsiteY27" fmla="*/ 488950 h 2009775"/>
                  <a:gd name="connsiteX28" fmla="*/ 298450 w 3159125"/>
                  <a:gd name="connsiteY28" fmla="*/ 428625 h 2009775"/>
                  <a:gd name="connsiteX29" fmla="*/ 120650 w 3159125"/>
                  <a:gd name="connsiteY29" fmla="*/ 384175 h 2009775"/>
                  <a:gd name="connsiteX30" fmla="*/ 0 w 3159125"/>
                  <a:gd name="connsiteY30" fmla="*/ 365125 h 2009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3159125" h="2009775">
                    <a:moveTo>
                      <a:pt x="0" y="365125"/>
                    </a:moveTo>
                    <a:lnTo>
                      <a:pt x="2251075" y="0"/>
                    </a:lnTo>
                    <a:lnTo>
                      <a:pt x="2473325" y="6350"/>
                    </a:lnTo>
                    <a:lnTo>
                      <a:pt x="2644775" y="66675"/>
                    </a:lnTo>
                    <a:lnTo>
                      <a:pt x="2822575" y="161925"/>
                    </a:lnTo>
                    <a:lnTo>
                      <a:pt x="2990850" y="323850"/>
                    </a:lnTo>
                    <a:lnTo>
                      <a:pt x="3098800" y="504825"/>
                    </a:lnTo>
                    <a:lnTo>
                      <a:pt x="3155950" y="685800"/>
                    </a:lnTo>
                    <a:cubicBezTo>
                      <a:pt x="3157008" y="770467"/>
                      <a:pt x="3158067" y="855133"/>
                      <a:pt x="3159125" y="939800"/>
                    </a:cubicBezTo>
                    <a:lnTo>
                      <a:pt x="3098800" y="1139825"/>
                    </a:lnTo>
                    <a:lnTo>
                      <a:pt x="3000375" y="1314450"/>
                    </a:lnTo>
                    <a:lnTo>
                      <a:pt x="2851150" y="1470025"/>
                    </a:lnTo>
                    <a:lnTo>
                      <a:pt x="2752725" y="1536700"/>
                    </a:lnTo>
                    <a:lnTo>
                      <a:pt x="2619375" y="1603375"/>
                    </a:lnTo>
                    <a:lnTo>
                      <a:pt x="2489200" y="1644650"/>
                    </a:lnTo>
                    <a:lnTo>
                      <a:pt x="342900" y="2009775"/>
                    </a:lnTo>
                    <a:lnTo>
                      <a:pt x="533400" y="1895475"/>
                    </a:lnTo>
                    <a:lnTo>
                      <a:pt x="704850" y="1704975"/>
                    </a:lnTo>
                    <a:lnTo>
                      <a:pt x="831850" y="1368425"/>
                    </a:lnTo>
                    <a:lnTo>
                      <a:pt x="838200" y="1266825"/>
                    </a:lnTo>
                    <a:lnTo>
                      <a:pt x="825500" y="1203325"/>
                    </a:lnTo>
                    <a:lnTo>
                      <a:pt x="822325" y="1120775"/>
                    </a:lnTo>
                    <a:lnTo>
                      <a:pt x="825500" y="1047750"/>
                    </a:lnTo>
                    <a:lnTo>
                      <a:pt x="701675" y="787400"/>
                    </a:lnTo>
                    <a:lnTo>
                      <a:pt x="650875" y="682625"/>
                    </a:lnTo>
                    <a:lnTo>
                      <a:pt x="600075" y="647700"/>
                    </a:lnTo>
                    <a:lnTo>
                      <a:pt x="517525" y="565150"/>
                    </a:lnTo>
                    <a:lnTo>
                      <a:pt x="422275" y="488950"/>
                    </a:lnTo>
                    <a:lnTo>
                      <a:pt x="298450" y="428625"/>
                    </a:lnTo>
                    <a:lnTo>
                      <a:pt x="120650" y="384175"/>
                    </a:lnTo>
                    <a:lnTo>
                      <a:pt x="0" y="365125"/>
                    </a:lnTo>
                    <a:close/>
                  </a:path>
                </a:pathLst>
              </a:custGeom>
              <a:solidFill>
                <a:schemeClr val="accent4">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nvGrpSpPr>
              <p:cNvPr id="59" name="Agrupar 58">
                <a:extLst>
                  <a:ext uri="{FF2B5EF4-FFF2-40B4-BE49-F238E27FC236}">
                    <a16:creationId xmlns:a16="http://schemas.microsoft.com/office/drawing/2014/main" id="{BFA6CD71-173A-7669-BD26-11E21ABD8274}"/>
                  </a:ext>
                </a:extLst>
              </p:cNvPr>
              <p:cNvGrpSpPr/>
              <p:nvPr/>
            </p:nvGrpSpPr>
            <p:grpSpPr>
              <a:xfrm>
                <a:off x="1307468" y="2348880"/>
                <a:ext cx="4049719" cy="2088232"/>
                <a:chOff x="1307468" y="2348880"/>
                <a:chExt cx="4049719" cy="2088232"/>
              </a:xfrm>
            </p:grpSpPr>
            <p:grpSp>
              <p:nvGrpSpPr>
                <p:cNvPr id="10" name="Agrupar 9">
                  <a:extLst>
                    <a:ext uri="{FF2B5EF4-FFF2-40B4-BE49-F238E27FC236}">
                      <a16:creationId xmlns:a16="http://schemas.microsoft.com/office/drawing/2014/main" id="{23459346-433C-A05E-ED13-3A4F2A59C594}"/>
                    </a:ext>
                  </a:extLst>
                </p:cNvPr>
                <p:cNvGrpSpPr/>
                <p:nvPr/>
              </p:nvGrpSpPr>
              <p:grpSpPr>
                <a:xfrm>
                  <a:off x="1307468" y="2355101"/>
                  <a:ext cx="3387465" cy="2082011"/>
                  <a:chOff x="803412" y="1463793"/>
                  <a:chExt cx="5979519" cy="3686583"/>
                </a:xfrm>
              </p:grpSpPr>
              <p:cxnSp>
                <p:nvCxnSpPr>
                  <p:cNvPr id="6" name="Conector reto 5">
                    <a:extLst>
                      <a:ext uri="{FF2B5EF4-FFF2-40B4-BE49-F238E27FC236}">
                        <a16:creationId xmlns:a16="http://schemas.microsoft.com/office/drawing/2014/main" id="{AB9FBC11-651D-11D1-CEB5-601DD47E5EC0}"/>
                      </a:ext>
                    </a:extLst>
                  </p:cNvPr>
                  <p:cNvCxnSpPr>
                    <a:cxnSpLocks/>
                    <a:endCxn id="33" idx="0"/>
                  </p:cNvCxnSpPr>
                  <p:nvPr/>
                </p:nvCxnSpPr>
                <p:spPr>
                  <a:xfrm flipV="1">
                    <a:off x="2033156" y="1463793"/>
                    <a:ext cx="4226087" cy="698315"/>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8" name="Conector reto 7">
                    <a:extLst>
                      <a:ext uri="{FF2B5EF4-FFF2-40B4-BE49-F238E27FC236}">
                        <a16:creationId xmlns:a16="http://schemas.microsoft.com/office/drawing/2014/main" id="{7723BBC5-5E13-0524-3C9E-2E4B7783633A}"/>
                      </a:ext>
                    </a:extLst>
                  </p:cNvPr>
                  <p:cNvCxnSpPr>
                    <a:cxnSpLocks/>
                    <a:endCxn id="33" idx="2"/>
                  </p:cNvCxnSpPr>
                  <p:nvPr/>
                </p:nvCxnSpPr>
                <p:spPr>
                  <a:xfrm flipV="1">
                    <a:off x="2787067" y="4368612"/>
                    <a:ext cx="3995864" cy="706623"/>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5" name="Elipse 4">
                    <a:extLst>
                      <a:ext uri="{FF2B5EF4-FFF2-40B4-BE49-F238E27FC236}">
                        <a16:creationId xmlns:a16="http://schemas.microsoft.com/office/drawing/2014/main" id="{A790BCCD-0592-6FA6-98D3-8B64D7FAE891}"/>
                      </a:ext>
                    </a:extLst>
                  </p:cNvPr>
                  <p:cNvSpPr/>
                  <p:nvPr/>
                </p:nvSpPr>
                <p:spPr>
                  <a:xfrm>
                    <a:off x="803412" y="2132856"/>
                    <a:ext cx="3017520" cy="3017520"/>
                  </a:xfrm>
                  <a:prstGeom prst="ellipse">
                    <a:avLst/>
                  </a:prstGeom>
                  <a:solidFill>
                    <a:schemeClr val="accent4">
                      <a:lumMod val="20000"/>
                      <a:lumOff val="80000"/>
                      <a:alpha val="50000"/>
                    </a:schemeClr>
                  </a:solidFill>
                  <a:ln w="19050">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pt-BR"/>
                  </a:p>
                </p:txBody>
              </p:sp>
            </p:grpSp>
            <p:sp>
              <p:nvSpPr>
                <p:cNvPr id="33" name="Arco 32">
                  <a:extLst>
                    <a:ext uri="{FF2B5EF4-FFF2-40B4-BE49-F238E27FC236}">
                      <a16:creationId xmlns:a16="http://schemas.microsoft.com/office/drawing/2014/main" id="{37ED2B51-CDDB-16AB-A818-52C1152C86AE}"/>
                    </a:ext>
                  </a:extLst>
                </p:cNvPr>
                <p:cNvSpPr/>
                <p:nvPr/>
              </p:nvSpPr>
              <p:spPr>
                <a:xfrm>
                  <a:off x="3647728" y="2348880"/>
                  <a:ext cx="1709459" cy="1668151"/>
                </a:xfrm>
                <a:prstGeom prst="arc">
                  <a:avLst>
                    <a:gd name="adj1" fmla="val 15769563"/>
                    <a:gd name="adj2" fmla="val 4600506"/>
                  </a:avLst>
                </a:prstGeom>
                <a:l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pt-BR"/>
                </a:p>
              </p:txBody>
            </p:sp>
          </p:grpSp>
        </p:grpSp>
        <mc:AlternateContent xmlns:mc="http://schemas.openxmlformats.org/markup-compatibility/2006" xmlns:a14="http://schemas.microsoft.com/office/drawing/2010/main">
          <mc:Choice Requires="a14">
            <p:sp>
              <p:nvSpPr>
                <p:cNvPr id="51" name="CaixaDeTexto 50">
                  <a:extLst>
                    <a:ext uri="{FF2B5EF4-FFF2-40B4-BE49-F238E27FC236}">
                      <a16:creationId xmlns:a16="http://schemas.microsoft.com/office/drawing/2014/main" id="{F69A3152-00B5-2F7C-B322-DD009CCAF487}"/>
                    </a:ext>
                  </a:extLst>
                </p:cNvPr>
                <p:cNvSpPr txBox="1"/>
                <p:nvPr/>
              </p:nvSpPr>
              <p:spPr>
                <a:xfrm>
                  <a:off x="3256412" y="4311758"/>
                  <a:ext cx="76078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i="1" smtClean="0">
                                <a:latin typeface="Cambria Math" panose="02040503050406030204" pitchFamily="18" charset="0"/>
                              </a:rPr>
                            </m:ctrlPr>
                          </m:sSubPr>
                          <m:e>
                            <m:r>
                              <a:rPr lang="pt-BR" b="0" i="1" smtClean="0">
                                <a:latin typeface="Cambria Math" panose="02040503050406030204" pitchFamily="18" charset="0"/>
                              </a:rPr>
                              <m:t>𝜀</m:t>
                            </m:r>
                          </m:e>
                          <m:sub>
                            <m:r>
                              <a:rPr lang="pt-BR" b="0" i="1" smtClean="0">
                                <a:latin typeface="Cambria Math" panose="02040503050406030204" pitchFamily="18" charset="0"/>
                              </a:rPr>
                              <m:t>0</m:t>
                            </m:r>
                          </m:sub>
                        </m:sSub>
                        <m:r>
                          <a:rPr lang="pt-BR" b="0" i="1" smtClean="0">
                            <a:latin typeface="Cambria Math" panose="02040503050406030204" pitchFamily="18" charset="0"/>
                          </a:rPr>
                          <m:t>,</m:t>
                        </m:r>
                        <m:sSub>
                          <m:sSubPr>
                            <m:ctrlPr>
                              <a:rPr lang="pt-BR" i="1" smtClean="0">
                                <a:latin typeface="Cambria Math" panose="02040503050406030204" pitchFamily="18" charset="0"/>
                              </a:rPr>
                            </m:ctrlPr>
                          </m:sSubPr>
                          <m:e>
                            <m:r>
                              <a:rPr lang="pt-BR" b="0" i="1" smtClean="0">
                                <a:latin typeface="Cambria Math" panose="02040503050406030204" pitchFamily="18" charset="0"/>
                              </a:rPr>
                              <m:t>𝜇</m:t>
                            </m:r>
                          </m:e>
                          <m:sub>
                            <m:r>
                              <a:rPr lang="pt-BR" b="0" i="1" smtClean="0">
                                <a:latin typeface="Cambria Math" panose="02040503050406030204" pitchFamily="18" charset="0"/>
                              </a:rPr>
                              <m:t>0</m:t>
                            </m:r>
                          </m:sub>
                        </m:sSub>
                      </m:oMath>
                    </m:oMathPara>
                  </a14:m>
                  <a:endParaRPr lang="pt-BR"/>
                </a:p>
              </p:txBody>
            </p:sp>
          </mc:Choice>
          <mc:Fallback xmlns="">
            <p:sp>
              <p:nvSpPr>
                <p:cNvPr id="51" name="CaixaDeTexto 50">
                  <a:extLst>
                    <a:ext uri="{FF2B5EF4-FFF2-40B4-BE49-F238E27FC236}">
                      <a16:creationId xmlns:a16="http://schemas.microsoft.com/office/drawing/2014/main" id="{F69A3152-00B5-2F7C-B322-DD009CCAF487}"/>
                    </a:ext>
                  </a:extLst>
                </p:cNvPr>
                <p:cNvSpPr txBox="1">
                  <a:spLocks noRot="1" noChangeAspect="1" noMove="1" noResize="1" noEditPoints="1" noAdjustHandles="1" noChangeArrowheads="1" noChangeShapeType="1" noTextEdit="1"/>
                </p:cNvSpPr>
                <p:nvPr/>
              </p:nvSpPr>
              <p:spPr>
                <a:xfrm>
                  <a:off x="3256412" y="4311758"/>
                  <a:ext cx="760785" cy="369332"/>
                </a:xfrm>
                <a:prstGeom prst="rect">
                  <a:avLst/>
                </a:prstGeom>
                <a:blipFill>
                  <a:blip r:embed="rId5"/>
                  <a:stretch>
                    <a:fillRect b="-3279"/>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40" name="CaixaDeTexto 39">
                  <a:extLst>
                    <a:ext uri="{FF2B5EF4-FFF2-40B4-BE49-F238E27FC236}">
                      <a16:creationId xmlns:a16="http://schemas.microsoft.com/office/drawing/2014/main" id="{758CB222-ED5A-3FEA-69FB-61051C83702E}"/>
                    </a:ext>
                  </a:extLst>
                </p:cNvPr>
                <p:cNvSpPr txBox="1"/>
                <p:nvPr/>
              </p:nvSpPr>
              <p:spPr>
                <a:xfrm>
                  <a:off x="3248574" y="3623142"/>
                  <a:ext cx="1141851" cy="39671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i="1" smtClean="0">
                                <a:latin typeface="Cambria Math" panose="02040503050406030204" pitchFamily="18" charset="0"/>
                              </a:rPr>
                            </m:ctrlPr>
                          </m:sSubPr>
                          <m:e>
                            <m:r>
                              <a:rPr lang="pt-BR" b="0" i="1" smtClean="0">
                                <a:latin typeface="Cambria Math" panose="02040503050406030204" pitchFamily="18" charset="0"/>
                              </a:rPr>
                              <m:t>𝜀</m:t>
                            </m:r>
                          </m:e>
                          <m:sub>
                            <m:r>
                              <a:rPr lang="pt-BR" b="0" i="1" smtClean="0">
                                <a:latin typeface="Cambria Math" panose="02040503050406030204" pitchFamily="18" charset="0"/>
                              </a:rPr>
                              <m:t>𝑐</m:t>
                            </m:r>
                          </m:sub>
                        </m:sSub>
                        <m:r>
                          <a:rPr lang="pt-BR" b="0" i="1" smtClean="0">
                            <a:latin typeface="Cambria Math" panose="02040503050406030204" pitchFamily="18" charset="0"/>
                          </a:rPr>
                          <m:t>,</m:t>
                        </m:r>
                        <m:sSub>
                          <m:sSubPr>
                            <m:ctrlPr>
                              <a:rPr lang="pt-BR" i="1" smtClean="0">
                                <a:latin typeface="Cambria Math" panose="02040503050406030204" pitchFamily="18" charset="0"/>
                              </a:rPr>
                            </m:ctrlPr>
                          </m:sSubPr>
                          <m:e>
                            <m:sSub>
                              <m:sSubPr>
                                <m:ctrlPr>
                                  <a:rPr lang="pt-BR" b="0" i="1" smtClean="0">
                                    <a:latin typeface="Cambria Math" panose="02040503050406030204" pitchFamily="18" charset="0"/>
                                  </a:rPr>
                                </m:ctrlPr>
                              </m:sSubPr>
                              <m:e>
                                <m:r>
                                  <a:rPr lang="pt-BR" b="0" i="1" smtClean="0">
                                    <a:latin typeface="Cambria Math" panose="02040503050406030204" pitchFamily="18" charset="0"/>
                                  </a:rPr>
                                  <m:t>𝜇</m:t>
                                </m:r>
                              </m:e>
                              <m:sub>
                                <m:r>
                                  <a:rPr lang="pt-BR" b="0" i="1" smtClean="0">
                                    <a:latin typeface="Cambria Math" panose="02040503050406030204" pitchFamily="18" charset="0"/>
                                  </a:rPr>
                                  <m:t>0</m:t>
                                </m:r>
                              </m:sub>
                            </m:sSub>
                          </m:e>
                          <m:sub>
                            <m:r>
                              <a:rPr lang="pt-BR" b="0" i="1" smtClean="0">
                                <a:latin typeface="Cambria Math" panose="02040503050406030204" pitchFamily="18" charset="0"/>
                              </a:rPr>
                              <m:t> </m:t>
                            </m:r>
                          </m:sub>
                        </m:sSub>
                        <m:r>
                          <a:rPr lang="pt-BR" b="0" i="1" smtClean="0">
                            <a:latin typeface="Cambria Math" panose="02040503050406030204" pitchFamily="18" charset="0"/>
                          </a:rPr>
                          <m:t>, </m:t>
                        </m:r>
                        <m:sSub>
                          <m:sSubPr>
                            <m:ctrlPr>
                              <a:rPr lang="pt-BR" b="0" i="1" smtClean="0">
                                <a:latin typeface="Cambria Math" panose="02040503050406030204" pitchFamily="18" charset="0"/>
                              </a:rPr>
                            </m:ctrlPr>
                          </m:sSubPr>
                          <m:e>
                            <m:r>
                              <a:rPr lang="pt-BR" b="0" i="1" smtClean="0">
                                <a:latin typeface="Cambria Math" panose="02040503050406030204" pitchFamily="18" charset="0"/>
                              </a:rPr>
                              <m:t>𝜎</m:t>
                            </m:r>
                          </m:e>
                          <m:sub>
                            <m:r>
                              <a:rPr lang="pt-BR" b="0" i="1" smtClean="0">
                                <a:latin typeface="Cambria Math" panose="02040503050406030204" pitchFamily="18" charset="0"/>
                              </a:rPr>
                              <m:t>𝑐</m:t>
                            </m:r>
                            <m:r>
                              <a:rPr lang="pt-BR" b="0" i="1" smtClean="0">
                                <a:latin typeface="Cambria Math" panose="02040503050406030204" pitchFamily="18" charset="0"/>
                              </a:rPr>
                              <m:t> </m:t>
                            </m:r>
                          </m:sub>
                        </m:sSub>
                      </m:oMath>
                    </m:oMathPara>
                  </a14:m>
                  <a:endParaRPr lang="pt-BR"/>
                </a:p>
              </p:txBody>
            </p:sp>
          </mc:Choice>
          <mc:Fallback xmlns="">
            <p:sp>
              <p:nvSpPr>
                <p:cNvPr id="40" name="CaixaDeTexto 39">
                  <a:extLst>
                    <a:ext uri="{FF2B5EF4-FFF2-40B4-BE49-F238E27FC236}">
                      <a16:creationId xmlns:a16="http://schemas.microsoft.com/office/drawing/2014/main" id="{758CB222-ED5A-3FEA-69FB-61051C83702E}"/>
                    </a:ext>
                  </a:extLst>
                </p:cNvPr>
                <p:cNvSpPr txBox="1">
                  <a:spLocks noRot="1" noChangeAspect="1" noMove="1" noResize="1" noEditPoints="1" noAdjustHandles="1" noChangeArrowheads="1" noChangeShapeType="1" noTextEdit="1"/>
                </p:cNvSpPr>
                <p:nvPr/>
              </p:nvSpPr>
              <p:spPr>
                <a:xfrm>
                  <a:off x="3248574" y="3623142"/>
                  <a:ext cx="1141851" cy="396712"/>
                </a:xfrm>
                <a:prstGeom prst="rect">
                  <a:avLst/>
                </a:prstGeom>
                <a:blipFill>
                  <a:blip r:embed="rId6"/>
                  <a:stretch>
                    <a:fillRect/>
                  </a:stretch>
                </a:blipFill>
              </p:spPr>
              <p:txBody>
                <a:bodyPr/>
                <a:lstStyle/>
                <a:p>
                  <a:r>
                    <a:rPr lang="pt-BR">
                      <a:noFill/>
                    </a:rPr>
                    <a:t> </a:t>
                  </a:r>
                </a:p>
              </p:txBody>
            </p:sp>
          </mc:Fallback>
        </mc:AlternateContent>
      </p:grpSp>
    </p:spTree>
    <p:extLst>
      <p:ext uri="{BB962C8B-B14F-4D97-AF65-F5344CB8AC3E}">
        <p14:creationId xmlns:p14="http://schemas.microsoft.com/office/powerpoint/2010/main" val="6365621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9" name="Elipse 38">
            <a:extLst>
              <a:ext uri="{FF2B5EF4-FFF2-40B4-BE49-F238E27FC236}">
                <a16:creationId xmlns:a16="http://schemas.microsoft.com/office/drawing/2014/main" id="{DDC0B1C0-326B-5A6A-6367-C5197EAFD90A}"/>
              </a:ext>
            </a:extLst>
          </p:cNvPr>
          <p:cNvSpPr/>
          <p:nvPr/>
        </p:nvSpPr>
        <p:spPr>
          <a:xfrm>
            <a:off x="1631504" y="1124744"/>
            <a:ext cx="1005840" cy="1005840"/>
          </a:xfrm>
          <a:prstGeom prst="ellipse">
            <a:avLst/>
          </a:prstGeom>
          <a:solidFill>
            <a:schemeClr val="accent1">
              <a:alpha val="50000"/>
            </a:schemeClr>
          </a:solidFill>
          <a:ln w="19050">
            <a:solidFill>
              <a:schemeClr val="tx2">
                <a:lumMod val="90000"/>
                <a:lumOff val="10000"/>
              </a:schemeClr>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pt-BR"/>
          </a:p>
        </p:txBody>
      </p:sp>
      <p:cxnSp>
        <p:nvCxnSpPr>
          <p:cNvPr id="90" name="Conector reto 89">
            <a:extLst>
              <a:ext uri="{FF2B5EF4-FFF2-40B4-BE49-F238E27FC236}">
                <a16:creationId xmlns:a16="http://schemas.microsoft.com/office/drawing/2014/main" id="{551B4315-1E1F-EA41-FAEE-ADF41AC59BBD}"/>
              </a:ext>
            </a:extLst>
          </p:cNvPr>
          <p:cNvCxnSpPr>
            <a:cxnSpLocks/>
            <a:stCxn id="64" idx="7"/>
            <a:endCxn id="39" idx="7"/>
          </p:cNvCxnSpPr>
          <p:nvPr/>
        </p:nvCxnSpPr>
        <p:spPr>
          <a:xfrm flipV="1">
            <a:off x="2147291" y="1272046"/>
            <a:ext cx="342751" cy="327594"/>
          </a:xfrm>
          <a:prstGeom prst="line">
            <a:avLst/>
          </a:prstGeom>
          <a:ln w="1270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 name="Elipse 1">
            <a:extLst>
              <a:ext uri="{FF2B5EF4-FFF2-40B4-BE49-F238E27FC236}">
                <a16:creationId xmlns:a16="http://schemas.microsoft.com/office/drawing/2014/main" id="{5190BEF2-9F43-A48F-4ECB-F20D4FF0E227}"/>
              </a:ext>
            </a:extLst>
          </p:cNvPr>
          <p:cNvSpPr/>
          <p:nvPr/>
        </p:nvSpPr>
        <p:spPr>
          <a:xfrm>
            <a:off x="4729702" y="1126905"/>
            <a:ext cx="1005840" cy="1005840"/>
          </a:xfrm>
          <a:prstGeom prst="ellipse">
            <a:avLst/>
          </a:prstGeom>
          <a:solidFill>
            <a:schemeClr val="tx2">
              <a:lumMod val="50000"/>
              <a:lumOff val="50000"/>
              <a:alpha val="50000"/>
            </a:schemeClr>
          </a:solidFill>
          <a:ln w="19050">
            <a:solidFill>
              <a:schemeClr val="accent1">
                <a:lumMod val="60000"/>
                <a:lumOff val="40000"/>
              </a:schemeClr>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18" name="CaixaDeTexto 17">
                <a:extLst>
                  <a:ext uri="{FF2B5EF4-FFF2-40B4-BE49-F238E27FC236}">
                    <a16:creationId xmlns:a16="http://schemas.microsoft.com/office/drawing/2014/main" id="{94868671-F1EC-D102-EEF5-BFD590B2A848}"/>
                  </a:ext>
                </a:extLst>
              </p:cNvPr>
              <p:cNvSpPr txBox="1"/>
              <p:nvPr/>
            </p:nvSpPr>
            <p:spPr>
              <a:xfrm>
                <a:off x="4240966" y="2315678"/>
                <a:ext cx="323165"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acc>
                        <m:accPr>
                          <m:chr m:val="⃗"/>
                          <m:ctrlPr>
                            <a:rPr lang="pt-BR" sz="1400" b="0" i="1" smtClean="0">
                              <a:solidFill>
                                <a:srgbClr val="FF0000"/>
                              </a:solidFill>
                              <a:latin typeface="Cambria Math" panose="02040503050406030204" pitchFamily="18" charset="0"/>
                            </a:rPr>
                          </m:ctrlPr>
                        </m:accPr>
                        <m:e>
                          <m:r>
                            <a:rPr lang="pt-BR" sz="1400" b="0" i="1" smtClean="0">
                              <a:solidFill>
                                <a:srgbClr val="FF0000"/>
                              </a:solidFill>
                              <a:latin typeface="Cambria Math" panose="02040503050406030204" pitchFamily="18" charset="0"/>
                            </a:rPr>
                            <m:t>𝑞</m:t>
                          </m:r>
                        </m:e>
                      </m:acc>
                    </m:oMath>
                  </m:oMathPara>
                </a14:m>
                <a:endParaRPr lang="pt-BR" sz="1400"/>
              </a:p>
            </p:txBody>
          </p:sp>
        </mc:Choice>
        <mc:Fallback xmlns="">
          <p:sp>
            <p:nvSpPr>
              <p:cNvPr id="18" name="CaixaDeTexto 17">
                <a:extLst>
                  <a:ext uri="{FF2B5EF4-FFF2-40B4-BE49-F238E27FC236}">
                    <a16:creationId xmlns:a16="http://schemas.microsoft.com/office/drawing/2014/main" id="{94868671-F1EC-D102-EEF5-BFD590B2A848}"/>
                  </a:ext>
                </a:extLst>
              </p:cNvPr>
              <p:cNvSpPr txBox="1">
                <a:spLocks noRot="1" noChangeAspect="1" noMove="1" noResize="1" noEditPoints="1" noAdjustHandles="1" noChangeArrowheads="1" noChangeShapeType="1" noTextEdit="1"/>
              </p:cNvSpPr>
              <p:nvPr/>
            </p:nvSpPr>
            <p:spPr>
              <a:xfrm>
                <a:off x="4240966" y="2315678"/>
                <a:ext cx="323165" cy="307777"/>
              </a:xfrm>
              <a:prstGeom prst="rect">
                <a:avLst/>
              </a:prstGeom>
              <a:blipFill>
                <a:blip r:embed="rId2"/>
                <a:stretch>
                  <a:fillRect t="-12000" r="-11321" b="-2000"/>
                </a:stretch>
              </a:blipFill>
            </p:spPr>
            <p:txBody>
              <a:bodyPr/>
              <a:lstStyle/>
              <a:p>
                <a:r>
                  <a:rPr lang="pt-BR">
                    <a:noFill/>
                  </a:rPr>
                  <a:t> </a:t>
                </a:r>
              </a:p>
            </p:txBody>
          </p:sp>
        </mc:Fallback>
      </mc:AlternateContent>
      <p:cxnSp>
        <p:nvCxnSpPr>
          <p:cNvPr id="17" name="Conector de Seta Reta 16">
            <a:extLst>
              <a:ext uri="{FF2B5EF4-FFF2-40B4-BE49-F238E27FC236}">
                <a16:creationId xmlns:a16="http://schemas.microsoft.com/office/drawing/2014/main" id="{866AF87F-505B-F351-950E-30F67CF80CFB}"/>
              </a:ext>
            </a:extLst>
          </p:cNvPr>
          <p:cNvCxnSpPr>
            <a:cxnSpLocks/>
          </p:cNvCxnSpPr>
          <p:nvPr/>
        </p:nvCxnSpPr>
        <p:spPr>
          <a:xfrm flipV="1">
            <a:off x="3572477" y="1636204"/>
            <a:ext cx="1637285" cy="122848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44" name="Conector reto 43">
            <a:extLst>
              <a:ext uri="{FF2B5EF4-FFF2-40B4-BE49-F238E27FC236}">
                <a16:creationId xmlns:a16="http://schemas.microsoft.com/office/drawing/2014/main" id="{0EED4D17-FDB1-7BE2-816D-3C10ECBE35BA}"/>
              </a:ext>
            </a:extLst>
          </p:cNvPr>
          <p:cNvCxnSpPr>
            <a:cxnSpLocks/>
          </p:cNvCxnSpPr>
          <p:nvPr/>
        </p:nvCxnSpPr>
        <p:spPr>
          <a:xfrm>
            <a:off x="2131127" y="1625503"/>
            <a:ext cx="507534" cy="3969"/>
          </a:xfrm>
          <a:prstGeom prst="line">
            <a:avLst/>
          </a:prstGeom>
          <a:ln w="1270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48" name="Arco 47">
            <a:extLst>
              <a:ext uri="{FF2B5EF4-FFF2-40B4-BE49-F238E27FC236}">
                <a16:creationId xmlns:a16="http://schemas.microsoft.com/office/drawing/2014/main" id="{007F8DD3-B1F6-9A7B-3872-6BC492C5A24F}"/>
              </a:ext>
            </a:extLst>
          </p:cNvPr>
          <p:cNvSpPr/>
          <p:nvPr/>
        </p:nvSpPr>
        <p:spPr>
          <a:xfrm>
            <a:off x="1654364" y="1430819"/>
            <a:ext cx="620140" cy="522273"/>
          </a:xfrm>
          <a:prstGeom prst="arc">
            <a:avLst>
              <a:gd name="adj1" fmla="val 19772002"/>
              <a:gd name="adj2" fmla="val 20795977"/>
            </a:avLst>
          </a:prstGeom>
          <a:ln w="12700"/>
        </p:spPr>
        <p:style>
          <a:lnRef idx="2">
            <a:schemeClr val="accent1"/>
          </a:lnRef>
          <a:fillRef idx="0">
            <a:schemeClr val="accent1"/>
          </a:fillRef>
          <a:effectRef idx="1">
            <a:schemeClr val="accent1"/>
          </a:effectRef>
          <a:fontRef idx="minor">
            <a:schemeClr val="tx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50" name="CaixaDeTexto 49">
                <a:extLst>
                  <a:ext uri="{FF2B5EF4-FFF2-40B4-BE49-F238E27FC236}">
                    <a16:creationId xmlns:a16="http://schemas.microsoft.com/office/drawing/2014/main" id="{D134656C-2AA6-76B9-06C2-154E54EF485D}"/>
                  </a:ext>
                </a:extLst>
              </p:cNvPr>
              <p:cNvSpPr txBox="1"/>
              <p:nvPr/>
            </p:nvSpPr>
            <p:spPr>
              <a:xfrm>
                <a:off x="2169583" y="1387775"/>
                <a:ext cx="356636" cy="27462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100" b="0" i="1" smtClean="0">
                              <a:latin typeface="Cambria Math" panose="02040503050406030204" pitchFamily="18" charset="0"/>
                            </a:rPr>
                          </m:ctrlPr>
                        </m:sSubPr>
                        <m:e>
                          <m:r>
                            <a:rPr lang="pt-BR" sz="1100" i="1" smtClean="0">
                              <a:latin typeface="Cambria Math" panose="02040503050406030204" pitchFamily="18" charset="0"/>
                            </a:rPr>
                            <m:t>𝜃</m:t>
                          </m:r>
                        </m:e>
                        <m:sub>
                          <m:r>
                            <a:rPr lang="pt-BR" sz="1100" b="0" i="1" smtClean="0">
                              <a:latin typeface="Cambria Math" panose="02040503050406030204" pitchFamily="18" charset="0"/>
                            </a:rPr>
                            <m:t>𝑝</m:t>
                          </m:r>
                        </m:sub>
                      </m:sSub>
                    </m:oMath>
                  </m:oMathPara>
                </a14:m>
                <a:endParaRPr lang="pt-BR" sz="1100"/>
              </a:p>
            </p:txBody>
          </p:sp>
        </mc:Choice>
        <mc:Fallback xmlns="">
          <p:sp>
            <p:nvSpPr>
              <p:cNvPr id="50" name="CaixaDeTexto 49">
                <a:extLst>
                  <a:ext uri="{FF2B5EF4-FFF2-40B4-BE49-F238E27FC236}">
                    <a16:creationId xmlns:a16="http://schemas.microsoft.com/office/drawing/2014/main" id="{D134656C-2AA6-76B9-06C2-154E54EF485D}"/>
                  </a:ext>
                </a:extLst>
              </p:cNvPr>
              <p:cNvSpPr txBox="1">
                <a:spLocks noRot="1" noChangeAspect="1" noMove="1" noResize="1" noEditPoints="1" noAdjustHandles="1" noChangeArrowheads="1" noChangeShapeType="1" noTextEdit="1"/>
              </p:cNvSpPr>
              <p:nvPr/>
            </p:nvSpPr>
            <p:spPr>
              <a:xfrm>
                <a:off x="2169583" y="1387775"/>
                <a:ext cx="356636" cy="274627"/>
              </a:xfrm>
              <a:prstGeom prst="rect">
                <a:avLst/>
              </a:prstGeom>
              <a:blipFill>
                <a:blip r:embed="rId3"/>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41" name="CaixaDeTexto 40">
                <a:extLst>
                  <a:ext uri="{FF2B5EF4-FFF2-40B4-BE49-F238E27FC236}">
                    <a16:creationId xmlns:a16="http://schemas.microsoft.com/office/drawing/2014/main" id="{FE43FAB9-D20C-60DA-0850-2937795DDEDA}"/>
                  </a:ext>
                </a:extLst>
              </p:cNvPr>
              <p:cNvSpPr txBox="1"/>
              <p:nvPr/>
            </p:nvSpPr>
            <p:spPr>
              <a:xfrm>
                <a:off x="2044590" y="1192083"/>
                <a:ext cx="379976" cy="29129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200" i="1" smtClean="0">
                              <a:latin typeface="Cambria Math" panose="02040503050406030204" pitchFamily="18" charset="0"/>
                            </a:rPr>
                          </m:ctrlPr>
                        </m:sSubPr>
                        <m:e>
                          <m:r>
                            <a:rPr lang="pt-BR" sz="1200" i="1" smtClean="0">
                              <a:latin typeface="Cambria Math" panose="02040503050406030204" pitchFamily="18" charset="0"/>
                            </a:rPr>
                            <m:t>𝑎</m:t>
                          </m:r>
                        </m:e>
                        <m:sub>
                          <m:r>
                            <a:rPr lang="pt-BR" sz="1200" i="1" smtClean="0">
                              <a:latin typeface="Cambria Math" panose="02040503050406030204" pitchFamily="18" charset="0"/>
                            </a:rPr>
                            <m:t>𝑝</m:t>
                          </m:r>
                        </m:sub>
                      </m:sSub>
                    </m:oMath>
                  </m:oMathPara>
                </a14:m>
                <a:endParaRPr lang="pt-BR" sz="1200"/>
              </a:p>
            </p:txBody>
          </p:sp>
        </mc:Choice>
        <mc:Fallback xmlns="">
          <p:sp>
            <p:nvSpPr>
              <p:cNvPr id="41" name="CaixaDeTexto 40">
                <a:extLst>
                  <a:ext uri="{FF2B5EF4-FFF2-40B4-BE49-F238E27FC236}">
                    <a16:creationId xmlns:a16="http://schemas.microsoft.com/office/drawing/2014/main" id="{FE43FAB9-D20C-60DA-0850-2937795DDEDA}"/>
                  </a:ext>
                </a:extLst>
              </p:cNvPr>
              <p:cNvSpPr txBox="1">
                <a:spLocks noRot="1" noChangeAspect="1" noMove="1" noResize="1" noEditPoints="1" noAdjustHandles="1" noChangeArrowheads="1" noChangeShapeType="1" noTextEdit="1"/>
              </p:cNvSpPr>
              <p:nvPr/>
            </p:nvSpPr>
            <p:spPr>
              <a:xfrm>
                <a:off x="2044590" y="1192083"/>
                <a:ext cx="379976" cy="291298"/>
              </a:xfrm>
              <a:prstGeom prst="rect">
                <a:avLst/>
              </a:prstGeom>
              <a:blipFill>
                <a:blip r:embed="rId4"/>
                <a:stretch>
                  <a:fillRect/>
                </a:stretch>
              </a:blipFill>
            </p:spPr>
            <p:txBody>
              <a:bodyPr/>
              <a:lstStyle/>
              <a:p>
                <a:r>
                  <a:rPr lang="pt-BR">
                    <a:noFill/>
                  </a:rPr>
                  <a:t> </a:t>
                </a:r>
              </a:p>
            </p:txBody>
          </p:sp>
        </mc:Fallback>
      </mc:AlternateContent>
      <p:cxnSp>
        <p:nvCxnSpPr>
          <p:cNvPr id="42" name="Conector de Seta Reta 41">
            <a:extLst>
              <a:ext uri="{FF2B5EF4-FFF2-40B4-BE49-F238E27FC236}">
                <a16:creationId xmlns:a16="http://schemas.microsoft.com/office/drawing/2014/main" id="{B1570981-55A4-BF07-0DCD-94E7E3AB486B}"/>
              </a:ext>
            </a:extLst>
          </p:cNvPr>
          <p:cNvCxnSpPr>
            <a:cxnSpLocks/>
            <a:endCxn id="39" idx="7"/>
          </p:cNvCxnSpPr>
          <p:nvPr/>
        </p:nvCxnSpPr>
        <p:spPr>
          <a:xfrm flipH="1" flipV="1">
            <a:off x="2490042" y="1272046"/>
            <a:ext cx="1091863" cy="1592638"/>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54" name="CaixaDeTexto 53">
                <a:extLst>
                  <a:ext uri="{FF2B5EF4-FFF2-40B4-BE49-F238E27FC236}">
                    <a16:creationId xmlns:a16="http://schemas.microsoft.com/office/drawing/2014/main" id="{A4F3CD97-3E4C-E20C-001F-392E19689A2D}"/>
                  </a:ext>
                </a:extLst>
              </p:cNvPr>
              <p:cNvSpPr txBox="1"/>
              <p:nvPr/>
            </p:nvSpPr>
            <p:spPr>
              <a:xfrm>
                <a:off x="2880268" y="1670509"/>
                <a:ext cx="367473" cy="32438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acc>
                            <m:accPr>
                              <m:chr m:val="⃗"/>
                              <m:ctrlPr>
                                <a:rPr lang="pt-BR" sz="1400" i="1" smtClean="0">
                                  <a:latin typeface="Cambria Math" panose="02040503050406030204" pitchFamily="18" charset="0"/>
                                </a:rPr>
                              </m:ctrlPr>
                            </m:accPr>
                            <m:e>
                              <m:r>
                                <a:rPr lang="pt-BR" sz="1400" b="0" i="1" smtClean="0">
                                  <a:latin typeface="Cambria Math" panose="02040503050406030204" pitchFamily="18" charset="0"/>
                                </a:rPr>
                                <m:t>𝑟</m:t>
                              </m:r>
                            </m:e>
                          </m:acc>
                        </m:e>
                        <m:sub>
                          <m:r>
                            <a:rPr lang="pt-BR" sz="1400" i="1" smtClean="0">
                              <a:latin typeface="Cambria Math" panose="02040503050406030204" pitchFamily="18" charset="0"/>
                            </a:rPr>
                            <m:t>𝑝</m:t>
                          </m:r>
                        </m:sub>
                      </m:sSub>
                    </m:oMath>
                  </m:oMathPara>
                </a14:m>
                <a:endParaRPr lang="pt-BR" sz="1400"/>
              </a:p>
            </p:txBody>
          </p:sp>
        </mc:Choice>
        <mc:Fallback xmlns="">
          <p:sp>
            <p:nvSpPr>
              <p:cNvPr id="54" name="CaixaDeTexto 53">
                <a:extLst>
                  <a:ext uri="{FF2B5EF4-FFF2-40B4-BE49-F238E27FC236}">
                    <a16:creationId xmlns:a16="http://schemas.microsoft.com/office/drawing/2014/main" id="{A4F3CD97-3E4C-E20C-001F-392E19689A2D}"/>
                  </a:ext>
                </a:extLst>
              </p:cNvPr>
              <p:cNvSpPr txBox="1">
                <a:spLocks noRot="1" noChangeAspect="1" noMove="1" noResize="1" noEditPoints="1" noAdjustHandles="1" noChangeArrowheads="1" noChangeShapeType="1" noTextEdit="1"/>
              </p:cNvSpPr>
              <p:nvPr/>
            </p:nvSpPr>
            <p:spPr>
              <a:xfrm>
                <a:off x="2880268" y="1670509"/>
                <a:ext cx="367473" cy="324384"/>
              </a:xfrm>
              <a:prstGeom prst="rect">
                <a:avLst/>
              </a:prstGeom>
              <a:blipFill>
                <a:blip r:embed="rId5"/>
                <a:stretch>
                  <a:fillRect t="-9434" r="-8197"/>
                </a:stretch>
              </a:blipFill>
            </p:spPr>
            <p:txBody>
              <a:bodyPr/>
              <a:lstStyle/>
              <a:p>
                <a:r>
                  <a:rPr lang="pt-BR">
                    <a:noFill/>
                  </a:rPr>
                  <a:t> </a:t>
                </a:r>
              </a:p>
            </p:txBody>
          </p:sp>
        </mc:Fallback>
      </mc:AlternateContent>
      <p:sp>
        <p:nvSpPr>
          <p:cNvPr id="64" name="Elipse 63">
            <a:extLst>
              <a:ext uri="{FF2B5EF4-FFF2-40B4-BE49-F238E27FC236}">
                <a16:creationId xmlns:a16="http://schemas.microsoft.com/office/drawing/2014/main" id="{D56D16F1-26E3-62A7-45A8-3236147FBBC2}"/>
              </a:ext>
            </a:extLst>
          </p:cNvPr>
          <p:cNvSpPr/>
          <p:nvPr/>
        </p:nvSpPr>
        <p:spPr>
          <a:xfrm>
            <a:off x="2108267" y="1592944"/>
            <a:ext cx="45720" cy="4572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20" name="Conector de Seta Reta 19">
            <a:extLst>
              <a:ext uri="{FF2B5EF4-FFF2-40B4-BE49-F238E27FC236}">
                <a16:creationId xmlns:a16="http://schemas.microsoft.com/office/drawing/2014/main" id="{CCF2547F-F0A6-305B-691B-2A522DF7F7AC}"/>
              </a:ext>
            </a:extLst>
          </p:cNvPr>
          <p:cNvCxnSpPr>
            <a:cxnSpLocks/>
            <a:endCxn id="2" idx="1"/>
          </p:cNvCxnSpPr>
          <p:nvPr/>
        </p:nvCxnSpPr>
        <p:spPr>
          <a:xfrm flipH="1" flipV="1">
            <a:off x="4877004" y="1274207"/>
            <a:ext cx="355618" cy="353727"/>
          </a:xfrm>
          <a:prstGeom prst="straightConnector1">
            <a:avLst/>
          </a:prstGeom>
          <a:ln>
            <a:solidFill>
              <a:schemeClr val="tx2">
                <a:lumMod val="75000"/>
                <a:lumOff val="25000"/>
              </a:schemeClr>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57" name="CaixaDeTexto 56">
                <a:extLst>
                  <a:ext uri="{FF2B5EF4-FFF2-40B4-BE49-F238E27FC236}">
                    <a16:creationId xmlns:a16="http://schemas.microsoft.com/office/drawing/2014/main" id="{4DFDEA91-4921-4551-714E-99CCCD72DE88}"/>
                  </a:ext>
                </a:extLst>
              </p:cNvPr>
              <p:cNvSpPr txBox="1"/>
              <p:nvPr/>
            </p:nvSpPr>
            <p:spPr>
              <a:xfrm>
                <a:off x="4959692" y="1231881"/>
                <a:ext cx="360612" cy="29129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200" i="1" smtClean="0">
                              <a:solidFill>
                                <a:schemeClr val="tx2">
                                  <a:lumMod val="75000"/>
                                  <a:lumOff val="25000"/>
                                </a:schemeClr>
                              </a:solidFill>
                              <a:latin typeface="Cambria Math" panose="02040503050406030204" pitchFamily="18" charset="0"/>
                            </a:rPr>
                          </m:ctrlPr>
                        </m:sSubPr>
                        <m:e>
                          <m:acc>
                            <m:accPr>
                              <m:chr m:val="⃗"/>
                              <m:ctrlPr>
                                <a:rPr lang="pt-BR" sz="1200" i="1" smtClean="0">
                                  <a:solidFill>
                                    <a:schemeClr val="tx2">
                                      <a:lumMod val="75000"/>
                                      <a:lumOff val="25000"/>
                                    </a:schemeClr>
                                  </a:solidFill>
                                  <a:latin typeface="Cambria Math" panose="02040503050406030204" pitchFamily="18" charset="0"/>
                                </a:rPr>
                              </m:ctrlPr>
                            </m:accPr>
                            <m:e>
                              <m:r>
                                <a:rPr lang="pt-BR" sz="1200" b="0" i="1" smtClean="0">
                                  <a:solidFill>
                                    <a:schemeClr val="tx2">
                                      <a:lumMod val="75000"/>
                                      <a:lumOff val="25000"/>
                                    </a:schemeClr>
                                  </a:solidFill>
                                  <a:latin typeface="Cambria Math" panose="02040503050406030204" pitchFamily="18" charset="0"/>
                                </a:rPr>
                                <m:t>𝑐</m:t>
                              </m:r>
                            </m:e>
                          </m:acc>
                        </m:e>
                        <m:sub>
                          <m:r>
                            <a:rPr lang="pt-BR" sz="1200" b="0" i="1" smtClean="0">
                              <a:solidFill>
                                <a:schemeClr val="tx2">
                                  <a:lumMod val="75000"/>
                                  <a:lumOff val="25000"/>
                                </a:schemeClr>
                              </a:solidFill>
                              <a:latin typeface="Cambria Math" panose="02040503050406030204" pitchFamily="18" charset="0"/>
                            </a:rPr>
                            <m:t>𝑞</m:t>
                          </m:r>
                        </m:sub>
                      </m:sSub>
                    </m:oMath>
                  </m:oMathPara>
                </a14:m>
                <a:endParaRPr lang="pt-BR" sz="1200">
                  <a:solidFill>
                    <a:schemeClr val="tx2">
                      <a:lumMod val="75000"/>
                      <a:lumOff val="25000"/>
                    </a:schemeClr>
                  </a:solidFill>
                </a:endParaRPr>
              </a:p>
            </p:txBody>
          </p:sp>
        </mc:Choice>
        <mc:Fallback xmlns="">
          <p:sp>
            <p:nvSpPr>
              <p:cNvPr id="57" name="CaixaDeTexto 56">
                <a:extLst>
                  <a:ext uri="{FF2B5EF4-FFF2-40B4-BE49-F238E27FC236}">
                    <a16:creationId xmlns:a16="http://schemas.microsoft.com/office/drawing/2014/main" id="{4DFDEA91-4921-4551-714E-99CCCD72DE88}"/>
                  </a:ext>
                </a:extLst>
              </p:cNvPr>
              <p:cNvSpPr txBox="1">
                <a:spLocks noRot="1" noChangeAspect="1" noMove="1" noResize="1" noEditPoints="1" noAdjustHandles="1" noChangeArrowheads="1" noChangeShapeType="1" noTextEdit="1"/>
              </p:cNvSpPr>
              <p:nvPr/>
            </p:nvSpPr>
            <p:spPr>
              <a:xfrm>
                <a:off x="4959692" y="1231881"/>
                <a:ext cx="360612" cy="291298"/>
              </a:xfrm>
              <a:prstGeom prst="rect">
                <a:avLst/>
              </a:prstGeom>
              <a:blipFill>
                <a:blip r:embed="rId6"/>
                <a:stretch>
                  <a:fillRect r="-3390"/>
                </a:stretch>
              </a:blipFill>
            </p:spPr>
            <p:txBody>
              <a:bodyPr/>
              <a:lstStyle/>
              <a:p>
                <a:r>
                  <a:rPr lang="pt-BR">
                    <a:noFill/>
                  </a:rPr>
                  <a:t> </a:t>
                </a:r>
              </a:p>
            </p:txBody>
          </p:sp>
        </mc:Fallback>
      </mc:AlternateContent>
      <p:sp>
        <p:nvSpPr>
          <p:cNvPr id="65" name="Elipse 64">
            <a:extLst>
              <a:ext uri="{FF2B5EF4-FFF2-40B4-BE49-F238E27FC236}">
                <a16:creationId xmlns:a16="http://schemas.microsoft.com/office/drawing/2014/main" id="{0B1B13EB-D6C0-D3E4-9EEB-9763F150DFB0}"/>
              </a:ext>
            </a:extLst>
          </p:cNvPr>
          <p:cNvSpPr/>
          <p:nvPr/>
        </p:nvSpPr>
        <p:spPr>
          <a:xfrm>
            <a:off x="5209762" y="1603903"/>
            <a:ext cx="45720" cy="4572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69" name="CaixaDeTexto 68">
                <a:extLst>
                  <a:ext uri="{FF2B5EF4-FFF2-40B4-BE49-F238E27FC236}">
                    <a16:creationId xmlns:a16="http://schemas.microsoft.com/office/drawing/2014/main" id="{73AED458-E94F-5976-FF4D-E802E5BE41E3}"/>
                  </a:ext>
                </a:extLst>
              </p:cNvPr>
              <p:cNvSpPr txBox="1"/>
              <p:nvPr/>
            </p:nvSpPr>
            <p:spPr>
              <a:xfrm>
                <a:off x="6996100" y="1941122"/>
                <a:ext cx="1995610" cy="35753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600" i="1" smtClean="0">
                              <a:latin typeface="Cambria Math" panose="02040503050406030204" pitchFamily="18" charset="0"/>
                            </a:rPr>
                          </m:ctrlPr>
                        </m:sSubPr>
                        <m:e>
                          <m:acc>
                            <m:accPr>
                              <m:chr m:val="⃗"/>
                              <m:ctrlPr>
                                <a:rPr lang="pt-BR" sz="1600" i="1" smtClean="0">
                                  <a:latin typeface="Cambria Math" panose="02040503050406030204" pitchFamily="18" charset="0"/>
                                </a:rPr>
                              </m:ctrlPr>
                            </m:accPr>
                            <m:e>
                              <m:r>
                                <a:rPr lang="pt-BR" sz="1600" b="0" i="1" smtClean="0">
                                  <a:latin typeface="Cambria Math" panose="02040503050406030204" pitchFamily="18" charset="0"/>
                                </a:rPr>
                                <m:t>𝑟</m:t>
                              </m:r>
                            </m:e>
                          </m:acc>
                        </m:e>
                        <m:sub>
                          <m:r>
                            <a:rPr lang="pt-BR" sz="1600" b="0" i="1" smtClean="0">
                              <a:latin typeface="Cambria Math" panose="02040503050406030204" pitchFamily="18" charset="0"/>
                            </a:rPr>
                            <m:t>𝑝</m:t>
                          </m:r>
                        </m:sub>
                      </m:sSub>
                      <m:d>
                        <m:dPr>
                          <m:ctrlPr>
                            <a:rPr lang="pt-BR" sz="1600" b="0" i="1" smtClean="0">
                              <a:latin typeface="Cambria Math" panose="02040503050406030204" pitchFamily="18" charset="0"/>
                            </a:rPr>
                          </m:ctrlPr>
                        </m:dPr>
                        <m:e>
                          <m:r>
                            <a:rPr lang="pt-BR" sz="1600" b="0" i="1" smtClean="0">
                              <a:latin typeface="Cambria Math" panose="02040503050406030204" pitchFamily="18" charset="0"/>
                            </a:rPr>
                            <m:t>𝜃</m:t>
                          </m:r>
                        </m:e>
                      </m:d>
                      <m:r>
                        <a:rPr lang="pt-BR" sz="1600" b="0" i="1" smtClean="0">
                          <a:latin typeface="Cambria Math" panose="02040503050406030204" pitchFamily="18" charset="0"/>
                        </a:rPr>
                        <m:t>=</m:t>
                      </m:r>
                      <m:acc>
                        <m:accPr>
                          <m:chr m:val="⃗"/>
                          <m:ctrlPr>
                            <a:rPr lang="pt-BR" sz="1600" b="0" i="1" smtClean="0">
                              <a:solidFill>
                                <a:schemeClr val="tx1"/>
                              </a:solidFill>
                              <a:latin typeface="Cambria Math" panose="02040503050406030204" pitchFamily="18" charset="0"/>
                            </a:rPr>
                          </m:ctrlPr>
                        </m:accPr>
                        <m:e>
                          <m:r>
                            <a:rPr lang="pt-BR" sz="1600" b="0" i="1" smtClean="0">
                              <a:solidFill>
                                <a:schemeClr val="tx1"/>
                              </a:solidFill>
                              <a:latin typeface="Cambria Math" panose="02040503050406030204" pitchFamily="18" charset="0"/>
                            </a:rPr>
                            <m:t>𝑝</m:t>
                          </m:r>
                        </m:e>
                      </m:acc>
                      <m:r>
                        <a:rPr lang="pt-BR" sz="1600" b="0" i="1" smtClean="0">
                          <a:latin typeface="Cambria Math" panose="02040503050406030204" pitchFamily="18" charset="0"/>
                        </a:rPr>
                        <m:t>+</m:t>
                      </m:r>
                      <m:sSub>
                        <m:sSubPr>
                          <m:ctrlPr>
                            <a:rPr lang="pt-BR" sz="1600" b="0" i="1" smtClean="0">
                              <a:latin typeface="Cambria Math" panose="02040503050406030204" pitchFamily="18" charset="0"/>
                            </a:rPr>
                          </m:ctrlPr>
                        </m:sSubPr>
                        <m:e>
                          <m:acc>
                            <m:accPr>
                              <m:chr m:val="⃗"/>
                              <m:ctrlPr>
                                <a:rPr lang="pt-BR" sz="1600" i="1" smtClean="0">
                                  <a:latin typeface="Cambria Math" panose="02040503050406030204" pitchFamily="18" charset="0"/>
                                </a:rPr>
                              </m:ctrlPr>
                            </m:accPr>
                            <m:e>
                              <m:r>
                                <a:rPr lang="pt-BR" sz="1600" b="0" i="1" smtClean="0">
                                  <a:latin typeface="Cambria Math" panose="02040503050406030204" pitchFamily="18" charset="0"/>
                                </a:rPr>
                                <m:t>𝑐</m:t>
                              </m:r>
                            </m:e>
                          </m:acc>
                        </m:e>
                        <m:sub>
                          <m:r>
                            <a:rPr lang="pt-BR" sz="1600" b="0" i="1" smtClean="0">
                              <a:latin typeface="Cambria Math" panose="02040503050406030204" pitchFamily="18" charset="0"/>
                            </a:rPr>
                            <m:t>𝑝</m:t>
                          </m:r>
                        </m:sub>
                      </m:sSub>
                      <m:r>
                        <a:rPr lang="pt-BR" sz="1600" b="0" i="1" smtClean="0">
                          <a:latin typeface="Cambria Math" panose="02040503050406030204" pitchFamily="18" charset="0"/>
                        </a:rPr>
                        <m:t>(</m:t>
                      </m:r>
                      <m:r>
                        <a:rPr lang="pt-BR" sz="1600" b="0" i="1" smtClean="0">
                          <a:latin typeface="Cambria Math" panose="02040503050406030204" pitchFamily="18" charset="0"/>
                        </a:rPr>
                        <m:t>𝜌</m:t>
                      </m:r>
                      <m:r>
                        <a:rPr lang="pt-BR" sz="1600" b="0" i="1" smtClean="0">
                          <a:latin typeface="Cambria Math" panose="02040503050406030204" pitchFamily="18" charset="0"/>
                        </a:rPr>
                        <m:t>,</m:t>
                      </m:r>
                      <m:r>
                        <a:rPr lang="pt-BR" sz="1600" b="0" i="1" smtClean="0">
                          <a:latin typeface="Cambria Math" panose="02040503050406030204" pitchFamily="18" charset="0"/>
                        </a:rPr>
                        <m:t>𝜃</m:t>
                      </m:r>
                      <m:r>
                        <a:rPr lang="pt-BR" sz="1600" b="0" i="1" smtClean="0">
                          <a:latin typeface="Cambria Math" panose="02040503050406030204" pitchFamily="18" charset="0"/>
                        </a:rPr>
                        <m:t>)</m:t>
                      </m:r>
                    </m:oMath>
                  </m:oMathPara>
                </a14:m>
                <a:endParaRPr lang="pt-BR" sz="1600"/>
              </a:p>
            </p:txBody>
          </p:sp>
        </mc:Choice>
        <mc:Fallback xmlns="">
          <p:sp>
            <p:nvSpPr>
              <p:cNvPr id="69" name="CaixaDeTexto 68">
                <a:extLst>
                  <a:ext uri="{FF2B5EF4-FFF2-40B4-BE49-F238E27FC236}">
                    <a16:creationId xmlns:a16="http://schemas.microsoft.com/office/drawing/2014/main" id="{73AED458-E94F-5976-FF4D-E802E5BE41E3}"/>
                  </a:ext>
                </a:extLst>
              </p:cNvPr>
              <p:cNvSpPr txBox="1">
                <a:spLocks noRot="1" noChangeAspect="1" noMove="1" noResize="1" noEditPoints="1" noAdjustHandles="1" noChangeArrowheads="1" noChangeShapeType="1" noTextEdit="1"/>
              </p:cNvSpPr>
              <p:nvPr/>
            </p:nvSpPr>
            <p:spPr>
              <a:xfrm>
                <a:off x="6996100" y="1941122"/>
                <a:ext cx="1995610" cy="357534"/>
              </a:xfrm>
              <a:prstGeom prst="rect">
                <a:avLst/>
              </a:prstGeom>
              <a:blipFill>
                <a:blip r:embed="rId7"/>
                <a:stretch>
                  <a:fillRect t="-11864" b="-5085"/>
                </a:stretch>
              </a:blipFill>
            </p:spPr>
            <p:txBody>
              <a:bodyPr/>
              <a:lstStyle/>
              <a:p>
                <a:r>
                  <a:rPr lang="pt-BR">
                    <a:noFill/>
                  </a:rPr>
                  <a:t> </a:t>
                </a:r>
              </a:p>
            </p:txBody>
          </p:sp>
        </mc:Fallback>
      </mc:AlternateContent>
      <p:cxnSp>
        <p:nvCxnSpPr>
          <p:cNvPr id="73" name="Conector de Seta Reta 72">
            <a:extLst>
              <a:ext uri="{FF2B5EF4-FFF2-40B4-BE49-F238E27FC236}">
                <a16:creationId xmlns:a16="http://schemas.microsoft.com/office/drawing/2014/main" id="{C4E32A01-E66F-ED8E-4492-A04C0A3251DB}"/>
              </a:ext>
            </a:extLst>
          </p:cNvPr>
          <p:cNvCxnSpPr>
            <a:cxnSpLocks/>
          </p:cNvCxnSpPr>
          <p:nvPr/>
        </p:nvCxnSpPr>
        <p:spPr>
          <a:xfrm flipH="1" flipV="1">
            <a:off x="2156281" y="1648363"/>
            <a:ext cx="1416196" cy="1216321"/>
          </a:xfrm>
          <a:prstGeom prst="straightConnector1">
            <a:avLst/>
          </a:prstGeom>
          <a:ln>
            <a:solidFill>
              <a:srgbClr val="00B050"/>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80" name="CaixaDeTexto 79">
                <a:extLst>
                  <a:ext uri="{FF2B5EF4-FFF2-40B4-BE49-F238E27FC236}">
                    <a16:creationId xmlns:a16="http://schemas.microsoft.com/office/drawing/2014/main" id="{5F36CBA7-CBD6-7A11-866C-1131375B6A46}"/>
                  </a:ext>
                </a:extLst>
              </p:cNvPr>
              <p:cNvSpPr txBox="1"/>
              <p:nvPr/>
            </p:nvSpPr>
            <p:spPr>
              <a:xfrm>
                <a:off x="2541214" y="2213998"/>
                <a:ext cx="323165"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acc>
                        <m:accPr>
                          <m:chr m:val="⃗"/>
                          <m:ctrlPr>
                            <a:rPr lang="pt-BR" sz="1400" b="0" i="1" smtClean="0">
                              <a:solidFill>
                                <a:srgbClr val="00B050"/>
                              </a:solidFill>
                              <a:latin typeface="Cambria Math" panose="02040503050406030204" pitchFamily="18" charset="0"/>
                            </a:rPr>
                          </m:ctrlPr>
                        </m:accPr>
                        <m:e>
                          <m:r>
                            <a:rPr lang="pt-BR" sz="1400" b="0" i="1" smtClean="0">
                              <a:solidFill>
                                <a:srgbClr val="00B050"/>
                              </a:solidFill>
                              <a:latin typeface="Cambria Math" panose="02040503050406030204" pitchFamily="18" charset="0"/>
                            </a:rPr>
                            <m:t>𝑝</m:t>
                          </m:r>
                        </m:e>
                      </m:acc>
                    </m:oMath>
                  </m:oMathPara>
                </a14:m>
                <a:endParaRPr lang="pt-BR" sz="1400">
                  <a:solidFill>
                    <a:srgbClr val="00B050"/>
                  </a:solidFill>
                </a:endParaRPr>
              </a:p>
            </p:txBody>
          </p:sp>
        </mc:Choice>
        <mc:Fallback xmlns="">
          <p:sp>
            <p:nvSpPr>
              <p:cNvPr id="80" name="CaixaDeTexto 79">
                <a:extLst>
                  <a:ext uri="{FF2B5EF4-FFF2-40B4-BE49-F238E27FC236}">
                    <a16:creationId xmlns:a16="http://schemas.microsoft.com/office/drawing/2014/main" id="{5F36CBA7-CBD6-7A11-866C-1131375B6A46}"/>
                  </a:ext>
                </a:extLst>
              </p:cNvPr>
              <p:cNvSpPr txBox="1">
                <a:spLocks noRot="1" noChangeAspect="1" noMove="1" noResize="1" noEditPoints="1" noAdjustHandles="1" noChangeArrowheads="1" noChangeShapeType="1" noTextEdit="1"/>
              </p:cNvSpPr>
              <p:nvPr/>
            </p:nvSpPr>
            <p:spPr>
              <a:xfrm>
                <a:off x="2541214" y="2213998"/>
                <a:ext cx="323165" cy="307777"/>
              </a:xfrm>
              <a:prstGeom prst="rect">
                <a:avLst/>
              </a:prstGeom>
              <a:blipFill>
                <a:blip r:embed="rId8"/>
                <a:stretch>
                  <a:fillRect t="-11765" r="-13208"/>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82" name="CaixaDeTexto 81">
                <a:extLst>
                  <a:ext uri="{FF2B5EF4-FFF2-40B4-BE49-F238E27FC236}">
                    <a16:creationId xmlns:a16="http://schemas.microsoft.com/office/drawing/2014/main" id="{D648C49A-30D1-40B5-90CB-F71876253D90}"/>
                  </a:ext>
                </a:extLst>
              </p:cNvPr>
              <p:cNvSpPr txBox="1"/>
              <p:nvPr/>
            </p:nvSpPr>
            <p:spPr>
              <a:xfrm>
                <a:off x="6996100" y="985898"/>
                <a:ext cx="1571392" cy="35753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acc>
                        <m:accPr>
                          <m:chr m:val="⃗"/>
                          <m:ctrlPr>
                            <a:rPr lang="pt-BR" sz="1600" b="0" i="1" smtClean="0">
                              <a:solidFill>
                                <a:schemeClr val="tx1"/>
                              </a:solidFill>
                              <a:latin typeface="Cambria Math" panose="02040503050406030204" pitchFamily="18" charset="0"/>
                            </a:rPr>
                          </m:ctrlPr>
                        </m:accPr>
                        <m:e>
                          <m:r>
                            <a:rPr lang="pt-BR" sz="1600" b="0" i="1" smtClean="0">
                              <a:solidFill>
                                <a:schemeClr val="tx1"/>
                              </a:solidFill>
                              <a:latin typeface="Cambria Math" panose="02040503050406030204" pitchFamily="18" charset="0"/>
                            </a:rPr>
                            <m:t>𝑝</m:t>
                          </m:r>
                        </m:e>
                      </m:acc>
                      <m:r>
                        <a:rPr lang="pt-BR" sz="1600" b="0" i="1" smtClean="0">
                          <a:solidFill>
                            <a:schemeClr val="tx1"/>
                          </a:solidFill>
                          <a:latin typeface="Cambria Math" panose="02040503050406030204" pitchFamily="18" charset="0"/>
                        </a:rPr>
                        <m:t>=</m:t>
                      </m:r>
                      <m:sSub>
                        <m:sSubPr>
                          <m:ctrlPr>
                            <a:rPr lang="pt-BR" sz="1600" i="1" smtClean="0">
                              <a:solidFill>
                                <a:schemeClr val="tx1"/>
                              </a:solidFill>
                              <a:latin typeface="Cambria Math" panose="02040503050406030204" pitchFamily="18" charset="0"/>
                            </a:rPr>
                          </m:ctrlPr>
                        </m:sSubPr>
                        <m:e>
                          <m:r>
                            <a:rPr lang="pt-BR" sz="1600" i="1">
                              <a:solidFill>
                                <a:schemeClr val="tx1"/>
                              </a:solidFill>
                              <a:latin typeface="Cambria Math" panose="02040503050406030204" pitchFamily="18" charset="0"/>
                            </a:rPr>
                            <m:t>𝑥</m:t>
                          </m:r>
                        </m:e>
                        <m:sub>
                          <m:r>
                            <a:rPr lang="pt-BR" sz="1600" b="0" i="1" smtClean="0">
                              <a:solidFill>
                                <a:schemeClr val="tx1"/>
                              </a:solidFill>
                              <a:latin typeface="Cambria Math" panose="02040503050406030204" pitchFamily="18" charset="0"/>
                            </a:rPr>
                            <m:t>𝑝</m:t>
                          </m:r>
                        </m:sub>
                      </m:sSub>
                      <m:acc>
                        <m:accPr>
                          <m:chr m:val="̂"/>
                          <m:ctrlPr>
                            <a:rPr lang="pt-BR" sz="1600" i="1">
                              <a:solidFill>
                                <a:schemeClr val="tx1"/>
                              </a:solidFill>
                              <a:latin typeface="Cambria Math" panose="02040503050406030204" pitchFamily="18" charset="0"/>
                            </a:rPr>
                          </m:ctrlPr>
                        </m:accPr>
                        <m:e>
                          <m:r>
                            <a:rPr lang="pt-BR" sz="1600" b="1" i="1">
                              <a:solidFill>
                                <a:schemeClr val="tx1"/>
                              </a:solidFill>
                              <a:latin typeface="Cambria Math" panose="02040503050406030204" pitchFamily="18" charset="0"/>
                            </a:rPr>
                            <m:t>𝒙</m:t>
                          </m:r>
                        </m:e>
                      </m:acc>
                      <m:r>
                        <a:rPr lang="pt-BR" sz="1600" i="1">
                          <a:solidFill>
                            <a:schemeClr val="tx1"/>
                          </a:solidFill>
                          <a:latin typeface="Cambria Math" panose="02040503050406030204" pitchFamily="18" charset="0"/>
                        </a:rPr>
                        <m:t>+</m:t>
                      </m:r>
                      <m:sSub>
                        <m:sSubPr>
                          <m:ctrlPr>
                            <a:rPr lang="pt-BR" sz="1600" i="1">
                              <a:solidFill>
                                <a:schemeClr val="tx1"/>
                              </a:solidFill>
                              <a:latin typeface="Cambria Math" panose="02040503050406030204" pitchFamily="18" charset="0"/>
                            </a:rPr>
                          </m:ctrlPr>
                        </m:sSubPr>
                        <m:e>
                          <m:r>
                            <a:rPr lang="pt-BR" sz="1600" i="1">
                              <a:solidFill>
                                <a:schemeClr val="tx1"/>
                              </a:solidFill>
                              <a:latin typeface="Cambria Math" panose="02040503050406030204" pitchFamily="18" charset="0"/>
                            </a:rPr>
                            <m:t>𝑦</m:t>
                          </m:r>
                        </m:e>
                        <m:sub>
                          <m:r>
                            <a:rPr lang="pt-BR" sz="1600" b="0" i="1" smtClean="0">
                              <a:solidFill>
                                <a:schemeClr val="tx1"/>
                              </a:solidFill>
                              <a:latin typeface="Cambria Math" panose="02040503050406030204" pitchFamily="18" charset="0"/>
                            </a:rPr>
                            <m:t>𝑝</m:t>
                          </m:r>
                        </m:sub>
                      </m:sSub>
                      <m:acc>
                        <m:accPr>
                          <m:chr m:val="̂"/>
                          <m:ctrlPr>
                            <a:rPr lang="pt-BR" sz="1600" i="1">
                              <a:solidFill>
                                <a:schemeClr val="tx1"/>
                              </a:solidFill>
                              <a:latin typeface="Cambria Math" panose="02040503050406030204" pitchFamily="18" charset="0"/>
                            </a:rPr>
                          </m:ctrlPr>
                        </m:accPr>
                        <m:e>
                          <m:r>
                            <a:rPr lang="pt-BR" sz="1600" b="1" i="1">
                              <a:solidFill>
                                <a:schemeClr val="tx1"/>
                              </a:solidFill>
                              <a:latin typeface="Cambria Math" panose="02040503050406030204" pitchFamily="18" charset="0"/>
                            </a:rPr>
                            <m:t>𝒚</m:t>
                          </m:r>
                        </m:e>
                      </m:acc>
                    </m:oMath>
                  </m:oMathPara>
                </a14:m>
                <a:endParaRPr lang="pt-BR" sz="1600">
                  <a:solidFill>
                    <a:schemeClr val="tx1"/>
                  </a:solidFill>
                </a:endParaRPr>
              </a:p>
            </p:txBody>
          </p:sp>
        </mc:Choice>
        <mc:Fallback xmlns="">
          <p:sp>
            <p:nvSpPr>
              <p:cNvPr id="82" name="CaixaDeTexto 81">
                <a:extLst>
                  <a:ext uri="{FF2B5EF4-FFF2-40B4-BE49-F238E27FC236}">
                    <a16:creationId xmlns:a16="http://schemas.microsoft.com/office/drawing/2014/main" id="{D648C49A-30D1-40B5-90CB-F71876253D90}"/>
                  </a:ext>
                </a:extLst>
              </p:cNvPr>
              <p:cNvSpPr txBox="1">
                <a:spLocks noRot="1" noChangeAspect="1" noMove="1" noResize="1" noEditPoints="1" noAdjustHandles="1" noChangeArrowheads="1" noChangeShapeType="1" noTextEdit="1"/>
              </p:cNvSpPr>
              <p:nvPr/>
            </p:nvSpPr>
            <p:spPr>
              <a:xfrm>
                <a:off x="6996100" y="985898"/>
                <a:ext cx="1571392" cy="357534"/>
              </a:xfrm>
              <a:prstGeom prst="rect">
                <a:avLst/>
              </a:prstGeom>
              <a:blipFill>
                <a:blip r:embed="rId9"/>
                <a:stretch>
                  <a:fillRect t="-12069" r="-17510" b="-3448"/>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34" name="CaixaDeTexto 33">
                <a:extLst>
                  <a:ext uri="{FF2B5EF4-FFF2-40B4-BE49-F238E27FC236}">
                    <a16:creationId xmlns:a16="http://schemas.microsoft.com/office/drawing/2014/main" id="{898C49C5-814C-1386-43E2-54B3C507507B}"/>
                  </a:ext>
                </a:extLst>
              </p:cNvPr>
              <p:cNvSpPr txBox="1"/>
              <p:nvPr/>
            </p:nvSpPr>
            <p:spPr>
              <a:xfrm>
                <a:off x="3313431" y="2869903"/>
                <a:ext cx="518091" cy="2616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pt-BR" sz="1100" b="0" i="1" smtClean="0">
                          <a:latin typeface="Cambria Math" panose="02040503050406030204" pitchFamily="18" charset="0"/>
                        </a:rPr>
                        <m:t>(0,0)</m:t>
                      </m:r>
                    </m:oMath>
                  </m:oMathPara>
                </a14:m>
                <a:endParaRPr lang="pt-BR" sz="1100"/>
              </a:p>
            </p:txBody>
          </p:sp>
        </mc:Choice>
        <mc:Fallback xmlns="">
          <p:sp>
            <p:nvSpPr>
              <p:cNvPr id="34" name="CaixaDeTexto 33">
                <a:extLst>
                  <a:ext uri="{FF2B5EF4-FFF2-40B4-BE49-F238E27FC236}">
                    <a16:creationId xmlns:a16="http://schemas.microsoft.com/office/drawing/2014/main" id="{898C49C5-814C-1386-43E2-54B3C507507B}"/>
                  </a:ext>
                </a:extLst>
              </p:cNvPr>
              <p:cNvSpPr txBox="1">
                <a:spLocks noRot="1" noChangeAspect="1" noMove="1" noResize="1" noEditPoints="1" noAdjustHandles="1" noChangeArrowheads="1" noChangeShapeType="1" noTextEdit="1"/>
              </p:cNvSpPr>
              <p:nvPr/>
            </p:nvSpPr>
            <p:spPr>
              <a:xfrm>
                <a:off x="3313431" y="2869903"/>
                <a:ext cx="518091" cy="261610"/>
              </a:xfrm>
              <a:prstGeom prst="rect">
                <a:avLst/>
              </a:prstGeom>
              <a:blipFill>
                <a:blip r:embed="rId10"/>
                <a:stretch>
                  <a:fillRect b="-2326"/>
                </a:stretch>
              </a:blipFill>
            </p:spPr>
            <p:txBody>
              <a:bodyPr/>
              <a:lstStyle/>
              <a:p>
                <a:r>
                  <a:rPr lang="pt-BR">
                    <a:noFill/>
                  </a:rPr>
                  <a:t> </a:t>
                </a:r>
              </a:p>
            </p:txBody>
          </p:sp>
        </mc:Fallback>
      </mc:AlternateContent>
      <p:sp>
        <p:nvSpPr>
          <p:cNvPr id="52" name="Elipse 51">
            <a:extLst>
              <a:ext uri="{FF2B5EF4-FFF2-40B4-BE49-F238E27FC236}">
                <a16:creationId xmlns:a16="http://schemas.microsoft.com/office/drawing/2014/main" id="{CB6A626C-42BE-26BE-2F44-A7F8680C24BF}"/>
              </a:ext>
            </a:extLst>
          </p:cNvPr>
          <p:cNvSpPr/>
          <p:nvPr/>
        </p:nvSpPr>
        <p:spPr>
          <a:xfrm>
            <a:off x="3554669" y="2828334"/>
            <a:ext cx="45720" cy="4572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86" name="CaixaDeTexto 85">
                <a:extLst>
                  <a:ext uri="{FF2B5EF4-FFF2-40B4-BE49-F238E27FC236}">
                    <a16:creationId xmlns:a16="http://schemas.microsoft.com/office/drawing/2014/main" id="{4F40EB66-1C14-6860-A40A-6FCB001C04C6}"/>
                  </a:ext>
                </a:extLst>
              </p:cNvPr>
              <p:cNvSpPr txBox="1"/>
              <p:nvPr/>
            </p:nvSpPr>
            <p:spPr>
              <a:xfrm>
                <a:off x="6996100" y="1426134"/>
                <a:ext cx="4340034" cy="37356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600" b="0" i="1" smtClean="0">
                              <a:latin typeface="Cambria Math" panose="02040503050406030204" pitchFamily="18" charset="0"/>
                            </a:rPr>
                          </m:ctrlPr>
                        </m:sSubPr>
                        <m:e>
                          <m:acc>
                            <m:accPr>
                              <m:chr m:val="⃗"/>
                              <m:ctrlPr>
                                <a:rPr lang="pt-BR" sz="1600" i="1" smtClean="0">
                                  <a:latin typeface="Cambria Math" panose="02040503050406030204" pitchFamily="18" charset="0"/>
                                </a:rPr>
                              </m:ctrlPr>
                            </m:accPr>
                            <m:e>
                              <m:r>
                                <a:rPr lang="pt-BR" sz="1600" i="1">
                                  <a:latin typeface="Cambria Math" panose="02040503050406030204" pitchFamily="18" charset="0"/>
                                </a:rPr>
                                <m:t>𝑐</m:t>
                              </m:r>
                            </m:e>
                          </m:acc>
                        </m:e>
                        <m:sub>
                          <m:r>
                            <a:rPr lang="pt-BR" sz="1600" b="0" i="1" smtClean="0">
                              <a:latin typeface="Cambria Math" panose="02040503050406030204" pitchFamily="18" charset="0"/>
                            </a:rPr>
                            <m:t>𝑝</m:t>
                          </m:r>
                        </m:sub>
                      </m:sSub>
                      <m:d>
                        <m:dPr>
                          <m:ctrlPr>
                            <a:rPr lang="pt-BR" sz="1600" b="0" i="1" smtClean="0">
                              <a:latin typeface="Cambria Math" panose="02040503050406030204" pitchFamily="18" charset="0"/>
                            </a:rPr>
                          </m:ctrlPr>
                        </m:dPr>
                        <m:e>
                          <m:r>
                            <a:rPr lang="pt-BR" sz="1600" i="1">
                              <a:latin typeface="Cambria Math" panose="02040503050406030204" pitchFamily="18" charset="0"/>
                            </a:rPr>
                            <m:t>𝜌</m:t>
                          </m:r>
                          <m:r>
                            <a:rPr lang="pt-BR" sz="1600" i="1">
                              <a:latin typeface="Cambria Math" panose="02040503050406030204" pitchFamily="18" charset="0"/>
                            </a:rPr>
                            <m:t>,</m:t>
                          </m:r>
                          <m:r>
                            <a:rPr lang="pt-BR" sz="1600" i="1">
                              <a:latin typeface="Cambria Math" panose="02040503050406030204" pitchFamily="18" charset="0"/>
                            </a:rPr>
                            <m:t>𝜃</m:t>
                          </m:r>
                        </m:e>
                      </m:d>
                      <m:r>
                        <a:rPr lang="pt-BR" sz="1600" b="0" i="1" smtClean="0">
                          <a:solidFill>
                            <a:schemeClr val="tx1"/>
                          </a:solidFill>
                          <a:latin typeface="Cambria Math" panose="02040503050406030204" pitchFamily="18" charset="0"/>
                        </a:rPr>
                        <m:t>=</m:t>
                      </m:r>
                      <m:sSub>
                        <m:sSubPr>
                          <m:ctrlPr>
                            <a:rPr lang="pt-BR" sz="1600" b="0" i="1" smtClean="0">
                              <a:solidFill>
                                <a:schemeClr val="tx1"/>
                              </a:solidFill>
                              <a:latin typeface="Cambria Math" panose="02040503050406030204" pitchFamily="18" charset="0"/>
                            </a:rPr>
                          </m:ctrlPr>
                        </m:sSubPr>
                        <m:e>
                          <m:r>
                            <a:rPr lang="pt-BR" sz="1600" b="0" i="1" smtClean="0">
                              <a:solidFill>
                                <a:schemeClr val="tx1"/>
                              </a:solidFill>
                              <a:latin typeface="Cambria Math" panose="02040503050406030204" pitchFamily="18" charset="0"/>
                            </a:rPr>
                            <m:t>𝜌</m:t>
                          </m:r>
                        </m:e>
                        <m:sub>
                          <m:r>
                            <a:rPr lang="pt-BR" sz="1600" b="0" i="1" smtClean="0">
                              <a:solidFill>
                                <a:schemeClr val="tx1"/>
                              </a:solidFill>
                              <a:latin typeface="Cambria Math" panose="02040503050406030204" pitchFamily="18" charset="0"/>
                            </a:rPr>
                            <m:t>𝑝</m:t>
                          </m:r>
                        </m:sub>
                      </m:sSub>
                      <m:acc>
                        <m:accPr>
                          <m:chr m:val="̂"/>
                          <m:ctrlPr>
                            <a:rPr lang="pt-BR" sz="1600" i="1">
                              <a:solidFill>
                                <a:schemeClr val="tx1"/>
                              </a:solidFill>
                              <a:latin typeface="Cambria Math" panose="02040503050406030204" pitchFamily="18" charset="0"/>
                            </a:rPr>
                          </m:ctrlPr>
                        </m:accPr>
                        <m:e>
                          <m:r>
                            <a:rPr lang="pt-BR" sz="1600" b="1" i="1" smtClean="0">
                              <a:solidFill>
                                <a:schemeClr val="tx1"/>
                              </a:solidFill>
                              <a:latin typeface="Cambria Math" panose="02040503050406030204" pitchFamily="18" charset="0"/>
                            </a:rPr>
                            <m:t>𝝆</m:t>
                          </m:r>
                        </m:e>
                      </m:acc>
                      <m:r>
                        <a:rPr lang="pt-BR" sz="1600" i="1">
                          <a:solidFill>
                            <a:schemeClr val="tx1"/>
                          </a:solidFill>
                          <a:latin typeface="Cambria Math" panose="02040503050406030204" pitchFamily="18" charset="0"/>
                        </a:rPr>
                        <m:t>+</m:t>
                      </m:r>
                      <m:sSub>
                        <m:sSubPr>
                          <m:ctrlPr>
                            <a:rPr lang="pt-BR" sz="1600" b="0" i="1" smtClean="0">
                              <a:solidFill>
                                <a:schemeClr val="tx1"/>
                              </a:solidFill>
                              <a:latin typeface="Cambria Math" panose="02040503050406030204" pitchFamily="18" charset="0"/>
                            </a:rPr>
                          </m:ctrlPr>
                        </m:sSubPr>
                        <m:e>
                          <m:r>
                            <a:rPr lang="pt-BR" sz="1600" i="1" smtClean="0">
                              <a:solidFill>
                                <a:schemeClr val="tx1"/>
                              </a:solidFill>
                              <a:latin typeface="Cambria Math" panose="02040503050406030204" pitchFamily="18" charset="0"/>
                            </a:rPr>
                            <m:t>𝜃</m:t>
                          </m:r>
                        </m:e>
                        <m:sub>
                          <m:r>
                            <a:rPr lang="pt-BR" sz="1600" b="0" i="1" smtClean="0">
                              <a:solidFill>
                                <a:schemeClr val="tx1"/>
                              </a:solidFill>
                              <a:latin typeface="Cambria Math" panose="02040503050406030204" pitchFamily="18" charset="0"/>
                            </a:rPr>
                            <m:t>𝑝</m:t>
                          </m:r>
                        </m:sub>
                      </m:sSub>
                      <m:acc>
                        <m:accPr>
                          <m:chr m:val="̂"/>
                          <m:ctrlPr>
                            <a:rPr lang="pt-BR" sz="1600" i="1">
                              <a:solidFill>
                                <a:schemeClr val="tx1"/>
                              </a:solidFill>
                              <a:latin typeface="Cambria Math" panose="02040503050406030204" pitchFamily="18" charset="0"/>
                            </a:rPr>
                          </m:ctrlPr>
                        </m:accPr>
                        <m:e>
                          <m:r>
                            <a:rPr lang="pt-BR" sz="1600" b="1" i="1" smtClean="0">
                              <a:solidFill>
                                <a:schemeClr val="tx1"/>
                              </a:solidFill>
                              <a:latin typeface="Cambria Math" panose="02040503050406030204" pitchFamily="18" charset="0"/>
                            </a:rPr>
                            <m:t>𝜽</m:t>
                          </m:r>
                        </m:e>
                      </m:acc>
                      <m:r>
                        <a:rPr lang="pt-BR" sz="1600" b="1" i="1" smtClean="0">
                          <a:solidFill>
                            <a:schemeClr val="tx1"/>
                          </a:solidFill>
                          <a:latin typeface="Cambria Math" panose="02040503050406030204" pitchFamily="18" charset="0"/>
                        </a:rPr>
                        <m:t>=</m:t>
                      </m:r>
                      <m:sSub>
                        <m:sSubPr>
                          <m:ctrlPr>
                            <a:rPr lang="pt-BR" sz="1600" i="1" smtClean="0">
                              <a:latin typeface="Cambria Math" panose="02040503050406030204" pitchFamily="18" charset="0"/>
                            </a:rPr>
                          </m:ctrlPr>
                        </m:sSubPr>
                        <m:e>
                          <m:r>
                            <a:rPr lang="pt-BR" sz="1600" i="1">
                              <a:latin typeface="Cambria Math" panose="02040503050406030204" pitchFamily="18" charset="0"/>
                            </a:rPr>
                            <m:t>𝑎</m:t>
                          </m:r>
                        </m:e>
                        <m:sub>
                          <m:r>
                            <a:rPr lang="pt-BR" sz="1600" i="1">
                              <a:latin typeface="Cambria Math" panose="02040503050406030204" pitchFamily="18" charset="0"/>
                            </a:rPr>
                            <m:t>𝑝</m:t>
                          </m:r>
                        </m:sub>
                      </m:sSub>
                      <m:r>
                        <a:rPr lang="pt-BR" sz="1600" b="0" i="1" smtClean="0">
                          <a:latin typeface="Cambria Math" panose="02040503050406030204" pitchFamily="18" charset="0"/>
                        </a:rPr>
                        <m:t>(</m:t>
                      </m:r>
                      <m:func>
                        <m:funcPr>
                          <m:ctrlPr>
                            <a:rPr lang="pt-BR" sz="1600" b="0" i="1" smtClean="0">
                              <a:latin typeface="Cambria Math" panose="02040503050406030204" pitchFamily="18" charset="0"/>
                            </a:rPr>
                          </m:ctrlPr>
                        </m:funcPr>
                        <m:fName>
                          <m:r>
                            <m:rPr>
                              <m:sty m:val="p"/>
                            </m:rPr>
                            <a:rPr lang="pt-BR" sz="1600" b="0" i="0" smtClean="0">
                              <a:latin typeface="Cambria Math" panose="02040503050406030204" pitchFamily="18" charset="0"/>
                            </a:rPr>
                            <m:t>cos</m:t>
                          </m:r>
                        </m:fName>
                        <m:e>
                          <m:sSub>
                            <m:sSubPr>
                              <m:ctrlPr>
                                <a:rPr lang="pt-BR" sz="1600" b="0" i="1" smtClean="0">
                                  <a:latin typeface="Cambria Math" panose="02040503050406030204" pitchFamily="18" charset="0"/>
                                </a:rPr>
                              </m:ctrlPr>
                            </m:sSubPr>
                            <m:e>
                              <m:r>
                                <a:rPr lang="pt-BR" sz="1600" b="0" i="1" smtClean="0">
                                  <a:latin typeface="Cambria Math" panose="02040503050406030204" pitchFamily="18" charset="0"/>
                                </a:rPr>
                                <m:t>𝜃</m:t>
                              </m:r>
                            </m:e>
                            <m:sub>
                              <m:r>
                                <a:rPr lang="pt-BR" sz="1600" b="0" i="1" smtClean="0">
                                  <a:latin typeface="Cambria Math" panose="02040503050406030204" pitchFamily="18" charset="0"/>
                                </a:rPr>
                                <m:t>𝑝</m:t>
                              </m:r>
                            </m:sub>
                          </m:sSub>
                        </m:e>
                      </m:func>
                      <m:acc>
                        <m:accPr>
                          <m:chr m:val="̂"/>
                          <m:ctrlPr>
                            <a:rPr lang="pt-BR" sz="1600" i="1">
                              <a:latin typeface="Cambria Math" panose="02040503050406030204" pitchFamily="18" charset="0"/>
                            </a:rPr>
                          </m:ctrlPr>
                        </m:accPr>
                        <m:e>
                          <m:r>
                            <a:rPr lang="pt-BR" sz="1600" b="1" i="1" smtClean="0">
                              <a:latin typeface="Cambria Math" panose="02040503050406030204" pitchFamily="18" charset="0"/>
                            </a:rPr>
                            <m:t>𝒙</m:t>
                          </m:r>
                        </m:e>
                      </m:acc>
                      <m:r>
                        <a:rPr lang="pt-BR" sz="1600" i="1">
                          <a:latin typeface="Cambria Math" panose="02040503050406030204" pitchFamily="18" charset="0"/>
                        </a:rPr>
                        <m:t>+</m:t>
                      </m:r>
                      <m:func>
                        <m:funcPr>
                          <m:ctrlPr>
                            <a:rPr lang="pt-BR" sz="1600" i="1">
                              <a:latin typeface="Cambria Math" panose="02040503050406030204" pitchFamily="18" charset="0"/>
                            </a:rPr>
                          </m:ctrlPr>
                        </m:funcPr>
                        <m:fName>
                          <m:r>
                            <m:rPr>
                              <m:sty m:val="p"/>
                            </m:rPr>
                            <a:rPr lang="pt-BR" sz="1600" b="0" i="0" smtClean="0">
                              <a:latin typeface="Cambria Math" panose="02040503050406030204" pitchFamily="18" charset="0"/>
                            </a:rPr>
                            <m:t>sin</m:t>
                          </m:r>
                        </m:fName>
                        <m:e>
                          <m:sSub>
                            <m:sSubPr>
                              <m:ctrlPr>
                                <a:rPr lang="pt-BR" sz="1600" i="1">
                                  <a:latin typeface="Cambria Math" panose="02040503050406030204" pitchFamily="18" charset="0"/>
                                </a:rPr>
                              </m:ctrlPr>
                            </m:sSubPr>
                            <m:e>
                              <m:r>
                                <a:rPr lang="pt-BR" sz="1600" i="1">
                                  <a:latin typeface="Cambria Math" panose="02040503050406030204" pitchFamily="18" charset="0"/>
                                </a:rPr>
                                <m:t>𝜃</m:t>
                              </m:r>
                            </m:e>
                            <m:sub>
                              <m:r>
                                <a:rPr lang="pt-BR" sz="1600" i="1">
                                  <a:latin typeface="Cambria Math" panose="02040503050406030204" pitchFamily="18" charset="0"/>
                                </a:rPr>
                                <m:t>𝑝</m:t>
                              </m:r>
                            </m:sub>
                          </m:sSub>
                        </m:e>
                      </m:func>
                      <m:acc>
                        <m:accPr>
                          <m:chr m:val="̂"/>
                          <m:ctrlPr>
                            <a:rPr lang="pt-BR" sz="1600" i="1">
                              <a:latin typeface="Cambria Math" panose="02040503050406030204" pitchFamily="18" charset="0"/>
                            </a:rPr>
                          </m:ctrlPr>
                        </m:accPr>
                        <m:e>
                          <m:r>
                            <a:rPr lang="pt-BR" sz="1600" b="1" i="1" smtClean="0">
                              <a:latin typeface="Cambria Math" panose="02040503050406030204" pitchFamily="18" charset="0"/>
                            </a:rPr>
                            <m:t>𝒚</m:t>
                          </m:r>
                        </m:e>
                      </m:acc>
                      <m:r>
                        <a:rPr lang="pt-BR" sz="1600" b="1" i="1" smtClean="0">
                          <a:latin typeface="Cambria Math" panose="02040503050406030204" pitchFamily="18" charset="0"/>
                        </a:rPr>
                        <m:t>)</m:t>
                      </m:r>
                    </m:oMath>
                  </m:oMathPara>
                </a14:m>
                <a:endParaRPr lang="pt-BR" sz="1600">
                  <a:solidFill>
                    <a:schemeClr val="tx1"/>
                  </a:solidFill>
                </a:endParaRPr>
              </a:p>
            </p:txBody>
          </p:sp>
        </mc:Choice>
        <mc:Fallback xmlns="">
          <p:sp>
            <p:nvSpPr>
              <p:cNvPr id="86" name="CaixaDeTexto 85">
                <a:extLst>
                  <a:ext uri="{FF2B5EF4-FFF2-40B4-BE49-F238E27FC236}">
                    <a16:creationId xmlns:a16="http://schemas.microsoft.com/office/drawing/2014/main" id="{4F40EB66-1C14-6860-A40A-6FCB001C04C6}"/>
                  </a:ext>
                </a:extLst>
              </p:cNvPr>
              <p:cNvSpPr txBox="1">
                <a:spLocks noRot="1" noChangeAspect="1" noMove="1" noResize="1" noEditPoints="1" noAdjustHandles="1" noChangeArrowheads="1" noChangeShapeType="1" noTextEdit="1"/>
              </p:cNvSpPr>
              <p:nvPr/>
            </p:nvSpPr>
            <p:spPr>
              <a:xfrm>
                <a:off x="6996100" y="1426134"/>
                <a:ext cx="4340034" cy="373564"/>
              </a:xfrm>
              <a:prstGeom prst="rect">
                <a:avLst/>
              </a:prstGeom>
              <a:blipFill>
                <a:blip r:embed="rId11"/>
                <a:stretch>
                  <a:fillRect t="-8197" r="-4635" b="-4918"/>
                </a:stretch>
              </a:blipFill>
            </p:spPr>
            <p:txBody>
              <a:bodyPr/>
              <a:lstStyle/>
              <a:p>
                <a:r>
                  <a:rPr lang="pt-BR">
                    <a:noFill/>
                  </a:rPr>
                  <a:t> </a:t>
                </a:r>
              </a:p>
            </p:txBody>
          </p:sp>
        </mc:Fallback>
      </mc:AlternateContent>
      <p:cxnSp>
        <p:nvCxnSpPr>
          <p:cNvPr id="102" name="Conector de Seta Reta 101">
            <a:extLst>
              <a:ext uri="{FF2B5EF4-FFF2-40B4-BE49-F238E27FC236}">
                <a16:creationId xmlns:a16="http://schemas.microsoft.com/office/drawing/2014/main" id="{444CEE81-53DB-8BDB-330D-58E7B0AC6633}"/>
              </a:ext>
            </a:extLst>
          </p:cNvPr>
          <p:cNvCxnSpPr>
            <a:cxnSpLocks/>
            <a:endCxn id="2" idx="1"/>
          </p:cNvCxnSpPr>
          <p:nvPr/>
        </p:nvCxnSpPr>
        <p:spPr>
          <a:xfrm flipV="1">
            <a:off x="3572477" y="1274207"/>
            <a:ext cx="1304527" cy="1590477"/>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06" name="CaixaDeTexto 105">
                <a:extLst>
                  <a:ext uri="{FF2B5EF4-FFF2-40B4-BE49-F238E27FC236}">
                    <a16:creationId xmlns:a16="http://schemas.microsoft.com/office/drawing/2014/main" id="{CA356078-1C43-A1EA-2F84-F8415EB8CBB4}"/>
                  </a:ext>
                </a:extLst>
              </p:cNvPr>
              <p:cNvSpPr txBox="1"/>
              <p:nvPr/>
            </p:nvSpPr>
            <p:spPr>
              <a:xfrm>
                <a:off x="3920135" y="1755451"/>
                <a:ext cx="366639" cy="32438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acc>
                            <m:accPr>
                              <m:chr m:val="⃗"/>
                              <m:ctrlPr>
                                <a:rPr lang="pt-BR" sz="1400" i="1" smtClean="0">
                                  <a:latin typeface="Cambria Math" panose="02040503050406030204" pitchFamily="18" charset="0"/>
                                </a:rPr>
                              </m:ctrlPr>
                            </m:accPr>
                            <m:e>
                              <m:r>
                                <a:rPr lang="pt-BR" sz="1400" b="0" i="1" smtClean="0">
                                  <a:latin typeface="Cambria Math" panose="02040503050406030204" pitchFamily="18" charset="0"/>
                                </a:rPr>
                                <m:t>𝑟</m:t>
                              </m:r>
                            </m:e>
                          </m:acc>
                        </m:e>
                        <m:sub>
                          <m:r>
                            <a:rPr lang="pt-BR" sz="1400" b="0" i="1" smtClean="0">
                              <a:latin typeface="Cambria Math" panose="02040503050406030204" pitchFamily="18" charset="0"/>
                            </a:rPr>
                            <m:t>𝑞</m:t>
                          </m:r>
                        </m:sub>
                      </m:sSub>
                    </m:oMath>
                  </m:oMathPara>
                </a14:m>
                <a:endParaRPr lang="pt-BR" sz="1400"/>
              </a:p>
            </p:txBody>
          </p:sp>
        </mc:Choice>
        <mc:Fallback xmlns="">
          <p:sp>
            <p:nvSpPr>
              <p:cNvPr id="106" name="CaixaDeTexto 105">
                <a:extLst>
                  <a:ext uri="{FF2B5EF4-FFF2-40B4-BE49-F238E27FC236}">
                    <a16:creationId xmlns:a16="http://schemas.microsoft.com/office/drawing/2014/main" id="{CA356078-1C43-A1EA-2F84-F8415EB8CBB4}"/>
                  </a:ext>
                </a:extLst>
              </p:cNvPr>
              <p:cNvSpPr txBox="1">
                <a:spLocks noRot="1" noChangeAspect="1" noMove="1" noResize="1" noEditPoints="1" noAdjustHandles="1" noChangeArrowheads="1" noChangeShapeType="1" noTextEdit="1"/>
              </p:cNvSpPr>
              <p:nvPr/>
            </p:nvSpPr>
            <p:spPr>
              <a:xfrm>
                <a:off x="3920135" y="1755451"/>
                <a:ext cx="366639" cy="324384"/>
              </a:xfrm>
              <a:prstGeom prst="rect">
                <a:avLst/>
              </a:prstGeom>
              <a:blipFill>
                <a:blip r:embed="rId12"/>
                <a:stretch>
                  <a:fillRect t="-9434" r="-10000"/>
                </a:stretch>
              </a:blipFill>
            </p:spPr>
            <p:txBody>
              <a:bodyPr/>
              <a:lstStyle/>
              <a:p>
                <a:r>
                  <a:rPr lang="pt-BR">
                    <a:noFill/>
                  </a:rPr>
                  <a:t> </a:t>
                </a:r>
              </a:p>
            </p:txBody>
          </p:sp>
        </mc:Fallback>
      </mc:AlternateContent>
      <p:grpSp>
        <p:nvGrpSpPr>
          <p:cNvPr id="110" name="Agrupar 109">
            <a:extLst>
              <a:ext uri="{FF2B5EF4-FFF2-40B4-BE49-F238E27FC236}">
                <a16:creationId xmlns:a16="http://schemas.microsoft.com/office/drawing/2014/main" id="{8497BA6C-89E3-8DC0-A90B-A4EF4DDAEBC8}"/>
              </a:ext>
            </a:extLst>
          </p:cNvPr>
          <p:cNvGrpSpPr/>
          <p:nvPr/>
        </p:nvGrpSpPr>
        <p:grpSpPr>
          <a:xfrm>
            <a:off x="6943911" y="2650604"/>
            <a:ext cx="4392223" cy="914749"/>
            <a:chOff x="6943911" y="2650604"/>
            <a:chExt cx="4392223" cy="914749"/>
          </a:xfrm>
        </p:grpSpPr>
        <p:grpSp>
          <p:nvGrpSpPr>
            <p:cNvPr id="108" name="Agrupar 107">
              <a:extLst>
                <a:ext uri="{FF2B5EF4-FFF2-40B4-BE49-F238E27FC236}">
                  <a16:creationId xmlns:a16="http://schemas.microsoft.com/office/drawing/2014/main" id="{C7366F91-043F-FD71-E6CB-A8A347854022}"/>
                </a:ext>
              </a:extLst>
            </p:cNvPr>
            <p:cNvGrpSpPr/>
            <p:nvPr/>
          </p:nvGrpSpPr>
          <p:grpSpPr>
            <a:xfrm>
              <a:off x="6979428" y="2650604"/>
              <a:ext cx="4356706" cy="871965"/>
              <a:chOff x="6979428" y="2650604"/>
              <a:chExt cx="4356706" cy="871965"/>
            </a:xfrm>
          </p:grpSpPr>
          <mc:AlternateContent xmlns:mc="http://schemas.openxmlformats.org/markup-compatibility/2006" xmlns:a14="http://schemas.microsoft.com/office/drawing/2010/main">
            <mc:Choice Requires="a14">
              <p:sp>
                <p:nvSpPr>
                  <p:cNvPr id="70" name="CaixaDeTexto 69">
                    <a:extLst>
                      <a:ext uri="{FF2B5EF4-FFF2-40B4-BE49-F238E27FC236}">
                        <a16:creationId xmlns:a16="http://schemas.microsoft.com/office/drawing/2014/main" id="{A7DECBBD-8841-8249-3E88-FD2983F91567}"/>
                      </a:ext>
                    </a:extLst>
                  </p:cNvPr>
                  <p:cNvSpPr txBox="1"/>
                  <p:nvPr/>
                </p:nvSpPr>
                <p:spPr>
                  <a:xfrm>
                    <a:off x="6979429" y="2650604"/>
                    <a:ext cx="4356705" cy="37516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600" i="1" smtClean="0">
                                  <a:latin typeface="Cambria Math" panose="02040503050406030204" pitchFamily="18" charset="0"/>
                                </a:rPr>
                              </m:ctrlPr>
                            </m:sSubPr>
                            <m:e>
                              <m:acc>
                                <m:accPr>
                                  <m:chr m:val="⃗"/>
                                  <m:ctrlPr>
                                    <a:rPr lang="pt-BR" sz="1600" i="1">
                                      <a:latin typeface="Cambria Math" panose="02040503050406030204" pitchFamily="18" charset="0"/>
                                    </a:rPr>
                                  </m:ctrlPr>
                                </m:accPr>
                                <m:e>
                                  <m:r>
                                    <a:rPr lang="pt-BR" sz="1600" i="1">
                                      <a:latin typeface="Cambria Math" panose="02040503050406030204" pitchFamily="18" charset="0"/>
                                    </a:rPr>
                                    <m:t>𝑟</m:t>
                                  </m:r>
                                </m:e>
                              </m:acc>
                            </m:e>
                            <m:sub>
                              <m:r>
                                <a:rPr lang="pt-BR" sz="1600" i="1">
                                  <a:latin typeface="Cambria Math" panose="02040503050406030204" pitchFamily="18" charset="0"/>
                                </a:rPr>
                                <m:t>𝑝</m:t>
                              </m:r>
                            </m:sub>
                          </m:sSub>
                          <m:r>
                            <a:rPr lang="pt-BR" sz="1600" b="0" i="1" smtClean="0">
                              <a:latin typeface="Cambria Math" panose="02040503050406030204" pitchFamily="18" charset="0"/>
                            </a:rPr>
                            <m:t>(</m:t>
                          </m:r>
                          <m:r>
                            <a:rPr lang="pt-BR" sz="1600" b="0" i="1" smtClean="0">
                              <a:latin typeface="Cambria Math" panose="02040503050406030204" pitchFamily="18" charset="0"/>
                            </a:rPr>
                            <m:t>𝜃</m:t>
                          </m:r>
                          <m:r>
                            <a:rPr lang="pt-BR" sz="1600" b="0" i="1" smtClean="0">
                              <a:latin typeface="Cambria Math" panose="02040503050406030204" pitchFamily="18" charset="0"/>
                            </a:rPr>
                            <m:t>)=</m:t>
                          </m:r>
                          <m:d>
                            <m:dPr>
                              <m:ctrlPr>
                                <a:rPr lang="pt-BR" sz="1600" b="0" i="1" smtClean="0">
                                  <a:latin typeface="Cambria Math" panose="02040503050406030204" pitchFamily="18" charset="0"/>
                                </a:rPr>
                              </m:ctrlPr>
                            </m:dPr>
                            <m:e>
                              <m:sSub>
                                <m:sSubPr>
                                  <m:ctrlPr>
                                    <a:rPr lang="pt-BR" sz="1600" b="0" i="1" smtClean="0">
                                      <a:latin typeface="Cambria Math" panose="02040503050406030204" pitchFamily="18" charset="0"/>
                                    </a:rPr>
                                  </m:ctrlPr>
                                </m:sSubPr>
                                <m:e>
                                  <m:r>
                                    <a:rPr lang="pt-BR" sz="1600" b="0" i="1" smtClean="0">
                                      <a:latin typeface="Cambria Math" panose="02040503050406030204" pitchFamily="18" charset="0"/>
                                    </a:rPr>
                                    <m:t>𝑥</m:t>
                                  </m:r>
                                </m:e>
                                <m:sub>
                                  <m:r>
                                    <a:rPr lang="pt-BR" sz="1600" b="0" i="1" smtClean="0">
                                      <a:latin typeface="Cambria Math" panose="02040503050406030204" pitchFamily="18" charset="0"/>
                                    </a:rPr>
                                    <m:t>𝑝</m:t>
                                  </m:r>
                                </m:sub>
                              </m:sSub>
                              <m:r>
                                <a:rPr lang="pt-BR" sz="1600" b="0" i="1" smtClean="0">
                                  <a:latin typeface="Cambria Math" panose="02040503050406030204" pitchFamily="18" charset="0"/>
                                </a:rPr>
                                <m:t>+</m:t>
                              </m:r>
                              <m:sSub>
                                <m:sSubPr>
                                  <m:ctrlPr>
                                    <a:rPr lang="pt-BR" sz="1600" b="0" i="1" smtClean="0">
                                      <a:latin typeface="Cambria Math" panose="02040503050406030204" pitchFamily="18" charset="0"/>
                                    </a:rPr>
                                  </m:ctrlPr>
                                </m:sSubPr>
                                <m:e>
                                  <m:r>
                                    <a:rPr lang="pt-BR" sz="1600" b="0" i="1" smtClean="0">
                                      <a:latin typeface="Cambria Math" panose="02040503050406030204" pitchFamily="18" charset="0"/>
                                    </a:rPr>
                                    <m:t>𝑎</m:t>
                                  </m:r>
                                </m:e>
                                <m:sub>
                                  <m:r>
                                    <a:rPr lang="pt-BR" sz="1600" b="0" i="1" smtClean="0">
                                      <a:latin typeface="Cambria Math" panose="02040503050406030204" pitchFamily="18" charset="0"/>
                                    </a:rPr>
                                    <m:t>𝑝</m:t>
                                  </m:r>
                                </m:sub>
                              </m:sSub>
                              <m:func>
                                <m:funcPr>
                                  <m:ctrlPr>
                                    <a:rPr lang="pt-BR" sz="1600" b="0" i="1" smtClean="0">
                                      <a:latin typeface="Cambria Math" panose="02040503050406030204" pitchFamily="18" charset="0"/>
                                    </a:rPr>
                                  </m:ctrlPr>
                                </m:funcPr>
                                <m:fName>
                                  <m:r>
                                    <m:rPr>
                                      <m:sty m:val="p"/>
                                    </m:rPr>
                                    <a:rPr lang="pt-BR" sz="1600" b="0" i="0" smtClean="0">
                                      <a:latin typeface="Cambria Math" panose="02040503050406030204" pitchFamily="18" charset="0"/>
                                    </a:rPr>
                                    <m:t>cos</m:t>
                                  </m:r>
                                </m:fName>
                                <m:e>
                                  <m:sSub>
                                    <m:sSubPr>
                                      <m:ctrlPr>
                                        <a:rPr lang="pt-BR" sz="1600" b="0" i="1" smtClean="0">
                                          <a:latin typeface="Cambria Math" panose="02040503050406030204" pitchFamily="18" charset="0"/>
                                        </a:rPr>
                                      </m:ctrlPr>
                                    </m:sSubPr>
                                    <m:e>
                                      <m:r>
                                        <a:rPr lang="pt-BR" sz="1600" b="0" i="1" smtClean="0">
                                          <a:latin typeface="Cambria Math" panose="02040503050406030204" pitchFamily="18" charset="0"/>
                                        </a:rPr>
                                        <m:t>𝜃</m:t>
                                      </m:r>
                                    </m:e>
                                    <m:sub>
                                      <m:r>
                                        <a:rPr lang="pt-BR" sz="1600" b="0" i="1" smtClean="0">
                                          <a:latin typeface="Cambria Math" panose="02040503050406030204" pitchFamily="18" charset="0"/>
                                        </a:rPr>
                                        <m:t>𝑝</m:t>
                                      </m:r>
                                    </m:sub>
                                  </m:sSub>
                                </m:e>
                              </m:func>
                            </m:e>
                          </m:d>
                          <m:acc>
                            <m:accPr>
                              <m:chr m:val="̂"/>
                              <m:ctrlPr>
                                <a:rPr lang="pt-BR" sz="1600" b="0" i="1" smtClean="0">
                                  <a:latin typeface="Cambria Math" panose="02040503050406030204" pitchFamily="18" charset="0"/>
                                </a:rPr>
                              </m:ctrlPr>
                            </m:accPr>
                            <m:e>
                              <m:r>
                                <a:rPr lang="pt-BR" sz="1600" b="1" i="1" smtClean="0">
                                  <a:latin typeface="Cambria Math" panose="02040503050406030204" pitchFamily="18" charset="0"/>
                                </a:rPr>
                                <m:t>𝒙</m:t>
                              </m:r>
                            </m:e>
                          </m:acc>
                          <m:r>
                            <a:rPr lang="pt-BR" sz="1600" b="0" i="1" smtClean="0">
                              <a:latin typeface="Cambria Math" panose="02040503050406030204" pitchFamily="18" charset="0"/>
                            </a:rPr>
                            <m:t>+</m:t>
                          </m:r>
                          <m:d>
                            <m:dPr>
                              <m:ctrlPr>
                                <a:rPr lang="pt-BR" sz="1600" i="1">
                                  <a:latin typeface="Cambria Math" panose="02040503050406030204" pitchFamily="18" charset="0"/>
                                </a:rPr>
                              </m:ctrlPr>
                            </m:dPr>
                            <m:e>
                              <m:sSub>
                                <m:sSubPr>
                                  <m:ctrlPr>
                                    <a:rPr lang="pt-BR" sz="1600" i="1">
                                      <a:latin typeface="Cambria Math" panose="02040503050406030204" pitchFamily="18" charset="0"/>
                                    </a:rPr>
                                  </m:ctrlPr>
                                </m:sSubPr>
                                <m:e>
                                  <m:r>
                                    <a:rPr lang="pt-BR" sz="1600" b="0" i="1" smtClean="0">
                                      <a:latin typeface="Cambria Math" panose="02040503050406030204" pitchFamily="18" charset="0"/>
                                    </a:rPr>
                                    <m:t>𝑦</m:t>
                                  </m:r>
                                </m:e>
                                <m:sub>
                                  <m:r>
                                    <a:rPr lang="pt-BR" sz="1600" i="1">
                                      <a:latin typeface="Cambria Math" panose="02040503050406030204" pitchFamily="18" charset="0"/>
                                    </a:rPr>
                                    <m:t>𝑝</m:t>
                                  </m:r>
                                </m:sub>
                              </m:sSub>
                              <m:r>
                                <a:rPr lang="pt-BR" sz="1600" i="1">
                                  <a:latin typeface="Cambria Math" panose="02040503050406030204" pitchFamily="18" charset="0"/>
                                </a:rPr>
                                <m:t>+</m:t>
                              </m:r>
                              <m:sSub>
                                <m:sSubPr>
                                  <m:ctrlPr>
                                    <a:rPr lang="pt-BR" sz="1600" i="1">
                                      <a:latin typeface="Cambria Math" panose="02040503050406030204" pitchFamily="18" charset="0"/>
                                    </a:rPr>
                                  </m:ctrlPr>
                                </m:sSubPr>
                                <m:e>
                                  <m:r>
                                    <a:rPr lang="pt-BR" sz="1600" i="1">
                                      <a:latin typeface="Cambria Math" panose="02040503050406030204" pitchFamily="18" charset="0"/>
                                    </a:rPr>
                                    <m:t>𝑎</m:t>
                                  </m:r>
                                </m:e>
                                <m:sub>
                                  <m:r>
                                    <a:rPr lang="pt-BR" sz="1600" i="1">
                                      <a:latin typeface="Cambria Math" panose="02040503050406030204" pitchFamily="18" charset="0"/>
                                    </a:rPr>
                                    <m:t>𝑝</m:t>
                                  </m:r>
                                </m:sub>
                              </m:sSub>
                              <m:func>
                                <m:funcPr>
                                  <m:ctrlPr>
                                    <a:rPr lang="pt-BR" sz="1600" i="1">
                                      <a:latin typeface="Cambria Math" panose="02040503050406030204" pitchFamily="18" charset="0"/>
                                    </a:rPr>
                                  </m:ctrlPr>
                                </m:funcPr>
                                <m:fName>
                                  <m:r>
                                    <m:rPr>
                                      <m:sty m:val="p"/>
                                    </m:rPr>
                                    <a:rPr lang="pt-BR" sz="1600" b="0" i="0" smtClean="0">
                                      <a:latin typeface="Cambria Math" panose="02040503050406030204" pitchFamily="18" charset="0"/>
                                    </a:rPr>
                                    <m:t>sin</m:t>
                                  </m:r>
                                </m:fName>
                                <m:e>
                                  <m:sSub>
                                    <m:sSubPr>
                                      <m:ctrlPr>
                                        <a:rPr lang="pt-BR" sz="1600" b="0" i="1" smtClean="0">
                                          <a:latin typeface="Cambria Math" panose="02040503050406030204" pitchFamily="18" charset="0"/>
                                        </a:rPr>
                                      </m:ctrlPr>
                                    </m:sSubPr>
                                    <m:e>
                                      <m:r>
                                        <a:rPr lang="pt-BR" sz="1600" i="1">
                                          <a:latin typeface="Cambria Math" panose="02040503050406030204" pitchFamily="18" charset="0"/>
                                        </a:rPr>
                                        <m:t>𝜃</m:t>
                                      </m:r>
                                    </m:e>
                                    <m:sub>
                                      <m:r>
                                        <a:rPr lang="pt-BR" sz="1600" b="0" i="1" smtClean="0">
                                          <a:latin typeface="Cambria Math" panose="02040503050406030204" pitchFamily="18" charset="0"/>
                                        </a:rPr>
                                        <m:t>𝑝</m:t>
                                      </m:r>
                                    </m:sub>
                                  </m:sSub>
                                </m:e>
                              </m:func>
                            </m:e>
                          </m:d>
                          <m:acc>
                            <m:accPr>
                              <m:chr m:val="̂"/>
                              <m:ctrlPr>
                                <a:rPr lang="pt-BR" sz="1600" i="1">
                                  <a:latin typeface="Cambria Math" panose="02040503050406030204" pitchFamily="18" charset="0"/>
                                </a:rPr>
                              </m:ctrlPr>
                            </m:accPr>
                            <m:e>
                              <m:r>
                                <a:rPr lang="pt-BR" sz="1600" b="1" i="1" smtClean="0">
                                  <a:latin typeface="Cambria Math" panose="02040503050406030204" pitchFamily="18" charset="0"/>
                                </a:rPr>
                                <m:t>𝒚</m:t>
                              </m:r>
                            </m:e>
                          </m:acc>
                        </m:oMath>
                      </m:oMathPara>
                    </a14:m>
                    <a:endParaRPr lang="pt-BR" sz="1600"/>
                  </a:p>
                </p:txBody>
              </p:sp>
            </mc:Choice>
            <mc:Fallback xmlns="">
              <p:sp>
                <p:nvSpPr>
                  <p:cNvPr id="70" name="CaixaDeTexto 69">
                    <a:extLst>
                      <a:ext uri="{FF2B5EF4-FFF2-40B4-BE49-F238E27FC236}">
                        <a16:creationId xmlns:a16="http://schemas.microsoft.com/office/drawing/2014/main" id="{A7DECBBD-8841-8249-3E88-FD2983F91567}"/>
                      </a:ext>
                    </a:extLst>
                  </p:cNvPr>
                  <p:cNvSpPr txBox="1">
                    <a:spLocks noRot="1" noChangeAspect="1" noMove="1" noResize="1" noEditPoints="1" noAdjustHandles="1" noChangeArrowheads="1" noChangeShapeType="1" noTextEdit="1"/>
                  </p:cNvSpPr>
                  <p:nvPr/>
                </p:nvSpPr>
                <p:spPr>
                  <a:xfrm>
                    <a:off x="6979429" y="2650604"/>
                    <a:ext cx="4356705" cy="375167"/>
                  </a:xfrm>
                  <a:prstGeom prst="rect">
                    <a:avLst/>
                  </a:prstGeom>
                  <a:blipFill>
                    <a:blip r:embed="rId13"/>
                    <a:stretch>
                      <a:fillRect t="-6557" r="-5315" b="-6557"/>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07" name="CaixaDeTexto 106">
                    <a:extLst>
                      <a:ext uri="{FF2B5EF4-FFF2-40B4-BE49-F238E27FC236}">
                        <a16:creationId xmlns:a16="http://schemas.microsoft.com/office/drawing/2014/main" id="{DE0EA366-401A-0B15-ECD8-6C476D682E13}"/>
                      </a:ext>
                    </a:extLst>
                  </p:cNvPr>
                  <p:cNvSpPr txBox="1"/>
                  <p:nvPr/>
                </p:nvSpPr>
                <p:spPr>
                  <a:xfrm>
                    <a:off x="6979428" y="3147402"/>
                    <a:ext cx="4356705" cy="37516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600" i="1" smtClean="0">
                                  <a:latin typeface="Cambria Math" panose="02040503050406030204" pitchFamily="18" charset="0"/>
                                </a:rPr>
                              </m:ctrlPr>
                            </m:sSubPr>
                            <m:e>
                              <m:acc>
                                <m:accPr>
                                  <m:chr m:val="⃗"/>
                                  <m:ctrlPr>
                                    <a:rPr lang="pt-BR" sz="1600" i="1">
                                      <a:latin typeface="Cambria Math" panose="02040503050406030204" pitchFamily="18" charset="0"/>
                                    </a:rPr>
                                  </m:ctrlPr>
                                </m:accPr>
                                <m:e>
                                  <m:r>
                                    <a:rPr lang="pt-BR" sz="1600" i="1">
                                      <a:latin typeface="Cambria Math" panose="02040503050406030204" pitchFamily="18" charset="0"/>
                                    </a:rPr>
                                    <m:t>𝑟</m:t>
                                  </m:r>
                                </m:e>
                              </m:acc>
                            </m:e>
                            <m:sub>
                              <m:r>
                                <a:rPr lang="pt-BR" sz="1600" b="0" i="1" smtClean="0">
                                  <a:latin typeface="Cambria Math" panose="02040503050406030204" pitchFamily="18" charset="0"/>
                                </a:rPr>
                                <m:t>𝑞</m:t>
                              </m:r>
                            </m:sub>
                          </m:sSub>
                          <m:r>
                            <a:rPr lang="pt-BR" sz="1600" b="0" i="1" smtClean="0">
                              <a:latin typeface="Cambria Math" panose="02040503050406030204" pitchFamily="18" charset="0"/>
                            </a:rPr>
                            <m:t>(</m:t>
                          </m:r>
                          <m:r>
                            <a:rPr lang="pt-BR" sz="1600" b="0" i="1" smtClean="0">
                              <a:latin typeface="Cambria Math" panose="02040503050406030204" pitchFamily="18" charset="0"/>
                            </a:rPr>
                            <m:t>𝜃</m:t>
                          </m:r>
                          <m:r>
                            <a:rPr lang="pt-BR" sz="1600" b="0" i="1" smtClean="0">
                              <a:latin typeface="Cambria Math" panose="02040503050406030204" pitchFamily="18" charset="0"/>
                            </a:rPr>
                            <m:t>)=</m:t>
                          </m:r>
                          <m:d>
                            <m:dPr>
                              <m:ctrlPr>
                                <a:rPr lang="pt-BR" sz="1600" b="0" i="1" smtClean="0">
                                  <a:latin typeface="Cambria Math" panose="02040503050406030204" pitchFamily="18" charset="0"/>
                                </a:rPr>
                              </m:ctrlPr>
                            </m:dPr>
                            <m:e>
                              <m:sSub>
                                <m:sSubPr>
                                  <m:ctrlPr>
                                    <a:rPr lang="pt-BR" sz="1600" b="0" i="1" smtClean="0">
                                      <a:latin typeface="Cambria Math" panose="02040503050406030204" pitchFamily="18" charset="0"/>
                                    </a:rPr>
                                  </m:ctrlPr>
                                </m:sSubPr>
                                <m:e>
                                  <m:r>
                                    <a:rPr lang="pt-BR" sz="1600" b="0" i="1" smtClean="0">
                                      <a:latin typeface="Cambria Math" panose="02040503050406030204" pitchFamily="18" charset="0"/>
                                    </a:rPr>
                                    <m:t>𝑥</m:t>
                                  </m:r>
                                </m:e>
                                <m:sub>
                                  <m:r>
                                    <a:rPr lang="pt-BR" sz="1600" b="0" i="1" smtClean="0">
                                      <a:latin typeface="Cambria Math" panose="02040503050406030204" pitchFamily="18" charset="0"/>
                                    </a:rPr>
                                    <m:t>𝑞</m:t>
                                  </m:r>
                                </m:sub>
                              </m:sSub>
                              <m:r>
                                <a:rPr lang="pt-BR" sz="1600" b="0" i="1" smtClean="0">
                                  <a:latin typeface="Cambria Math" panose="02040503050406030204" pitchFamily="18" charset="0"/>
                                </a:rPr>
                                <m:t>+</m:t>
                              </m:r>
                              <m:sSub>
                                <m:sSubPr>
                                  <m:ctrlPr>
                                    <a:rPr lang="pt-BR" sz="1600" b="0" i="1" smtClean="0">
                                      <a:latin typeface="Cambria Math" panose="02040503050406030204" pitchFamily="18" charset="0"/>
                                    </a:rPr>
                                  </m:ctrlPr>
                                </m:sSubPr>
                                <m:e>
                                  <m:r>
                                    <a:rPr lang="pt-BR" sz="1600" b="0" i="1" smtClean="0">
                                      <a:latin typeface="Cambria Math" panose="02040503050406030204" pitchFamily="18" charset="0"/>
                                    </a:rPr>
                                    <m:t>𝑎</m:t>
                                  </m:r>
                                </m:e>
                                <m:sub>
                                  <m:r>
                                    <a:rPr lang="pt-BR" sz="1600" b="0" i="1" smtClean="0">
                                      <a:latin typeface="Cambria Math" panose="02040503050406030204" pitchFamily="18" charset="0"/>
                                    </a:rPr>
                                    <m:t>𝑞</m:t>
                                  </m:r>
                                </m:sub>
                              </m:sSub>
                              <m:func>
                                <m:funcPr>
                                  <m:ctrlPr>
                                    <a:rPr lang="pt-BR" sz="1600" b="0" i="1" smtClean="0">
                                      <a:latin typeface="Cambria Math" panose="02040503050406030204" pitchFamily="18" charset="0"/>
                                    </a:rPr>
                                  </m:ctrlPr>
                                </m:funcPr>
                                <m:fName>
                                  <m:r>
                                    <m:rPr>
                                      <m:sty m:val="p"/>
                                    </m:rPr>
                                    <a:rPr lang="pt-BR" sz="1600" b="0" i="0" smtClean="0">
                                      <a:latin typeface="Cambria Math" panose="02040503050406030204" pitchFamily="18" charset="0"/>
                                    </a:rPr>
                                    <m:t>cos</m:t>
                                  </m:r>
                                </m:fName>
                                <m:e>
                                  <m:sSub>
                                    <m:sSubPr>
                                      <m:ctrlPr>
                                        <a:rPr lang="pt-BR" sz="1600" b="0" i="1" smtClean="0">
                                          <a:latin typeface="Cambria Math" panose="02040503050406030204" pitchFamily="18" charset="0"/>
                                        </a:rPr>
                                      </m:ctrlPr>
                                    </m:sSubPr>
                                    <m:e>
                                      <m:r>
                                        <a:rPr lang="pt-BR" sz="1600" b="0" i="1" smtClean="0">
                                          <a:latin typeface="Cambria Math" panose="02040503050406030204" pitchFamily="18" charset="0"/>
                                        </a:rPr>
                                        <m:t>𝜃</m:t>
                                      </m:r>
                                    </m:e>
                                    <m:sub>
                                      <m:r>
                                        <a:rPr lang="pt-BR" sz="1600" b="0" i="1" smtClean="0">
                                          <a:latin typeface="Cambria Math" panose="02040503050406030204" pitchFamily="18" charset="0"/>
                                        </a:rPr>
                                        <m:t>𝑞</m:t>
                                      </m:r>
                                    </m:sub>
                                  </m:sSub>
                                </m:e>
                              </m:func>
                            </m:e>
                          </m:d>
                          <m:acc>
                            <m:accPr>
                              <m:chr m:val="̂"/>
                              <m:ctrlPr>
                                <a:rPr lang="pt-BR" sz="1600" b="0" i="1" smtClean="0">
                                  <a:latin typeface="Cambria Math" panose="02040503050406030204" pitchFamily="18" charset="0"/>
                                </a:rPr>
                              </m:ctrlPr>
                            </m:accPr>
                            <m:e>
                              <m:r>
                                <a:rPr lang="pt-BR" sz="1600" b="1" i="1" smtClean="0">
                                  <a:latin typeface="Cambria Math" panose="02040503050406030204" pitchFamily="18" charset="0"/>
                                </a:rPr>
                                <m:t>𝒙</m:t>
                              </m:r>
                            </m:e>
                          </m:acc>
                          <m:r>
                            <a:rPr lang="pt-BR" sz="1600" b="0" i="1" smtClean="0">
                              <a:latin typeface="Cambria Math" panose="02040503050406030204" pitchFamily="18" charset="0"/>
                            </a:rPr>
                            <m:t>+</m:t>
                          </m:r>
                          <m:d>
                            <m:dPr>
                              <m:ctrlPr>
                                <a:rPr lang="pt-BR" sz="1600" i="1">
                                  <a:latin typeface="Cambria Math" panose="02040503050406030204" pitchFamily="18" charset="0"/>
                                </a:rPr>
                              </m:ctrlPr>
                            </m:dPr>
                            <m:e>
                              <m:sSub>
                                <m:sSubPr>
                                  <m:ctrlPr>
                                    <a:rPr lang="pt-BR" sz="1600" i="1">
                                      <a:latin typeface="Cambria Math" panose="02040503050406030204" pitchFamily="18" charset="0"/>
                                    </a:rPr>
                                  </m:ctrlPr>
                                </m:sSubPr>
                                <m:e>
                                  <m:r>
                                    <a:rPr lang="pt-BR" sz="1600" b="0" i="1" smtClean="0">
                                      <a:latin typeface="Cambria Math" panose="02040503050406030204" pitchFamily="18" charset="0"/>
                                    </a:rPr>
                                    <m:t>𝑦</m:t>
                                  </m:r>
                                </m:e>
                                <m:sub>
                                  <m:r>
                                    <a:rPr lang="pt-BR" sz="1600" b="0" i="1" smtClean="0">
                                      <a:latin typeface="Cambria Math" panose="02040503050406030204" pitchFamily="18" charset="0"/>
                                    </a:rPr>
                                    <m:t>𝑞</m:t>
                                  </m:r>
                                </m:sub>
                              </m:sSub>
                              <m:r>
                                <a:rPr lang="pt-BR" sz="1600" i="1">
                                  <a:latin typeface="Cambria Math" panose="02040503050406030204" pitchFamily="18" charset="0"/>
                                </a:rPr>
                                <m:t>+</m:t>
                              </m:r>
                              <m:sSub>
                                <m:sSubPr>
                                  <m:ctrlPr>
                                    <a:rPr lang="pt-BR" sz="1600" i="1">
                                      <a:latin typeface="Cambria Math" panose="02040503050406030204" pitchFamily="18" charset="0"/>
                                    </a:rPr>
                                  </m:ctrlPr>
                                </m:sSubPr>
                                <m:e>
                                  <m:r>
                                    <a:rPr lang="pt-BR" sz="1600" i="1">
                                      <a:latin typeface="Cambria Math" panose="02040503050406030204" pitchFamily="18" charset="0"/>
                                    </a:rPr>
                                    <m:t>𝑎</m:t>
                                  </m:r>
                                </m:e>
                                <m:sub>
                                  <m:r>
                                    <a:rPr lang="pt-BR" sz="1600" b="0" i="1" smtClean="0">
                                      <a:latin typeface="Cambria Math" panose="02040503050406030204" pitchFamily="18" charset="0"/>
                                    </a:rPr>
                                    <m:t>𝑞</m:t>
                                  </m:r>
                                </m:sub>
                              </m:sSub>
                              <m:func>
                                <m:funcPr>
                                  <m:ctrlPr>
                                    <a:rPr lang="pt-BR" sz="1600" i="1">
                                      <a:latin typeface="Cambria Math" panose="02040503050406030204" pitchFamily="18" charset="0"/>
                                    </a:rPr>
                                  </m:ctrlPr>
                                </m:funcPr>
                                <m:fName>
                                  <m:r>
                                    <m:rPr>
                                      <m:sty m:val="p"/>
                                    </m:rPr>
                                    <a:rPr lang="pt-BR" sz="1600" b="0" i="0" smtClean="0">
                                      <a:latin typeface="Cambria Math" panose="02040503050406030204" pitchFamily="18" charset="0"/>
                                    </a:rPr>
                                    <m:t>sin</m:t>
                                  </m:r>
                                </m:fName>
                                <m:e>
                                  <m:sSub>
                                    <m:sSubPr>
                                      <m:ctrlPr>
                                        <a:rPr lang="pt-BR" sz="1600" b="0" i="1" smtClean="0">
                                          <a:latin typeface="Cambria Math" panose="02040503050406030204" pitchFamily="18" charset="0"/>
                                        </a:rPr>
                                      </m:ctrlPr>
                                    </m:sSubPr>
                                    <m:e>
                                      <m:r>
                                        <a:rPr lang="pt-BR" sz="1600" i="1">
                                          <a:latin typeface="Cambria Math" panose="02040503050406030204" pitchFamily="18" charset="0"/>
                                        </a:rPr>
                                        <m:t>𝜃</m:t>
                                      </m:r>
                                    </m:e>
                                    <m:sub>
                                      <m:r>
                                        <a:rPr lang="pt-BR" sz="1600" b="0" i="1" smtClean="0">
                                          <a:latin typeface="Cambria Math" panose="02040503050406030204" pitchFamily="18" charset="0"/>
                                        </a:rPr>
                                        <m:t>𝑞</m:t>
                                      </m:r>
                                    </m:sub>
                                  </m:sSub>
                                </m:e>
                              </m:func>
                            </m:e>
                          </m:d>
                          <m:acc>
                            <m:accPr>
                              <m:chr m:val="̂"/>
                              <m:ctrlPr>
                                <a:rPr lang="pt-BR" sz="1600" i="1">
                                  <a:latin typeface="Cambria Math" panose="02040503050406030204" pitchFamily="18" charset="0"/>
                                </a:rPr>
                              </m:ctrlPr>
                            </m:accPr>
                            <m:e>
                              <m:r>
                                <a:rPr lang="pt-BR" sz="1600" b="1" i="1" smtClean="0">
                                  <a:latin typeface="Cambria Math" panose="02040503050406030204" pitchFamily="18" charset="0"/>
                                </a:rPr>
                                <m:t>𝒚</m:t>
                              </m:r>
                            </m:e>
                          </m:acc>
                        </m:oMath>
                      </m:oMathPara>
                    </a14:m>
                    <a:endParaRPr lang="pt-BR" sz="1600"/>
                  </a:p>
                </p:txBody>
              </p:sp>
            </mc:Choice>
            <mc:Fallback xmlns="">
              <p:sp>
                <p:nvSpPr>
                  <p:cNvPr id="107" name="CaixaDeTexto 106">
                    <a:extLst>
                      <a:ext uri="{FF2B5EF4-FFF2-40B4-BE49-F238E27FC236}">
                        <a16:creationId xmlns:a16="http://schemas.microsoft.com/office/drawing/2014/main" id="{DE0EA366-401A-0B15-ECD8-6C476D682E13}"/>
                      </a:ext>
                    </a:extLst>
                  </p:cNvPr>
                  <p:cNvSpPr txBox="1">
                    <a:spLocks noRot="1" noChangeAspect="1" noMove="1" noResize="1" noEditPoints="1" noAdjustHandles="1" noChangeArrowheads="1" noChangeShapeType="1" noTextEdit="1"/>
                  </p:cNvSpPr>
                  <p:nvPr/>
                </p:nvSpPr>
                <p:spPr>
                  <a:xfrm>
                    <a:off x="6979428" y="3147402"/>
                    <a:ext cx="4356705" cy="375167"/>
                  </a:xfrm>
                  <a:prstGeom prst="rect">
                    <a:avLst/>
                  </a:prstGeom>
                  <a:blipFill>
                    <a:blip r:embed="rId14"/>
                    <a:stretch>
                      <a:fillRect t="-6452" r="-5175" b="-4839"/>
                    </a:stretch>
                  </a:blipFill>
                </p:spPr>
                <p:txBody>
                  <a:bodyPr/>
                  <a:lstStyle/>
                  <a:p>
                    <a:r>
                      <a:rPr lang="pt-BR">
                        <a:noFill/>
                      </a:rPr>
                      <a:t> </a:t>
                    </a:r>
                  </a:p>
                </p:txBody>
              </p:sp>
            </mc:Fallback>
          </mc:AlternateContent>
        </p:grpSp>
        <p:sp>
          <p:nvSpPr>
            <p:cNvPr id="109" name="Chave Esquerda 108">
              <a:extLst>
                <a:ext uri="{FF2B5EF4-FFF2-40B4-BE49-F238E27FC236}">
                  <a16:creationId xmlns:a16="http://schemas.microsoft.com/office/drawing/2014/main" id="{56A910FF-B773-18D5-9E1D-FB2687CE109A}"/>
                </a:ext>
              </a:extLst>
            </p:cNvPr>
            <p:cNvSpPr/>
            <p:nvPr/>
          </p:nvSpPr>
          <p:spPr>
            <a:xfrm>
              <a:off x="6943911" y="2650953"/>
              <a:ext cx="155448" cy="914400"/>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pt-BR"/>
            </a:p>
          </p:txBody>
        </p:sp>
      </p:grpSp>
      <p:sp>
        <p:nvSpPr>
          <p:cNvPr id="137" name="Elipse 136">
            <a:extLst>
              <a:ext uri="{FF2B5EF4-FFF2-40B4-BE49-F238E27FC236}">
                <a16:creationId xmlns:a16="http://schemas.microsoft.com/office/drawing/2014/main" id="{A3BDCC96-FBFE-9A16-93F2-D3E161626217}"/>
              </a:ext>
            </a:extLst>
          </p:cNvPr>
          <p:cNvSpPr/>
          <p:nvPr/>
        </p:nvSpPr>
        <p:spPr>
          <a:xfrm>
            <a:off x="1631922" y="4473227"/>
            <a:ext cx="1005840" cy="1005840"/>
          </a:xfrm>
          <a:prstGeom prst="ellipse">
            <a:avLst/>
          </a:prstGeom>
          <a:solidFill>
            <a:schemeClr val="accent1">
              <a:alpha val="50000"/>
            </a:schemeClr>
          </a:solidFill>
          <a:ln w="19050">
            <a:solidFill>
              <a:schemeClr val="tx2">
                <a:lumMod val="90000"/>
                <a:lumOff val="10000"/>
              </a:schemeClr>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pt-BR"/>
          </a:p>
        </p:txBody>
      </p:sp>
      <p:cxnSp>
        <p:nvCxnSpPr>
          <p:cNvPr id="138" name="Conector reto 137">
            <a:extLst>
              <a:ext uri="{FF2B5EF4-FFF2-40B4-BE49-F238E27FC236}">
                <a16:creationId xmlns:a16="http://schemas.microsoft.com/office/drawing/2014/main" id="{15F96408-C88C-9F1A-DE69-23F04D233CD3}"/>
              </a:ext>
            </a:extLst>
          </p:cNvPr>
          <p:cNvCxnSpPr>
            <a:cxnSpLocks/>
            <a:stCxn id="148" idx="7"/>
            <a:endCxn id="137" idx="7"/>
          </p:cNvCxnSpPr>
          <p:nvPr/>
        </p:nvCxnSpPr>
        <p:spPr>
          <a:xfrm flipV="1">
            <a:off x="2147709" y="4620529"/>
            <a:ext cx="342751" cy="327594"/>
          </a:xfrm>
          <a:prstGeom prst="line">
            <a:avLst/>
          </a:prstGeom>
          <a:ln w="1270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39" name="Elipse 138">
            <a:extLst>
              <a:ext uri="{FF2B5EF4-FFF2-40B4-BE49-F238E27FC236}">
                <a16:creationId xmlns:a16="http://schemas.microsoft.com/office/drawing/2014/main" id="{B157CFD6-7B1E-1658-D202-9E29A2FF6E78}"/>
              </a:ext>
            </a:extLst>
          </p:cNvPr>
          <p:cNvSpPr/>
          <p:nvPr/>
        </p:nvSpPr>
        <p:spPr>
          <a:xfrm>
            <a:off x="4730120" y="4475388"/>
            <a:ext cx="1005840" cy="1005840"/>
          </a:xfrm>
          <a:prstGeom prst="ellipse">
            <a:avLst/>
          </a:prstGeom>
          <a:solidFill>
            <a:schemeClr val="tx2">
              <a:lumMod val="50000"/>
              <a:lumOff val="50000"/>
              <a:alpha val="50000"/>
            </a:schemeClr>
          </a:solidFill>
          <a:ln w="19050">
            <a:solidFill>
              <a:schemeClr val="accent1">
                <a:lumMod val="60000"/>
                <a:lumOff val="40000"/>
              </a:schemeClr>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pt-BR"/>
          </a:p>
        </p:txBody>
      </p:sp>
      <p:sp>
        <p:nvSpPr>
          <p:cNvPr id="143" name="Arco 142">
            <a:extLst>
              <a:ext uri="{FF2B5EF4-FFF2-40B4-BE49-F238E27FC236}">
                <a16:creationId xmlns:a16="http://schemas.microsoft.com/office/drawing/2014/main" id="{D5CC91E1-7CB4-2B54-25A4-992F48B49800}"/>
              </a:ext>
            </a:extLst>
          </p:cNvPr>
          <p:cNvSpPr/>
          <p:nvPr/>
        </p:nvSpPr>
        <p:spPr>
          <a:xfrm>
            <a:off x="1654782" y="4779302"/>
            <a:ext cx="620140" cy="522273"/>
          </a:xfrm>
          <a:prstGeom prst="arc">
            <a:avLst>
              <a:gd name="adj1" fmla="val 19772002"/>
              <a:gd name="adj2" fmla="val 20795977"/>
            </a:avLst>
          </a:prstGeom>
          <a:ln w="12700"/>
        </p:spPr>
        <p:style>
          <a:lnRef idx="2">
            <a:schemeClr val="accent1"/>
          </a:lnRef>
          <a:fillRef idx="0">
            <a:schemeClr val="accent1"/>
          </a:fillRef>
          <a:effectRef idx="1">
            <a:schemeClr val="accent1"/>
          </a:effectRef>
          <a:fontRef idx="minor">
            <a:schemeClr val="tx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144" name="CaixaDeTexto 143">
                <a:extLst>
                  <a:ext uri="{FF2B5EF4-FFF2-40B4-BE49-F238E27FC236}">
                    <a16:creationId xmlns:a16="http://schemas.microsoft.com/office/drawing/2014/main" id="{E76BA359-1AC3-4ADA-963F-D89DB1536C34}"/>
                  </a:ext>
                </a:extLst>
              </p:cNvPr>
              <p:cNvSpPr txBox="1"/>
              <p:nvPr/>
            </p:nvSpPr>
            <p:spPr>
              <a:xfrm>
                <a:off x="2212272" y="4690638"/>
                <a:ext cx="356636" cy="27462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100" b="0" i="1" smtClean="0">
                              <a:latin typeface="Cambria Math" panose="02040503050406030204" pitchFamily="18" charset="0"/>
                            </a:rPr>
                          </m:ctrlPr>
                        </m:sSubPr>
                        <m:e>
                          <m:r>
                            <a:rPr lang="pt-BR" sz="1100" i="1" smtClean="0">
                              <a:latin typeface="Cambria Math" panose="02040503050406030204" pitchFamily="18" charset="0"/>
                            </a:rPr>
                            <m:t>𝜃</m:t>
                          </m:r>
                        </m:e>
                        <m:sub>
                          <m:r>
                            <a:rPr lang="pt-BR" sz="1100" b="0" i="1" smtClean="0">
                              <a:latin typeface="Cambria Math" panose="02040503050406030204" pitchFamily="18" charset="0"/>
                            </a:rPr>
                            <m:t>𝑝</m:t>
                          </m:r>
                        </m:sub>
                      </m:sSub>
                    </m:oMath>
                  </m:oMathPara>
                </a14:m>
                <a:endParaRPr lang="pt-BR" sz="1100"/>
              </a:p>
            </p:txBody>
          </p:sp>
        </mc:Choice>
        <mc:Fallback xmlns="">
          <p:sp>
            <p:nvSpPr>
              <p:cNvPr id="144" name="CaixaDeTexto 143">
                <a:extLst>
                  <a:ext uri="{FF2B5EF4-FFF2-40B4-BE49-F238E27FC236}">
                    <a16:creationId xmlns:a16="http://schemas.microsoft.com/office/drawing/2014/main" id="{E76BA359-1AC3-4ADA-963F-D89DB1536C34}"/>
                  </a:ext>
                </a:extLst>
              </p:cNvPr>
              <p:cNvSpPr txBox="1">
                <a:spLocks noRot="1" noChangeAspect="1" noMove="1" noResize="1" noEditPoints="1" noAdjustHandles="1" noChangeArrowheads="1" noChangeShapeType="1" noTextEdit="1"/>
              </p:cNvSpPr>
              <p:nvPr/>
            </p:nvSpPr>
            <p:spPr>
              <a:xfrm>
                <a:off x="2212272" y="4690638"/>
                <a:ext cx="356636" cy="274627"/>
              </a:xfrm>
              <a:prstGeom prst="rect">
                <a:avLst/>
              </a:prstGeom>
              <a:blipFill>
                <a:blip r:embed="rId15"/>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45" name="CaixaDeTexto 144">
                <a:extLst>
                  <a:ext uri="{FF2B5EF4-FFF2-40B4-BE49-F238E27FC236}">
                    <a16:creationId xmlns:a16="http://schemas.microsoft.com/office/drawing/2014/main" id="{72E0672A-FDDF-BED8-ED2D-25B545FDDE58}"/>
                  </a:ext>
                </a:extLst>
              </p:cNvPr>
              <p:cNvSpPr txBox="1"/>
              <p:nvPr/>
            </p:nvSpPr>
            <p:spPr>
              <a:xfrm>
                <a:off x="2270642" y="4894789"/>
                <a:ext cx="379976" cy="29129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200" i="1" smtClean="0">
                              <a:latin typeface="Cambria Math" panose="02040503050406030204" pitchFamily="18" charset="0"/>
                            </a:rPr>
                          </m:ctrlPr>
                        </m:sSubPr>
                        <m:e>
                          <m:r>
                            <a:rPr lang="pt-BR" sz="1200" i="1" smtClean="0">
                              <a:latin typeface="Cambria Math" panose="02040503050406030204" pitchFamily="18" charset="0"/>
                            </a:rPr>
                            <m:t>𝑎</m:t>
                          </m:r>
                        </m:e>
                        <m:sub>
                          <m:r>
                            <a:rPr lang="pt-BR" sz="1200" i="1" smtClean="0">
                              <a:latin typeface="Cambria Math" panose="02040503050406030204" pitchFamily="18" charset="0"/>
                            </a:rPr>
                            <m:t>𝑝</m:t>
                          </m:r>
                        </m:sub>
                      </m:sSub>
                    </m:oMath>
                  </m:oMathPara>
                </a14:m>
                <a:endParaRPr lang="pt-BR" sz="1200"/>
              </a:p>
            </p:txBody>
          </p:sp>
        </mc:Choice>
        <mc:Fallback xmlns="">
          <p:sp>
            <p:nvSpPr>
              <p:cNvPr id="145" name="CaixaDeTexto 144">
                <a:extLst>
                  <a:ext uri="{FF2B5EF4-FFF2-40B4-BE49-F238E27FC236}">
                    <a16:creationId xmlns:a16="http://schemas.microsoft.com/office/drawing/2014/main" id="{72E0672A-FDDF-BED8-ED2D-25B545FDDE58}"/>
                  </a:ext>
                </a:extLst>
              </p:cNvPr>
              <p:cNvSpPr txBox="1">
                <a:spLocks noRot="1" noChangeAspect="1" noMove="1" noResize="1" noEditPoints="1" noAdjustHandles="1" noChangeArrowheads="1" noChangeShapeType="1" noTextEdit="1"/>
              </p:cNvSpPr>
              <p:nvPr/>
            </p:nvSpPr>
            <p:spPr>
              <a:xfrm>
                <a:off x="2270642" y="4894789"/>
                <a:ext cx="379976" cy="291298"/>
              </a:xfrm>
              <a:prstGeom prst="rect">
                <a:avLst/>
              </a:prstGeom>
              <a:blipFill>
                <a:blip r:embed="rId16"/>
                <a:stretch>
                  <a:fillRect/>
                </a:stretch>
              </a:blipFill>
            </p:spPr>
            <p:txBody>
              <a:bodyPr/>
              <a:lstStyle/>
              <a:p>
                <a:r>
                  <a:rPr lang="pt-BR">
                    <a:noFill/>
                  </a:rPr>
                  <a:t> </a:t>
                </a:r>
              </a:p>
            </p:txBody>
          </p:sp>
        </mc:Fallback>
      </mc:AlternateContent>
      <p:cxnSp>
        <p:nvCxnSpPr>
          <p:cNvPr id="146" name="Conector de Seta Reta 145">
            <a:extLst>
              <a:ext uri="{FF2B5EF4-FFF2-40B4-BE49-F238E27FC236}">
                <a16:creationId xmlns:a16="http://schemas.microsoft.com/office/drawing/2014/main" id="{B537A1AE-4494-DDDF-7E23-CA216CD8B7E6}"/>
              </a:ext>
            </a:extLst>
          </p:cNvPr>
          <p:cNvCxnSpPr>
            <a:cxnSpLocks/>
            <a:stCxn id="148" idx="7"/>
            <a:endCxn id="137" idx="7"/>
          </p:cNvCxnSpPr>
          <p:nvPr/>
        </p:nvCxnSpPr>
        <p:spPr>
          <a:xfrm flipV="1">
            <a:off x="2147709" y="4620529"/>
            <a:ext cx="342751" cy="327594"/>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47" name="CaixaDeTexto 146">
                <a:extLst>
                  <a:ext uri="{FF2B5EF4-FFF2-40B4-BE49-F238E27FC236}">
                    <a16:creationId xmlns:a16="http://schemas.microsoft.com/office/drawing/2014/main" id="{AE6388B5-D179-1A28-2E51-87745D17CEAA}"/>
                  </a:ext>
                </a:extLst>
              </p:cNvPr>
              <p:cNvSpPr txBox="1"/>
              <p:nvPr/>
            </p:nvSpPr>
            <p:spPr>
              <a:xfrm>
                <a:off x="2000407" y="4537724"/>
                <a:ext cx="367473" cy="32438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acc>
                            <m:accPr>
                              <m:chr m:val="⃗"/>
                              <m:ctrlPr>
                                <a:rPr lang="pt-BR" sz="1400" i="1" smtClean="0">
                                  <a:latin typeface="Cambria Math" panose="02040503050406030204" pitchFamily="18" charset="0"/>
                                </a:rPr>
                              </m:ctrlPr>
                            </m:accPr>
                            <m:e>
                              <m:r>
                                <a:rPr lang="pt-BR" sz="1400" b="0" i="1" smtClean="0">
                                  <a:latin typeface="Cambria Math" panose="02040503050406030204" pitchFamily="18" charset="0"/>
                                </a:rPr>
                                <m:t>𝑟</m:t>
                              </m:r>
                            </m:e>
                          </m:acc>
                        </m:e>
                        <m:sub>
                          <m:r>
                            <a:rPr lang="pt-BR" sz="1400" i="1" smtClean="0">
                              <a:latin typeface="Cambria Math" panose="02040503050406030204" pitchFamily="18" charset="0"/>
                            </a:rPr>
                            <m:t>𝑝</m:t>
                          </m:r>
                        </m:sub>
                      </m:sSub>
                    </m:oMath>
                  </m:oMathPara>
                </a14:m>
                <a:endParaRPr lang="pt-BR" sz="1400"/>
              </a:p>
            </p:txBody>
          </p:sp>
        </mc:Choice>
        <mc:Fallback xmlns="">
          <p:sp>
            <p:nvSpPr>
              <p:cNvPr id="147" name="CaixaDeTexto 146">
                <a:extLst>
                  <a:ext uri="{FF2B5EF4-FFF2-40B4-BE49-F238E27FC236}">
                    <a16:creationId xmlns:a16="http://schemas.microsoft.com/office/drawing/2014/main" id="{AE6388B5-D179-1A28-2E51-87745D17CEAA}"/>
                  </a:ext>
                </a:extLst>
              </p:cNvPr>
              <p:cNvSpPr txBox="1">
                <a:spLocks noRot="1" noChangeAspect="1" noMove="1" noResize="1" noEditPoints="1" noAdjustHandles="1" noChangeArrowheads="1" noChangeShapeType="1" noTextEdit="1"/>
              </p:cNvSpPr>
              <p:nvPr/>
            </p:nvSpPr>
            <p:spPr>
              <a:xfrm>
                <a:off x="2000407" y="4537724"/>
                <a:ext cx="367473" cy="324384"/>
              </a:xfrm>
              <a:prstGeom prst="rect">
                <a:avLst/>
              </a:prstGeom>
              <a:blipFill>
                <a:blip r:embed="rId17"/>
                <a:stretch>
                  <a:fillRect t="-9259" r="-10000"/>
                </a:stretch>
              </a:blipFill>
            </p:spPr>
            <p:txBody>
              <a:bodyPr/>
              <a:lstStyle/>
              <a:p>
                <a:r>
                  <a:rPr lang="pt-BR">
                    <a:noFill/>
                  </a:rPr>
                  <a:t> </a:t>
                </a:r>
              </a:p>
            </p:txBody>
          </p:sp>
        </mc:Fallback>
      </mc:AlternateContent>
      <p:cxnSp>
        <p:nvCxnSpPr>
          <p:cNvPr id="149" name="Conector de Seta Reta 148">
            <a:extLst>
              <a:ext uri="{FF2B5EF4-FFF2-40B4-BE49-F238E27FC236}">
                <a16:creationId xmlns:a16="http://schemas.microsoft.com/office/drawing/2014/main" id="{A62ED30F-0C13-1447-3565-2025591D3666}"/>
              </a:ext>
            </a:extLst>
          </p:cNvPr>
          <p:cNvCxnSpPr>
            <a:cxnSpLocks/>
            <a:endCxn id="139" idx="1"/>
          </p:cNvCxnSpPr>
          <p:nvPr/>
        </p:nvCxnSpPr>
        <p:spPr>
          <a:xfrm flipH="1" flipV="1">
            <a:off x="4877422" y="4622690"/>
            <a:ext cx="355618" cy="353727"/>
          </a:xfrm>
          <a:prstGeom prst="straightConnector1">
            <a:avLst/>
          </a:prstGeom>
          <a:ln>
            <a:solidFill>
              <a:schemeClr val="tx2">
                <a:lumMod val="75000"/>
                <a:lumOff val="25000"/>
              </a:schemeClr>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50" name="CaixaDeTexto 149">
                <a:extLst>
                  <a:ext uri="{FF2B5EF4-FFF2-40B4-BE49-F238E27FC236}">
                    <a16:creationId xmlns:a16="http://schemas.microsoft.com/office/drawing/2014/main" id="{0550D8E6-8AFF-BD87-F245-D6EA4298D775}"/>
                  </a:ext>
                </a:extLst>
              </p:cNvPr>
              <p:cNvSpPr txBox="1"/>
              <p:nvPr/>
            </p:nvSpPr>
            <p:spPr>
              <a:xfrm>
                <a:off x="4960110" y="4580364"/>
                <a:ext cx="360612" cy="29129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200" i="1" smtClean="0">
                              <a:solidFill>
                                <a:schemeClr val="tx2">
                                  <a:lumMod val="75000"/>
                                  <a:lumOff val="25000"/>
                                </a:schemeClr>
                              </a:solidFill>
                              <a:latin typeface="Cambria Math" panose="02040503050406030204" pitchFamily="18" charset="0"/>
                            </a:rPr>
                          </m:ctrlPr>
                        </m:sSubPr>
                        <m:e>
                          <m:acc>
                            <m:accPr>
                              <m:chr m:val="⃗"/>
                              <m:ctrlPr>
                                <a:rPr lang="pt-BR" sz="1200" i="1" smtClean="0">
                                  <a:solidFill>
                                    <a:schemeClr val="tx2">
                                      <a:lumMod val="75000"/>
                                      <a:lumOff val="25000"/>
                                    </a:schemeClr>
                                  </a:solidFill>
                                  <a:latin typeface="Cambria Math" panose="02040503050406030204" pitchFamily="18" charset="0"/>
                                </a:rPr>
                              </m:ctrlPr>
                            </m:accPr>
                            <m:e>
                              <m:r>
                                <a:rPr lang="pt-BR" sz="1200" b="0" i="1" smtClean="0">
                                  <a:solidFill>
                                    <a:schemeClr val="tx2">
                                      <a:lumMod val="75000"/>
                                      <a:lumOff val="25000"/>
                                    </a:schemeClr>
                                  </a:solidFill>
                                  <a:latin typeface="Cambria Math" panose="02040503050406030204" pitchFamily="18" charset="0"/>
                                </a:rPr>
                                <m:t>𝑐</m:t>
                              </m:r>
                            </m:e>
                          </m:acc>
                        </m:e>
                        <m:sub>
                          <m:r>
                            <a:rPr lang="pt-BR" sz="1200" b="0" i="1" smtClean="0">
                              <a:solidFill>
                                <a:schemeClr val="tx2">
                                  <a:lumMod val="75000"/>
                                  <a:lumOff val="25000"/>
                                </a:schemeClr>
                              </a:solidFill>
                              <a:latin typeface="Cambria Math" panose="02040503050406030204" pitchFamily="18" charset="0"/>
                            </a:rPr>
                            <m:t>𝑞</m:t>
                          </m:r>
                        </m:sub>
                      </m:sSub>
                    </m:oMath>
                  </m:oMathPara>
                </a14:m>
                <a:endParaRPr lang="pt-BR" sz="1200">
                  <a:solidFill>
                    <a:schemeClr val="tx2">
                      <a:lumMod val="75000"/>
                      <a:lumOff val="25000"/>
                    </a:schemeClr>
                  </a:solidFill>
                </a:endParaRPr>
              </a:p>
            </p:txBody>
          </p:sp>
        </mc:Choice>
        <mc:Fallback xmlns="">
          <p:sp>
            <p:nvSpPr>
              <p:cNvPr id="150" name="CaixaDeTexto 149">
                <a:extLst>
                  <a:ext uri="{FF2B5EF4-FFF2-40B4-BE49-F238E27FC236}">
                    <a16:creationId xmlns:a16="http://schemas.microsoft.com/office/drawing/2014/main" id="{0550D8E6-8AFF-BD87-F245-D6EA4298D775}"/>
                  </a:ext>
                </a:extLst>
              </p:cNvPr>
              <p:cNvSpPr txBox="1">
                <a:spLocks noRot="1" noChangeAspect="1" noMove="1" noResize="1" noEditPoints="1" noAdjustHandles="1" noChangeArrowheads="1" noChangeShapeType="1" noTextEdit="1"/>
              </p:cNvSpPr>
              <p:nvPr/>
            </p:nvSpPr>
            <p:spPr>
              <a:xfrm>
                <a:off x="4960110" y="4580364"/>
                <a:ext cx="360612" cy="291298"/>
              </a:xfrm>
              <a:prstGeom prst="rect">
                <a:avLst/>
              </a:prstGeom>
              <a:blipFill>
                <a:blip r:embed="rId18"/>
                <a:stretch>
                  <a:fillRect r="-3390"/>
                </a:stretch>
              </a:blipFill>
            </p:spPr>
            <p:txBody>
              <a:bodyPr/>
              <a:lstStyle/>
              <a:p>
                <a:r>
                  <a:rPr lang="pt-BR">
                    <a:noFill/>
                  </a:rPr>
                  <a:t> </a:t>
                </a:r>
              </a:p>
            </p:txBody>
          </p:sp>
        </mc:Fallback>
      </mc:AlternateContent>
      <p:sp>
        <p:nvSpPr>
          <p:cNvPr id="151" name="Elipse 150">
            <a:extLst>
              <a:ext uri="{FF2B5EF4-FFF2-40B4-BE49-F238E27FC236}">
                <a16:creationId xmlns:a16="http://schemas.microsoft.com/office/drawing/2014/main" id="{E9021F1D-CA31-7D6A-4406-CDDEDF224CD8}"/>
              </a:ext>
            </a:extLst>
          </p:cNvPr>
          <p:cNvSpPr/>
          <p:nvPr/>
        </p:nvSpPr>
        <p:spPr>
          <a:xfrm>
            <a:off x="5210180" y="4952386"/>
            <a:ext cx="45720" cy="4572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154" name="CaixaDeTexto 153">
                <a:extLst>
                  <a:ext uri="{FF2B5EF4-FFF2-40B4-BE49-F238E27FC236}">
                    <a16:creationId xmlns:a16="http://schemas.microsoft.com/office/drawing/2014/main" id="{228935A9-A1BD-9580-C131-2399C269E132}"/>
                  </a:ext>
                </a:extLst>
              </p:cNvPr>
              <p:cNvSpPr txBox="1"/>
              <p:nvPr/>
            </p:nvSpPr>
            <p:spPr>
              <a:xfrm>
                <a:off x="1872499" y="5009891"/>
                <a:ext cx="518091" cy="2616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pt-BR" sz="1100" b="0" i="1" smtClean="0">
                          <a:latin typeface="Cambria Math" panose="02040503050406030204" pitchFamily="18" charset="0"/>
                        </a:rPr>
                        <m:t>(0,0)</m:t>
                      </m:r>
                    </m:oMath>
                  </m:oMathPara>
                </a14:m>
                <a:endParaRPr lang="pt-BR" sz="1100"/>
              </a:p>
            </p:txBody>
          </p:sp>
        </mc:Choice>
        <mc:Fallback xmlns="">
          <p:sp>
            <p:nvSpPr>
              <p:cNvPr id="154" name="CaixaDeTexto 153">
                <a:extLst>
                  <a:ext uri="{FF2B5EF4-FFF2-40B4-BE49-F238E27FC236}">
                    <a16:creationId xmlns:a16="http://schemas.microsoft.com/office/drawing/2014/main" id="{228935A9-A1BD-9580-C131-2399C269E132}"/>
                  </a:ext>
                </a:extLst>
              </p:cNvPr>
              <p:cNvSpPr txBox="1">
                <a:spLocks noRot="1" noChangeAspect="1" noMove="1" noResize="1" noEditPoints="1" noAdjustHandles="1" noChangeArrowheads="1" noChangeShapeType="1" noTextEdit="1"/>
              </p:cNvSpPr>
              <p:nvPr/>
            </p:nvSpPr>
            <p:spPr>
              <a:xfrm>
                <a:off x="1872499" y="5009891"/>
                <a:ext cx="518091" cy="261610"/>
              </a:xfrm>
              <a:prstGeom prst="rect">
                <a:avLst/>
              </a:prstGeom>
              <a:blipFill>
                <a:blip r:embed="rId19"/>
                <a:stretch>
                  <a:fillRect b="-2326"/>
                </a:stretch>
              </a:blipFill>
            </p:spPr>
            <p:txBody>
              <a:bodyPr/>
              <a:lstStyle/>
              <a:p>
                <a:r>
                  <a:rPr lang="pt-BR">
                    <a:noFill/>
                  </a:rPr>
                  <a:t> </a:t>
                </a:r>
              </a:p>
            </p:txBody>
          </p:sp>
        </mc:Fallback>
      </mc:AlternateContent>
      <p:grpSp>
        <p:nvGrpSpPr>
          <p:cNvPr id="170" name="Agrupar 169">
            <a:extLst>
              <a:ext uri="{FF2B5EF4-FFF2-40B4-BE49-F238E27FC236}">
                <a16:creationId xmlns:a16="http://schemas.microsoft.com/office/drawing/2014/main" id="{BB73D790-27B5-1445-9E89-2BBF406FCB04}"/>
              </a:ext>
            </a:extLst>
          </p:cNvPr>
          <p:cNvGrpSpPr/>
          <p:nvPr/>
        </p:nvGrpSpPr>
        <p:grpSpPr>
          <a:xfrm>
            <a:off x="2155700" y="4812307"/>
            <a:ext cx="3054480" cy="307777"/>
            <a:chOff x="2014932" y="4810398"/>
            <a:chExt cx="3054480" cy="307777"/>
          </a:xfrm>
        </p:grpSpPr>
        <p:cxnSp>
          <p:nvCxnSpPr>
            <p:cNvPr id="141" name="Conector de Seta Reta 140">
              <a:extLst>
                <a:ext uri="{FF2B5EF4-FFF2-40B4-BE49-F238E27FC236}">
                  <a16:creationId xmlns:a16="http://schemas.microsoft.com/office/drawing/2014/main" id="{D514260F-50E9-1A3F-C48E-438997749117}"/>
                </a:ext>
              </a:extLst>
            </p:cNvPr>
            <p:cNvCxnSpPr>
              <a:cxnSpLocks/>
            </p:cNvCxnSpPr>
            <p:nvPr/>
          </p:nvCxnSpPr>
          <p:spPr>
            <a:xfrm>
              <a:off x="2014932" y="4973986"/>
              <a:ext cx="3054480"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nvGrpSpPr>
            <p:cNvPr id="165" name="Agrupar 164">
              <a:extLst>
                <a:ext uri="{FF2B5EF4-FFF2-40B4-BE49-F238E27FC236}">
                  <a16:creationId xmlns:a16="http://schemas.microsoft.com/office/drawing/2014/main" id="{B3E3E7CA-2BE4-E481-7E10-CBACD61EA127}"/>
                </a:ext>
              </a:extLst>
            </p:cNvPr>
            <p:cNvGrpSpPr/>
            <p:nvPr/>
          </p:nvGrpSpPr>
          <p:grpSpPr>
            <a:xfrm>
              <a:off x="3487118" y="4810398"/>
              <a:ext cx="323165" cy="307777"/>
              <a:chOff x="3432139" y="4750389"/>
              <a:chExt cx="323165" cy="307777"/>
            </a:xfrm>
          </p:grpSpPr>
          <p:sp>
            <p:nvSpPr>
              <p:cNvPr id="163" name="Retângulo 162">
                <a:extLst>
                  <a:ext uri="{FF2B5EF4-FFF2-40B4-BE49-F238E27FC236}">
                    <a16:creationId xmlns:a16="http://schemas.microsoft.com/office/drawing/2014/main" id="{16F0A3AB-493C-808F-67F0-ECF7FD5DFB9E}"/>
                  </a:ext>
                </a:extLst>
              </p:cNvPr>
              <p:cNvSpPr/>
              <p:nvPr/>
            </p:nvSpPr>
            <p:spPr>
              <a:xfrm>
                <a:off x="3503712" y="4761148"/>
                <a:ext cx="180020" cy="231107"/>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140" name="CaixaDeTexto 139">
                    <a:extLst>
                      <a:ext uri="{FF2B5EF4-FFF2-40B4-BE49-F238E27FC236}">
                        <a16:creationId xmlns:a16="http://schemas.microsoft.com/office/drawing/2014/main" id="{8F8E8CCE-6E96-B01A-1BE5-54881D29AF3E}"/>
                      </a:ext>
                    </a:extLst>
                  </p:cNvPr>
                  <p:cNvSpPr txBox="1"/>
                  <p:nvPr/>
                </p:nvSpPr>
                <p:spPr>
                  <a:xfrm>
                    <a:off x="3432139" y="4750389"/>
                    <a:ext cx="323165"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acc>
                            <m:accPr>
                              <m:chr m:val="⃗"/>
                              <m:ctrlPr>
                                <a:rPr lang="pt-BR" sz="1400" b="0" i="1" smtClean="0">
                                  <a:solidFill>
                                    <a:srgbClr val="FF0000"/>
                                  </a:solidFill>
                                  <a:latin typeface="Cambria Math" panose="02040503050406030204" pitchFamily="18" charset="0"/>
                                </a:rPr>
                              </m:ctrlPr>
                            </m:accPr>
                            <m:e>
                              <m:r>
                                <a:rPr lang="pt-BR" sz="1400" b="0" i="1" smtClean="0">
                                  <a:solidFill>
                                    <a:srgbClr val="FF0000"/>
                                  </a:solidFill>
                                  <a:latin typeface="Cambria Math" panose="02040503050406030204" pitchFamily="18" charset="0"/>
                                </a:rPr>
                                <m:t>𝑞</m:t>
                              </m:r>
                            </m:e>
                          </m:acc>
                        </m:oMath>
                      </m:oMathPara>
                    </a14:m>
                    <a:endParaRPr lang="pt-BR" sz="1400"/>
                  </a:p>
                </p:txBody>
              </p:sp>
            </mc:Choice>
            <mc:Fallback xmlns="">
              <p:sp>
                <p:nvSpPr>
                  <p:cNvPr id="140" name="CaixaDeTexto 139">
                    <a:extLst>
                      <a:ext uri="{FF2B5EF4-FFF2-40B4-BE49-F238E27FC236}">
                        <a16:creationId xmlns:a16="http://schemas.microsoft.com/office/drawing/2014/main" id="{8F8E8CCE-6E96-B01A-1BE5-54881D29AF3E}"/>
                      </a:ext>
                    </a:extLst>
                  </p:cNvPr>
                  <p:cNvSpPr txBox="1">
                    <a:spLocks noRot="1" noChangeAspect="1" noMove="1" noResize="1" noEditPoints="1" noAdjustHandles="1" noChangeArrowheads="1" noChangeShapeType="1" noTextEdit="1"/>
                  </p:cNvSpPr>
                  <p:nvPr/>
                </p:nvSpPr>
                <p:spPr>
                  <a:xfrm>
                    <a:off x="3432139" y="4750389"/>
                    <a:ext cx="323165" cy="307777"/>
                  </a:xfrm>
                  <a:prstGeom prst="rect">
                    <a:avLst/>
                  </a:prstGeom>
                  <a:blipFill>
                    <a:blip r:embed="rId20"/>
                    <a:stretch>
                      <a:fillRect t="-11765" r="-11321"/>
                    </a:stretch>
                  </a:blipFill>
                </p:spPr>
                <p:txBody>
                  <a:bodyPr/>
                  <a:lstStyle/>
                  <a:p>
                    <a:r>
                      <a:rPr lang="pt-BR">
                        <a:noFill/>
                      </a:rPr>
                      <a:t> </a:t>
                    </a:r>
                  </a:p>
                </p:txBody>
              </p:sp>
            </mc:Fallback>
          </mc:AlternateContent>
        </p:grpSp>
      </p:grpSp>
      <p:grpSp>
        <p:nvGrpSpPr>
          <p:cNvPr id="167" name="Agrupar 166">
            <a:extLst>
              <a:ext uri="{FF2B5EF4-FFF2-40B4-BE49-F238E27FC236}">
                <a16:creationId xmlns:a16="http://schemas.microsoft.com/office/drawing/2014/main" id="{8A2CDBCD-4BAD-47E1-E4CC-C12C2F010740}"/>
              </a:ext>
            </a:extLst>
          </p:cNvPr>
          <p:cNvGrpSpPr/>
          <p:nvPr/>
        </p:nvGrpSpPr>
        <p:grpSpPr>
          <a:xfrm>
            <a:off x="3790303" y="4418015"/>
            <a:ext cx="323165" cy="324384"/>
            <a:chOff x="3432139" y="4750389"/>
            <a:chExt cx="323165" cy="324384"/>
          </a:xfrm>
        </p:grpSpPr>
        <p:sp>
          <p:nvSpPr>
            <p:cNvPr id="168" name="Retângulo 167">
              <a:extLst>
                <a:ext uri="{FF2B5EF4-FFF2-40B4-BE49-F238E27FC236}">
                  <a16:creationId xmlns:a16="http://schemas.microsoft.com/office/drawing/2014/main" id="{46E5D5DB-43ED-4206-FBBD-AD7C5A90A2E1}"/>
                </a:ext>
              </a:extLst>
            </p:cNvPr>
            <p:cNvSpPr/>
            <p:nvPr/>
          </p:nvSpPr>
          <p:spPr>
            <a:xfrm>
              <a:off x="3503712" y="4761148"/>
              <a:ext cx="180020" cy="231107"/>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169" name="CaixaDeTexto 168">
                  <a:extLst>
                    <a:ext uri="{FF2B5EF4-FFF2-40B4-BE49-F238E27FC236}">
                      <a16:creationId xmlns:a16="http://schemas.microsoft.com/office/drawing/2014/main" id="{BC9AFC3E-7134-6441-1E38-832054D739F0}"/>
                    </a:ext>
                  </a:extLst>
                </p:cNvPr>
                <p:cNvSpPr txBox="1"/>
                <p:nvPr/>
              </p:nvSpPr>
              <p:spPr>
                <a:xfrm>
                  <a:off x="3432139" y="4750389"/>
                  <a:ext cx="323165" cy="32438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sz="1400" b="0" i="1" smtClean="0">
                                <a:solidFill>
                                  <a:schemeClr val="tx1"/>
                                </a:solidFill>
                                <a:latin typeface="Cambria Math" panose="02040503050406030204" pitchFamily="18" charset="0"/>
                              </a:rPr>
                            </m:ctrlPr>
                          </m:sSubPr>
                          <m:e>
                            <m:acc>
                              <m:accPr>
                                <m:chr m:val="⃗"/>
                                <m:ctrlPr>
                                  <a:rPr lang="pt-BR" sz="1400" b="0" i="1" smtClean="0">
                                    <a:solidFill>
                                      <a:schemeClr val="tx1"/>
                                    </a:solidFill>
                                    <a:latin typeface="Cambria Math" panose="02040503050406030204" pitchFamily="18" charset="0"/>
                                  </a:rPr>
                                </m:ctrlPr>
                              </m:accPr>
                              <m:e>
                                <m:r>
                                  <a:rPr lang="pt-BR" sz="1400" b="0" i="1" smtClean="0">
                                    <a:solidFill>
                                      <a:schemeClr val="tx1"/>
                                    </a:solidFill>
                                    <a:latin typeface="Cambria Math" panose="02040503050406030204" pitchFamily="18" charset="0"/>
                                  </a:rPr>
                                  <m:t>𝑟</m:t>
                                </m:r>
                              </m:e>
                            </m:acc>
                          </m:e>
                          <m:sub>
                            <m:r>
                              <a:rPr lang="pt-BR" sz="1400" b="0" i="1" smtClean="0">
                                <a:solidFill>
                                  <a:schemeClr val="tx1"/>
                                </a:solidFill>
                                <a:latin typeface="Cambria Math" panose="02040503050406030204" pitchFamily="18" charset="0"/>
                              </a:rPr>
                              <m:t>𝑞</m:t>
                            </m:r>
                          </m:sub>
                        </m:sSub>
                      </m:oMath>
                    </m:oMathPara>
                  </a14:m>
                  <a:endParaRPr lang="pt-BR" sz="1400">
                    <a:solidFill>
                      <a:schemeClr val="tx1"/>
                    </a:solidFill>
                  </a:endParaRPr>
                </a:p>
              </p:txBody>
            </p:sp>
          </mc:Choice>
          <mc:Fallback xmlns="">
            <p:sp>
              <p:nvSpPr>
                <p:cNvPr id="169" name="CaixaDeTexto 168">
                  <a:extLst>
                    <a:ext uri="{FF2B5EF4-FFF2-40B4-BE49-F238E27FC236}">
                      <a16:creationId xmlns:a16="http://schemas.microsoft.com/office/drawing/2014/main" id="{BC9AFC3E-7134-6441-1E38-832054D739F0}"/>
                    </a:ext>
                  </a:extLst>
                </p:cNvPr>
                <p:cNvSpPr txBox="1">
                  <a:spLocks noRot="1" noChangeAspect="1" noMove="1" noResize="1" noEditPoints="1" noAdjustHandles="1" noChangeArrowheads="1" noChangeShapeType="1" noTextEdit="1"/>
                </p:cNvSpPr>
                <p:nvPr/>
              </p:nvSpPr>
              <p:spPr>
                <a:xfrm>
                  <a:off x="3432139" y="4750389"/>
                  <a:ext cx="323165" cy="324384"/>
                </a:xfrm>
                <a:prstGeom prst="rect">
                  <a:avLst/>
                </a:prstGeom>
                <a:blipFill>
                  <a:blip r:embed="rId21"/>
                  <a:stretch>
                    <a:fillRect t="-9434" r="-3774"/>
                  </a:stretch>
                </a:blipFill>
              </p:spPr>
              <p:txBody>
                <a:bodyPr/>
                <a:lstStyle/>
                <a:p>
                  <a:r>
                    <a:rPr lang="pt-BR">
                      <a:noFill/>
                    </a:rPr>
                    <a:t> </a:t>
                  </a:r>
                </a:p>
              </p:txBody>
            </p:sp>
          </mc:Fallback>
        </mc:AlternateContent>
      </p:grpSp>
      <p:grpSp>
        <p:nvGrpSpPr>
          <p:cNvPr id="172" name="Agrupar 171">
            <a:extLst>
              <a:ext uri="{FF2B5EF4-FFF2-40B4-BE49-F238E27FC236}">
                <a16:creationId xmlns:a16="http://schemas.microsoft.com/office/drawing/2014/main" id="{1982672A-104B-7FC0-4D03-231A458FB04C}"/>
              </a:ext>
            </a:extLst>
          </p:cNvPr>
          <p:cNvGrpSpPr/>
          <p:nvPr/>
        </p:nvGrpSpPr>
        <p:grpSpPr>
          <a:xfrm>
            <a:off x="403988" y="4784730"/>
            <a:ext cx="687372" cy="307777"/>
            <a:chOff x="1698324" y="3917643"/>
            <a:chExt cx="687372" cy="307777"/>
          </a:xfrm>
        </p:grpSpPr>
        <mc:AlternateContent xmlns:mc="http://schemas.openxmlformats.org/markup-compatibility/2006" xmlns:a14="http://schemas.microsoft.com/office/drawing/2010/main">
          <mc:Choice Requires="a14">
            <p:sp>
              <p:nvSpPr>
                <p:cNvPr id="166" name="CaixaDeTexto 165">
                  <a:extLst>
                    <a:ext uri="{FF2B5EF4-FFF2-40B4-BE49-F238E27FC236}">
                      <a16:creationId xmlns:a16="http://schemas.microsoft.com/office/drawing/2014/main" id="{A82C9BBC-F747-C028-B620-35C7FAD20589}"/>
                    </a:ext>
                  </a:extLst>
                </p:cNvPr>
                <p:cNvSpPr txBox="1"/>
                <p:nvPr/>
              </p:nvSpPr>
              <p:spPr>
                <a:xfrm>
                  <a:off x="1698324" y="3917643"/>
                  <a:ext cx="656911"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acc>
                          <m:accPr>
                            <m:chr m:val="⃗"/>
                            <m:ctrlPr>
                              <a:rPr lang="pt-BR" sz="1400" b="0" i="1" smtClean="0">
                                <a:solidFill>
                                  <a:schemeClr val="tx1"/>
                                </a:solidFill>
                                <a:latin typeface="Cambria Math" panose="02040503050406030204" pitchFamily="18" charset="0"/>
                              </a:rPr>
                            </m:ctrlPr>
                          </m:accPr>
                          <m:e>
                            <m:r>
                              <a:rPr lang="pt-BR" sz="1400" b="0" i="1" smtClean="0">
                                <a:solidFill>
                                  <a:schemeClr val="tx1"/>
                                </a:solidFill>
                                <a:latin typeface="Cambria Math" panose="02040503050406030204" pitchFamily="18" charset="0"/>
                              </a:rPr>
                              <m:t>𝑝</m:t>
                            </m:r>
                          </m:e>
                        </m:acc>
                        <m:r>
                          <a:rPr lang="pt-BR" sz="1400" b="0" i="1" smtClean="0">
                            <a:solidFill>
                              <a:schemeClr val="tx1"/>
                            </a:solidFill>
                            <a:latin typeface="Cambria Math" panose="02040503050406030204" pitchFamily="18" charset="0"/>
                          </a:rPr>
                          <m:t>=0</m:t>
                        </m:r>
                      </m:oMath>
                    </m:oMathPara>
                  </a14:m>
                  <a:endParaRPr lang="pt-BR" sz="1400" b="0">
                    <a:solidFill>
                      <a:schemeClr val="tx1"/>
                    </a:solidFill>
                  </a:endParaRPr>
                </a:p>
              </p:txBody>
            </p:sp>
          </mc:Choice>
          <mc:Fallback xmlns="">
            <p:sp>
              <p:nvSpPr>
                <p:cNvPr id="166" name="CaixaDeTexto 165">
                  <a:extLst>
                    <a:ext uri="{FF2B5EF4-FFF2-40B4-BE49-F238E27FC236}">
                      <a16:creationId xmlns:a16="http://schemas.microsoft.com/office/drawing/2014/main" id="{A82C9BBC-F747-C028-B620-35C7FAD20589}"/>
                    </a:ext>
                  </a:extLst>
                </p:cNvPr>
                <p:cNvSpPr txBox="1">
                  <a:spLocks noRot="1" noChangeAspect="1" noMove="1" noResize="1" noEditPoints="1" noAdjustHandles="1" noChangeArrowheads="1" noChangeShapeType="1" noTextEdit="1"/>
                </p:cNvSpPr>
                <p:nvPr/>
              </p:nvSpPr>
              <p:spPr>
                <a:xfrm>
                  <a:off x="1698324" y="3917643"/>
                  <a:ext cx="656911" cy="307777"/>
                </a:xfrm>
                <a:prstGeom prst="rect">
                  <a:avLst/>
                </a:prstGeom>
                <a:blipFill>
                  <a:blip r:embed="rId22"/>
                  <a:stretch>
                    <a:fillRect t="-12000" b="-2000"/>
                  </a:stretch>
                </a:blipFill>
              </p:spPr>
              <p:txBody>
                <a:bodyPr/>
                <a:lstStyle/>
                <a:p>
                  <a:r>
                    <a:rPr lang="pt-BR">
                      <a:noFill/>
                    </a:rPr>
                    <a:t> </a:t>
                  </a:r>
                </a:p>
              </p:txBody>
            </p:sp>
          </mc:Fallback>
        </mc:AlternateContent>
        <p:sp>
          <p:nvSpPr>
            <p:cNvPr id="171" name="Retângulo 170">
              <a:extLst>
                <a:ext uri="{FF2B5EF4-FFF2-40B4-BE49-F238E27FC236}">
                  <a16:creationId xmlns:a16="http://schemas.microsoft.com/office/drawing/2014/main" id="{02CB6E6A-0F3A-5D69-B1CD-277FDC3037EB}"/>
                </a:ext>
              </a:extLst>
            </p:cNvPr>
            <p:cNvSpPr/>
            <p:nvPr/>
          </p:nvSpPr>
          <p:spPr>
            <a:xfrm>
              <a:off x="1698324" y="3917643"/>
              <a:ext cx="687372" cy="307777"/>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cxnSp>
        <p:nvCxnSpPr>
          <p:cNvPr id="156" name="Conector de Seta Reta 155">
            <a:extLst>
              <a:ext uri="{FF2B5EF4-FFF2-40B4-BE49-F238E27FC236}">
                <a16:creationId xmlns:a16="http://schemas.microsoft.com/office/drawing/2014/main" id="{04565E15-2E9E-B47D-BBFE-D082939028E0}"/>
              </a:ext>
            </a:extLst>
          </p:cNvPr>
          <p:cNvCxnSpPr>
            <a:cxnSpLocks/>
          </p:cNvCxnSpPr>
          <p:nvPr/>
        </p:nvCxnSpPr>
        <p:spPr>
          <a:xfrm flipV="1">
            <a:off x="2146774" y="4622690"/>
            <a:ext cx="2723017" cy="341597"/>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42" name="Conector reto 141">
            <a:extLst>
              <a:ext uri="{FF2B5EF4-FFF2-40B4-BE49-F238E27FC236}">
                <a16:creationId xmlns:a16="http://schemas.microsoft.com/office/drawing/2014/main" id="{308A1BBC-82BB-C4CF-E29D-E1FB615D3E79}"/>
              </a:ext>
            </a:extLst>
          </p:cNvPr>
          <p:cNvCxnSpPr>
            <a:cxnSpLocks/>
          </p:cNvCxnSpPr>
          <p:nvPr/>
        </p:nvCxnSpPr>
        <p:spPr>
          <a:xfrm>
            <a:off x="2131545" y="4973986"/>
            <a:ext cx="507534" cy="3969"/>
          </a:xfrm>
          <a:prstGeom prst="line">
            <a:avLst/>
          </a:prstGeom>
          <a:ln w="1270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48" name="Elipse 147">
            <a:extLst>
              <a:ext uri="{FF2B5EF4-FFF2-40B4-BE49-F238E27FC236}">
                <a16:creationId xmlns:a16="http://schemas.microsoft.com/office/drawing/2014/main" id="{35391369-9161-1CA2-3441-E46D838D474D}"/>
              </a:ext>
            </a:extLst>
          </p:cNvPr>
          <p:cNvSpPr/>
          <p:nvPr/>
        </p:nvSpPr>
        <p:spPr>
          <a:xfrm>
            <a:off x="2108685" y="4941427"/>
            <a:ext cx="45720" cy="4572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25764495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9" name="Elipse 38">
            <a:extLst>
              <a:ext uri="{FF2B5EF4-FFF2-40B4-BE49-F238E27FC236}">
                <a16:creationId xmlns:a16="http://schemas.microsoft.com/office/drawing/2014/main" id="{DDC0B1C0-326B-5A6A-6367-C5197EAFD90A}"/>
              </a:ext>
            </a:extLst>
          </p:cNvPr>
          <p:cNvSpPr/>
          <p:nvPr/>
        </p:nvSpPr>
        <p:spPr>
          <a:xfrm>
            <a:off x="1631504" y="1124744"/>
            <a:ext cx="1005840" cy="1005840"/>
          </a:xfrm>
          <a:prstGeom prst="ellipse">
            <a:avLst/>
          </a:prstGeom>
          <a:noFill/>
          <a:ln w="19050">
            <a:solidFill>
              <a:schemeClr val="tx2">
                <a:lumMod val="90000"/>
                <a:lumOff val="10000"/>
              </a:schemeClr>
            </a:solidFill>
            <a:prstDash val="lgDash"/>
          </a:ln>
        </p:spPr>
        <p:style>
          <a:lnRef idx="0">
            <a:scrgbClr r="0" g="0" b="0"/>
          </a:lnRef>
          <a:fillRef idx="0">
            <a:scrgbClr r="0" g="0" b="0"/>
          </a:fillRef>
          <a:effectRef idx="0">
            <a:scrgbClr r="0" g="0" b="0"/>
          </a:effectRef>
          <a:fontRef idx="minor">
            <a:schemeClr val="lt1"/>
          </a:fontRef>
        </p:style>
        <p:txBody>
          <a:bodyPr rtlCol="0" anchor="ctr"/>
          <a:lstStyle/>
          <a:p>
            <a:pPr algn="ctr"/>
            <a:endParaRPr lang="pt-BR"/>
          </a:p>
        </p:txBody>
      </p:sp>
      <p:sp>
        <p:nvSpPr>
          <p:cNvPr id="2" name="Elipse 1">
            <a:extLst>
              <a:ext uri="{FF2B5EF4-FFF2-40B4-BE49-F238E27FC236}">
                <a16:creationId xmlns:a16="http://schemas.microsoft.com/office/drawing/2014/main" id="{5190BEF2-9F43-A48F-4ECB-F20D4FF0E227}"/>
              </a:ext>
            </a:extLst>
          </p:cNvPr>
          <p:cNvSpPr/>
          <p:nvPr/>
        </p:nvSpPr>
        <p:spPr>
          <a:xfrm>
            <a:off x="4729702" y="1126905"/>
            <a:ext cx="1005840" cy="1005840"/>
          </a:xfrm>
          <a:prstGeom prst="ellipse">
            <a:avLst/>
          </a:prstGeom>
          <a:noFill/>
          <a:ln w="19050">
            <a:solidFill>
              <a:schemeClr val="accent1">
                <a:lumMod val="60000"/>
                <a:lumOff val="40000"/>
              </a:schemeClr>
            </a:solidFill>
            <a:prstDash val="lgDash"/>
          </a:ln>
        </p:spPr>
        <p:style>
          <a:lnRef idx="0">
            <a:scrgbClr r="0" g="0" b="0"/>
          </a:lnRef>
          <a:fillRef idx="0">
            <a:scrgbClr r="0" g="0" b="0"/>
          </a:fillRef>
          <a:effectRef idx="0">
            <a:scrgbClr r="0" g="0" b="0"/>
          </a:effectRef>
          <a:fontRef idx="minor">
            <a:schemeClr val="lt1"/>
          </a:fontRef>
        </p:style>
        <p:txBody>
          <a:bodyPr rtlCol="0" anchor="ctr"/>
          <a:lstStyle/>
          <a:p>
            <a:pPr algn="ctr"/>
            <a:endParaRPr lang="pt-BR"/>
          </a:p>
        </p:txBody>
      </p:sp>
      <p:cxnSp>
        <p:nvCxnSpPr>
          <p:cNvPr id="42" name="Conector de Seta Reta 41">
            <a:extLst>
              <a:ext uri="{FF2B5EF4-FFF2-40B4-BE49-F238E27FC236}">
                <a16:creationId xmlns:a16="http://schemas.microsoft.com/office/drawing/2014/main" id="{B1570981-55A4-BF07-0DCD-94E7E3AB486B}"/>
              </a:ext>
            </a:extLst>
          </p:cNvPr>
          <p:cNvCxnSpPr>
            <a:cxnSpLocks/>
            <a:stCxn id="52" idx="1"/>
            <a:endCxn id="12" idx="5"/>
          </p:cNvCxnSpPr>
          <p:nvPr/>
        </p:nvCxnSpPr>
        <p:spPr>
          <a:xfrm flipH="1" flipV="1">
            <a:off x="2529307" y="1306536"/>
            <a:ext cx="1032058" cy="1528494"/>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54" name="CaixaDeTexto 53">
                <a:extLst>
                  <a:ext uri="{FF2B5EF4-FFF2-40B4-BE49-F238E27FC236}">
                    <a16:creationId xmlns:a16="http://schemas.microsoft.com/office/drawing/2014/main" id="{A4F3CD97-3E4C-E20C-001F-392E19689A2D}"/>
                  </a:ext>
                </a:extLst>
              </p:cNvPr>
              <p:cNvSpPr txBox="1"/>
              <p:nvPr/>
            </p:nvSpPr>
            <p:spPr>
              <a:xfrm>
                <a:off x="2713149" y="1898179"/>
                <a:ext cx="367473" cy="32438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acc>
                            <m:accPr>
                              <m:chr m:val="⃗"/>
                              <m:ctrlPr>
                                <a:rPr lang="pt-BR" sz="1400" i="1" smtClean="0">
                                  <a:latin typeface="Cambria Math" panose="02040503050406030204" pitchFamily="18" charset="0"/>
                                </a:rPr>
                              </m:ctrlPr>
                            </m:accPr>
                            <m:e>
                              <m:r>
                                <a:rPr lang="pt-BR" sz="1400" b="0" i="1" smtClean="0">
                                  <a:latin typeface="Cambria Math" panose="02040503050406030204" pitchFamily="18" charset="0"/>
                                </a:rPr>
                                <m:t>𝑟</m:t>
                              </m:r>
                            </m:e>
                          </m:acc>
                        </m:e>
                        <m:sub>
                          <m:r>
                            <a:rPr lang="pt-BR" sz="1400" i="1" smtClean="0">
                              <a:latin typeface="Cambria Math" panose="02040503050406030204" pitchFamily="18" charset="0"/>
                            </a:rPr>
                            <m:t>𝑝</m:t>
                          </m:r>
                        </m:sub>
                      </m:sSub>
                    </m:oMath>
                  </m:oMathPara>
                </a14:m>
                <a:endParaRPr lang="pt-BR" sz="1400"/>
              </a:p>
            </p:txBody>
          </p:sp>
        </mc:Choice>
        <mc:Fallback xmlns="">
          <p:sp>
            <p:nvSpPr>
              <p:cNvPr id="54" name="CaixaDeTexto 53">
                <a:extLst>
                  <a:ext uri="{FF2B5EF4-FFF2-40B4-BE49-F238E27FC236}">
                    <a16:creationId xmlns:a16="http://schemas.microsoft.com/office/drawing/2014/main" id="{A4F3CD97-3E4C-E20C-001F-392E19689A2D}"/>
                  </a:ext>
                </a:extLst>
              </p:cNvPr>
              <p:cNvSpPr txBox="1">
                <a:spLocks noRot="1" noChangeAspect="1" noMove="1" noResize="1" noEditPoints="1" noAdjustHandles="1" noChangeArrowheads="1" noChangeShapeType="1" noTextEdit="1"/>
              </p:cNvSpPr>
              <p:nvPr/>
            </p:nvSpPr>
            <p:spPr>
              <a:xfrm>
                <a:off x="2713149" y="1898179"/>
                <a:ext cx="367473" cy="324384"/>
              </a:xfrm>
              <a:prstGeom prst="rect">
                <a:avLst/>
              </a:prstGeom>
              <a:blipFill>
                <a:blip r:embed="rId2"/>
                <a:stretch>
                  <a:fillRect t="-9259" r="-10000"/>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34" name="CaixaDeTexto 33">
                <a:extLst>
                  <a:ext uri="{FF2B5EF4-FFF2-40B4-BE49-F238E27FC236}">
                    <a16:creationId xmlns:a16="http://schemas.microsoft.com/office/drawing/2014/main" id="{898C49C5-814C-1386-43E2-54B3C507507B}"/>
                  </a:ext>
                </a:extLst>
              </p:cNvPr>
              <p:cNvSpPr txBox="1"/>
              <p:nvPr/>
            </p:nvSpPr>
            <p:spPr>
              <a:xfrm>
                <a:off x="3313431" y="2869903"/>
                <a:ext cx="518091" cy="2616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pt-BR" sz="1100" b="0" i="1" smtClean="0">
                          <a:latin typeface="Cambria Math" panose="02040503050406030204" pitchFamily="18" charset="0"/>
                        </a:rPr>
                        <m:t>(0,0)</m:t>
                      </m:r>
                    </m:oMath>
                  </m:oMathPara>
                </a14:m>
                <a:endParaRPr lang="pt-BR" sz="1100"/>
              </a:p>
            </p:txBody>
          </p:sp>
        </mc:Choice>
        <mc:Fallback xmlns="">
          <p:sp>
            <p:nvSpPr>
              <p:cNvPr id="34" name="CaixaDeTexto 33">
                <a:extLst>
                  <a:ext uri="{FF2B5EF4-FFF2-40B4-BE49-F238E27FC236}">
                    <a16:creationId xmlns:a16="http://schemas.microsoft.com/office/drawing/2014/main" id="{898C49C5-814C-1386-43E2-54B3C507507B}"/>
                  </a:ext>
                </a:extLst>
              </p:cNvPr>
              <p:cNvSpPr txBox="1">
                <a:spLocks noRot="1" noChangeAspect="1" noMove="1" noResize="1" noEditPoints="1" noAdjustHandles="1" noChangeArrowheads="1" noChangeShapeType="1" noTextEdit="1"/>
              </p:cNvSpPr>
              <p:nvPr/>
            </p:nvSpPr>
            <p:spPr>
              <a:xfrm>
                <a:off x="3313431" y="2869903"/>
                <a:ext cx="518091" cy="261610"/>
              </a:xfrm>
              <a:prstGeom prst="rect">
                <a:avLst/>
              </a:prstGeom>
              <a:blipFill>
                <a:blip r:embed="rId3"/>
                <a:stretch>
                  <a:fillRect b="-2326"/>
                </a:stretch>
              </a:blipFill>
            </p:spPr>
            <p:txBody>
              <a:bodyPr/>
              <a:lstStyle/>
              <a:p>
                <a:r>
                  <a:rPr lang="pt-BR">
                    <a:noFill/>
                  </a:rPr>
                  <a:t> </a:t>
                </a:r>
              </a:p>
            </p:txBody>
          </p:sp>
        </mc:Fallback>
      </mc:AlternateContent>
      <p:grpSp>
        <p:nvGrpSpPr>
          <p:cNvPr id="110" name="Agrupar 109">
            <a:extLst>
              <a:ext uri="{FF2B5EF4-FFF2-40B4-BE49-F238E27FC236}">
                <a16:creationId xmlns:a16="http://schemas.microsoft.com/office/drawing/2014/main" id="{8497BA6C-89E3-8DC0-A90B-A4EF4DDAEBC8}"/>
              </a:ext>
            </a:extLst>
          </p:cNvPr>
          <p:cNvGrpSpPr/>
          <p:nvPr/>
        </p:nvGrpSpPr>
        <p:grpSpPr>
          <a:xfrm>
            <a:off x="6699424" y="1432299"/>
            <a:ext cx="4392223" cy="914749"/>
            <a:chOff x="6943911" y="2650604"/>
            <a:chExt cx="4392223" cy="914749"/>
          </a:xfrm>
        </p:grpSpPr>
        <p:grpSp>
          <p:nvGrpSpPr>
            <p:cNvPr id="108" name="Agrupar 107">
              <a:extLst>
                <a:ext uri="{FF2B5EF4-FFF2-40B4-BE49-F238E27FC236}">
                  <a16:creationId xmlns:a16="http://schemas.microsoft.com/office/drawing/2014/main" id="{C7366F91-043F-FD71-E6CB-A8A347854022}"/>
                </a:ext>
              </a:extLst>
            </p:cNvPr>
            <p:cNvGrpSpPr/>
            <p:nvPr/>
          </p:nvGrpSpPr>
          <p:grpSpPr>
            <a:xfrm>
              <a:off x="6979428" y="2650604"/>
              <a:ext cx="4356706" cy="871965"/>
              <a:chOff x="6979428" y="2650604"/>
              <a:chExt cx="4356706" cy="871965"/>
            </a:xfrm>
          </p:grpSpPr>
          <mc:AlternateContent xmlns:mc="http://schemas.openxmlformats.org/markup-compatibility/2006" xmlns:a14="http://schemas.microsoft.com/office/drawing/2010/main">
            <mc:Choice Requires="a14">
              <p:sp>
                <p:nvSpPr>
                  <p:cNvPr id="70" name="CaixaDeTexto 69">
                    <a:extLst>
                      <a:ext uri="{FF2B5EF4-FFF2-40B4-BE49-F238E27FC236}">
                        <a16:creationId xmlns:a16="http://schemas.microsoft.com/office/drawing/2014/main" id="{A7DECBBD-8841-8249-3E88-FD2983F91567}"/>
                      </a:ext>
                    </a:extLst>
                  </p:cNvPr>
                  <p:cNvSpPr txBox="1"/>
                  <p:nvPr/>
                </p:nvSpPr>
                <p:spPr>
                  <a:xfrm>
                    <a:off x="6979429" y="2650604"/>
                    <a:ext cx="4356705" cy="37516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600" i="1" smtClean="0">
                                  <a:latin typeface="Cambria Math" panose="02040503050406030204" pitchFamily="18" charset="0"/>
                                </a:rPr>
                              </m:ctrlPr>
                            </m:sSubPr>
                            <m:e>
                              <m:acc>
                                <m:accPr>
                                  <m:chr m:val="⃗"/>
                                  <m:ctrlPr>
                                    <a:rPr lang="pt-BR" sz="1600" i="1">
                                      <a:latin typeface="Cambria Math" panose="02040503050406030204" pitchFamily="18" charset="0"/>
                                    </a:rPr>
                                  </m:ctrlPr>
                                </m:accPr>
                                <m:e>
                                  <m:r>
                                    <a:rPr lang="pt-BR" sz="1600" i="1">
                                      <a:latin typeface="Cambria Math" panose="02040503050406030204" pitchFamily="18" charset="0"/>
                                    </a:rPr>
                                    <m:t>𝑟</m:t>
                                  </m:r>
                                </m:e>
                              </m:acc>
                            </m:e>
                            <m:sub>
                              <m:r>
                                <a:rPr lang="pt-BR" sz="1600" i="1">
                                  <a:latin typeface="Cambria Math" panose="02040503050406030204" pitchFamily="18" charset="0"/>
                                </a:rPr>
                                <m:t>𝑝</m:t>
                              </m:r>
                            </m:sub>
                          </m:sSub>
                          <m:r>
                            <a:rPr lang="pt-BR" sz="1600" b="0" i="1" smtClean="0">
                              <a:latin typeface="Cambria Math" panose="02040503050406030204" pitchFamily="18" charset="0"/>
                            </a:rPr>
                            <m:t>(</m:t>
                          </m:r>
                          <m:r>
                            <a:rPr lang="pt-BR" sz="1600" b="0" i="1" smtClean="0">
                              <a:latin typeface="Cambria Math" panose="02040503050406030204" pitchFamily="18" charset="0"/>
                            </a:rPr>
                            <m:t>𝜃</m:t>
                          </m:r>
                          <m:r>
                            <a:rPr lang="pt-BR" sz="1600" b="0" i="1" smtClean="0">
                              <a:latin typeface="Cambria Math" panose="02040503050406030204" pitchFamily="18" charset="0"/>
                            </a:rPr>
                            <m:t>)=</m:t>
                          </m:r>
                          <m:d>
                            <m:dPr>
                              <m:ctrlPr>
                                <a:rPr lang="pt-BR" sz="1600" b="0" i="1" smtClean="0">
                                  <a:latin typeface="Cambria Math" panose="02040503050406030204" pitchFamily="18" charset="0"/>
                                </a:rPr>
                              </m:ctrlPr>
                            </m:dPr>
                            <m:e>
                              <m:sSub>
                                <m:sSubPr>
                                  <m:ctrlPr>
                                    <a:rPr lang="pt-BR" sz="1600" b="0" i="1" smtClean="0">
                                      <a:latin typeface="Cambria Math" panose="02040503050406030204" pitchFamily="18" charset="0"/>
                                    </a:rPr>
                                  </m:ctrlPr>
                                </m:sSubPr>
                                <m:e>
                                  <m:r>
                                    <a:rPr lang="pt-BR" sz="1600" b="0" i="1" smtClean="0">
                                      <a:latin typeface="Cambria Math" panose="02040503050406030204" pitchFamily="18" charset="0"/>
                                    </a:rPr>
                                    <m:t>𝑥</m:t>
                                  </m:r>
                                </m:e>
                                <m:sub>
                                  <m:r>
                                    <a:rPr lang="pt-BR" sz="1600" b="0" i="1" smtClean="0">
                                      <a:latin typeface="Cambria Math" panose="02040503050406030204" pitchFamily="18" charset="0"/>
                                    </a:rPr>
                                    <m:t>𝑝</m:t>
                                  </m:r>
                                </m:sub>
                              </m:sSub>
                              <m:r>
                                <a:rPr lang="pt-BR" sz="1600" b="0" i="1" smtClean="0">
                                  <a:latin typeface="Cambria Math" panose="02040503050406030204" pitchFamily="18" charset="0"/>
                                </a:rPr>
                                <m:t>+</m:t>
                              </m:r>
                              <m:sSub>
                                <m:sSubPr>
                                  <m:ctrlPr>
                                    <a:rPr lang="pt-BR" sz="1600" b="0" i="1" smtClean="0">
                                      <a:latin typeface="Cambria Math" panose="02040503050406030204" pitchFamily="18" charset="0"/>
                                    </a:rPr>
                                  </m:ctrlPr>
                                </m:sSubPr>
                                <m:e>
                                  <m:r>
                                    <a:rPr lang="pt-BR" sz="1600" b="0" i="1" smtClean="0">
                                      <a:latin typeface="Cambria Math" panose="02040503050406030204" pitchFamily="18" charset="0"/>
                                    </a:rPr>
                                    <m:t>𝑎</m:t>
                                  </m:r>
                                </m:e>
                                <m:sub>
                                  <m:r>
                                    <a:rPr lang="pt-BR" sz="1600" b="0" i="1" smtClean="0">
                                      <a:latin typeface="Cambria Math" panose="02040503050406030204" pitchFamily="18" charset="0"/>
                                    </a:rPr>
                                    <m:t>𝑝</m:t>
                                  </m:r>
                                </m:sub>
                              </m:sSub>
                              <m:func>
                                <m:funcPr>
                                  <m:ctrlPr>
                                    <a:rPr lang="pt-BR" sz="1600" b="0" i="1" smtClean="0">
                                      <a:latin typeface="Cambria Math" panose="02040503050406030204" pitchFamily="18" charset="0"/>
                                    </a:rPr>
                                  </m:ctrlPr>
                                </m:funcPr>
                                <m:fName>
                                  <m:r>
                                    <m:rPr>
                                      <m:sty m:val="p"/>
                                    </m:rPr>
                                    <a:rPr lang="pt-BR" sz="1600" b="0" i="0" smtClean="0">
                                      <a:latin typeface="Cambria Math" panose="02040503050406030204" pitchFamily="18" charset="0"/>
                                    </a:rPr>
                                    <m:t>cos</m:t>
                                  </m:r>
                                </m:fName>
                                <m:e>
                                  <m:sSub>
                                    <m:sSubPr>
                                      <m:ctrlPr>
                                        <a:rPr lang="pt-BR" sz="1600" b="0" i="1" smtClean="0">
                                          <a:latin typeface="Cambria Math" panose="02040503050406030204" pitchFamily="18" charset="0"/>
                                        </a:rPr>
                                      </m:ctrlPr>
                                    </m:sSubPr>
                                    <m:e>
                                      <m:r>
                                        <a:rPr lang="pt-BR" sz="1600" b="0" i="1" smtClean="0">
                                          <a:latin typeface="Cambria Math" panose="02040503050406030204" pitchFamily="18" charset="0"/>
                                        </a:rPr>
                                        <m:t>𝜃</m:t>
                                      </m:r>
                                    </m:e>
                                    <m:sub>
                                      <m:r>
                                        <a:rPr lang="pt-BR" sz="1600" b="0" i="1" smtClean="0">
                                          <a:latin typeface="Cambria Math" panose="02040503050406030204" pitchFamily="18" charset="0"/>
                                        </a:rPr>
                                        <m:t>𝑝</m:t>
                                      </m:r>
                                    </m:sub>
                                  </m:sSub>
                                </m:e>
                              </m:func>
                            </m:e>
                          </m:d>
                          <m:acc>
                            <m:accPr>
                              <m:chr m:val="̂"/>
                              <m:ctrlPr>
                                <a:rPr lang="pt-BR" sz="1600" b="0" i="1" smtClean="0">
                                  <a:latin typeface="Cambria Math" panose="02040503050406030204" pitchFamily="18" charset="0"/>
                                </a:rPr>
                              </m:ctrlPr>
                            </m:accPr>
                            <m:e>
                              <m:r>
                                <a:rPr lang="pt-BR" sz="1600" b="1" i="1" smtClean="0">
                                  <a:latin typeface="Cambria Math" panose="02040503050406030204" pitchFamily="18" charset="0"/>
                                </a:rPr>
                                <m:t>𝒙</m:t>
                              </m:r>
                            </m:e>
                          </m:acc>
                          <m:r>
                            <a:rPr lang="pt-BR" sz="1600" b="0" i="1" smtClean="0">
                              <a:latin typeface="Cambria Math" panose="02040503050406030204" pitchFamily="18" charset="0"/>
                            </a:rPr>
                            <m:t>+</m:t>
                          </m:r>
                          <m:d>
                            <m:dPr>
                              <m:ctrlPr>
                                <a:rPr lang="pt-BR" sz="1600" i="1">
                                  <a:latin typeface="Cambria Math" panose="02040503050406030204" pitchFamily="18" charset="0"/>
                                </a:rPr>
                              </m:ctrlPr>
                            </m:dPr>
                            <m:e>
                              <m:sSub>
                                <m:sSubPr>
                                  <m:ctrlPr>
                                    <a:rPr lang="pt-BR" sz="1600" i="1">
                                      <a:latin typeface="Cambria Math" panose="02040503050406030204" pitchFamily="18" charset="0"/>
                                    </a:rPr>
                                  </m:ctrlPr>
                                </m:sSubPr>
                                <m:e>
                                  <m:r>
                                    <a:rPr lang="pt-BR" sz="1600" b="0" i="1" smtClean="0">
                                      <a:latin typeface="Cambria Math" panose="02040503050406030204" pitchFamily="18" charset="0"/>
                                    </a:rPr>
                                    <m:t>𝑦</m:t>
                                  </m:r>
                                </m:e>
                                <m:sub>
                                  <m:r>
                                    <a:rPr lang="pt-BR" sz="1600" i="1">
                                      <a:latin typeface="Cambria Math" panose="02040503050406030204" pitchFamily="18" charset="0"/>
                                    </a:rPr>
                                    <m:t>𝑝</m:t>
                                  </m:r>
                                </m:sub>
                              </m:sSub>
                              <m:r>
                                <a:rPr lang="pt-BR" sz="1600" i="1">
                                  <a:latin typeface="Cambria Math" panose="02040503050406030204" pitchFamily="18" charset="0"/>
                                </a:rPr>
                                <m:t>+</m:t>
                              </m:r>
                              <m:sSub>
                                <m:sSubPr>
                                  <m:ctrlPr>
                                    <a:rPr lang="pt-BR" sz="1600" i="1">
                                      <a:latin typeface="Cambria Math" panose="02040503050406030204" pitchFamily="18" charset="0"/>
                                    </a:rPr>
                                  </m:ctrlPr>
                                </m:sSubPr>
                                <m:e>
                                  <m:r>
                                    <a:rPr lang="pt-BR" sz="1600" i="1">
                                      <a:latin typeface="Cambria Math" panose="02040503050406030204" pitchFamily="18" charset="0"/>
                                    </a:rPr>
                                    <m:t>𝑎</m:t>
                                  </m:r>
                                </m:e>
                                <m:sub>
                                  <m:r>
                                    <a:rPr lang="pt-BR" sz="1600" i="1">
                                      <a:latin typeface="Cambria Math" panose="02040503050406030204" pitchFamily="18" charset="0"/>
                                    </a:rPr>
                                    <m:t>𝑝</m:t>
                                  </m:r>
                                </m:sub>
                              </m:sSub>
                              <m:func>
                                <m:funcPr>
                                  <m:ctrlPr>
                                    <a:rPr lang="pt-BR" sz="1600" i="1">
                                      <a:latin typeface="Cambria Math" panose="02040503050406030204" pitchFamily="18" charset="0"/>
                                    </a:rPr>
                                  </m:ctrlPr>
                                </m:funcPr>
                                <m:fName>
                                  <m:r>
                                    <m:rPr>
                                      <m:sty m:val="p"/>
                                    </m:rPr>
                                    <a:rPr lang="pt-BR" sz="1600" b="0" i="0" smtClean="0">
                                      <a:latin typeface="Cambria Math" panose="02040503050406030204" pitchFamily="18" charset="0"/>
                                    </a:rPr>
                                    <m:t>sin</m:t>
                                  </m:r>
                                </m:fName>
                                <m:e>
                                  <m:sSub>
                                    <m:sSubPr>
                                      <m:ctrlPr>
                                        <a:rPr lang="pt-BR" sz="1600" b="0" i="1" smtClean="0">
                                          <a:latin typeface="Cambria Math" panose="02040503050406030204" pitchFamily="18" charset="0"/>
                                        </a:rPr>
                                      </m:ctrlPr>
                                    </m:sSubPr>
                                    <m:e>
                                      <m:r>
                                        <a:rPr lang="pt-BR" sz="1600" i="1">
                                          <a:latin typeface="Cambria Math" panose="02040503050406030204" pitchFamily="18" charset="0"/>
                                        </a:rPr>
                                        <m:t>𝜃</m:t>
                                      </m:r>
                                    </m:e>
                                    <m:sub>
                                      <m:r>
                                        <a:rPr lang="pt-BR" sz="1600" b="0" i="1" smtClean="0">
                                          <a:latin typeface="Cambria Math" panose="02040503050406030204" pitchFamily="18" charset="0"/>
                                        </a:rPr>
                                        <m:t>𝑝</m:t>
                                      </m:r>
                                    </m:sub>
                                  </m:sSub>
                                </m:e>
                              </m:func>
                            </m:e>
                          </m:d>
                          <m:acc>
                            <m:accPr>
                              <m:chr m:val="̂"/>
                              <m:ctrlPr>
                                <a:rPr lang="pt-BR" sz="1600" i="1">
                                  <a:latin typeface="Cambria Math" panose="02040503050406030204" pitchFamily="18" charset="0"/>
                                </a:rPr>
                              </m:ctrlPr>
                            </m:accPr>
                            <m:e>
                              <m:r>
                                <a:rPr lang="pt-BR" sz="1600" b="1" i="1" smtClean="0">
                                  <a:latin typeface="Cambria Math" panose="02040503050406030204" pitchFamily="18" charset="0"/>
                                </a:rPr>
                                <m:t>𝒚</m:t>
                              </m:r>
                            </m:e>
                          </m:acc>
                        </m:oMath>
                      </m:oMathPara>
                    </a14:m>
                    <a:endParaRPr lang="pt-BR" sz="1600"/>
                  </a:p>
                </p:txBody>
              </p:sp>
            </mc:Choice>
            <mc:Fallback xmlns="">
              <p:sp>
                <p:nvSpPr>
                  <p:cNvPr id="70" name="CaixaDeTexto 69">
                    <a:extLst>
                      <a:ext uri="{FF2B5EF4-FFF2-40B4-BE49-F238E27FC236}">
                        <a16:creationId xmlns:a16="http://schemas.microsoft.com/office/drawing/2014/main" id="{A7DECBBD-8841-8249-3E88-FD2983F91567}"/>
                      </a:ext>
                    </a:extLst>
                  </p:cNvPr>
                  <p:cNvSpPr txBox="1">
                    <a:spLocks noRot="1" noChangeAspect="1" noMove="1" noResize="1" noEditPoints="1" noAdjustHandles="1" noChangeArrowheads="1" noChangeShapeType="1" noTextEdit="1"/>
                  </p:cNvSpPr>
                  <p:nvPr/>
                </p:nvSpPr>
                <p:spPr>
                  <a:xfrm>
                    <a:off x="6979429" y="2650604"/>
                    <a:ext cx="4356705" cy="375167"/>
                  </a:xfrm>
                  <a:prstGeom prst="rect">
                    <a:avLst/>
                  </a:prstGeom>
                  <a:blipFill>
                    <a:blip r:embed="rId5"/>
                    <a:stretch>
                      <a:fillRect t="-6452" r="-5455" b="-4839"/>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07" name="CaixaDeTexto 106">
                    <a:extLst>
                      <a:ext uri="{FF2B5EF4-FFF2-40B4-BE49-F238E27FC236}">
                        <a16:creationId xmlns:a16="http://schemas.microsoft.com/office/drawing/2014/main" id="{DE0EA366-401A-0B15-ECD8-6C476D682E13}"/>
                      </a:ext>
                    </a:extLst>
                  </p:cNvPr>
                  <p:cNvSpPr txBox="1"/>
                  <p:nvPr/>
                </p:nvSpPr>
                <p:spPr>
                  <a:xfrm>
                    <a:off x="6979428" y="3147402"/>
                    <a:ext cx="4356705" cy="37516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600" i="1" smtClean="0">
                                  <a:latin typeface="Cambria Math" panose="02040503050406030204" pitchFamily="18" charset="0"/>
                                </a:rPr>
                              </m:ctrlPr>
                            </m:sSubPr>
                            <m:e>
                              <m:acc>
                                <m:accPr>
                                  <m:chr m:val="⃗"/>
                                  <m:ctrlPr>
                                    <a:rPr lang="pt-BR" sz="1600" i="1">
                                      <a:latin typeface="Cambria Math" panose="02040503050406030204" pitchFamily="18" charset="0"/>
                                    </a:rPr>
                                  </m:ctrlPr>
                                </m:accPr>
                                <m:e>
                                  <m:r>
                                    <a:rPr lang="pt-BR" sz="1600" i="1">
                                      <a:latin typeface="Cambria Math" panose="02040503050406030204" pitchFamily="18" charset="0"/>
                                    </a:rPr>
                                    <m:t>𝑟</m:t>
                                  </m:r>
                                </m:e>
                              </m:acc>
                            </m:e>
                            <m:sub>
                              <m:r>
                                <a:rPr lang="pt-BR" sz="1600" b="0" i="1" smtClean="0">
                                  <a:latin typeface="Cambria Math" panose="02040503050406030204" pitchFamily="18" charset="0"/>
                                </a:rPr>
                                <m:t>𝑞</m:t>
                              </m:r>
                            </m:sub>
                          </m:sSub>
                          <m:r>
                            <a:rPr lang="pt-BR" sz="1600" b="0" i="1" smtClean="0">
                              <a:latin typeface="Cambria Math" panose="02040503050406030204" pitchFamily="18" charset="0"/>
                            </a:rPr>
                            <m:t>(</m:t>
                          </m:r>
                          <m:r>
                            <a:rPr lang="pt-BR" sz="1600" b="0" i="1" smtClean="0">
                              <a:latin typeface="Cambria Math" panose="02040503050406030204" pitchFamily="18" charset="0"/>
                            </a:rPr>
                            <m:t>𝜃</m:t>
                          </m:r>
                          <m:r>
                            <a:rPr lang="pt-BR" sz="1600" b="0" i="1" smtClean="0">
                              <a:latin typeface="Cambria Math" panose="02040503050406030204" pitchFamily="18" charset="0"/>
                            </a:rPr>
                            <m:t>)=</m:t>
                          </m:r>
                          <m:d>
                            <m:dPr>
                              <m:ctrlPr>
                                <a:rPr lang="pt-BR" sz="1600" b="0" i="1" smtClean="0">
                                  <a:latin typeface="Cambria Math" panose="02040503050406030204" pitchFamily="18" charset="0"/>
                                </a:rPr>
                              </m:ctrlPr>
                            </m:dPr>
                            <m:e>
                              <m:sSub>
                                <m:sSubPr>
                                  <m:ctrlPr>
                                    <a:rPr lang="pt-BR" sz="1600" b="0" i="1" smtClean="0">
                                      <a:latin typeface="Cambria Math" panose="02040503050406030204" pitchFamily="18" charset="0"/>
                                    </a:rPr>
                                  </m:ctrlPr>
                                </m:sSubPr>
                                <m:e>
                                  <m:r>
                                    <a:rPr lang="pt-BR" sz="1600" b="0" i="1" smtClean="0">
                                      <a:latin typeface="Cambria Math" panose="02040503050406030204" pitchFamily="18" charset="0"/>
                                    </a:rPr>
                                    <m:t>𝑥</m:t>
                                  </m:r>
                                </m:e>
                                <m:sub>
                                  <m:r>
                                    <a:rPr lang="pt-BR" sz="1600" b="0" i="1" smtClean="0">
                                      <a:latin typeface="Cambria Math" panose="02040503050406030204" pitchFamily="18" charset="0"/>
                                    </a:rPr>
                                    <m:t>𝑞</m:t>
                                  </m:r>
                                </m:sub>
                              </m:sSub>
                              <m:r>
                                <a:rPr lang="pt-BR" sz="1600" b="0" i="1" smtClean="0">
                                  <a:latin typeface="Cambria Math" panose="02040503050406030204" pitchFamily="18" charset="0"/>
                                </a:rPr>
                                <m:t>+</m:t>
                              </m:r>
                              <m:sSub>
                                <m:sSubPr>
                                  <m:ctrlPr>
                                    <a:rPr lang="pt-BR" sz="1600" b="0" i="1" smtClean="0">
                                      <a:latin typeface="Cambria Math" panose="02040503050406030204" pitchFamily="18" charset="0"/>
                                    </a:rPr>
                                  </m:ctrlPr>
                                </m:sSubPr>
                                <m:e>
                                  <m:r>
                                    <a:rPr lang="pt-BR" sz="1600" b="0" i="1" smtClean="0">
                                      <a:latin typeface="Cambria Math" panose="02040503050406030204" pitchFamily="18" charset="0"/>
                                    </a:rPr>
                                    <m:t>𝑎</m:t>
                                  </m:r>
                                </m:e>
                                <m:sub>
                                  <m:r>
                                    <a:rPr lang="pt-BR" sz="1600" b="0" i="1" smtClean="0">
                                      <a:latin typeface="Cambria Math" panose="02040503050406030204" pitchFamily="18" charset="0"/>
                                    </a:rPr>
                                    <m:t>𝑞</m:t>
                                  </m:r>
                                </m:sub>
                              </m:sSub>
                              <m:func>
                                <m:funcPr>
                                  <m:ctrlPr>
                                    <a:rPr lang="pt-BR" sz="1600" b="0" i="1" smtClean="0">
                                      <a:latin typeface="Cambria Math" panose="02040503050406030204" pitchFamily="18" charset="0"/>
                                    </a:rPr>
                                  </m:ctrlPr>
                                </m:funcPr>
                                <m:fName>
                                  <m:r>
                                    <m:rPr>
                                      <m:sty m:val="p"/>
                                    </m:rPr>
                                    <a:rPr lang="pt-BR" sz="1600" b="0" i="0" smtClean="0">
                                      <a:latin typeface="Cambria Math" panose="02040503050406030204" pitchFamily="18" charset="0"/>
                                    </a:rPr>
                                    <m:t>cos</m:t>
                                  </m:r>
                                </m:fName>
                                <m:e>
                                  <m:sSub>
                                    <m:sSubPr>
                                      <m:ctrlPr>
                                        <a:rPr lang="pt-BR" sz="1600" b="0" i="1" smtClean="0">
                                          <a:latin typeface="Cambria Math" panose="02040503050406030204" pitchFamily="18" charset="0"/>
                                        </a:rPr>
                                      </m:ctrlPr>
                                    </m:sSubPr>
                                    <m:e>
                                      <m:r>
                                        <a:rPr lang="pt-BR" sz="1600" b="0" i="1" smtClean="0">
                                          <a:latin typeface="Cambria Math" panose="02040503050406030204" pitchFamily="18" charset="0"/>
                                        </a:rPr>
                                        <m:t>𝜃</m:t>
                                      </m:r>
                                    </m:e>
                                    <m:sub>
                                      <m:r>
                                        <a:rPr lang="pt-BR" sz="1600" b="0" i="1" smtClean="0">
                                          <a:latin typeface="Cambria Math" panose="02040503050406030204" pitchFamily="18" charset="0"/>
                                        </a:rPr>
                                        <m:t>𝑞</m:t>
                                      </m:r>
                                    </m:sub>
                                  </m:sSub>
                                </m:e>
                              </m:func>
                            </m:e>
                          </m:d>
                          <m:acc>
                            <m:accPr>
                              <m:chr m:val="̂"/>
                              <m:ctrlPr>
                                <a:rPr lang="pt-BR" sz="1600" b="0" i="1" smtClean="0">
                                  <a:latin typeface="Cambria Math" panose="02040503050406030204" pitchFamily="18" charset="0"/>
                                </a:rPr>
                              </m:ctrlPr>
                            </m:accPr>
                            <m:e>
                              <m:r>
                                <a:rPr lang="pt-BR" sz="1600" b="1" i="1" smtClean="0">
                                  <a:latin typeface="Cambria Math" panose="02040503050406030204" pitchFamily="18" charset="0"/>
                                </a:rPr>
                                <m:t>𝒙</m:t>
                              </m:r>
                            </m:e>
                          </m:acc>
                          <m:r>
                            <a:rPr lang="pt-BR" sz="1600" b="0" i="1" smtClean="0">
                              <a:latin typeface="Cambria Math" panose="02040503050406030204" pitchFamily="18" charset="0"/>
                            </a:rPr>
                            <m:t>+</m:t>
                          </m:r>
                          <m:d>
                            <m:dPr>
                              <m:ctrlPr>
                                <a:rPr lang="pt-BR" sz="1600" i="1">
                                  <a:latin typeface="Cambria Math" panose="02040503050406030204" pitchFamily="18" charset="0"/>
                                </a:rPr>
                              </m:ctrlPr>
                            </m:dPr>
                            <m:e>
                              <m:sSub>
                                <m:sSubPr>
                                  <m:ctrlPr>
                                    <a:rPr lang="pt-BR" sz="1600" i="1">
                                      <a:latin typeface="Cambria Math" panose="02040503050406030204" pitchFamily="18" charset="0"/>
                                    </a:rPr>
                                  </m:ctrlPr>
                                </m:sSubPr>
                                <m:e>
                                  <m:r>
                                    <a:rPr lang="pt-BR" sz="1600" b="0" i="1" smtClean="0">
                                      <a:latin typeface="Cambria Math" panose="02040503050406030204" pitchFamily="18" charset="0"/>
                                    </a:rPr>
                                    <m:t>𝑦</m:t>
                                  </m:r>
                                </m:e>
                                <m:sub>
                                  <m:r>
                                    <a:rPr lang="pt-BR" sz="1600" b="0" i="1" smtClean="0">
                                      <a:latin typeface="Cambria Math" panose="02040503050406030204" pitchFamily="18" charset="0"/>
                                    </a:rPr>
                                    <m:t>𝑞</m:t>
                                  </m:r>
                                </m:sub>
                              </m:sSub>
                              <m:r>
                                <a:rPr lang="pt-BR" sz="1600" i="1">
                                  <a:latin typeface="Cambria Math" panose="02040503050406030204" pitchFamily="18" charset="0"/>
                                </a:rPr>
                                <m:t>+</m:t>
                              </m:r>
                              <m:sSub>
                                <m:sSubPr>
                                  <m:ctrlPr>
                                    <a:rPr lang="pt-BR" sz="1600" i="1">
                                      <a:latin typeface="Cambria Math" panose="02040503050406030204" pitchFamily="18" charset="0"/>
                                    </a:rPr>
                                  </m:ctrlPr>
                                </m:sSubPr>
                                <m:e>
                                  <m:r>
                                    <a:rPr lang="pt-BR" sz="1600" i="1">
                                      <a:latin typeface="Cambria Math" panose="02040503050406030204" pitchFamily="18" charset="0"/>
                                    </a:rPr>
                                    <m:t>𝑎</m:t>
                                  </m:r>
                                </m:e>
                                <m:sub>
                                  <m:r>
                                    <a:rPr lang="pt-BR" sz="1600" b="0" i="1" smtClean="0">
                                      <a:latin typeface="Cambria Math" panose="02040503050406030204" pitchFamily="18" charset="0"/>
                                    </a:rPr>
                                    <m:t>𝑞</m:t>
                                  </m:r>
                                </m:sub>
                              </m:sSub>
                              <m:func>
                                <m:funcPr>
                                  <m:ctrlPr>
                                    <a:rPr lang="pt-BR" sz="1600" i="1">
                                      <a:latin typeface="Cambria Math" panose="02040503050406030204" pitchFamily="18" charset="0"/>
                                    </a:rPr>
                                  </m:ctrlPr>
                                </m:funcPr>
                                <m:fName>
                                  <m:r>
                                    <m:rPr>
                                      <m:sty m:val="p"/>
                                    </m:rPr>
                                    <a:rPr lang="pt-BR" sz="1600" b="0" i="0" smtClean="0">
                                      <a:latin typeface="Cambria Math" panose="02040503050406030204" pitchFamily="18" charset="0"/>
                                    </a:rPr>
                                    <m:t>sin</m:t>
                                  </m:r>
                                </m:fName>
                                <m:e>
                                  <m:sSub>
                                    <m:sSubPr>
                                      <m:ctrlPr>
                                        <a:rPr lang="pt-BR" sz="1600" b="0" i="1" smtClean="0">
                                          <a:latin typeface="Cambria Math" panose="02040503050406030204" pitchFamily="18" charset="0"/>
                                        </a:rPr>
                                      </m:ctrlPr>
                                    </m:sSubPr>
                                    <m:e>
                                      <m:r>
                                        <a:rPr lang="pt-BR" sz="1600" i="1">
                                          <a:latin typeface="Cambria Math" panose="02040503050406030204" pitchFamily="18" charset="0"/>
                                        </a:rPr>
                                        <m:t>𝜃</m:t>
                                      </m:r>
                                    </m:e>
                                    <m:sub>
                                      <m:r>
                                        <a:rPr lang="pt-BR" sz="1600" b="0" i="1" smtClean="0">
                                          <a:latin typeface="Cambria Math" panose="02040503050406030204" pitchFamily="18" charset="0"/>
                                        </a:rPr>
                                        <m:t>𝑞</m:t>
                                      </m:r>
                                    </m:sub>
                                  </m:sSub>
                                </m:e>
                              </m:func>
                            </m:e>
                          </m:d>
                          <m:acc>
                            <m:accPr>
                              <m:chr m:val="̂"/>
                              <m:ctrlPr>
                                <a:rPr lang="pt-BR" sz="1600" i="1">
                                  <a:latin typeface="Cambria Math" panose="02040503050406030204" pitchFamily="18" charset="0"/>
                                </a:rPr>
                              </m:ctrlPr>
                            </m:accPr>
                            <m:e>
                              <m:r>
                                <a:rPr lang="pt-BR" sz="1600" b="1" i="1" smtClean="0">
                                  <a:latin typeface="Cambria Math" panose="02040503050406030204" pitchFamily="18" charset="0"/>
                                </a:rPr>
                                <m:t>𝒚</m:t>
                              </m:r>
                            </m:e>
                          </m:acc>
                        </m:oMath>
                      </m:oMathPara>
                    </a14:m>
                    <a:endParaRPr lang="pt-BR" sz="1600"/>
                  </a:p>
                </p:txBody>
              </p:sp>
            </mc:Choice>
            <mc:Fallback xmlns="">
              <p:sp>
                <p:nvSpPr>
                  <p:cNvPr id="107" name="CaixaDeTexto 106">
                    <a:extLst>
                      <a:ext uri="{FF2B5EF4-FFF2-40B4-BE49-F238E27FC236}">
                        <a16:creationId xmlns:a16="http://schemas.microsoft.com/office/drawing/2014/main" id="{DE0EA366-401A-0B15-ECD8-6C476D682E13}"/>
                      </a:ext>
                    </a:extLst>
                  </p:cNvPr>
                  <p:cNvSpPr txBox="1">
                    <a:spLocks noRot="1" noChangeAspect="1" noMove="1" noResize="1" noEditPoints="1" noAdjustHandles="1" noChangeArrowheads="1" noChangeShapeType="1" noTextEdit="1"/>
                  </p:cNvSpPr>
                  <p:nvPr/>
                </p:nvSpPr>
                <p:spPr>
                  <a:xfrm>
                    <a:off x="6979428" y="3147402"/>
                    <a:ext cx="4356705" cy="375167"/>
                  </a:xfrm>
                  <a:prstGeom prst="rect">
                    <a:avLst/>
                  </a:prstGeom>
                  <a:blipFill>
                    <a:blip r:embed="rId6"/>
                    <a:stretch>
                      <a:fillRect t="-6452" r="-5315" b="-4839"/>
                    </a:stretch>
                  </a:blipFill>
                </p:spPr>
                <p:txBody>
                  <a:bodyPr/>
                  <a:lstStyle/>
                  <a:p>
                    <a:r>
                      <a:rPr lang="pt-BR">
                        <a:noFill/>
                      </a:rPr>
                      <a:t> </a:t>
                    </a:r>
                  </a:p>
                </p:txBody>
              </p:sp>
            </mc:Fallback>
          </mc:AlternateContent>
        </p:grpSp>
        <p:sp>
          <p:nvSpPr>
            <p:cNvPr id="109" name="Chave Esquerda 108">
              <a:extLst>
                <a:ext uri="{FF2B5EF4-FFF2-40B4-BE49-F238E27FC236}">
                  <a16:creationId xmlns:a16="http://schemas.microsoft.com/office/drawing/2014/main" id="{56A910FF-B773-18D5-9E1D-FB2687CE109A}"/>
                </a:ext>
              </a:extLst>
            </p:cNvPr>
            <p:cNvSpPr/>
            <p:nvPr/>
          </p:nvSpPr>
          <p:spPr>
            <a:xfrm>
              <a:off x="6943911" y="2650953"/>
              <a:ext cx="155448" cy="914400"/>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pt-BR"/>
            </a:p>
          </p:txBody>
        </p:sp>
      </p:grpSp>
      <p:sp>
        <p:nvSpPr>
          <p:cNvPr id="64" name="Elipse 63">
            <a:extLst>
              <a:ext uri="{FF2B5EF4-FFF2-40B4-BE49-F238E27FC236}">
                <a16:creationId xmlns:a16="http://schemas.microsoft.com/office/drawing/2014/main" id="{D56D16F1-26E3-62A7-45A8-3236147FBBC2}"/>
              </a:ext>
            </a:extLst>
          </p:cNvPr>
          <p:cNvSpPr/>
          <p:nvPr/>
        </p:nvSpPr>
        <p:spPr>
          <a:xfrm>
            <a:off x="2108267" y="1592944"/>
            <a:ext cx="45720" cy="4572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7" name="CaixaDeTexto 6">
                <a:extLst>
                  <a:ext uri="{FF2B5EF4-FFF2-40B4-BE49-F238E27FC236}">
                    <a16:creationId xmlns:a16="http://schemas.microsoft.com/office/drawing/2014/main" id="{14CC4BDD-6C75-2284-8648-D592C4CDAEEC}"/>
                  </a:ext>
                </a:extLst>
              </p:cNvPr>
              <p:cNvSpPr txBox="1"/>
              <p:nvPr/>
            </p:nvSpPr>
            <p:spPr>
              <a:xfrm>
                <a:off x="6699424" y="672609"/>
                <a:ext cx="2241383" cy="55496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pt-BR" sz="1600" i="1" smtClean="0">
                          <a:latin typeface="Cambria Math" panose="02040503050406030204" pitchFamily="18" charset="0"/>
                        </a:rPr>
                        <m:t>𝐺</m:t>
                      </m:r>
                      <m:d>
                        <m:dPr>
                          <m:ctrlPr>
                            <a:rPr lang="pt-BR" sz="1600" b="0" i="1" smtClean="0">
                              <a:latin typeface="Cambria Math" panose="02040503050406030204" pitchFamily="18" charset="0"/>
                            </a:rPr>
                          </m:ctrlPr>
                        </m:dPr>
                        <m:e>
                          <m:acc>
                            <m:accPr>
                              <m:chr m:val="⃗"/>
                              <m:ctrlPr>
                                <a:rPr lang="pt-BR" sz="1600" b="0" i="1" smtClean="0">
                                  <a:latin typeface="Cambria Math" panose="02040503050406030204" pitchFamily="18" charset="0"/>
                                </a:rPr>
                              </m:ctrlPr>
                            </m:accPr>
                            <m:e>
                              <m:r>
                                <a:rPr lang="pt-BR" sz="1600" b="0" i="1" smtClean="0">
                                  <a:latin typeface="Cambria Math" panose="02040503050406030204" pitchFamily="18" charset="0"/>
                                </a:rPr>
                                <m:t>𝑟</m:t>
                              </m:r>
                            </m:e>
                          </m:acc>
                          <m:r>
                            <a:rPr lang="pt-BR" sz="1600" b="0" i="1" smtClean="0">
                              <a:latin typeface="Cambria Math" panose="02040503050406030204" pitchFamily="18" charset="0"/>
                            </a:rPr>
                            <m:t>,</m:t>
                          </m:r>
                          <m:sSup>
                            <m:sSupPr>
                              <m:ctrlPr>
                                <a:rPr lang="pt-BR" sz="1600" b="0" i="1" smtClean="0">
                                  <a:latin typeface="Cambria Math" panose="02040503050406030204" pitchFamily="18" charset="0"/>
                                </a:rPr>
                              </m:ctrlPr>
                            </m:sSupPr>
                            <m:e>
                              <m:acc>
                                <m:accPr>
                                  <m:chr m:val="⃗"/>
                                  <m:ctrlPr>
                                    <a:rPr lang="pt-BR" sz="1600" i="1">
                                      <a:latin typeface="Cambria Math" panose="02040503050406030204" pitchFamily="18" charset="0"/>
                                    </a:rPr>
                                  </m:ctrlPr>
                                </m:accPr>
                                <m:e>
                                  <m:r>
                                    <a:rPr lang="pt-BR" sz="1600" i="1">
                                      <a:latin typeface="Cambria Math" panose="02040503050406030204" pitchFamily="18" charset="0"/>
                                    </a:rPr>
                                    <m:t>𝑟</m:t>
                                  </m:r>
                                </m:e>
                              </m:acc>
                            </m:e>
                            <m:sup>
                              <m:r>
                                <a:rPr lang="pt-BR" sz="1600" b="0" i="1" smtClean="0">
                                  <a:latin typeface="Cambria Math" panose="02040503050406030204" pitchFamily="18" charset="0"/>
                                </a:rPr>
                                <m:t>′</m:t>
                              </m:r>
                            </m:sup>
                          </m:sSup>
                        </m:e>
                      </m:d>
                      <m:r>
                        <a:rPr lang="pt-BR" sz="1600" b="0" i="1" smtClean="0">
                          <a:latin typeface="Cambria Math" panose="02040503050406030204" pitchFamily="18" charset="0"/>
                        </a:rPr>
                        <m:t>=</m:t>
                      </m:r>
                      <m:f>
                        <m:fPr>
                          <m:ctrlPr>
                            <a:rPr lang="pt-BR" sz="1600" b="0" i="1" smtClean="0">
                              <a:latin typeface="Cambria Math" panose="02040503050406030204" pitchFamily="18" charset="0"/>
                            </a:rPr>
                          </m:ctrlPr>
                        </m:fPr>
                        <m:num>
                          <m:r>
                            <a:rPr lang="pt-BR" sz="1600" b="0" i="1" smtClean="0">
                              <a:latin typeface="Cambria Math" panose="02040503050406030204" pitchFamily="18" charset="0"/>
                            </a:rPr>
                            <m:t>1</m:t>
                          </m:r>
                        </m:num>
                        <m:den>
                          <m:r>
                            <a:rPr lang="pt-BR" sz="1600" b="0" i="1" smtClean="0">
                              <a:latin typeface="Cambria Math" panose="02040503050406030204" pitchFamily="18" charset="0"/>
                            </a:rPr>
                            <m:t>2</m:t>
                          </m:r>
                          <m:r>
                            <a:rPr lang="pt-BR" sz="1600" b="0" i="1" smtClean="0">
                              <a:latin typeface="Cambria Math" panose="02040503050406030204" pitchFamily="18" charset="0"/>
                            </a:rPr>
                            <m:t>𝜋</m:t>
                          </m:r>
                        </m:den>
                      </m:f>
                      <m:func>
                        <m:funcPr>
                          <m:ctrlPr>
                            <a:rPr lang="pt-BR" sz="1600" b="0" i="1" smtClean="0">
                              <a:latin typeface="Cambria Math" panose="02040503050406030204" pitchFamily="18" charset="0"/>
                            </a:rPr>
                          </m:ctrlPr>
                        </m:funcPr>
                        <m:fName>
                          <m:r>
                            <m:rPr>
                              <m:sty m:val="p"/>
                            </m:rPr>
                            <a:rPr lang="pt-BR" sz="1600" b="0" i="0" smtClean="0">
                              <a:latin typeface="Cambria Math" panose="02040503050406030204" pitchFamily="18" charset="0"/>
                            </a:rPr>
                            <m:t>ln</m:t>
                          </m:r>
                        </m:fName>
                        <m:e>
                          <m:d>
                            <m:dPr>
                              <m:begChr m:val="|"/>
                              <m:endChr m:val="|"/>
                              <m:ctrlPr>
                                <a:rPr lang="pt-BR" sz="1600" b="0" i="1" smtClean="0">
                                  <a:latin typeface="Cambria Math" panose="02040503050406030204" pitchFamily="18" charset="0"/>
                                </a:rPr>
                              </m:ctrlPr>
                            </m:dPr>
                            <m:e>
                              <m:acc>
                                <m:accPr>
                                  <m:chr m:val="⃗"/>
                                  <m:ctrlPr>
                                    <a:rPr lang="pt-BR" sz="1600" i="1">
                                      <a:latin typeface="Cambria Math" panose="02040503050406030204" pitchFamily="18" charset="0"/>
                                    </a:rPr>
                                  </m:ctrlPr>
                                </m:accPr>
                                <m:e>
                                  <m:r>
                                    <a:rPr lang="pt-BR" sz="1600" i="1">
                                      <a:latin typeface="Cambria Math" panose="02040503050406030204" pitchFamily="18" charset="0"/>
                                    </a:rPr>
                                    <m:t>𝑟</m:t>
                                  </m:r>
                                </m:e>
                              </m:acc>
                              <m:r>
                                <a:rPr lang="pt-BR" sz="1600" b="0" i="1" smtClean="0">
                                  <a:latin typeface="Cambria Math" panose="02040503050406030204" pitchFamily="18" charset="0"/>
                                </a:rPr>
                                <m:t>−</m:t>
                              </m:r>
                              <m:sSup>
                                <m:sSupPr>
                                  <m:ctrlPr>
                                    <a:rPr lang="pt-BR" sz="1600" i="1">
                                      <a:latin typeface="Cambria Math" panose="02040503050406030204" pitchFamily="18" charset="0"/>
                                    </a:rPr>
                                  </m:ctrlPr>
                                </m:sSupPr>
                                <m:e>
                                  <m:acc>
                                    <m:accPr>
                                      <m:chr m:val="⃗"/>
                                      <m:ctrlPr>
                                        <a:rPr lang="pt-BR" sz="1600" i="1">
                                          <a:latin typeface="Cambria Math" panose="02040503050406030204" pitchFamily="18" charset="0"/>
                                        </a:rPr>
                                      </m:ctrlPr>
                                    </m:accPr>
                                    <m:e>
                                      <m:r>
                                        <a:rPr lang="pt-BR" sz="1600" i="1">
                                          <a:latin typeface="Cambria Math" panose="02040503050406030204" pitchFamily="18" charset="0"/>
                                        </a:rPr>
                                        <m:t>𝑟</m:t>
                                      </m:r>
                                    </m:e>
                                  </m:acc>
                                </m:e>
                                <m:sup>
                                  <m:r>
                                    <a:rPr lang="pt-BR" sz="1600" i="1">
                                      <a:latin typeface="Cambria Math" panose="02040503050406030204" pitchFamily="18" charset="0"/>
                                    </a:rPr>
                                    <m:t>′</m:t>
                                  </m:r>
                                </m:sup>
                              </m:sSup>
                            </m:e>
                          </m:d>
                        </m:e>
                      </m:func>
                    </m:oMath>
                  </m:oMathPara>
                </a14:m>
                <a:endParaRPr lang="pt-BR" sz="1600"/>
              </a:p>
            </p:txBody>
          </p:sp>
        </mc:Choice>
        <mc:Fallback xmlns="">
          <p:sp>
            <p:nvSpPr>
              <p:cNvPr id="7" name="CaixaDeTexto 6">
                <a:extLst>
                  <a:ext uri="{FF2B5EF4-FFF2-40B4-BE49-F238E27FC236}">
                    <a16:creationId xmlns:a16="http://schemas.microsoft.com/office/drawing/2014/main" id="{14CC4BDD-6C75-2284-8648-D592C4CDAEEC}"/>
                  </a:ext>
                </a:extLst>
              </p:cNvPr>
              <p:cNvSpPr txBox="1">
                <a:spLocks noRot="1" noChangeAspect="1" noMove="1" noResize="1" noEditPoints="1" noAdjustHandles="1" noChangeArrowheads="1" noChangeShapeType="1" noTextEdit="1"/>
              </p:cNvSpPr>
              <p:nvPr/>
            </p:nvSpPr>
            <p:spPr>
              <a:xfrm>
                <a:off x="6699424" y="672609"/>
                <a:ext cx="2241383" cy="554960"/>
              </a:xfrm>
              <a:prstGeom prst="rect">
                <a:avLst/>
              </a:prstGeom>
              <a:blipFill>
                <a:blip r:embed="rId7"/>
                <a:stretch>
                  <a:fillRect/>
                </a:stretch>
              </a:blipFill>
            </p:spPr>
            <p:txBody>
              <a:bodyPr/>
              <a:lstStyle/>
              <a:p>
                <a:r>
                  <a:rPr lang="pt-BR">
                    <a:noFill/>
                  </a:rPr>
                  <a:t> </a:t>
                </a:r>
              </a:p>
            </p:txBody>
          </p:sp>
        </mc:Fallback>
      </mc:AlternateContent>
      <p:sp>
        <p:nvSpPr>
          <p:cNvPr id="12" name="Círculo: Vazio 11">
            <a:extLst>
              <a:ext uri="{FF2B5EF4-FFF2-40B4-BE49-F238E27FC236}">
                <a16:creationId xmlns:a16="http://schemas.microsoft.com/office/drawing/2014/main" id="{1594B770-A144-D6AC-7C25-7D2EE4157880}"/>
              </a:ext>
            </a:extLst>
          </p:cNvPr>
          <p:cNvSpPr/>
          <p:nvPr/>
        </p:nvSpPr>
        <p:spPr>
          <a:xfrm>
            <a:off x="2451258" y="1228487"/>
            <a:ext cx="91440" cy="91440"/>
          </a:xfrm>
          <a:prstGeom prst="donut">
            <a:avLst>
              <a:gd name="adj" fmla="val 46798"/>
            </a:avLst>
          </a:prstGeom>
          <a:solidFill>
            <a:schemeClr val="bg1"/>
          </a:solidFill>
          <a:ln w="12700">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
        <p:nvSpPr>
          <p:cNvPr id="15" name="Círculo: Vazio 14">
            <a:extLst>
              <a:ext uri="{FF2B5EF4-FFF2-40B4-BE49-F238E27FC236}">
                <a16:creationId xmlns:a16="http://schemas.microsoft.com/office/drawing/2014/main" id="{7BB162BB-71C3-D658-8F8F-32EEFFFA0E13}"/>
              </a:ext>
            </a:extLst>
          </p:cNvPr>
          <p:cNvSpPr/>
          <p:nvPr/>
        </p:nvSpPr>
        <p:spPr>
          <a:xfrm>
            <a:off x="4827921" y="1228487"/>
            <a:ext cx="91440" cy="91440"/>
          </a:xfrm>
          <a:prstGeom prst="donut">
            <a:avLst>
              <a:gd name="adj" fmla="val 46798"/>
            </a:avLst>
          </a:prstGeom>
          <a:solidFill>
            <a:schemeClr val="bg1"/>
          </a:solidFill>
          <a:ln w="127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solidFill>
                <a:schemeClr val="tx2">
                  <a:lumMod val="90000"/>
                  <a:lumOff val="10000"/>
                </a:schemeClr>
              </a:solidFill>
            </a:endParaRPr>
          </a:p>
        </p:txBody>
      </p:sp>
      <p:cxnSp>
        <p:nvCxnSpPr>
          <p:cNvPr id="24" name="Conector de Seta Reta 23">
            <a:extLst>
              <a:ext uri="{FF2B5EF4-FFF2-40B4-BE49-F238E27FC236}">
                <a16:creationId xmlns:a16="http://schemas.microsoft.com/office/drawing/2014/main" id="{0A2D5CEB-A6DF-E01E-7E10-D1E970DB836A}"/>
              </a:ext>
            </a:extLst>
          </p:cNvPr>
          <p:cNvCxnSpPr>
            <a:cxnSpLocks/>
            <a:stCxn id="12" idx="6"/>
            <a:endCxn id="15" idx="2"/>
          </p:cNvCxnSpPr>
          <p:nvPr/>
        </p:nvCxnSpPr>
        <p:spPr>
          <a:xfrm>
            <a:off x="2542698" y="1274207"/>
            <a:ext cx="2285223" cy="0"/>
          </a:xfrm>
          <a:prstGeom prst="straightConnector1">
            <a:avLst/>
          </a:prstGeom>
          <a:ln>
            <a:solidFill>
              <a:srgbClr val="00B050"/>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grpSp>
        <p:nvGrpSpPr>
          <p:cNvPr id="25" name="Agrupar 24">
            <a:extLst>
              <a:ext uri="{FF2B5EF4-FFF2-40B4-BE49-F238E27FC236}">
                <a16:creationId xmlns:a16="http://schemas.microsoft.com/office/drawing/2014/main" id="{395C7895-CD4E-B32B-4200-D5C2AEF760DC}"/>
              </a:ext>
            </a:extLst>
          </p:cNvPr>
          <p:cNvGrpSpPr/>
          <p:nvPr/>
        </p:nvGrpSpPr>
        <p:grpSpPr>
          <a:xfrm>
            <a:off x="3368735" y="940654"/>
            <a:ext cx="732321" cy="324384"/>
            <a:chOff x="3435929" y="4757047"/>
            <a:chExt cx="296344" cy="324384"/>
          </a:xfrm>
        </p:grpSpPr>
        <p:sp>
          <p:nvSpPr>
            <p:cNvPr id="26" name="Retângulo 25">
              <a:extLst>
                <a:ext uri="{FF2B5EF4-FFF2-40B4-BE49-F238E27FC236}">
                  <a16:creationId xmlns:a16="http://schemas.microsoft.com/office/drawing/2014/main" id="{BFD6B590-B523-9A0C-7A82-8B1469D11C18}"/>
                </a:ext>
              </a:extLst>
            </p:cNvPr>
            <p:cNvSpPr/>
            <p:nvPr/>
          </p:nvSpPr>
          <p:spPr>
            <a:xfrm>
              <a:off x="3456411" y="4803686"/>
              <a:ext cx="251712" cy="231107"/>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27" name="CaixaDeTexto 26">
                  <a:extLst>
                    <a:ext uri="{FF2B5EF4-FFF2-40B4-BE49-F238E27FC236}">
                      <a16:creationId xmlns:a16="http://schemas.microsoft.com/office/drawing/2014/main" id="{15F53F5C-0D1C-2A33-6416-D1C7857487A1}"/>
                    </a:ext>
                  </a:extLst>
                </p:cNvPr>
                <p:cNvSpPr txBox="1"/>
                <p:nvPr/>
              </p:nvSpPr>
              <p:spPr>
                <a:xfrm>
                  <a:off x="3435929" y="4757047"/>
                  <a:ext cx="296344" cy="32438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sz="1400" b="0" i="1" smtClean="0">
                                <a:solidFill>
                                  <a:srgbClr val="00B050"/>
                                </a:solidFill>
                                <a:latin typeface="Cambria Math" panose="02040503050406030204" pitchFamily="18" charset="0"/>
                              </a:rPr>
                            </m:ctrlPr>
                          </m:sSubPr>
                          <m:e>
                            <m:acc>
                              <m:accPr>
                                <m:chr m:val="⃗"/>
                                <m:ctrlPr>
                                  <a:rPr lang="pt-BR" sz="1400" b="0" i="1" smtClean="0">
                                    <a:solidFill>
                                      <a:srgbClr val="00B050"/>
                                    </a:solidFill>
                                    <a:latin typeface="Cambria Math" panose="02040503050406030204" pitchFamily="18" charset="0"/>
                                  </a:rPr>
                                </m:ctrlPr>
                              </m:accPr>
                              <m:e>
                                <m:r>
                                  <a:rPr lang="pt-BR" sz="1400" b="0" i="1" smtClean="0">
                                    <a:solidFill>
                                      <a:srgbClr val="00B050"/>
                                    </a:solidFill>
                                    <a:latin typeface="Cambria Math" panose="02040503050406030204" pitchFamily="18" charset="0"/>
                                  </a:rPr>
                                  <m:t>𝑟</m:t>
                                </m:r>
                              </m:e>
                            </m:acc>
                          </m:e>
                          <m:sub>
                            <m:r>
                              <a:rPr lang="pt-BR" sz="1400" b="0" i="1" smtClean="0">
                                <a:solidFill>
                                  <a:srgbClr val="00B050"/>
                                </a:solidFill>
                                <a:latin typeface="Cambria Math" panose="02040503050406030204" pitchFamily="18" charset="0"/>
                              </a:rPr>
                              <m:t>𝑝</m:t>
                            </m:r>
                          </m:sub>
                        </m:sSub>
                        <m:r>
                          <a:rPr lang="pt-BR" sz="1400" b="0" i="1" smtClean="0">
                            <a:solidFill>
                              <a:srgbClr val="00B050"/>
                            </a:solidFill>
                            <a:latin typeface="Cambria Math" panose="02040503050406030204" pitchFamily="18" charset="0"/>
                          </a:rPr>
                          <m:t>−</m:t>
                        </m:r>
                        <m:sSub>
                          <m:sSubPr>
                            <m:ctrlPr>
                              <a:rPr lang="pt-BR" sz="1400" i="1">
                                <a:solidFill>
                                  <a:srgbClr val="00B050"/>
                                </a:solidFill>
                                <a:latin typeface="Cambria Math" panose="02040503050406030204" pitchFamily="18" charset="0"/>
                              </a:rPr>
                            </m:ctrlPr>
                          </m:sSubPr>
                          <m:e>
                            <m:acc>
                              <m:accPr>
                                <m:chr m:val="⃗"/>
                                <m:ctrlPr>
                                  <a:rPr lang="pt-BR" sz="1400" i="1">
                                    <a:solidFill>
                                      <a:srgbClr val="00B050"/>
                                    </a:solidFill>
                                    <a:latin typeface="Cambria Math" panose="02040503050406030204" pitchFamily="18" charset="0"/>
                                  </a:rPr>
                                </m:ctrlPr>
                              </m:accPr>
                              <m:e>
                                <m:r>
                                  <a:rPr lang="pt-BR" sz="1400" i="1">
                                    <a:solidFill>
                                      <a:srgbClr val="00B050"/>
                                    </a:solidFill>
                                    <a:latin typeface="Cambria Math" panose="02040503050406030204" pitchFamily="18" charset="0"/>
                                  </a:rPr>
                                  <m:t>𝑟</m:t>
                                </m:r>
                              </m:e>
                            </m:acc>
                          </m:e>
                          <m:sub>
                            <m:r>
                              <a:rPr lang="pt-BR" sz="1400" b="0" i="1" smtClean="0">
                                <a:solidFill>
                                  <a:srgbClr val="00B050"/>
                                </a:solidFill>
                                <a:latin typeface="Cambria Math" panose="02040503050406030204" pitchFamily="18" charset="0"/>
                              </a:rPr>
                              <m:t>𝑞</m:t>
                            </m:r>
                          </m:sub>
                        </m:sSub>
                      </m:oMath>
                    </m:oMathPara>
                  </a14:m>
                  <a:endParaRPr lang="pt-BR" sz="1400">
                    <a:solidFill>
                      <a:srgbClr val="00B050"/>
                    </a:solidFill>
                  </a:endParaRPr>
                </a:p>
              </p:txBody>
            </p:sp>
          </mc:Choice>
          <mc:Fallback xmlns="">
            <p:sp>
              <p:nvSpPr>
                <p:cNvPr id="27" name="CaixaDeTexto 26">
                  <a:extLst>
                    <a:ext uri="{FF2B5EF4-FFF2-40B4-BE49-F238E27FC236}">
                      <a16:creationId xmlns:a16="http://schemas.microsoft.com/office/drawing/2014/main" id="{15F53F5C-0D1C-2A33-6416-D1C7857487A1}"/>
                    </a:ext>
                  </a:extLst>
                </p:cNvPr>
                <p:cNvSpPr txBox="1">
                  <a:spLocks noRot="1" noChangeAspect="1" noMove="1" noResize="1" noEditPoints="1" noAdjustHandles="1" noChangeArrowheads="1" noChangeShapeType="1" noTextEdit="1"/>
                </p:cNvSpPr>
                <p:nvPr/>
              </p:nvSpPr>
              <p:spPr>
                <a:xfrm>
                  <a:off x="3435929" y="4757047"/>
                  <a:ext cx="296344" cy="324384"/>
                </a:xfrm>
                <a:prstGeom prst="rect">
                  <a:avLst/>
                </a:prstGeom>
                <a:blipFill>
                  <a:blip r:embed="rId8"/>
                  <a:stretch>
                    <a:fillRect t="-9259" r="-15833"/>
                  </a:stretch>
                </a:blipFill>
              </p:spPr>
              <p:txBody>
                <a:bodyPr/>
                <a:lstStyle/>
                <a:p>
                  <a:r>
                    <a:rPr lang="pt-BR">
                      <a:noFill/>
                    </a:rPr>
                    <a:t> </a:t>
                  </a:r>
                </a:p>
              </p:txBody>
            </p:sp>
          </mc:Fallback>
        </mc:AlternateContent>
      </p:grpSp>
      <p:sp>
        <p:nvSpPr>
          <p:cNvPr id="30" name="Elipse 29">
            <a:extLst>
              <a:ext uri="{FF2B5EF4-FFF2-40B4-BE49-F238E27FC236}">
                <a16:creationId xmlns:a16="http://schemas.microsoft.com/office/drawing/2014/main" id="{CDD99590-823C-B810-F958-3630CE025979}"/>
              </a:ext>
            </a:extLst>
          </p:cNvPr>
          <p:cNvSpPr/>
          <p:nvPr/>
        </p:nvSpPr>
        <p:spPr>
          <a:xfrm>
            <a:off x="1631922" y="3897163"/>
            <a:ext cx="1005840" cy="1005840"/>
          </a:xfrm>
          <a:prstGeom prst="ellipse">
            <a:avLst/>
          </a:prstGeom>
          <a:noFill/>
          <a:ln w="19050">
            <a:solidFill>
              <a:schemeClr val="tx2">
                <a:lumMod val="90000"/>
                <a:lumOff val="10000"/>
              </a:schemeClr>
            </a:solidFill>
            <a:prstDash val="lgDash"/>
          </a:ln>
        </p:spPr>
        <p:style>
          <a:lnRef idx="0">
            <a:scrgbClr r="0" g="0" b="0"/>
          </a:lnRef>
          <a:fillRef idx="0">
            <a:scrgbClr r="0" g="0" b="0"/>
          </a:fillRef>
          <a:effectRef idx="0">
            <a:scrgbClr r="0" g="0" b="0"/>
          </a:effectRef>
          <a:fontRef idx="minor">
            <a:schemeClr val="lt1"/>
          </a:fontRef>
        </p:style>
        <p:txBody>
          <a:bodyPr rtlCol="0" anchor="ctr"/>
          <a:lstStyle/>
          <a:p>
            <a:pPr algn="ctr"/>
            <a:endParaRPr lang="pt-BR"/>
          </a:p>
        </p:txBody>
      </p:sp>
      <p:sp>
        <p:nvSpPr>
          <p:cNvPr id="31" name="Elipse 30">
            <a:extLst>
              <a:ext uri="{FF2B5EF4-FFF2-40B4-BE49-F238E27FC236}">
                <a16:creationId xmlns:a16="http://schemas.microsoft.com/office/drawing/2014/main" id="{E3935C5C-0366-B342-D6C2-E26ED0954C31}"/>
              </a:ext>
            </a:extLst>
          </p:cNvPr>
          <p:cNvSpPr/>
          <p:nvPr/>
        </p:nvSpPr>
        <p:spPr>
          <a:xfrm>
            <a:off x="4730120" y="3899324"/>
            <a:ext cx="1005840" cy="1005840"/>
          </a:xfrm>
          <a:prstGeom prst="ellipse">
            <a:avLst/>
          </a:prstGeom>
          <a:noFill/>
          <a:ln w="19050">
            <a:solidFill>
              <a:schemeClr val="accent1">
                <a:lumMod val="60000"/>
                <a:lumOff val="40000"/>
              </a:schemeClr>
            </a:solidFill>
            <a:prstDash val="lgDash"/>
          </a:ln>
        </p:spPr>
        <p:style>
          <a:lnRef idx="0">
            <a:scrgbClr r="0" g="0" b="0"/>
          </a:lnRef>
          <a:fillRef idx="0">
            <a:scrgbClr r="0" g="0" b="0"/>
          </a:fillRef>
          <a:effectRef idx="0">
            <a:scrgbClr r="0" g="0" b="0"/>
          </a:effectRef>
          <a:fontRef idx="minor">
            <a:schemeClr val="lt1"/>
          </a:fontRef>
        </p:style>
        <p:txBody>
          <a:bodyPr rtlCol="0" anchor="ctr"/>
          <a:lstStyle/>
          <a:p>
            <a:pPr algn="ctr"/>
            <a:endParaRPr lang="pt-BR"/>
          </a:p>
        </p:txBody>
      </p:sp>
      <p:cxnSp>
        <p:nvCxnSpPr>
          <p:cNvPr id="32" name="Conector de Seta Reta 31">
            <a:extLst>
              <a:ext uri="{FF2B5EF4-FFF2-40B4-BE49-F238E27FC236}">
                <a16:creationId xmlns:a16="http://schemas.microsoft.com/office/drawing/2014/main" id="{BC6D0DF9-C6F6-4170-F668-0D43CDAD7FCF}"/>
              </a:ext>
            </a:extLst>
          </p:cNvPr>
          <p:cNvCxnSpPr>
            <a:cxnSpLocks/>
            <a:stCxn id="49" idx="7"/>
            <a:endCxn id="51" idx="3"/>
          </p:cNvCxnSpPr>
          <p:nvPr/>
        </p:nvCxnSpPr>
        <p:spPr>
          <a:xfrm flipV="1">
            <a:off x="2147709" y="4078955"/>
            <a:ext cx="317358" cy="293104"/>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3" name="CaixaDeTexto 32">
                <a:extLst>
                  <a:ext uri="{FF2B5EF4-FFF2-40B4-BE49-F238E27FC236}">
                    <a16:creationId xmlns:a16="http://schemas.microsoft.com/office/drawing/2014/main" id="{9A55EBFD-4AF1-A1EC-9D2D-BA4434BACEF7}"/>
                  </a:ext>
                </a:extLst>
              </p:cNvPr>
              <p:cNvSpPr txBox="1"/>
              <p:nvPr/>
            </p:nvSpPr>
            <p:spPr>
              <a:xfrm>
                <a:off x="1954781" y="3987757"/>
                <a:ext cx="367473" cy="32438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acc>
                            <m:accPr>
                              <m:chr m:val="⃗"/>
                              <m:ctrlPr>
                                <a:rPr lang="pt-BR" sz="1400" i="1" smtClean="0">
                                  <a:latin typeface="Cambria Math" panose="02040503050406030204" pitchFamily="18" charset="0"/>
                                </a:rPr>
                              </m:ctrlPr>
                            </m:accPr>
                            <m:e>
                              <m:r>
                                <a:rPr lang="pt-BR" sz="1400" b="0" i="1" smtClean="0">
                                  <a:latin typeface="Cambria Math" panose="02040503050406030204" pitchFamily="18" charset="0"/>
                                </a:rPr>
                                <m:t>𝑟</m:t>
                              </m:r>
                            </m:e>
                          </m:acc>
                        </m:e>
                        <m:sub>
                          <m:r>
                            <a:rPr lang="pt-BR" sz="1400" i="1" smtClean="0">
                              <a:latin typeface="Cambria Math" panose="02040503050406030204" pitchFamily="18" charset="0"/>
                            </a:rPr>
                            <m:t>𝑝</m:t>
                          </m:r>
                        </m:sub>
                      </m:sSub>
                    </m:oMath>
                  </m:oMathPara>
                </a14:m>
                <a:endParaRPr lang="pt-BR" sz="1400"/>
              </a:p>
            </p:txBody>
          </p:sp>
        </mc:Choice>
        <mc:Fallback xmlns="">
          <p:sp>
            <p:nvSpPr>
              <p:cNvPr id="33" name="CaixaDeTexto 32">
                <a:extLst>
                  <a:ext uri="{FF2B5EF4-FFF2-40B4-BE49-F238E27FC236}">
                    <a16:creationId xmlns:a16="http://schemas.microsoft.com/office/drawing/2014/main" id="{9A55EBFD-4AF1-A1EC-9D2D-BA4434BACEF7}"/>
                  </a:ext>
                </a:extLst>
              </p:cNvPr>
              <p:cNvSpPr txBox="1">
                <a:spLocks noRot="1" noChangeAspect="1" noMove="1" noResize="1" noEditPoints="1" noAdjustHandles="1" noChangeArrowheads="1" noChangeShapeType="1" noTextEdit="1"/>
              </p:cNvSpPr>
              <p:nvPr/>
            </p:nvSpPr>
            <p:spPr>
              <a:xfrm>
                <a:off x="1954781" y="3987757"/>
                <a:ext cx="367473" cy="324384"/>
              </a:xfrm>
              <a:prstGeom prst="rect">
                <a:avLst/>
              </a:prstGeom>
              <a:blipFill>
                <a:blip r:embed="rId9"/>
                <a:stretch>
                  <a:fillRect t="-9434" r="-8333"/>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38" name="CaixaDeTexto 37">
                <a:extLst>
                  <a:ext uri="{FF2B5EF4-FFF2-40B4-BE49-F238E27FC236}">
                    <a16:creationId xmlns:a16="http://schemas.microsoft.com/office/drawing/2014/main" id="{BE2E1706-344C-279C-9A1A-98F50C95C3FE}"/>
                  </a:ext>
                </a:extLst>
              </p:cNvPr>
              <p:cNvSpPr txBox="1"/>
              <p:nvPr/>
            </p:nvSpPr>
            <p:spPr>
              <a:xfrm>
                <a:off x="1873585" y="4440606"/>
                <a:ext cx="518091" cy="2616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pt-BR" sz="1100" b="0" i="1" smtClean="0">
                          <a:latin typeface="Cambria Math" panose="02040503050406030204" pitchFamily="18" charset="0"/>
                        </a:rPr>
                        <m:t>(0,0)</m:t>
                      </m:r>
                    </m:oMath>
                  </m:oMathPara>
                </a14:m>
                <a:endParaRPr lang="pt-BR" sz="1100"/>
              </a:p>
            </p:txBody>
          </p:sp>
        </mc:Choice>
        <mc:Fallback xmlns="">
          <p:sp>
            <p:nvSpPr>
              <p:cNvPr id="38" name="CaixaDeTexto 37">
                <a:extLst>
                  <a:ext uri="{FF2B5EF4-FFF2-40B4-BE49-F238E27FC236}">
                    <a16:creationId xmlns:a16="http://schemas.microsoft.com/office/drawing/2014/main" id="{BE2E1706-344C-279C-9A1A-98F50C95C3FE}"/>
                  </a:ext>
                </a:extLst>
              </p:cNvPr>
              <p:cNvSpPr txBox="1">
                <a:spLocks noRot="1" noChangeAspect="1" noMove="1" noResize="1" noEditPoints="1" noAdjustHandles="1" noChangeArrowheads="1" noChangeShapeType="1" noTextEdit="1"/>
              </p:cNvSpPr>
              <p:nvPr/>
            </p:nvSpPr>
            <p:spPr>
              <a:xfrm>
                <a:off x="1873585" y="4440606"/>
                <a:ext cx="518091" cy="261610"/>
              </a:xfrm>
              <a:prstGeom prst="rect">
                <a:avLst/>
              </a:prstGeom>
              <a:blipFill>
                <a:blip r:embed="rId10"/>
                <a:stretch>
                  <a:fillRect b="-4651"/>
                </a:stretch>
              </a:blipFill>
            </p:spPr>
            <p:txBody>
              <a:bodyPr/>
              <a:lstStyle/>
              <a:p>
                <a:r>
                  <a:rPr lang="pt-BR">
                    <a:noFill/>
                  </a:rPr>
                  <a:t> </a:t>
                </a:r>
              </a:p>
            </p:txBody>
          </p:sp>
        </mc:Fallback>
      </mc:AlternateContent>
      <p:sp>
        <p:nvSpPr>
          <p:cNvPr id="53" name="Círculo: Vazio 52">
            <a:extLst>
              <a:ext uri="{FF2B5EF4-FFF2-40B4-BE49-F238E27FC236}">
                <a16:creationId xmlns:a16="http://schemas.microsoft.com/office/drawing/2014/main" id="{6FF6E52F-6DBB-57EB-C602-8C10273426FF}"/>
              </a:ext>
            </a:extLst>
          </p:cNvPr>
          <p:cNvSpPr/>
          <p:nvPr/>
        </p:nvSpPr>
        <p:spPr>
          <a:xfrm>
            <a:off x="4828339" y="4000906"/>
            <a:ext cx="91440" cy="91440"/>
          </a:xfrm>
          <a:prstGeom prst="donut">
            <a:avLst>
              <a:gd name="adj" fmla="val 46798"/>
            </a:avLst>
          </a:prstGeom>
          <a:solidFill>
            <a:schemeClr val="bg1"/>
          </a:solidFill>
          <a:ln w="12700">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cxnSp>
        <p:nvCxnSpPr>
          <p:cNvPr id="55" name="Conector de Seta Reta 54">
            <a:extLst>
              <a:ext uri="{FF2B5EF4-FFF2-40B4-BE49-F238E27FC236}">
                <a16:creationId xmlns:a16="http://schemas.microsoft.com/office/drawing/2014/main" id="{32B37373-5C38-0192-8EDB-E919DFE93C7B}"/>
              </a:ext>
            </a:extLst>
          </p:cNvPr>
          <p:cNvCxnSpPr>
            <a:cxnSpLocks/>
            <a:stCxn id="51" idx="6"/>
            <a:endCxn id="53" idx="2"/>
          </p:cNvCxnSpPr>
          <p:nvPr/>
        </p:nvCxnSpPr>
        <p:spPr>
          <a:xfrm>
            <a:off x="2543116" y="4046626"/>
            <a:ext cx="2285223" cy="0"/>
          </a:xfrm>
          <a:prstGeom prst="straightConnector1">
            <a:avLst/>
          </a:prstGeom>
          <a:ln>
            <a:solidFill>
              <a:srgbClr val="00B050"/>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grpSp>
        <p:nvGrpSpPr>
          <p:cNvPr id="56" name="Agrupar 55">
            <a:extLst>
              <a:ext uri="{FF2B5EF4-FFF2-40B4-BE49-F238E27FC236}">
                <a16:creationId xmlns:a16="http://schemas.microsoft.com/office/drawing/2014/main" id="{AD938466-4A1A-0E06-007F-D7BAC5505652}"/>
              </a:ext>
            </a:extLst>
          </p:cNvPr>
          <p:cNvGrpSpPr/>
          <p:nvPr/>
        </p:nvGrpSpPr>
        <p:grpSpPr>
          <a:xfrm>
            <a:off x="3287062" y="3722242"/>
            <a:ext cx="732321" cy="324384"/>
            <a:chOff x="3435929" y="4757047"/>
            <a:chExt cx="296344" cy="324384"/>
          </a:xfrm>
        </p:grpSpPr>
        <p:sp>
          <p:nvSpPr>
            <p:cNvPr id="58" name="Retângulo 57">
              <a:extLst>
                <a:ext uri="{FF2B5EF4-FFF2-40B4-BE49-F238E27FC236}">
                  <a16:creationId xmlns:a16="http://schemas.microsoft.com/office/drawing/2014/main" id="{8C191A7E-C4D1-77FD-033D-7644A258E07C}"/>
                </a:ext>
              </a:extLst>
            </p:cNvPr>
            <p:cNvSpPr/>
            <p:nvPr/>
          </p:nvSpPr>
          <p:spPr>
            <a:xfrm>
              <a:off x="3456411" y="4803686"/>
              <a:ext cx="251712" cy="231107"/>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59" name="CaixaDeTexto 58">
                  <a:extLst>
                    <a:ext uri="{FF2B5EF4-FFF2-40B4-BE49-F238E27FC236}">
                      <a16:creationId xmlns:a16="http://schemas.microsoft.com/office/drawing/2014/main" id="{2AE455B6-8CCF-5387-906C-CDDC3948437D}"/>
                    </a:ext>
                  </a:extLst>
                </p:cNvPr>
                <p:cNvSpPr txBox="1"/>
                <p:nvPr/>
              </p:nvSpPr>
              <p:spPr>
                <a:xfrm>
                  <a:off x="3435929" y="4757047"/>
                  <a:ext cx="296344" cy="32438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sz="1400" b="0" i="1" smtClean="0">
                                <a:solidFill>
                                  <a:srgbClr val="00B050"/>
                                </a:solidFill>
                                <a:latin typeface="Cambria Math" panose="02040503050406030204" pitchFamily="18" charset="0"/>
                              </a:rPr>
                            </m:ctrlPr>
                          </m:sSubPr>
                          <m:e>
                            <m:acc>
                              <m:accPr>
                                <m:chr m:val="⃗"/>
                                <m:ctrlPr>
                                  <a:rPr lang="pt-BR" sz="1400" b="0" i="1" smtClean="0">
                                    <a:solidFill>
                                      <a:srgbClr val="00B050"/>
                                    </a:solidFill>
                                    <a:latin typeface="Cambria Math" panose="02040503050406030204" pitchFamily="18" charset="0"/>
                                  </a:rPr>
                                </m:ctrlPr>
                              </m:accPr>
                              <m:e>
                                <m:r>
                                  <a:rPr lang="pt-BR" sz="1400" b="0" i="1" smtClean="0">
                                    <a:solidFill>
                                      <a:srgbClr val="00B050"/>
                                    </a:solidFill>
                                    <a:latin typeface="Cambria Math" panose="02040503050406030204" pitchFamily="18" charset="0"/>
                                  </a:rPr>
                                  <m:t>𝑟</m:t>
                                </m:r>
                              </m:e>
                            </m:acc>
                          </m:e>
                          <m:sub>
                            <m:r>
                              <a:rPr lang="pt-BR" sz="1400" b="0" i="1" smtClean="0">
                                <a:solidFill>
                                  <a:srgbClr val="00B050"/>
                                </a:solidFill>
                                <a:latin typeface="Cambria Math" panose="02040503050406030204" pitchFamily="18" charset="0"/>
                              </a:rPr>
                              <m:t>𝑝</m:t>
                            </m:r>
                          </m:sub>
                        </m:sSub>
                        <m:r>
                          <a:rPr lang="pt-BR" sz="1400" b="0" i="1" smtClean="0">
                            <a:solidFill>
                              <a:srgbClr val="00B050"/>
                            </a:solidFill>
                            <a:latin typeface="Cambria Math" panose="02040503050406030204" pitchFamily="18" charset="0"/>
                          </a:rPr>
                          <m:t>−</m:t>
                        </m:r>
                        <m:sSub>
                          <m:sSubPr>
                            <m:ctrlPr>
                              <a:rPr lang="pt-BR" sz="1400" i="1">
                                <a:solidFill>
                                  <a:srgbClr val="00B050"/>
                                </a:solidFill>
                                <a:latin typeface="Cambria Math" panose="02040503050406030204" pitchFamily="18" charset="0"/>
                              </a:rPr>
                            </m:ctrlPr>
                          </m:sSubPr>
                          <m:e>
                            <m:acc>
                              <m:accPr>
                                <m:chr m:val="⃗"/>
                                <m:ctrlPr>
                                  <a:rPr lang="pt-BR" sz="1400" i="1">
                                    <a:solidFill>
                                      <a:srgbClr val="00B050"/>
                                    </a:solidFill>
                                    <a:latin typeface="Cambria Math" panose="02040503050406030204" pitchFamily="18" charset="0"/>
                                  </a:rPr>
                                </m:ctrlPr>
                              </m:accPr>
                              <m:e>
                                <m:r>
                                  <a:rPr lang="pt-BR" sz="1400" i="1">
                                    <a:solidFill>
                                      <a:srgbClr val="00B050"/>
                                    </a:solidFill>
                                    <a:latin typeface="Cambria Math" panose="02040503050406030204" pitchFamily="18" charset="0"/>
                                  </a:rPr>
                                  <m:t>𝑟</m:t>
                                </m:r>
                              </m:e>
                            </m:acc>
                          </m:e>
                          <m:sub>
                            <m:r>
                              <a:rPr lang="pt-BR" sz="1400" b="0" i="1" smtClean="0">
                                <a:solidFill>
                                  <a:srgbClr val="00B050"/>
                                </a:solidFill>
                                <a:latin typeface="Cambria Math" panose="02040503050406030204" pitchFamily="18" charset="0"/>
                              </a:rPr>
                              <m:t>𝑞</m:t>
                            </m:r>
                          </m:sub>
                        </m:sSub>
                      </m:oMath>
                    </m:oMathPara>
                  </a14:m>
                  <a:endParaRPr lang="pt-BR" sz="1400">
                    <a:solidFill>
                      <a:srgbClr val="00B050"/>
                    </a:solidFill>
                  </a:endParaRPr>
                </a:p>
              </p:txBody>
            </p:sp>
          </mc:Choice>
          <mc:Fallback xmlns="">
            <p:sp>
              <p:nvSpPr>
                <p:cNvPr id="59" name="CaixaDeTexto 58">
                  <a:extLst>
                    <a:ext uri="{FF2B5EF4-FFF2-40B4-BE49-F238E27FC236}">
                      <a16:creationId xmlns:a16="http://schemas.microsoft.com/office/drawing/2014/main" id="{2AE455B6-8CCF-5387-906C-CDDC3948437D}"/>
                    </a:ext>
                  </a:extLst>
                </p:cNvPr>
                <p:cNvSpPr txBox="1">
                  <a:spLocks noRot="1" noChangeAspect="1" noMove="1" noResize="1" noEditPoints="1" noAdjustHandles="1" noChangeArrowheads="1" noChangeShapeType="1" noTextEdit="1"/>
                </p:cNvSpPr>
                <p:nvPr/>
              </p:nvSpPr>
              <p:spPr>
                <a:xfrm>
                  <a:off x="3435929" y="4757047"/>
                  <a:ext cx="296344" cy="324384"/>
                </a:xfrm>
                <a:prstGeom prst="rect">
                  <a:avLst/>
                </a:prstGeom>
                <a:blipFill>
                  <a:blip r:embed="rId11"/>
                  <a:stretch>
                    <a:fillRect t="-9434" r="-16667"/>
                  </a:stretch>
                </a:blipFill>
              </p:spPr>
              <p:txBody>
                <a:bodyPr/>
                <a:lstStyle/>
                <a:p>
                  <a:r>
                    <a:rPr lang="pt-BR">
                      <a:noFill/>
                    </a:rPr>
                    <a:t> </a:t>
                  </a:r>
                </a:p>
              </p:txBody>
            </p:sp>
          </mc:Fallback>
        </mc:AlternateContent>
      </p:grpSp>
      <p:sp>
        <p:nvSpPr>
          <p:cNvPr id="51" name="Círculo: Vazio 50">
            <a:extLst>
              <a:ext uri="{FF2B5EF4-FFF2-40B4-BE49-F238E27FC236}">
                <a16:creationId xmlns:a16="http://schemas.microsoft.com/office/drawing/2014/main" id="{5F3DA4D8-0493-C4D1-54AC-18B0331399D6}"/>
              </a:ext>
            </a:extLst>
          </p:cNvPr>
          <p:cNvSpPr/>
          <p:nvPr/>
        </p:nvSpPr>
        <p:spPr>
          <a:xfrm>
            <a:off x="2451676" y="4000906"/>
            <a:ext cx="91440" cy="91440"/>
          </a:xfrm>
          <a:prstGeom prst="donut">
            <a:avLst>
              <a:gd name="adj" fmla="val 46798"/>
            </a:avLst>
          </a:prstGeom>
          <a:solidFill>
            <a:schemeClr val="bg1"/>
          </a:solidFill>
          <a:ln w="12700">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mc:AlternateContent xmlns:mc="http://schemas.openxmlformats.org/markup-compatibility/2006" xmlns:a14="http://schemas.microsoft.com/office/drawing/2010/main">
        <mc:Choice Requires="a14">
          <p:sp>
            <p:nvSpPr>
              <p:cNvPr id="67" name="CaixaDeTexto 66">
                <a:extLst>
                  <a:ext uri="{FF2B5EF4-FFF2-40B4-BE49-F238E27FC236}">
                    <a16:creationId xmlns:a16="http://schemas.microsoft.com/office/drawing/2014/main" id="{01F4955E-C308-40AA-0F13-F830DDAF8B8E}"/>
                  </a:ext>
                </a:extLst>
              </p:cNvPr>
              <p:cNvSpPr txBox="1"/>
              <p:nvPr/>
            </p:nvSpPr>
            <p:spPr>
              <a:xfrm>
                <a:off x="4341289" y="2158212"/>
                <a:ext cx="323165"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acc>
                        <m:accPr>
                          <m:chr m:val="⃗"/>
                          <m:ctrlPr>
                            <a:rPr lang="pt-BR" sz="1400" b="0" i="1" smtClean="0">
                              <a:solidFill>
                                <a:srgbClr val="FF0000"/>
                              </a:solidFill>
                              <a:latin typeface="Cambria Math" panose="02040503050406030204" pitchFamily="18" charset="0"/>
                            </a:rPr>
                          </m:ctrlPr>
                        </m:accPr>
                        <m:e>
                          <m:r>
                            <a:rPr lang="pt-BR" sz="1400" b="0" i="1" smtClean="0">
                              <a:solidFill>
                                <a:srgbClr val="FF0000"/>
                              </a:solidFill>
                              <a:latin typeface="Cambria Math" panose="02040503050406030204" pitchFamily="18" charset="0"/>
                            </a:rPr>
                            <m:t>𝑞</m:t>
                          </m:r>
                        </m:e>
                      </m:acc>
                    </m:oMath>
                  </m:oMathPara>
                </a14:m>
                <a:endParaRPr lang="pt-BR" sz="1400"/>
              </a:p>
            </p:txBody>
          </p:sp>
        </mc:Choice>
        <mc:Fallback xmlns="">
          <p:sp>
            <p:nvSpPr>
              <p:cNvPr id="67" name="CaixaDeTexto 66">
                <a:extLst>
                  <a:ext uri="{FF2B5EF4-FFF2-40B4-BE49-F238E27FC236}">
                    <a16:creationId xmlns:a16="http://schemas.microsoft.com/office/drawing/2014/main" id="{01F4955E-C308-40AA-0F13-F830DDAF8B8E}"/>
                  </a:ext>
                </a:extLst>
              </p:cNvPr>
              <p:cNvSpPr txBox="1">
                <a:spLocks noRot="1" noChangeAspect="1" noMove="1" noResize="1" noEditPoints="1" noAdjustHandles="1" noChangeArrowheads="1" noChangeShapeType="1" noTextEdit="1"/>
              </p:cNvSpPr>
              <p:nvPr/>
            </p:nvSpPr>
            <p:spPr>
              <a:xfrm>
                <a:off x="4341289" y="2158212"/>
                <a:ext cx="323165" cy="307777"/>
              </a:xfrm>
              <a:prstGeom prst="rect">
                <a:avLst/>
              </a:prstGeom>
              <a:blipFill>
                <a:blip r:embed="rId12"/>
                <a:stretch>
                  <a:fillRect t="-11765" r="-13208"/>
                </a:stretch>
              </a:blipFill>
            </p:spPr>
            <p:txBody>
              <a:bodyPr/>
              <a:lstStyle/>
              <a:p>
                <a:r>
                  <a:rPr lang="pt-BR">
                    <a:noFill/>
                  </a:rPr>
                  <a:t> </a:t>
                </a:r>
              </a:p>
            </p:txBody>
          </p:sp>
        </mc:Fallback>
      </mc:AlternateContent>
      <p:cxnSp>
        <p:nvCxnSpPr>
          <p:cNvPr id="68" name="Conector de Seta Reta 67">
            <a:extLst>
              <a:ext uri="{FF2B5EF4-FFF2-40B4-BE49-F238E27FC236}">
                <a16:creationId xmlns:a16="http://schemas.microsoft.com/office/drawing/2014/main" id="{D7DB7881-BFAA-BDE2-7FE2-001F016DD54F}"/>
              </a:ext>
            </a:extLst>
          </p:cNvPr>
          <p:cNvCxnSpPr>
            <a:cxnSpLocks/>
            <a:stCxn id="52" idx="6"/>
            <a:endCxn id="65" idx="3"/>
          </p:cNvCxnSpPr>
          <p:nvPr/>
        </p:nvCxnSpPr>
        <p:spPr>
          <a:xfrm flipV="1">
            <a:off x="3600389" y="1642927"/>
            <a:ext cx="1616069" cy="1208267"/>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52" name="Elipse 51">
            <a:extLst>
              <a:ext uri="{FF2B5EF4-FFF2-40B4-BE49-F238E27FC236}">
                <a16:creationId xmlns:a16="http://schemas.microsoft.com/office/drawing/2014/main" id="{CB6A626C-42BE-26BE-2F44-A7F8680C24BF}"/>
              </a:ext>
            </a:extLst>
          </p:cNvPr>
          <p:cNvSpPr/>
          <p:nvPr/>
        </p:nvSpPr>
        <p:spPr>
          <a:xfrm>
            <a:off x="3554669" y="2828334"/>
            <a:ext cx="45720" cy="4572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74" name="Conector de Seta Reta 73">
            <a:extLst>
              <a:ext uri="{FF2B5EF4-FFF2-40B4-BE49-F238E27FC236}">
                <a16:creationId xmlns:a16="http://schemas.microsoft.com/office/drawing/2014/main" id="{B533DF2E-C9E9-BD06-6730-1B11D307FC30}"/>
              </a:ext>
            </a:extLst>
          </p:cNvPr>
          <p:cNvCxnSpPr>
            <a:cxnSpLocks/>
            <a:stCxn id="12" idx="6"/>
            <a:endCxn id="65" idx="2"/>
          </p:cNvCxnSpPr>
          <p:nvPr/>
        </p:nvCxnSpPr>
        <p:spPr>
          <a:xfrm>
            <a:off x="2542698" y="1274207"/>
            <a:ext cx="2667064" cy="352556"/>
          </a:xfrm>
          <a:prstGeom prst="straightConnector1">
            <a:avLst/>
          </a:prstGeom>
          <a:ln>
            <a:solidFill>
              <a:srgbClr val="7030A0"/>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grpSp>
        <p:nvGrpSpPr>
          <p:cNvPr id="78" name="Agrupar 77">
            <a:extLst>
              <a:ext uri="{FF2B5EF4-FFF2-40B4-BE49-F238E27FC236}">
                <a16:creationId xmlns:a16="http://schemas.microsoft.com/office/drawing/2014/main" id="{531F0A3C-3070-EFF3-D1E2-12B9C75B2749}"/>
              </a:ext>
            </a:extLst>
          </p:cNvPr>
          <p:cNvGrpSpPr/>
          <p:nvPr/>
        </p:nvGrpSpPr>
        <p:grpSpPr>
          <a:xfrm>
            <a:off x="3375551" y="1293800"/>
            <a:ext cx="732321" cy="285276"/>
            <a:chOff x="3402461" y="4903024"/>
            <a:chExt cx="296344" cy="285276"/>
          </a:xfrm>
        </p:grpSpPr>
        <p:sp>
          <p:nvSpPr>
            <p:cNvPr id="79" name="Retângulo 78">
              <a:extLst>
                <a:ext uri="{FF2B5EF4-FFF2-40B4-BE49-F238E27FC236}">
                  <a16:creationId xmlns:a16="http://schemas.microsoft.com/office/drawing/2014/main" id="{78C0FF04-AA56-1C88-17A3-779370DEFD1F}"/>
                </a:ext>
              </a:extLst>
            </p:cNvPr>
            <p:cNvSpPr/>
            <p:nvPr/>
          </p:nvSpPr>
          <p:spPr>
            <a:xfrm>
              <a:off x="3458112" y="4957193"/>
              <a:ext cx="179526" cy="231107"/>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81" name="CaixaDeTexto 80">
                  <a:extLst>
                    <a:ext uri="{FF2B5EF4-FFF2-40B4-BE49-F238E27FC236}">
                      <a16:creationId xmlns:a16="http://schemas.microsoft.com/office/drawing/2014/main" id="{F61CB60A-CA70-A05D-4527-CDAF8DD857B1}"/>
                    </a:ext>
                  </a:extLst>
                </p:cNvPr>
                <p:cNvSpPr txBox="1"/>
                <p:nvPr/>
              </p:nvSpPr>
              <p:spPr>
                <a:xfrm>
                  <a:off x="3402461" y="4903024"/>
                  <a:ext cx="296344" cy="2769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acc>
                          <m:accPr>
                            <m:chr m:val="⃗"/>
                            <m:ctrlPr>
                              <a:rPr lang="pt-BR" sz="1200" b="0" i="1" smtClean="0">
                                <a:solidFill>
                                  <a:srgbClr val="7030A0"/>
                                </a:solidFill>
                                <a:latin typeface="Cambria Math" panose="02040503050406030204" pitchFamily="18" charset="0"/>
                              </a:rPr>
                            </m:ctrlPr>
                          </m:accPr>
                          <m:e>
                            <m:r>
                              <a:rPr lang="pt-BR" sz="1200" b="0" i="1" smtClean="0">
                                <a:solidFill>
                                  <a:srgbClr val="7030A0"/>
                                </a:solidFill>
                                <a:latin typeface="Cambria Math" panose="02040503050406030204" pitchFamily="18" charset="0"/>
                              </a:rPr>
                              <m:t>𝑟</m:t>
                            </m:r>
                          </m:e>
                        </m:acc>
                        <m:r>
                          <a:rPr lang="pt-BR" sz="1200" b="0" i="1" smtClean="0">
                            <a:solidFill>
                              <a:srgbClr val="7030A0"/>
                            </a:solidFill>
                            <a:latin typeface="Cambria Math" panose="02040503050406030204" pitchFamily="18" charset="0"/>
                          </a:rPr>
                          <m:t>′′(</m:t>
                        </m:r>
                        <m:r>
                          <a:rPr lang="pt-BR" sz="1200" b="0" i="1" smtClean="0">
                            <a:solidFill>
                              <a:srgbClr val="7030A0"/>
                            </a:solidFill>
                            <a:latin typeface="Cambria Math" panose="02040503050406030204" pitchFamily="18" charset="0"/>
                          </a:rPr>
                          <m:t>𝜃</m:t>
                        </m:r>
                        <m:r>
                          <a:rPr lang="pt-BR" sz="1200" b="0" i="1" smtClean="0">
                            <a:solidFill>
                              <a:srgbClr val="7030A0"/>
                            </a:solidFill>
                            <a:latin typeface="Cambria Math" panose="02040503050406030204" pitchFamily="18" charset="0"/>
                          </a:rPr>
                          <m:t>)</m:t>
                        </m:r>
                      </m:oMath>
                    </m:oMathPara>
                  </a14:m>
                  <a:endParaRPr lang="pt-BR" sz="1200">
                    <a:solidFill>
                      <a:srgbClr val="7030A0"/>
                    </a:solidFill>
                  </a:endParaRPr>
                </a:p>
              </p:txBody>
            </p:sp>
          </mc:Choice>
          <mc:Fallback xmlns="">
            <p:sp>
              <p:nvSpPr>
                <p:cNvPr id="81" name="CaixaDeTexto 80">
                  <a:extLst>
                    <a:ext uri="{FF2B5EF4-FFF2-40B4-BE49-F238E27FC236}">
                      <a16:creationId xmlns:a16="http://schemas.microsoft.com/office/drawing/2014/main" id="{F61CB60A-CA70-A05D-4527-CDAF8DD857B1}"/>
                    </a:ext>
                  </a:extLst>
                </p:cNvPr>
                <p:cNvSpPr txBox="1">
                  <a:spLocks noRot="1" noChangeAspect="1" noMove="1" noResize="1" noEditPoints="1" noAdjustHandles="1" noChangeArrowheads="1" noChangeShapeType="1" noTextEdit="1"/>
                </p:cNvSpPr>
                <p:nvPr/>
              </p:nvSpPr>
              <p:spPr>
                <a:xfrm>
                  <a:off x="3402461" y="4903024"/>
                  <a:ext cx="296344" cy="276999"/>
                </a:xfrm>
                <a:prstGeom prst="rect">
                  <a:avLst/>
                </a:prstGeom>
                <a:blipFill>
                  <a:blip r:embed="rId13"/>
                  <a:stretch>
                    <a:fillRect t="-2174" b="-6522"/>
                  </a:stretch>
                </a:blipFill>
              </p:spPr>
              <p:txBody>
                <a:bodyPr/>
                <a:lstStyle/>
                <a:p>
                  <a:r>
                    <a:rPr lang="pt-BR">
                      <a:noFill/>
                    </a:rPr>
                    <a:t> </a:t>
                  </a:r>
                </a:p>
              </p:txBody>
            </p:sp>
          </mc:Fallback>
        </mc:AlternateContent>
      </p:grpSp>
      <mc:AlternateContent xmlns:mc="http://schemas.openxmlformats.org/markup-compatibility/2006" xmlns:a14="http://schemas.microsoft.com/office/drawing/2010/main">
        <mc:Choice Requires="a14">
          <p:sp>
            <p:nvSpPr>
              <p:cNvPr id="83" name="CaixaDeTexto 82">
                <a:extLst>
                  <a:ext uri="{FF2B5EF4-FFF2-40B4-BE49-F238E27FC236}">
                    <a16:creationId xmlns:a16="http://schemas.microsoft.com/office/drawing/2014/main" id="{31DD61BD-1C0D-CCF6-BF57-75F632416BE1}"/>
                  </a:ext>
                </a:extLst>
              </p:cNvPr>
              <p:cNvSpPr txBox="1"/>
              <p:nvPr/>
            </p:nvSpPr>
            <p:spPr>
              <a:xfrm>
                <a:off x="6699424" y="3524288"/>
                <a:ext cx="3501536" cy="35753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pt-BR" sz="1600" b="0" i="1" smtClean="0">
                              <a:latin typeface="Cambria Math" panose="02040503050406030204" pitchFamily="18" charset="0"/>
                            </a:rPr>
                          </m:ctrlPr>
                        </m:sSubSupPr>
                        <m:e>
                          <m:acc>
                            <m:accPr>
                              <m:chr m:val="⃗"/>
                              <m:ctrlPr>
                                <a:rPr lang="pt-BR" sz="1600" i="1">
                                  <a:latin typeface="Cambria Math" panose="02040503050406030204" pitchFamily="18" charset="0"/>
                                </a:rPr>
                              </m:ctrlPr>
                            </m:accPr>
                            <m:e>
                              <m:r>
                                <a:rPr lang="pt-BR" sz="1600" i="1">
                                  <a:latin typeface="Cambria Math" panose="02040503050406030204" pitchFamily="18" charset="0"/>
                                </a:rPr>
                                <m:t>𝑟</m:t>
                              </m:r>
                            </m:e>
                          </m:acc>
                        </m:e>
                        <m:sub>
                          <m:r>
                            <a:rPr lang="pt-BR" sz="1600" b="0" i="1" smtClean="0">
                              <a:latin typeface="Cambria Math" panose="02040503050406030204" pitchFamily="18" charset="0"/>
                            </a:rPr>
                            <m:t> </m:t>
                          </m:r>
                        </m:sub>
                        <m:sup>
                          <m:r>
                            <a:rPr lang="pt-BR" sz="1600" b="0" i="1" smtClean="0">
                              <a:latin typeface="Cambria Math" panose="02040503050406030204" pitchFamily="18" charset="0"/>
                            </a:rPr>
                            <m:t>′′</m:t>
                          </m:r>
                        </m:sup>
                      </m:sSubSup>
                      <m:d>
                        <m:dPr>
                          <m:ctrlPr>
                            <a:rPr lang="pt-BR" sz="1600" b="0" i="1" smtClean="0">
                              <a:latin typeface="Cambria Math" panose="02040503050406030204" pitchFamily="18" charset="0"/>
                            </a:rPr>
                          </m:ctrlPr>
                        </m:dPr>
                        <m:e>
                          <m:r>
                            <a:rPr lang="pt-BR" sz="1600" b="0" i="1" smtClean="0">
                              <a:latin typeface="Cambria Math" panose="02040503050406030204" pitchFamily="18" charset="0"/>
                            </a:rPr>
                            <m:t>𝜃</m:t>
                          </m:r>
                        </m:e>
                      </m:d>
                      <m:r>
                        <a:rPr lang="pt-BR" sz="1600" b="0" i="1" smtClean="0">
                          <a:latin typeface="Cambria Math" panose="02040503050406030204" pitchFamily="18" charset="0"/>
                        </a:rPr>
                        <m:t>=</m:t>
                      </m:r>
                      <m:sSub>
                        <m:sSubPr>
                          <m:ctrlPr>
                            <a:rPr lang="pt-BR" sz="1600" i="1">
                              <a:latin typeface="Cambria Math" panose="02040503050406030204" pitchFamily="18" charset="0"/>
                            </a:rPr>
                          </m:ctrlPr>
                        </m:sSubPr>
                        <m:e>
                          <m:acc>
                            <m:accPr>
                              <m:chr m:val="⃗"/>
                              <m:ctrlPr>
                                <a:rPr lang="pt-BR" sz="1600" i="1">
                                  <a:latin typeface="Cambria Math" panose="02040503050406030204" pitchFamily="18" charset="0"/>
                                </a:rPr>
                              </m:ctrlPr>
                            </m:accPr>
                            <m:e>
                              <m:r>
                                <a:rPr lang="pt-BR" sz="1600" i="1">
                                  <a:latin typeface="Cambria Math" panose="02040503050406030204" pitchFamily="18" charset="0"/>
                                </a:rPr>
                                <m:t>𝑟</m:t>
                              </m:r>
                            </m:e>
                          </m:acc>
                        </m:e>
                        <m:sub>
                          <m:r>
                            <a:rPr lang="pt-BR" sz="1600" i="1">
                              <a:latin typeface="Cambria Math" panose="02040503050406030204" pitchFamily="18" charset="0"/>
                            </a:rPr>
                            <m:t>𝑝</m:t>
                          </m:r>
                        </m:sub>
                      </m:sSub>
                      <m:d>
                        <m:dPr>
                          <m:ctrlPr>
                            <a:rPr lang="pt-BR" sz="1600" i="1">
                              <a:latin typeface="Cambria Math" panose="02040503050406030204" pitchFamily="18" charset="0"/>
                            </a:rPr>
                          </m:ctrlPr>
                        </m:dPr>
                        <m:e>
                          <m:r>
                            <a:rPr lang="pt-BR" sz="1600" i="1">
                              <a:latin typeface="Cambria Math" panose="02040503050406030204" pitchFamily="18" charset="0"/>
                            </a:rPr>
                            <m:t>𝜃</m:t>
                          </m:r>
                        </m:e>
                      </m:d>
                      <m:r>
                        <a:rPr lang="pt-BR" sz="1600" b="0" i="1" smtClean="0">
                          <a:latin typeface="Cambria Math" panose="02040503050406030204" pitchFamily="18" charset="0"/>
                        </a:rPr>
                        <m:t>−</m:t>
                      </m:r>
                      <m:acc>
                        <m:accPr>
                          <m:chr m:val="⃗"/>
                          <m:ctrlPr>
                            <a:rPr lang="pt-BR" sz="1600" b="0" i="1" smtClean="0">
                              <a:latin typeface="Cambria Math" panose="02040503050406030204" pitchFamily="18" charset="0"/>
                            </a:rPr>
                          </m:ctrlPr>
                        </m:accPr>
                        <m:e>
                          <m:r>
                            <a:rPr lang="pt-BR" sz="1600" b="0" i="1" smtClean="0">
                              <a:latin typeface="Cambria Math" panose="02040503050406030204" pitchFamily="18" charset="0"/>
                            </a:rPr>
                            <m:t>𝑞</m:t>
                          </m:r>
                        </m:e>
                      </m:acc>
                      <m:r>
                        <a:rPr lang="pt-BR" sz="1600" b="0" i="1" smtClean="0">
                          <a:latin typeface="Cambria Math" panose="02040503050406030204" pitchFamily="18" charset="0"/>
                        </a:rPr>
                        <m:t>=</m:t>
                      </m:r>
                      <m:acc>
                        <m:accPr>
                          <m:chr m:val="⃗"/>
                          <m:ctrlPr>
                            <a:rPr lang="pt-BR" sz="1600" i="1">
                              <a:latin typeface="Cambria Math" panose="02040503050406030204" pitchFamily="18" charset="0"/>
                            </a:rPr>
                          </m:ctrlPr>
                        </m:accPr>
                        <m:e>
                          <m:r>
                            <a:rPr lang="pt-BR" sz="1600" i="1">
                              <a:latin typeface="Cambria Math" panose="02040503050406030204" pitchFamily="18" charset="0"/>
                            </a:rPr>
                            <m:t>𝑝</m:t>
                          </m:r>
                        </m:e>
                      </m:acc>
                      <m:r>
                        <a:rPr lang="pt-BR" sz="1600" i="1">
                          <a:latin typeface="Cambria Math" panose="02040503050406030204" pitchFamily="18" charset="0"/>
                        </a:rPr>
                        <m:t>−</m:t>
                      </m:r>
                      <m:acc>
                        <m:accPr>
                          <m:chr m:val="⃗"/>
                          <m:ctrlPr>
                            <a:rPr lang="pt-BR" sz="1600" i="1">
                              <a:latin typeface="Cambria Math" panose="02040503050406030204" pitchFamily="18" charset="0"/>
                            </a:rPr>
                          </m:ctrlPr>
                        </m:accPr>
                        <m:e>
                          <m:r>
                            <a:rPr lang="pt-BR" sz="1600" i="1">
                              <a:latin typeface="Cambria Math" panose="02040503050406030204" pitchFamily="18" charset="0"/>
                            </a:rPr>
                            <m:t>𝑞</m:t>
                          </m:r>
                        </m:e>
                      </m:acc>
                      <m:r>
                        <a:rPr lang="pt-BR" sz="1600" b="0" i="1" smtClean="0">
                          <a:latin typeface="Cambria Math" panose="02040503050406030204" pitchFamily="18" charset="0"/>
                        </a:rPr>
                        <m:t>+</m:t>
                      </m:r>
                      <m:sSub>
                        <m:sSubPr>
                          <m:ctrlPr>
                            <a:rPr lang="pt-BR" sz="1600" i="1">
                              <a:latin typeface="Cambria Math" panose="02040503050406030204" pitchFamily="18" charset="0"/>
                            </a:rPr>
                          </m:ctrlPr>
                        </m:sSubPr>
                        <m:e>
                          <m:acc>
                            <m:accPr>
                              <m:chr m:val="⃗"/>
                              <m:ctrlPr>
                                <a:rPr lang="pt-BR" sz="1600" i="1">
                                  <a:latin typeface="Cambria Math" panose="02040503050406030204" pitchFamily="18" charset="0"/>
                                </a:rPr>
                              </m:ctrlPr>
                            </m:accPr>
                            <m:e>
                              <m:r>
                                <a:rPr lang="pt-BR" sz="1600" i="1">
                                  <a:latin typeface="Cambria Math" panose="02040503050406030204" pitchFamily="18" charset="0"/>
                                </a:rPr>
                                <m:t>𝑐</m:t>
                              </m:r>
                            </m:e>
                          </m:acc>
                        </m:e>
                        <m:sub>
                          <m:r>
                            <a:rPr lang="pt-BR" sz="1600" i="1">
                              <a:latin typeface="Cambria Math" panose="02040503050406030204" pitchFamily="18" charset="0"/>
                            </a:rPr>
                            <m:t>𝑝</m:t>
                          </m:r>
                        </m:sub>
                      </m:sSub>
                      <m:d>
                        <m:dPr>
                          <m:ctrlPr>
                            <a:rPr lang="pt-BR" sz="1600" i="1">
                              <a:latin typeface="Cambria Math" panose="02040503050406030204" pitchFamily="18" charset="0"/>
                            </a:rPr>
                          </m:ctrlPr>
                        </m:dPr>
                        <m:e>
                          <m:r>
                            <a:rPr lang="pt-BR" sz="1600" i="1">
                              <a:latin typeface="Cambria Math" panose="02040503050406030204" pitchFamily="18" charset="0"/>
                            </a:rPr>
                            <m:t>𝜌</m:t>
                          </m:r>
                          <m:r>
                            <a:rPr lang="pt-BR" sz="1600" i="1">
                              <a:latin typeface="Cambria Math" panose="02040503050406030204" pitchFamily="18" charset="0"/>
                            </a:rPr>
                            <m:t>,</m:t>
                          </m:r>
                          <m:r>
                            <a:rPr lang="pt-BR" sz="1600" i="1">
                              <a:latin typeface="Cambria Math" panose="02040503050406030204" pitchFamily="18" charset="0"/>
                            </a:rPr>
                            <m:t>𝜃</m:t>
                          </m:r>
                        </m:e>
                      </m:d>
                    </m:oMath>
                  </m:oMathPara>
                </a14:m>
                <a:endParaRPr lang="pt-BR" sz="1600"/>
              </a:p>
            </p:txBody>
          </p:sp>
        </mc:Choice>
        <mc:Fallback xmlns="">
          <p:sp>
            <p:nvSpPr>
              <p:cNvPr id="83" name="CaixaDeTexto 82">
                <a:extLst>
                  <a:ext uri="{FF2B5EF4-FFF2-40B4-BE49-F238E27FC236}">
                    <a16:creationId xmlns:a16="http://schemas.microsoft.com/office/drawing/2014/main" id="{31DD61BD-1C0D-CCF6-BF57-75F632416BE1}"/>
                  </a:ext>
                </a:extLst>
              </p:cNvPr>
              <p:cNvSpPr txBox="1">
                <a:spLocks noRot="1" noChangeAspect="1" noMove="1" noResize="1" noEditPoints="1" noAdjustHandles="1" noChangeArrowheads="1" noChangeShapeType="1" noTextEdit="1"/>
              </p:cNvSpPr>
              <p:nvPr/>
            </p:nvSpPr>
            <p:spPr>
              <a:xfrm>
                <a:off x="6699424" y="3524288"/>
                <a:ext cx="3501536" cy="357534"/>
              </a:xfrm>
              <a:prstGeom prst="rect">
                <a:avLst/>
              </a:prstGeom>
              <a:blipFill>
                <a:blip r:embed="rId14"/>
                <a:stretch>
                  <a:fillRect t="-11864" b="-3390"/>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84" name="CaixaDeTexto 83">
                <a:extLst>
                  <a:ext uri="{FF2B5EF4-FFF2-40B4-BE49-F238E27FC236}">
                    <a16:creationId xmlns:a16="http://schemas.microsoft.com/office/drawing/2014/main" id="{A07E6704-4334-705D-9954-39A0755B4789}"/>
                  </a:ext>
                </a:extLst>
              </p:cNvPr>
              <p:cNvSpPr txBox="1"/>
              <p:nvPr/>
            </p:nvSpPr>
            <p:spPr>
              <a:xfrm>
                <a:off x="6699424" y="4071218"/>
                <a:ext cx="5208092" cy="37516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pt-BR" sz="1600" b="0" i="1" smtClean="0">
                              <a:latin typeface="Cambria Math" panose="02040503050406030204" pitchFamily="18" charset="0"/>
                            </a:rPr>
                          </m:ctrlPr>
                        </m:sSubSupPr>
                        <m:e>
                          <m:acc>
                            <m:accPr>
                              <m:chr m:val="⃗"/>
                              <m:ctrlPr>
                                <a:rPr lang="pt-BR" sz="1600" i="1">
                                  <a:latin typeface="Cambria Math" panose="02040503050406030204" pitchFamily="18" charset="0"/>
                                </a:rPr>
                              </m:ctrlPr>
                            </m:accPr>
                            <m:e>
                              <m:r>
                                <a:rPr lang="pt-BR" sz="1600" i="1">
                                  <a:latin typeface="Cambria Math" panose="02040503050406030204" pitchFamily="18" charset="0"/>
                                </a:rPr>
                                <m:t>𝑟</m:t>
                              </m:r>
                            </m:e>
                          </m:acc>
                        </m:e>
                        <m:sub>
                          <m:r>
                            <a:rPr lang="pt-BR" sz="1600" b="0" i="1" smtClean="0">
                              <a:latin typeface="Cambria Math" panose="02040503050406030204" pitchFamily="18" charset="0"/>
                            </a:rPr>
                            <m:t> </m:t>
                          </m:r>
                        </m:sub>
                        <m:sup>
                          <m:r>
                            <a:rPr lang="pt-BR" sz="1600" b="0" i="1" smtClean="0">
                              <a:latin typeface="Cambria Math" panose="02040503050406030204" pitchFamily="18" charset="0"/>
                            </a:rPr>
                            <m:t>′′</m:t>
                          </m:r>
                        </m:sup>
                      </m:sSubSup>
                      <m:d>
                        <m:dPr>
                          <m:ctrlPr>
                            <a:rPr lang="pt-BR" sz="1600" b="0" i="1" smtClean="0">
                              <a:latin typeface="Cambria Math" panose="02040503050406030204" pitchFamily="18" charset="0"/>
                            </a:rPr>
                          </m:ctrlPr>
                        </m:dPr>
                        <m:e>
                          <m:r>
                            <a:rPr lang="pt-BR" sz="1600" b="0" i="1" smtClean="0">
                              <a:latin typeface="Cambria Math" panose="02040503050406030204" pitchFamily="18" charset="0"/>
                            </a:rPr>
                            <m:t>𝜃</m:t>
                          </m:r>
                        </m:e>
                      </m:d>
                      <m:r>
                        <a:rPr lang="pt-BR" sz="1600" b="0" i="1" smtClean="0">
                          <a:latin typeface="Cambria Math" panose="02040503050406030204" pitchFamily="18" charset="0"/>
                        </a:rPr>
                        <m:t>=</m:t>
                      </m:r>
                      <m:d>
                        <m:dPr>
                          <m:ctrlPr>
                            <a:rPr lang="pt-BR" sz="1600" i="1">
                              <a:latin typeface="Cambria Math" panose="02040503050406030204" pitchFamily="18" charset="0"/>
                            </a:rPr>
                          </m:ctrlPr>
                        </m:dPr>
                        <m:e>
                          <m:sSub>
                            <m:sSubPr>
                              <m:ctrlPr>
                                <a:rPr lang="pt-BR" sz="1600" i="1">
                                  <a:latin typeface="Cambria Math" panose="02040503050406030204" pitchFamily="18" charset="0"/>
                                </a:rPr>
                              </m:ctrlPr>
                            </m:sSubPr>
                            <m:e>
                              <m:r>
                                <a:rPr lang="pt-BR" sz="1600" i="1">
                                  <a:latin typeface="Cambria Math" panose="02040503050406030204" pitchFamily="18" charset="0"/>
                                </a:rPr>
                                <m:t>𝑥</m:t>
                              </m:r>
                            </m:e>
                            <m:sub>
                              <m:r>
                                <a:rPr lang="pt-BR" sz="1600" i="1">
                                  <a:latin typeface="Cambria Math" panose="02040503050406030204" pitchFamily="18" charset="0"/>
                                </a:rPr>
                                <m:t>𝑝</m:t>
                              </m:r>
                            </m:sub>
                          </m:sSub>
                          <m:r>
                            <a:rPr lang="pt-BR" sz="1600" b="0" i="1" smtClean="0">
                              <a:latin typeface="Cambria Math" panose="02040503050406030204" pitchFamily="18" charset="0"/>
                            </a:rPr>
                            <m:t>−</m:t>
                          </m:r>
                          <m:sSub>
                            <m:sSubPr>
                              <m:ctrlPr>
                                <a:rPr lang="pt-BR" sz="1600" i="1">
                                  <a:latin typeface="Cambria Math" panose="02040503050406030204" pitchFamily="18" charset="0"/>
                                </a:rPr>
                              </m:ctrlPr>
                            </m:sSubPr>
                            <m:e>
                              <m:r>
                                <a:rPr lang="pt-BR" sz="1600" i="1">
                                  <a:latin typeface="Cambria Math" panose="02040503050406030204" pitchFamily="18" charset="0"/>
                                </a:rPr>
                                <m:t>𝑥</m:t>
                              </m:r>
                            </m:e>
                            <m:sub>
                              <m:r>
                                <a:rPr lang="pt-BR" sz="1600" b="0" i="1" smtClean="0">
                                  <a:latin typeface="Cambria Math" panose="02040503050406030204" pitchFamily="18" charset="0"/>
                                </a:rPr>
                                <m:t>𝑞</m:t>
                              </m:r>
                            </m:sub>
                          </m:sSub>
                          <m:r>
                            <a:rPr lang="pt-BR" sz="1600" i="1">
                              <a:latin typeface="Cambria Math" panose="02040503050406030204" pitchFamily="18" charset="0"/>
                            </a:rPr>
                            <m:t>+</m:t>
                          </m:r>
                          <m:sSub>
                            <m:sSubPr>
                              <m:ctrlPr>
                                <a:rPr lang="pt-BR" sz="1600" i="1">
                                  <a:latin typeface="Cambria Math" panose="02040503050406030204" pitchFamily="18" charset="0"/>
                                </a:rPr>
                              </m:ctrlPr>
                            </m:sSubPr>
                            <m:e>
                              <m:r>
                                <a:rPr lang="pt-BR" sz="1600" i="1">
                                  <a:latin typeface="Cambria Math" panose="02040503050406030204" pitchFamily="18" charset="0"/>
                                </a:rPr>
                                <m:t>𝑎</m:t>
                              </m:r>
                            </m:e>
                            <m:sub>
                              <m:r>
                                <a:rPr lang="pt-BR" sz="1600" i="1">
                                  <a:latin typeface="Cambria Math" panose="02040503050406030204" pitchFamily="18" charset="0"/>
                                </a:rPr>
                                <m:t>𝑝</m:t>
                              </m:r>
                            </m:sub>
                          </m:sSub>
                          <m:func>
                            <m:funcPr>
                              <m:ctrlPr>
                                <a:rPr lang="pt-BR" sz="1600" i="1">
                                  <a:latin typeface="Cambria Math" panose="02040503050406030204" pitchFamily="18" charset="0"/>
                                </a:rPr>
                              </m:ctrlPr>
                            </m:funcPr>
                            <m:fName>
                              <m:r>
                                <m:rPr>
                                  <m:sty m:val="p"/>
                                </m:rPr>
                                <a:rPr lang="pt-BR" sz="1600">
                                  <a:latin typeface="Cambria Math" panose="02040503050406030204" pitchFamily="18" charset="0"/>
                                </a:rPr>
                                <m:t>cos</m:t>
                              </m:r>
                            </m:fName>
                            <m:e>
                              <m:sSub>
                                <m:sSubPr>
                                  <m:ctrlPr>
                                    <a:rPr lang="pt-BR" sz="1600" i="1">
                                      <a:latin typeface="Cambria Math" panose="02040503050406030204" pitchFamily="18" charset="0"/>
                                    </a:rPr>
                                  </m:ctrlPr>
                                </m:sSubPr>
                                <m:e>
                                  <m:r>
                                    <a:rPr lang="pt-BR" sz="1600" i="1">
                                      <a:latin typeface="Cambria Math" panose="02040503050406030204" pitchFamily="18" charset="0"/>
                                    </a:rPr>
                                    <m:t>𝜃</m:t>
                                  </m:r>
                                </m:e>
                                <m:sub>
                                  <m:r>
                                    <a:rPr lang="pt-BR" sz="1600" i="1">
                                      <a:latin typeface="Cambria Math" panose="02040503050406030204" pitchFamily="18" charset="0"/>
                                    </a:rPr>
                                    <m:t>𝑝</m:t>
                                  </m:r>
                                </m:sub>
                              </m:sSub>
                            </m:e>
                          </m:func>
                        </m:e>
                      </m:d>
                      <m:acc>
                        <m:accPr>
                          <m:chr m:val="̂"/>
                          <m:ctrlPr>
                            <a:rPr lang="pt-BR" sz="1600" i="1">
                              <a:latin typeface="Cambria Math" panose="02040503050406030204" pitchFamily="18" charset="0"/>
                            </a:rPr>
                          </m:ctrlPr>
                        </m:accPr>
                        <m:e>
                          <m:r>
                            <a:rPr lang="pt-BR" sz="1600" b="1" i="1">
                              <a:latin typeface="Cambria Math" panose="02040503050406030204" pitchFamily="18" charset="0"/>
                            </a:rPr>
                            <m:t>𝒙</m:t>
                          </m:r>
                        </m:e>
                      </m:acc>
                      <m:r>
                        <a:rPr lang="pt-BR" sz="1600" i="1">
                          <a:latin typeface="Cambria Math" panose="02040503050406030204" pitchFamily="18" charset="0"/>
                        </a:rPr>
                        <m:t>+</m:t>
                      </m:r>
                      <m:d>
                        <m:dPr>
                          <m:ctrlPr>
                            <a:rPr lang="pt-BR" sz="1600" i="1">
                              <a:latin typeface="Cambria Math" panose="02040503050406030204" pitchFamily="18" charset="0"/>
                            </a:rPr>
                          </m:ctrlPr>
                        </m:dPr>
                        <m:e>
                          <m:sSub>
                            <m:sSubPr>
                              <m:ctrlPr>
                                <a:rPr lang="pt-BR" sz="1600" i="1">
                                  <a:latin typeface="Cambria Math" panose="02040503050406030204" pitchFamily="18" charset="0"/>
                                </a:rPr>
                              </m:ctrlPr>
                            </m:sSubPr>
                            <m:e>
                              <m:r>
                                <a:rPr lang="pt-BR" sz="1600" i="1">
                                  <a:latin typeface="Cambria Math" panose="02040503050406030204" pitchFamily="18" charset="0"/>
                                </a:rPr>
                                <m:t>𝑦</m:t>
                              </m:r>
                            </m:e>
                            <m:sub>
                              <m:r>
                                <a:rPr lang="pt-BR" sz="1600" i="1">
                                  <a:latin typeface="Cambria Math" panose="02040503050406030204" pitchFamily="18" charset="0"/>
                                </a:rPr>
                                <m:t>𝑝</m:t>
                              </m:r>
                            </m:sub>
                          </m:sSub>
                          <m:r>
                            <a:rPr lang="pt-BR" sz="1600" b="0" i="1" smtClean="0">
                              <a:latin typeface="Cambria Math" panose="02040503050406030204" pitchFamily="18" charset="0"/>
                            </a:rPr>
                            <m:t>−</m:t>
                          </m:r>
                          <m:sSub>
                            <m:sSubPr>
                              <m:ctrlPr>
                                <a:rPr lang="pt-BR" sz="1600" i="1">
                                  <a:latin typeface="Cambria Math" panose="02040503050406030204" pitchFamily="18" charset="0"/>
                                </a:rPr>
                              </m:ctrlPr>
                            </m:sSubPr>
                            <m:e>
                              <m:r>
                                <a:rPr lang="pt-BR" sz="1600" i="1">
                                  <a:latin typeface="Cambria Math" panose="02040503050406030204" pitchFamily="18" charset="0"/>
                                </a:rPr>
                                <m:t>𝑦</m:t>
                              </m:r>
                            </m:e>
                            <m:sub>
                              <m:r>
                                <a:rPr lang="pt-BR" sz="1600" b="0" i="1" smtClean="0">
                                  <a:latin typeface="Cambria Math" panose="02040503050406030204" pitchFamily="18" charset="0"/>
                                </a:rPr>
                                <m:t>𝑞</m:t>
                              </m:r>
                            </m:sub>
                          </m:sSub>
                          <m:r>
                            <a:rPr lang="pt-BR" sz="1600" i="1">
                              <a:latin typeface="Cambria Math" panose="02040503050406030204" pitchFamily="18" charset="0"/>
                            </a:rPr>
                            <m:t>+</m:t>
                          </m:r>
                          <m:sSub>
                            <m:sSubPr>
                              <m:ctrlPr>
                                <a:rPr lang="pt-BR" sz="1600" i="1">
                                  <a:latin typeface="Cambria Math" panose="02040503050406030204" pitchFamily="18" charset="0"/>
                                </a:rPr>
                              </m:ctrlPr>
                            </m:sSubPr>
                            <m:e>
                              <m:r>
                                <a:rPr lang="pt-BR" sz="1600" i="1">
                                  <a:latin typeface="Cambria Math" panose="02040503050406030204" pitchFamily="18" charset="0"/>
                                </a:rPr>
                                <m:t>𝑎</m:t>
                              </m:r>
                            </m:e>
                            <m:sub>
                              <m:r>
                                <a:rPr lang="pt-BR" sz="1600" i="1">
                                  <a:latin typeface="Cambria Math" panose="02040503050406030204" pitchFamily="18" charset="0"/>
                                </a:rPr>
                                <m:t>𝑝</m:t>
                              </m:r>
                            </m:sub>
                          </m:sSub>
                          <m:func>
                            <m:funcPr>
                              <m:ctrlPr>
                                <a:rPr lang="pt-BR" sz="1600" i="1">
                                  <a:latin typeface="Cambria Math" panose="02040503050406030204" pitchFamily="18" charset="0"/>
                                </a:rPr>
                              </m:ctrlPr>
                            </m:funcPr>
                            <m:fName>
                              <m:r>
                                <m:rPr>
                                  <m:sty m:val="p"/>
                                </m:rPr>
                                <a:rPr lang="pt-BR" sz="1600">
                                  <a:latin typeface="Cambria Math" panose="02040503050406030204" pitchFamily="18" charset="0"/>
                                </a:rPr>
                                <m:t>sin</m:t>
                              </m:r>
                            </m:fName>
                            <m:e>
                              <m:sSub>
                                <m:sSubPr>
                                  <m:ctrlPr>
                                    <a:rPr lang="pt-BR" sz="1600" i="1">
                                      <a:latin typeface="Cambria Math" panose="02040503050406030204" pitchFamily="18" charset="0"/>
                                    </a:rPr>
                                  </m:ctrlPr>
                                </m:sSubPr>
                                <m:e>
                                  <m:r>
                                    <a:rPr lang="pt-BR" sz="1600" i="1">
                                      <a:latin typeface="Cambria Math" panose="02040503050406030204" pitchFamily="18" charset="0"/>
                                    </a:rPr>
                                    <m:t>𝜃</m:t>
                                  </m:r>
                                </m:e>
                                <m:sub>
                                  <m:r>
                                    <a:rPr lang="pt-BR" sz="1600" i="1">
                                      <a:latin typeface="Cambria Math" panose="02040503050406030204" pitchFamily="18" charset="0"/>
                                    </a:rPr>
                                    <m:t>𝑝</m:t>
                                  </m:r>
                                </m:sub>
                              </m:sSub>
                            </m:e>
                          </m:func>
                        </m:e>
                      </m:d>
                      <m:acc>
                        <m:accPr>
                          <m:chr m:val="̂"/>
                          <m:ctrlPr>
                            <a:rPr lang="pt-BR" sz="1600" i="1">
                              <a:latin typeface="Cambria Math" panose="02040503050406030204" pitchFamily="18" charset="0"/>
                            </a:rPr>
                          </m:ctrlPr>
                        </m:accPr>
                        <m:e>
                          <m:r>
                            <a:rPr lang="pt-BR" sz="1600" b="1" i="1">
                              <a:latin typeface="Cambria Math" panose="02040503050406030204" pitchFamily="18" charset="0"/>
                            </a:rPr>
                            <m:t>𝒚</m:t>
                          </m:r>
                        </m:e>
                      </m:acc>
                    </m:oMath>
                  </m:oMathPara>
                </a14:m>
                <a:endParaRPr lang="pt-BR" sz="1600"/>
              </a:p>
            </p:txBody>
          </p:sp>
        </mc:Choice>
        <mc:Fallback xmlns="">
          <p:sp>
            <p:nvSpPr>
              <p:cNvPr id="84" name="CaixaDeTexto 83">
                <a:extLst>
                  <a:ext uri="{FF2B5EF4-FFF2-40B4-BE49-F238E27FC236}">
                    <a16:creationId xmlns:a16="http://schemas.microsoft.com/office/drawing/2014/main" id="{A07E6704-4334-705D-9954-39A0755B4789}"/>
                  </a:ext>
                </a:extLst>
              </p:cNvPr>
              <p:cNvSpPr txBox="1">
                <a:spLocks noRot="1" noChangeAspect="1" noMove="1" noResize="1" noEditPoints="1" noAdjustHandles="1" noChangeArrowheads="1" noChangeShapeType="1" noTextEdit="1"/>
              </p:cNvSpPr>
              <p:nvPr/>
            </p:nvSpPr>
            <p:spPr>
              <a:xfrm>
                <a:off x="6699424" y="4071218"/>
                <a:ext cx="5208092" cy="375167"/>
              </a:xfrm>
              <a:prstGeom prst="rect">
                <a:avLst/>
              </a:prstGeom>
              <a:blipFill>
                <a:blip r:embed="rId15"/>
                <a:stretch>
                  <a:fillRect t="-6557" r="-5504" b="-3279"/>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85" name="CaixaDeTexto 84">
                <a:extLst>
                  <a:ext uri="{FF2B5EF4-FFF2-40B4-BE49-F238E27FC236}">
                    <a16:creationId xmlns:a16="http://schemas.microsoft.com/office/drawing/2014/main" id="{30E39637-F7B9-4C5F-A4C3-8F739FD145C4}"/>
                  </a:ext>
                </a:extLst>
              </p:cNvPr>
              <p:cNvSpPr txBox="1"/>
              <p:nvPr/>
            </p:nvSpPr>
            <p:spPr>
              <a:xfrm>
                <a:off x="6699424" y="4659152"/>
                <a:ext cx="3050194"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pt-BR" sz="1600" b="0" i="1" smtClean="0">
                              <a:latin typeface="Cambria Math" panose="02040503050406030204" pitchFamily="18" charset="0"/>
                            </a:rPr>
                          </m:ctrlPr>
                        </m:sSubSupPr>
                        <m:e>
                          <m:acc>
                            <m:accPr>
                              <m:chr m:val="⃗"/>
                              <m:ctrlPr>
                                <a:rPr lang="pt-BR" sz="1600" i="1">
                                  <a:latin typeface="Cambria Math" panose="02040503050406030204" pitchFamily="18" charset="0"/>
                                </a:rPr>
                              </m:ctrlPr>
                            </m:accPr>
                            <m:e>
                              <m:r>
                                <a:rPr lang="pt-BR" sz="1600" i="1">
                                  <a:latin typeface="Cambria Math" panose="02040503050406030204" pitchFamily="18" charset="0"/>
                                </a:rPr>
                                <m:t>𝑟</m:t>
                              </m:r>
                            </m:e>
                          </m:acc>
                        </m:e>
                        <m:sub>
                          <m:r>
                            <a:rPr lang="pt-BR" sz="1600" b="0" i="1" smtClean="0">
                              <a:latin typeface="Cambria Math" panose="02040503050406030204" pitchFamily="18" charset="0"/>
                            </a:rPr>
                            <m:t> </m:t>
                          </m:r>
                        </m:sub>
                        <m:sup>
                          <m:r>
                            <a:rPr lang="pt-BR" sz="1600" b="0" i="1" smtClean="0">
                              <a:latin typeface="Cambria Math" panose="02040503050406030204" pitchFamily="18" charset="0"/>
                            </a:rPr>
                            <m:t>′′</m:t>
                          </m:r>
                        </m:sup>
                      </m:sSubSup>
                      <m:d>
                        <m:dPr>
                          <m:ctrlPr>
                            <a:rPr lang="pt-BR" sz="1600" b="0" i="1" smtClean="0">
                              <a:latin typeface="Cambria Math" panose="02040503050406030204" pitchFamily="18" charset="0"/>
                            </a:rPr>
                          </m:ctrlPr>
                        </m:dPr>
                        <m:e>
                          <m:r>
                            <a:rPr lang="pt-BR" sz="1600" b="0" i="1" smtClean="0">
                              <a:latin typeface="Cambria Math" panose="02040503050406030204" pitchFamily="18" charset="0"/>
                            </a:rPr>
                            <m:t>𝜃</m:t>
                          </m:r>
                        </m:e>
                      </m:d>
                      <m:r>
                        <a:rPr lang="pt-BR" sz="1600" b="0" i="1" smtClean="0">
                          <a:latin typeface="Cambria Math" panose="02040503050406030204" pitchFamily="18" charset="0"/>
                        </a:rPr>
                        <m:t>=</m:t>
                      </m:r>
                      <m:sSup>
                        <m:sSupPr>
                          <m:ctrlPr>
                            <a:rPr lang="pt-BR" sz="1600" b="0" i="1" smtClean="0">
                              <a:latin typeface="Cambria Math" panose="02040503050406030204" pitchFamily="18" charset="0"/>
                            </a:rPr>
                          </m:ctrlPr>
                        </m:sSupPr>
                        <m:e>
                          <m:r>
                            <a:rPr lang="pt-BR" sz="1600" b="0" i="1" smtClean="0">
                              <a:latin typeface="Cambria Math" panose="02040503050406030204" pitchFamily="18" charset="0"/>
                            </a:rPr>
                            <m:t>𝑟</m:t>
                          </m:r>
                        </m:e>
                        <m:sup>
                          <m:r>
                            <a:rPr lang="pt-BR" sz="1600" b="0" i="1" smtClean="0">
                              <a:latin typeface="Cambria Math" panose="02040503050406030204" pitchFamily="18" charset="0"/>
                            </a:rPr>
                            <m:t>′′</m:t>
                          </m:r>
                        </m:sup>
                      </m:sSup>
                      <m:r>
                        <a:rPr lang="pt-BR" sz="1600" b="0" i="1" smtClean="0">
                          <a:latin typeface="Cambria Math" panose="02040503050406030204" pitchFamily="18" charset="0"/>
                        </a:rPr>
                        <m:t>(</m:t>
                      </m:r>
                      <m:func>
                        <m:funcPr>
                          <m:ctrlPr>
                            <a:rPr lang="pt-BR" sz="1600" b="0" i="1" smtClean="0">
                              <a:latin typeface="Cambria Math" panose="02040503050406030204" pitchFamily="18" charset="0"/>
                            </a:rPr>
                          </m:ctrlPr>
                        </m:funcPr>
                        <m:fName>
                          <m:r>
                            <m:rPr>
                              <m:sty m:val="p"/>
                            </m:rPr>
                            <a:rPr lang="pt-BR" sz="1600" b="0" i="0" smtClean="0">
                              <a:latin typeface="Cambria Math" panose="02040503050406030204" pitchFamily="18" charset="0"/>
                            </a:rPr>
                            <m:t>cos</m:t>
                          </m:r>
                        </m:fName>
                        <m:e>
                          <m:sSup>
                            <m:sSupPr>
                              <m:ctrlPr>
                                <a:rPr lang="pt-BR" sz="1600" b="0" i="1" smtClean="0">
                                  <a:latin typeface="Cambria Math" panose="02040503050406030204" pitchFamily="18" charset="0"/>
                                </a:rPr>
                              </m:ctrlPr>
                            </m:sSupPr>
                            <m:e>
                              <m:r>
                                <a:rPr lang="pt-BR" sz="1600" b="0" i="1" smtClean="0">
                                  <a:latin typeface="Cambria Math" panose="02040503050406030204" pitchFamily="18" charset="0"/>
                                </a:rPr>
                                <m:t>𝜃</m:t>
                              </m:r>
                            </m:e>
                            <m:sup>
                              <m:r>
                                <a:rPr lang="pt-BR" sz="1600" b="0" i="1" smtClean="0">
                                  <a:latin typeface="Cambria Math" panose="02040503050406030204" pitchFamily="18" charset="0"/>
                                </a:rPr>
                                <m:t>′′</m:t>
                              </m:r>
                            </m:sup>
                          </m:sSup>
                        </m:e>
                      </m:func>
                      <m:acc>
                        <m:accPr>
                          <m:chr m:val="̂"/>
                          <m:ctrlPr>
                            <a:rPr lang="pt-BR" sz="1600" i="1">
                              <a:latin typeface="Cambria Math" panose="02040503050406030204" pitchFamily="18" charset="0"/>
                            </a:rPr>
                          </m:ctrlPr>
                        </m:accPr>
                        <m:e>
                          <m:r>
                            <a:rPr lang="pt-BR" sz="1600" b="1" i="1">
                              <a:latin typeface="Cambria Math" panose="02040503050406030204" pitchFamily="18" charset="0"/>
                            </a:rPr>
                            <m:t>𝒙</m:t>
                          </m:r>
                        </m:e>
                      </m:acc>
                      <m:r>
                        <a:rPr lang="pt-BR" sz="1600" i="1">
                          <a:latin typeface="Cambria Math" panose="02040503050406030204" pitchFamily="18" charset="0"/>
                        </a:rPr>
                        <m:t>+</m:t>
                      </m:r>
                      <m:func>
                        <m:funcPr>
                          <m:ctrlPr>
                            <a:rPr lang="pt-BR" sz="1600" i="1" smtClean="0">
                              <a:latin typeface="Cambria Math" panose="02040503050406030204" pitchFamily="18" charset="0"/>
                            </a:rPr>
                          </m:ctrlPr>
                        </m:funcPr>
                        <m:fName>
                          <m:r>
                            <m:rPr>
                              <m:sty m:val="p"/>
                            </m:rPr>
                            <a:rPr lang="pt-BR" sz="1600" b="0" i="0" smtClean="0">
                              <a:latin typeface="Cambria Math" panose="02040503050406030204" pitchFamily="18" charset="0"/>
                            </a:rPr>
                            <m:t>sin</m:t>
                          </m:r>
                        </m:fName>
                        <m:e>
                          <m:sSup>
                            <m:sSupPr>
                              <m:ctrlPr>
                                <a:rPr lang="pt-BR" sz="1600" i="1">
                                  <a:latin typeface="Cambria Math" panose="02040503050406030204" pitchFamily="18" charset="0"/>
                                </a:rPr>
                              </m:ctrlPr>
                            </m:sSupPr>
                            <m:e>
                              <m:r>
                                <a:rPr lang="pt-BR" sz="1600" i="1">
                                  <a:latin typeface="Cambria Math" panose="02040503050406030204" pitchFamily="18" charset="0"/>
                                </a:rPr>
                                <m:t>𝜃</m:t>
                              </m:r>
                            </m:e>
                            <m:sup>
                              <m:r>
                                <a:rPr lang="pt-BR" sz="1600" i="1">
                                  <a:latin typeface="Cambria Math" panose="02040503050406030204" pitchFamily="18" charset="0"/>
                                </a:rPr>
                                <m:t>′′</m:t>
                              </m:r>
                            </m:sup>
                          </m:sSup>
                        </m:e>
                      </m:func>
                      <m:acc>
                        <m:accPr>
                          <m:chr m:val="̂"/>
                          <m:ctrlPr>
                            <a:rPr lang="pt-BR" sz="1600" i="1">
                              <a:latin typeface="Cambria Math" panose="02040503050406030204" pitchFamily="18" charset="0"/>
                            </a:rPr>
                          </m:ctrlPr>
                        </m:accPr>
                        <m:e>
                          <m:r>
                            <a:rPr lang="pt-BR" sz="1600" b="1" i="1">
                              <a:latin typeface="Cambria Math" panose="02040503050406030204" pitchFamily="18" charset="0"/>
                            </a:rPr>
                            <m:t>𝒚</m:t>
                          </m:r>
                        </m:e>
                      </m:acc>
                      <m:r>
                        <a:rPr lang="pt-BR" sz="1600" b="1" i="1" smtClean="0">
                          <a:latin typeface="Cambria Math" panose="02040503050406030204" pitchFamily="18" charset="0"/>
                        </a:rPr>
                        <m:t>)</m:t>
                      </m:r>
                    </m:oMath>
                  </m:oMathPara>
                </a14:m>
                <a:endParaRPr lang="pt-BR" sz="1600"/>
              </a:p>
            </p:txBody>
          </p:sp>
        </mc:Choice>
        <mc:Fallback xmlns="">
          <p:sp>
            <p:nvSpPr>
              <p:cNvPr id="85" name="CaixaDeTexto 84">
                <a:extLst>
                  <a:ext uri="{FF2B5EF4-FFF2-40B4-BE49-F238E27FC236}">
                    <a16:creationId xmlns:a16="http://schemas.microsoft.com/office/drawing/2014/main" id="{30E39637-F7B9-4C5F-A4C3-8F739FD145C4}"/>
                  </a:ext>
                </a:extLst>
              </p:cNvPr>
              <p:cNvSpPr txBox="1">
                <a:spLocks noRot="1" noChangeAspect="1" noMove="1" noResize="1" noEditPoints="1" noAdjustHandles="1" noChangeArrowheads="1" noChangeShapeType="1" noTextEdit="1"/>
              </p:cNvSpPr>
              <p:nvPr/>
            </p:nvSpPr>
            <p:spPr>
              <a:xfrm>
                <a:off x="6699424" y="4659152"/>
                <a:ext cx="3050194" cy="338554"/>
              </a:xfrm>
              <a:prstGeom prst="rect">
                <a:avLst/>
              </a:prstGeom>
              <a:blipFill>
                <a:blip r:embed="rId16"/>
                <a:stretch>
                  <a:fillRect t="-14286" r="-7000" b="-8929"/>
                </a:stretch>
              </a:blipFill>
            </p:spPr>
            <p:txBody>
              <a:bodyPr/>
              <a:lstStyle/>
              <a:p>
                <a:r>
                  <a:rPr lang="pt-BR">
                    <a:noFill/>
                  </a:rPr>
                  <a:t> </a:t>
                </a:r>
              </a:p>
            </p:txBody>
          </p:sp>
        </mc:Fallback>
      </mc:AlternateContent>
      <p:grpSp>
        <p:nvGrpSpPr>
          <p:cNvPr id="91" name="Agrupar 90">
            <a:extLst>
              <a:ext uri="{FF2B5EF4-FFF2-40B4-BE49-F238E27FC236}">
                <a16:creationId xmlns:a16="http://schemas.microsoft.com/office/drawing/2014/main" id="{6A25F992-7E39-CDF2-66E0-734F3CA11411}"/>
              </a:ext>
            </a:extLst>
          </p:cNvPr>
          <p:cNvGrpSpPr/>
          <p:nvPr/>
        </p:nvGrpSpPr>
        <p:grpSpPr>
          <a:xfrm>
            <a:off x="2154405" y="4252559"/>
            <a:ext cx="3055775" cy="307777"/>
            <a:chOff x="2008236" y="4834823"/>
            <a:chExt cx="3055775" cy="307777"/>
          </a:xfrm>
        </p:grpSpPr>
        <p:cxnSp>
          <p:nvCxnSpPr>
            <p:cNvPr id="92" name="Conector de Seta Reta 91">
              <a:extLst>
                <a:ext uri="{FF2B5EF4-FFF2-40B4-BE49-F238E27FC236}">
                  <a16:creationId xmlns:a16="http://schemas.microsoft.com/office/drawing/2014/main" id="{158D0206-BF75-10B0-9923-05A3A6FC64EA}"/>
                </a:ext>
              </a:extLst>
            </p:cNvPr>
            <p:cNvCxnSpPr>
              <a:cxnSpLocks/>
              <a:stCxn id="49" idx="6"/>
              <a:endCxn id="37" idx="2"/>
            </p:cNvCxnSpPr>
            <p:nvPr/>
          </p:nvCxnSpPr>
          <p:spPr>
            <a:xfrm>
              <a:off x="2008236" y="4970487"/>
              <a:ext cx="3055775" cy="10959"/>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nvGrpSpPr>
            <p:cNvPr id="93" name="Agrupar 92">
              <a:extLst>
                <a:ext uri="{FF2B5EF4-FFF2-40B4-BE49-F238E27FC236}">
                  <a16:creationId xmlns:a16="http://schemas.microsoft.com/office/drawing/2014/main" id="{3216FC8A-0731-EF02-3139-D0CFDE20DC5D}"/>
                </a:ext>
              </a:extLst>
            </p:cNvPr>
            <p:cNvGrpSpPr/>
            <p:nvPr/>
          </p:nvGrpSpPr>
          <p:grpSpPr>
            <a:xfrm>
              <a:off x="3470180" y="4834823"/>
              <a:ext cx="323165" cy="307777"/>
              <a:chOff x="3415201" y="4774814"/>
              <a:chExt cx="323165" cy="307777"/>
            </a:xfrm>
          </p:grpSpPr>
          <p:sp>
            <p:nvSpPr>
              <p:cNvPr id="94" name="Retângulo 93">
                <a:extLst>
                  <a:ext uri="{FF2B5EF4-FFF2-40B4-BE49-F238E27FC236}">
                    <a16:creationId xmlns:a16="http://schemas.microsoft.com/office/drawing/2014/main" id="{1280BC8A-A0DE-003B-D8C7-F7D235C8E3A5}"/>
                  </a:ext>
                </a:extLst>
              </p:cNvPr>
              <p:cNvSpPr/>
              <p:nvPr/>
            </p:nvSpPr>
            <p:spPr>
              <a:xfrm>
                <a:off x="3498302" y="4840644"/>
                <a:ext cx="180020" cy="231107"/>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95" name="CaixaDeTexto 94">
                    <a:extLst>
                      <a:ext uri="{FF2B5EF4-FFF2-40B4-BE49-F238E27FC236}">
                        <a16:creationId xmlns:a16="http://schemas.microsoft.com/office/drawing/2014/main" id="{1D3CCB5C-523E-3F57-192C-80B7B1E280B1}"/>
                      </a:ext>
                    </a:extLst>
                  </p:cNvPr>
                  <p:cNvSpPr txBox="1"/>
                  <p:nvPr/>
                </p:nvSpPr>
                <p:spPr>
                  <a:xfrm>
                    <a:off x="3415201" y="4774814"/>
                    <a:ext cx="323165"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acc>
                            <m:accPr>
                              <m:chr m:val="⃗"/>
                              <m:ctrlPr>
                                <a:rPr lang="pt-BR" sz="1400" b="0" i="1" smtClean="0">
                                  <a:solidFill>
                                    <a:srgbClr val="FF0000"/>
                                  </a:solidFill>
                                  <a:latin typeface="Cambria Math" panose="02040503050406030204" pitchFamily="18" charset="0"/>
                                </a:rPr>
                              </m:ctrlPr>
                            </m:accPr>
                            <m:e>
                              <m:r>
                                <a:rPr lang="pt-BR" sz="1400" b="0" i="1" smtClean="0">
                                  <a:solidFill>
                                    <a:srgbClr val="FF0000"/>
                                  </a:solidFill>
                                  <a:latin typeface="Cambria Math" panose="02040503050406030204" pitchFamily="18" charset="0"/>
                                </a:rPr>
                                <m:t>𝑞</m:t>
                              </m:r>
                            </m:e>
                          </m:acc>
                        </m:oMath>
                      </m:oMathPara>
                    </a14:m>
                    <a:endParaRPr lang="pt-BR" sz="1400"/>
                  </a:p>
                </p:txBody>
              </p:sp>
            </mc:Choice>
            <mc:Fallback xmlns="">
              <p:sp>
                <p:nvSpPr>
                  <p:cNvPr id="95" name="CaixaDeTexto 94">
                    <a:extLst>
                      <a:ext uri="{FF2B5EF4-FFF2-40B4-BE49-F238E27FC236}">
                        <a16:creationId xmlns:a16="http://schemas.microsoft.com/office/drawing/2014/main" id="{1D3CCB5C-523E-3F57-192C-80B7B1E280B1}"/>
                      </a:ext>
                    </a:extLst>
                  </p:cNvPr>
                  <p:cNvSpPr txBox="1">
                    <a:spLocks noRot="1" noChangeAspect="1" noMove="1" noResize="1" noEditPoints="1" noAdjustHandles="1" noChangeArrowheads="1" noChangeShapeType="1" noTextEdit="1"/>
                  </p:cNvSpPr>
                  <p:nvPr/>
                </p:nvSpPr>
                <p:spPr>
                  <a:xfrm>
                    <a:off x="3415201" y="4774814"/>
                    <a:ext cx="323165" cy="307777"/>
                  </a:xfrm>
                  <a:prstGeom prst="rect">
                    <a:avLst/>
                  </a:prstGeom>
                  <a:blipFill>
                    <a:blip r:embed="rId17"/>
                    <a:stretch>
                      <a:fillRect t="-11765" r="-13208"/>
                    </a:stretch>
                  </a:blipFill>
                </p:spPr>
                <p:txBody>
                  <a:bodyPr/>
                  <a:lstStyle/>
                  <a:p>
                    <a:r>
                      <a:rPr lang="pt-BR">
                        <a:noFill/>
                      </a:rPr>
                      <a:t> </a:t>
                    </a:r>
                  </a:p>
                </p:txBody>
              </p:sp>
            </mc:Fallback>
          </mc:AlternateContent>
        </p:grpSp>
      </p:grpSp>
      <p:sp>
        <p:nvSpPr>
          <p:cNvPr id="49" name="Elipse 48">
            <a:extLst>
              <a:ext uri="{FF2B5EF4-FFF2-40B4-BE49-F238E27FC236}">
                <a16:creationId xmlns:a16="http://schemas.microsoft.com/office/drawing/2014/main" id="{25273311-F996-ABEC-B724-ACD4416B9BD8}"/>
              </a:ext>
            </a:extLst>
          </p:cNvPr>
          <p:cNvSpPr/>
          <p:nvPr/>
        </p:nvSpPr>
        <p:spPr>
          <a:xfrm>
            <a:off x="2108685" y="4365363"/>
            <a:ext cx="45720" cy="4572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nvGrpSpPr>
          <p:cNvPr id="98" name="Agrupar 97">
            <a:extLst>
              <a:ext uri="{FF2B5EF4-FFF2-40B4-BE49-F238E27FC236}">
                <a16:creationId xmlns:a16="http://schemas.microsoft.com/office/drawing/2014/main" id="{62A2726E-E952-5328-51BB-0319DE66EC1F}"/>
              </a:ext>
            </a:extLst>
          </p:cNvPr>
          <p:cNvGrpSpPr/>
          <p:nvPr/>
        </p:nvGrpSpPr>
        <p:grpSpPr>
          <a:xfrm>
            <a:off x="460868" y="4126165"/>
            <a:ext cx="687372" cy="307777"/>
            <a:chOff x="1698324" y="3917643"/>
            <a:chExt cx="687372" cy="307777"/>
          </a:xfrm>
        </p:grpSpPr>
        <mc:AlternateContent xmlns:mc="http://schemas.openxmlformats.org/markup-compatibility/2006" xmlns:a14="http://schemas.microsoft.com/office/drawing/2010/main">
          <mc:Choice Requires="a14">
            <p:sp>
              <p:nvSpPr>
                <p:cNvPr id="99" name="CaixaDeTexto 98">
                  <a:extLst>
                    <a:ext uri="{FF2B5EF4-FFF2-40B4-BE49-F238E27FC236}">
                      <a16:creationId xmlns:a16="http://schemas.microsoft.com/office/drawing/2014/main" id="{EA2D616B-F638-AC77-473D-7797513F3AD3}"/>
                    </a:ext>
                  </a:extLst>
                </p:cNvPr>
                <p:cNvSpPr txBox="1"/>
                <p:nvPr/>
              </p:nvSpPr>
              <p:spPr>
                <a:xfrm>
                  <a:off x="1698324" y="3917643"/>
                  <a:ext cx="656911"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acc>
                          <m:accPr>
                            <m:chr m:val="⃗"/>
                            <m:ctrlPr>
                              <a:rPr lang="pt-BR" sz="1400" b="0" i="1" smtClean="0">
                                <a:solidFill>
                                  <a:schemeClr val="tx1"/>
                                </a:solidFill>
                                <a:latin typeface="Cambria Math" panose="02040503050406030204" pitchFamily="18" charset="0"/>
                              </a:rPr>
                            </m:ctrlPr>
                          </m:accPr>
                          <m:e>
                            <m:r>
                              <a:rPr lang="pt-BR" sz="1400" b="0" i="1" smtClean="0">
                                <a:solidFill>
                                  <a:schemeClr val="tx1"/>
                                </a:solidFill>
                                <a:latin typeface="Cambria Math" panose="02040503050406030204" pitchFamily="18" charset="0"/>
                              </a:rPr>
                              <m:t>𝑝</m:t>
                            </m:r>
                          </m:e>
                        </m:acc>
                        <m:r>
                          <a:rPr lang="pt-BR" sz="1400" b="0" i="1" smtClean="0">
                            <a:solidFill>
                              <a:schemeClr val="tx1"/>
                            </a:solidFill>
                            <a:latin typeface="Cambria Math" panose="02040503050406030204" pitchFamily="18" charset="0"/>
                          </a:rPr>
                          <m:t>=0</m:t>
                        </m:r>
                      </m:oMath>
                    </m:oMathPara>
                  </a14:m>
                  <a:endParaRPr lang="pt-BR" sz="1400" b="0">
                    <a:solidFill>
                      <a:schemeClr val="tx1"/>
                    </a:solidFill>
                  </a:endParaRPr>
                </a:p>
              </p:txBody>
            </p:sp>
          </mc:Choice>
          <mc:Fallback xmlns="">
            <p:sp>
              <p:nvSpPr>
                <p:cNvPr id="99" name="CaixaDeTexto 98">
                  <a:extLst>
                    <a:ext uri="{FF2B5EF4-FFF2-40B4-BE49-F238E27FC236}">
                      <a16:creationId xmlns:a16="http://schemas.microsoft.com/office/drawing/2014/main" id="{EA2D616B-F638-AC77-473D-7797513F3AD3}"/>
                    </a:ext>
                  </a:extLst>
                </p:cNvPr>
                <p:cNvSpPr txBox="1">
                  <a:spLocks noRot="1" noChangeAspect="1" noMove="1" noResize="1" noEditPoints="1" noAdjustHandles="1" noChangeArrowheads="1" noChangeShapeType="1" noTextEdit="1"/>
                </p:cNvSpPr>
                <p:nvPr/>
              </p:nvSpPr>
              <p:spPr>
                <a:xfrm>
                  <a:off x="1698324" y="3917643"/>
                  <a:ext cx="656911" cy="307777"/>
                </a:xfrm>
                <a:prstGeom prst="rect">
                  <a:avLst/>
                </a:prstGeom>
                <a:blipFill>
                  <a:blip r:embed="rId18"/>
                  <a:stretch>
                    <a:fillRect t="-12000" b="-2000"/>
                  </a:stretch>
                </a:blipFill>
              </p:spPr>
              <p:txBody>
                <a:bodyPr/>
                <a:lstStyle/>
                <a:p>
                  <a:r>
                    <a:rPr lang="pt-BR">
                      <a:noFill/>
                    </a:rPr>
                    <a:t> </a:t>
                  </a:r>
                </a:p>
              </p:txBody>
            </p:sp>
          </mc:Fallback>
        </mc:AlternateContent>
        <p:sp>
          <p:nvSpPr>
            <p:cNvPr id="100" name="Retângulo 99">
              <a:extLst>
                <a:ext uri="{FF2B5EF4-FFF2-40B4-BE49-F238E27FC236}">
                  <a16:creationId xmlns:a16="http://schemas.microsoft.com/office/drawing/2014/main" id="{740903EF-F113-FF93-9934-322A07B88556}"/>
                </a:ext>
              </a:extLst>
            </p:cNvPr>
            <p:cNvSpPr/>
            <p:nvPr/>
          </p:nvSpPr>
          <p:spPr>
            <a:xfrm>
              <a:off x="1698324" y="3917643"/>
              <a:ext cx="687372" cy="307777"/>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cxnSp>
        <p:nvCxnSpPr>
          <p:cNvPr id="101" name="Conector de Seta Reta 100">
            <a:extLst>
              <a:ext uri="{FF2B5EF4-FFF2-40B4-BE49-F238E27FC236}">
                <a16:creationId xmlns:a16="http://schemas.microsoft.com/office/drawing/2014/main" id="{BBB86B4E-2639-B8B9-3857-CE0FD69AF765}"/>
              </a:ext>
            </a:extLst>
          </p:cNvPr>
          <p:cNvCxnSpPr>
            <a:cxnSpLocks/>
            <a:stCxn id="51" idx="6"/>
          </p:cNvCxnSpPr>
          <p:nvPr/>
        </p:nvCxnSpPr>
        <p:spPr>
          <a:xfrm>
            <a:off x="2543116" y="4046626"/>
            <a:ext cx="2660349" cy="347452"/>
          </a:xfrm>
          <a:prstGeom prst="straightConnector1">
            <a:avLst/>
          </a:prstGeom>
          <a:ln>
            <a:solidFill>
              <a:srgbClr val="7030A0"/>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grpSp>
        <p:nvGrpSpPr>
          <p:cNvPr id="103" name="Agrupar 102">
            <a:extLst>
              <a:ext uri="{FF2B5EF4-FFF2-40B4-BE49-F238E27FC236}">
                <a16:creationId xmlns:a16="http://schemas.microsoft.com/office/drawing/2014/main" id="{8A293701-90E2-B12E-07D1-048244821135}"/>
              </a:ext>
            </a:extLst>
          </p:cNvPr>
          <p:cNvGrpSpPr/>
          <p:nvPr/>
        </p:nvGrpSpPr>
        <p:grpSpPr>
          <a:xfrm>
            <a:off x="3749621" y="4077845"/>
            <a:ext cx="732321" cy="282130"/>
            <a:chOff x="3399703" y="4906170"/>
            <a:chExt cx="296344" cy="282130"/>
          </a:xfrm>
        </p:grpSpPr>
        <p:sp>
          <p:nvSpPr>
            <p:cNvPr id="104" name="Retângulo 103">
              <a:extLst>
                <a:ext uri="{FF2B5EF4-FFF2-40B4-BE49-F238E27FC236}">
                  <a16:creationId xmlns:a16="http://schemas.microsoft.com/office/drawing/2014/main" id="{77B24435-BDCC-BE85-0B79-D943E4464D13}"/>
                </a:ext>
              </a:extLst>
            </p:cNvPr>
            <p:cNvSpPr/>
            <p:nvPr/>
          </p:nvSpPr>
          <p:spPr>
            <a:xfrm>
              <a:off x="3458112" y="4957193"/>
              <a:ext cx="179526" cy="231107"/>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105" name="CaixaDeTexto 104">
                  <a:extLst>
                    <a:ext uri="{FF2B5EF4-FFF2-40B4-BE49-F238E27FC236}">
                      <a16:creationId xmlns:a16="http://schemas.microsoft.com/office/drawing/2014/main" id="{64EE7E2C-B564-2F22-26FE-1B775CA9BE8F}"/>
                    </a:ext>
                  </a:extLst>
                </p:cNvPr>
                <p:cNvSpPr txBox="1"/>
                <p:nvPr/>
              </p:nvSpPr>
              <p:spPr>
                <a:xfrm>
                  <a:off x="3399703" y="4906170"/>
                  <a:ext cx="296344" cy="2769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acc>
                          <m:accPr>
                            <m:chr m:val="⃗"/>
                            <m:ctrlPr>
                              <a:rPr lang="pt-BR" sz="1200" b="0" i="1" smtClean="0">
                                <a:solidFill>
                                  <a:srgbClr val="7030A0"/>
                                </a:solidFill>
                                <a:latin typeface="Cambria Math" panose="02040503050406030204" pitchFamily="18" charset="0"/>
                              </a:rPr>
                            </m:ctrlPr>
                          </m:accPr>
                          <m:e>
                            <m:r>
                              <a:rPr lang="pt-BR" sz="1200" b="0" i="1" smtClean="0">
                                <a:solidFill>
                                  <a:srgbClr val="7030A0"/>
                                </a:solidFill>
                                <a:latin typeface="Cambria Math" panose="02040503050406030204" pitchFamily="18" charset="0"/>
                              </a:rPr>
                              <m:t>𝑟</m:t>
                            </m:r>
                          </m:e>
                        </m:acc>
                        <m:r>
                          <a:rPr lang="pt-BR" sz="1200" b="0" i="1" smtClean="0">
                            <a:solidFill>
                              <a:srgbClr val="7030A0"/>
                            </a:solidFill>
                            <a:latin typeface="Cambria Math" panose="02040503050406030204" pitchFamily="18" charset="0"/>
                          </a:rPr>
                          <m:t>′′(</m:t>
                        </m:r>
                        <m:r>
                          <a:rPr lang="pt-BR" sz="1200" b="0" i="1" smtClean="0">
                            <a:solidFill>
                              <a:srgbClr val="7030A0"/>
                            </a:solidFill>
                            <a:latin typeface="Cambria Math" panose="02040503050406030204" pitchFamily="18" charset="0"/>
                          </a:rPr>
                          <m:t>𝜃</m:t>
                        </m:r>
                        <m:r>
                          <a:rPr lang="pt-BR" sz="1200" b="0" i="1" smtClean="0">
                            <a:solidFill>
                              <a:srgbClr val="7030A0"/>
                            </a:solidFill>
                            <a:latin typeface="Cambria Math" panose="02040503050406030204" pitchFamily="18" charset="0"/>
                          </a:rPr>
                          <m:t>)</m:t>
                        </m:r>
                      </m:oMath>
                    </m:oMathPara>
                  </a14:m>
                  <a:endParaRPr lang="pt-BR" sz="1200">
                    <a:solidFill>
                      <a:srgbClr val="7030A0"/>
                    </a:solidFill>
                  </a:endParaRPr>
                </a:p>
              </p:txBody>
            </p:sp>
          </mc:Choice>
          <mc:Fallback xmlns="">
            <p:sp>
              <p:nvSpPr>
                <p:cNvPr id="105" name="CaixaDeTexto 104">
                  <a:extLst>
                    <a:ext uri="{FF2B5EF4-FFF2-40B4-BE49-F238E27FC236}">
                      <a16:creationId xmlns:a16="http://schemas.microsoft.com/office/drawing/2014/main" id="{64EE7E2C-B564-2F22-26FE-1B775CA9BE8F}"/>
                    </a:ext>
                  </a:extLst>
                </p:cNvPr>
                <p:cNvSpPr txBox="1">
                  <a:spLocks noRot="1" noChangeAspect="1" noMove="1" noResize="1" noEditPoints="1" noAdjustHandles="1" noChangeArrowheads="1" noChangeShapeType="1" noTextEdit="1"/>
                </p:cNvSpPr>
                <p:nvPr/>
              </p:nvSpPr>
              <p:spPr>
                <a:xfrm>
                  <a:off x="3399703" y="4906170"/>
                  <a:ext cx="296344" cy="276999"/>
                </a:xfrm>
                <a:prstGeom prst="rect">
                  <a:avLst/>
                </a:prstGeom>
                <a:blipFill>
                  <a:blip r:embed="rId19"/>
                  <a:stretch>
                    <a:fillRect t="-2222" b="-8889"/>
                  </a:stretch>
                </a:blipFill>
              </p:spPr>
              <p:txBody>
                <a:bodyPr/>
                <a:lstStyle/>
                <a:p>
                  <a:r>
                    <a:rPr lang="pt-BR">
                      <a:noFill/>
                    </a:rPr>
                    <a:t> </a:t>
                  </a:r>
                </a:p>
              </p:txBody>
            </p:sp>
          </mc:Fallback>
        </mc:AlternateContent>
      </p:grpSp>
      <p:sp>
        <p:nvSpPr>
          <p:cNvPr id="113" name="CaixaDeTexto 112">
            <a:extLst>
              <a:ext uri="{FF2B5EF4-FFF2-40B4-BE49-F238E27FC236}">
                <a16:creationId xmlns:a16="http://schemas.microsoft.com/office/drawing/2014/main" id="{4E8AD4E2-5829-1B8F-6CC1-CC7216CD4A95}"/>
              </a:ext>
            </a:extLst>
          </p:cNvPr>
          <p:cNvSpPr txBox="1"/>
          <p:nvPr/>
        </p:nvSpPr>
        <p:spPr>
          <a:xfrm>
            <a:off x="6699424" y="2984706"/>
            <a:ext cx="4860540" cy="369332"/>
          </a:xfrm>
          <a:prstGeom prst="rect">
            <a:avLst/>
          </a:prstGeom>
          <a:noFill/>
        </p:spPr>
        <p:txBody>
          <a:bodyPr wrap="square">
            <a:spAutoFit/>
          </a:bodyPr>
          <a:lstStyle/>
          <a:p>
            <a:r>
              <a:rPr lang="pt-BR"/>
              <a:t>Patel’s auxiliary vector</a:t>
            </a:r>
          </a:p>
        </p:txBody>
      </p:sp>
      <p:grpSp>
        <p:nvGrpSpPr>
          <p:cNvPr id="5" name="Agrupar 4">
            <a:extLst>
              <a:ext uri="{FF2B5EF4-FFF2-40B4-BE49-F238E27FC236}">
                <a16:creationId xmlns:a16="http://schemas.microsoft.com/office/drawing/2014/main" id="{AF8EEC95-46BB-D9CF-61A5-E785CD6616DB}"/>
              </a:ext>
            </a:extLst>
          </p:cNvPr>
          <p:cNvGrpSpPr/>
          <p:nvPr/>
        </p:nvGrpSpPr>
        <p:grpSpPr>
          <a:xfrm>
            <a:off x="4872936" y="4003129"/>
            <a:ext cx="443300" cy="396053"/>
            <a:chOff x="4772658" y="4580364"/>
            <a:chExt cx="443300" cy="396053"/>
          </a:xfrm>
        </p:grpSpPr>
        <p:cxnSp>
          <p:nvCxnSpPr>
            <p:cNvPr id="3" name="Conector de Seta Reta 2">
              <a:extLst>
                <a:ext uri="{FF2B5EF4-FFF2-40B4-BE49-F238E27FC236}">
                  <a16:creationId xmlns:a16="http://schemas.microsoft.com/office/drawing/2014/main" id="{3425C7B8-265C-A032-8D35-66888D65A992}"/>
                </a:ext>
              </a:extLst>
            </p:cNvPr>
            <p:cNvCxnSpPr>
              <a:cxnSpLocks/>
            </p:cNvCxnSpPr>
            <p:nvPr/>
          </p:nvCxnSpPr>
          <p:spPr>
            <a:xfrm flipH="1" flipV="1">
              <a:off x="4772658" y="4622690"/>
              <a:ext cx="355618" cy="353727"/>
            </a:xfrm>
            <a:prstGeom prst="straightConnector1">
              <a:avLst/>
            </a:prstGeom>
            <a:ln>
              <a:solidFill>
                <a:schemeClr val="tx2">
                  <a:lumMod val="75000"/>
                  <a:lumOff val="25000"/>
                </a:schemeClr>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 name="CaixaDeTexto 3">
                  <a:extLst>
                    <a:ext uri="{FF2B5EF4-FFF2-40B4-BE49-F238E27FC236}">
                      <a16:creationId xmlns:a16="http://schemas.microsoft.com/office/drawing/2014/main" id="{A1E5A8DF-8F0A-52E4-A0D6-644C390773C9}"/>
                    </a:ext>
                  </a:extLst>
                </p:cNvPr>
                <p:cNvSpPr txBox="1"/>
                <p:nvPr/>
              </p:nvSpPr>
              <p:spPr>
                <a:xfrm>
                  <a:off x="4855346" y="4580364"/>
                  <a:ext cx="360612" cy="29129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200" i="1" smtClean="0">
                                <a:solidFill>
                                  <a:schemeClr val="tx2">
                                    <a:lumMod val="75000"/>
                                    <a:lumOff val="25000"/>
                                  </a:schemeClr>
                                </a:solidFill>
                                <a:latin typeface="Cambria Math" panose="02040503050406030204" pitchFamily="18" charset="0"/>
                              </a:rPr>
                            </m:ctrlPr>
                          </m:sSubPr>
                          <m:e>
                            <m:acc>
                              <m:accPr>
                                <m:chr m:val="⃗"/>
                                <m:ctrlPr>
                                  <a:rPr lang="pt-BR" sz="1200" i="1" smtClean="0">
                                    <a:solidFill>
                                      <a:schemeClr val="tx2">
                                        <a:lumMod val="75000"/>
                                        <a:lumOff val="25000"/>
                                      </a:schemeClr>
                                    </a:solidFill>
                                    <a:latin typeface="Cambria Math" panose="02040503050406030204" pitchFamily="18" charset="0"/>
                                  </a:rPr>
                                </m:ctrlPr>
                              </m:accPr>
                              <m:e>
                                <m:r>
                                  <a:rPr lang="pt-BR" sz="1200" b="0" i="1" smtClean="0">
                                    <a:solidFill>
                                      <a:schemeClr val="tx2">
                                        <a:lumMod val="75000"/>
                                        <a:lumOff val="25000"/>
                                      </a:schemeClr>
                                    </a:solidFill>
                                    <a:latin typeface="Cambria Math" panose="02040503050406030204" pitchFamily="18" charset="0"/>
                                  </a:rPr>
                                  <m:t>𝑐</m:t>
                                </m:r>
                              </m:e>
                            </m:acc>
                          </m:e>
                          <m:sub>
                            <m:r>
                              <a:rPr lang="pt-BR" sz="1200" b="0" i="1" smtClean="0">
                                <a:solidFill>
                                  <a:schemeClr val="tx2">
                                    <a:lumMod val="75000"/>
                                    <a:lumOff val="25000"/>
                                  </a:schemeClr>
                                </a:solidFill>
                                <a:latin typeface="Cambria Math" panose="02040503050406030204" pitchFamily="18" charset="0"/>
                              </a:rPr>
                              <m:t>𝑞</m:t>
                            </m:r>
                          </m:sub>
                        </m:sSub>
                      </m:oMath>
                    </m:oMathPara>
                  </a14:m>
                  <a:endParaRPr lang="pt-BR" sz="1200">
                    <a:solidFill>
                      <a:schemeClr val="tx2">
                        <a:lumMod val="75000"/>
                        <a:lumOff val="25000"/>
                      </a:schemeClr>
                    </a:solidFill>
                  </a:endParaRPr>
                </a:p>
              </p:txBody>
            </p:sp>
          </mc:Choice>
          <mc:Fallback xmlns="">
            <p:sp>
              <p:nvSpPr>
                <p:cNvPr id="4" name="CaixaDeTexto 3">
                  <a:extLst>
                    <a:ext uri="{FF2B5EF4-FFF2-40B4-BE49-F238E27FC236}">
                      <a16:creationId xmlns:a16="http://schemas.microsoft.com/office/drawing/2014/main" id="{A1E5A8DF-8F0A-52E4-A0D6-644C390773C9}"/>
                    </a:ext>
                  </a:extLst>
                </p:cNvPr>
                <p:cNvSpPr txBox="1">
                  <a:spLocks noRot="1" noChangeAspect="1" noMove="1" noResize="1" noEditPoints="1" noAdjustHandles="1" noChangeArrowheads="1" noChangeShapeType="1" noTextEdit="1"/>
                </p:cNvSpPr>
                <p:nvPr/>
              </p:nvSpPr>
              <p:spPr>
                <a:xfrm>
                  <a:off x="4855346" y="4580364"/>
                  <a:ext cx="360612" cy="291298"/>
                </a:xfrm>
                <a:prstGeom prst="rect">
                  <a:avLst/>
                </a:prstGeom>
                <a:blipFill>
                  <a:blip r:embed="rId20"/>
                  <a:stretch>
                    <a:fillRect r="-5085"/>
                  </a:stretch>
                </a:blipFill>
              </p:spPr>
              <p:txBody>
                <a:bodyPr/>
                <a:lstStyle/>
                <a:p>
                  <a:r>
                    <a:rPr lang="pt-BR">
                      <a:noFill/>
                    </a:rPr>
                    <a:t> </a:t>
                  </a:r>
                </a:p>
              </p:txBody>
            </p:sp>
          </mc:Fallback>
        </mc:AlternateContent>
      </p:grpSp>
      <p:grpSp>
        <p:nvGrpSpPr>
          <p:cNvPr id="6" name="Agrupar 5">
            <a:extLst>
              <a:ext uri="{FF2B5EF4-FFF2-40B4-BE49-F238E27FC236}">
                <a16:creationId xmlns:a16="http://schemas.microsoft.com/office/drawing/2014/main" id="{E2649B41-B2C6-F8E1-9E38-5BC8EEFEC3C4}"/>
              </a:ext>
            </a:extLst>
          </p:cNvPr>
          <p:cNvGrpSpPr/>
          <p:nvPr/>
        </p:nvGrpSpPr>
        <p:grpSpPr>
          <a:xfrm>
            <a:off x="4873641" y="1230184"/>
            <a:ext cx="443300" cy="396053"/>
            <a:chOff x="4772658" y="4580364"/>
            <a:chExt cx="443300" cy="396053"/>
          </a:xfrm>
        </p:grpSpPr>
        <p:cxnSp>
          <p:nvCxnSpPr>
            <p:cNvPr id="8" name="Conector de Seta Reta 7">
              <a:extLst>
                <a:ext uri="{FF2B5EF4-FFF2-40B4-BE49-F238E27FC236}">
                  <a16:creationId xmlns:a16="http://schemas.microsoft.com/office/drawing/2014/main" id="{51FAA3D2-58AE-AEC5-83D2-6E0BB684F83A}"/>
                </a:ext>
              </a:extLst>
            </p:cNvPr>
            <p:cNvCxnSpPr>
              <a:cxnSpLocks/>
            </p:cNvCxnSpPr>
            <p:nvPr/>
          </p:nvCxnSpPr>
          <p:spPr>
            <a:xfrm flipH="1" flipV="1">
              <a:off x="4772658" y="4622690"/>
              <a:ext cx="355618" cy="353727"/>
            </a:xfrm>
            <a:prstGeom prst="straightConnector1">
              <a:avLst/>
            </a:prstGeom>
            <a:ln>
              <a:solidFill>
                <a:schemeClr val="tx2">
                  <a:lumMod val="75000"/>
                  <a:lumOff val="25000"/>
                </a:schemeClr>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9" name="CaixaDeTexto 8">
                  <a:extLst>
                    <a:ext uri="{FF2B5EF4-FFF2-40B4-BE49-F238E27FC236}">
                      <a16:creationId xmlns:a16="http://schemas.microsoft.com/office/drawing/2014/main" id="{A679875D-5D27-2A59-5793-6914629D6391}"/>
                    </a:ext>
                  </a:extLst>
                </p:cNvPr>
                <p:cNvSpPr txBox="1"/>
                <p:nvPr/>
              </p:nvSpPr>
              <p:spPr>
                <a:xfrm>
                  <a:off x="4855346" y="4580364"/>
                  <a:ext cx="360612" cy="29129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200" i="1" smtClean="0">
                                <a:solidFill>
                                  <a:schemeClr val="tx2">
                                    <a:lumMod val="75000"/>
                                    <a:lumOff val="25000"/>
                                  </a:schemeClr>
                                </a:solidFill>
                                <a:latin typeface="Cambria Math" panose="02040503050406030204" pitchFamily="18" charset="0"/>
                              </a:rPr>
                            </m:ctrlPr>
                          </m:sSubPr>
                          <m:e>
                            <m:acc>
                              <m:accPr>
                                <m:chr m:val="⃗"/>
                                <m:ctrlPr>
                                  <a:rPr lang="pt-BR" sz="1200" i="1" smtClean="0">
                                    <a:solidFill>
                                      <a:schemeClr val="tx2">
                                        <a:lumMod val="75000"/>
                                        <a:lumOff val="25000"/>
                                      </a:schemeClr>
                                    </a:solidFill>
                                    <a:latin typeface="Cambria Math" panose="02040503050406030204" pitchFamily="18" charset="0"/>
                                  </a:rPr>
                                </m:ctrlPr>
                              </m:accPr>
                              <m:e>
                                <m:r>
                                  <a:rPr lang="pt-BR" sz="1200" b="0" i="1" smtClean="0">
                                    <a:solidFill>
                                      <a:schemeClr val="tx2">
                                        <a:lumMod val="75000"/>
                                        <a:lumOff val="25000"/>
                                      </a:schemeClr>
                                    </a:solidFill>
                                    <a:latin typeface="Cambria Math" panose="02040503050406030204" pitchFamily="18" charset="0"/>
                                  </a:rPr>
                                  <m:t>𝑐</m:t>
                                </m:r>
                              </m:e>
                            </m:acc>
                          </m:e>
                          <m:sub>
                            <m:r>
                              <a:rPr lang="pt-BR" sz="1200" b="0" i="1" smtClean="0">
                                <a:solidFill>
                                  <a:schemeClr val="tx2">
                                    <a:lumMod val="75000"/>
                                    <a:lumOff val="25000"/>
                                  </a:schemeClr>
                                </a:solidFill>
                                <a:latin typeface="Cambria Math" panose="02040503050406030204" pitchFamily="18" charset="0"/>
                              </a:rPr>
                              <m:t>𝑞</m:t>
                            </m:r>
                          </m:sub>
                        </m:sSub>
                      </m:oMath>
                    </m:oMathPara>
                  </a14:m>
                  <a:endParaRPr lang="pt-BR" sz="1200">
                    <a:solidFill>
                      <a:schemeClr val="tx2">
                        <a:lumMod val="75000"/>
                        <a:lumOff val="25000"/>
                      </a:schemeClr>
                    </a:solidFill>
                  </a:endParaRPr>
                </a:p>
              </p:txBody>
            </p:sp>
          </mc:Choice>
          <mc:Fallback xmlns="">
            <p:sp>
              <p:nvSpPr>
                <p:cNvPr id="9" name="CaixaDeTexto 8">
                  <a:extLst>
                    <a:ext uri="{FF2B5EF4-FFF2-40B4-BE49-F238E27FC236}">
                      <a16:creationId xmlns:a16="http://schemas.microsoft.com/office/drawing/2014/main" id="{A679875D-5D27-2A59-5793-6914629D6391}"/>
                    </a:ext>
                  </a:extLst>
                </p:cNvPr>
                <p:cNvSpPr txBox="1">
                  <a:spLocks noRot="1" noChangeAspect="1" noMove="1" noResize="1" noEditPoints="1" noAdjustHandles="1" noChangeArrowheads="1" noChangeShapeType="1" noTextEdit="1"/>
                </p:cNvSpPr>
                <p:nvPr/>
              </p:nvSpPr>
              <p:spPr>
                <a:xfrm>
                  <a:off x="4855346" y="4580364"/>
                  <a:ext cx="360612" cy="291298"/>
                </a:xfrm>
                <a:prstGeom prst="rect">
                  <a:avLst/>
                </a:prstGeom>
                <a:blipFill>
                  <a:blip r:embed="rId21"/>
                  <a:stretch>
                    <a:fillRect r="-5085"/>
                  </a:stretch>
                </a:blipFill>
              </p:spPr>
              <p:txBody>
                <a:bodyPr/>
                <a:lstStyle/>
                <a:p>
                  <a:r>
                    <a:rPr lang="pt-BR">
                      <a:noFill/>
                    </a:rPr>
                    <a:t> </a:t>
                  </a:r>
                </a:p>
              </p:txBody>
            </p:sp>
          </mc:Fallback>
        </mc:AlternateContent>
      </p:grpSp>
      <p:sp>
        <p:nvSpPr>
          <p:cNvPr id="65" name="Elipse 64">
            <a:extLst>
              <a:ext uri="{FF2B5EF4-FFF2-40B4-BE49-F238E27FC236}">
                <a16:creationId xmlns:a16="http://schemas.microsoft.com/office/drawing/2014/main" id="{0B1B13EB-D6C0-D3E4-9EEB-9763F150DFB0}"/>
              </a:ext>
            </a:extLst>
          </p:cNvPr>
          <p:cNvSpPr/>
          <p:nvPr/>
        </p:nvSpPr>
        <p:spPr>
          <a:xfrm>
            <a:off x="5209762" y="1603903"/>
            <a:ext cx="45720" cy="4572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7" name="Elipse 36">
            <a:extLst>
              <a:ext uri="{FF2B5EF4-FFF2-40B4-BE49-F238E27FC236}">
                <a16:creationId xmlns:a16="http://schemas.microsoft.com/office/drawing/2014/main" id="{3ADE8B1B-30F8-0E8B-5B01-E0861254B642}"/>
              </a:ext>
            </a:extLst>
          </p:cNvPr>
          <p:cNvSpPr/>
          <p:nvPr/>
        </p:nvSpPr>
        <p:spPr>
          <a:xfrm>
            <a:off x="5210180" y="4376322"/>
            <a:ext cx="45720" cy="4572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10" name="CaixaDeTexto 9">
                <a:extLst>
                  <a:ext uri="{FF2B5EF4-FFF2-40B4-BE49-F238E27FC236}">
                    <a16:creationId xmlns:a16="http://schemas.microsoft.com/office/drawing/2014/main" id="{3D3B8585-D048-75B3-144F-236CE4DCDCA8}"/>
                  </a:ext>
                </a:extLst>
              </p:cNvPr>
              <p:cNvSpPr txBox="1"/>
              <p:nvPr/>
            </p:nvSpPr>
            <p:spPr>
              <a:xfrm>
                <a:off x="6699424" y="5788530"/>
                <a:ext cx="4152034" cy="51078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pt-BR" sz="1600" b="0" i="1" smtClean="0">
                              <a:latin typeface="Cambria Math" panose="02040503050406030204" pitchFamily="18" charset="0"/>
                            </a:rPr>
                          </m:ctrlPr>
                        </m:sSupPr>
                        <m:e>
                          <m:d>
                            <m:dPr>
                              <m:begChr m:val="|"/>
                              <m:endChr m:val="|"/>
                              <m:ctrlPr>
                                <a:rPr lang="en-US" sz="1600" b="0" i="1" smtClean="0">
                                  <a:latin typeface="Cambria Math" panose="02040503050406030204" pitchFamily="18" charset="0"/>
                                </a:rPr>
                              </m:ctrlPr>
                            </m:dPr>
                            <m:e>
                              <m:sSub>
                                <m:sSubPr>
                                  <m:ctrlPr>
                                    <a:rPr lang="en-US" sz="1600" b="0" i="1" smtClean="0">
                                      <a:latin typeface="Cambria Math" panose="02040503050406030204" pitchFamily="18" charset="0"/>
                                    </a:rPr>
                                  </m:ctrlPr>
                                </m:sSubPr>
                                <m:e>
                                  <m:acc>
                                    <m:accPr>
                                      <m:chr m:val="⃗"/>
                                      <m:ctrlPr>
                                        <a:rPr lang="pt-BR" sz="1600" i="1">
                                          <a:latin typeface="Cambria Math" panose="02040503050406030204" pitchFamily="18" charset="0"/>
                                        </a:rPr>
                                      </m:ctrlPr>
                                    </m:accPr>
                                    <m:e>
                                      <m:r>
                                        <a:rPr lang="pt-BR" sz="1600" i="1">
                                          <a:latin typeface="Cambria Math" panose="02040503050406030204" pitchFamily="18" charset="0"/>
                                        </a:rPr>
                                        <m:t>𝑟</m:t>
                                      </m:r>
                                    </m:e>
                                  </m:acc>
                                </m:e>
                                <m:sub>
                                  <m:r>
                                    <a:rPr lang="en-US" sz="1600" b="0" i="1" smtClean="0">
                                      <a:latin typeface="Cambria Math" panose="02040503050406030204" pitchFamily="18" charset="0"/>
                                    </a:rPr>
                                    <m:t>𝑝</m:t>
                                  </m:r>
                                </m:sub>
                              </m:sSub>
                              <m:r>
                                <a:rPr lang="pt-BR" sz="1600" i="1">
                                  <a:latin typeface="Cambria Math" panose="02040503050406030204" pitchFamily="18" charset="0"/>
                                </a:rPr>
                                <m:t>−</m:t>
                              </m:r>
                              <m:sSubSup>
                                <m:sSubSupPr>
                                  <m:ctrlPr>
                                    <a:rPr lang="en-US" sz="1600" b="0" i="1" smtClean="0">
                                      <a:latin typeface="Cambria Math" panose="02040503050406030204" pitchFamily="18" charset="0"/>
                                    </a:rPr>
                                  </m:ctrlPr>
                                </m:sSubSupPr>
                                <m:e>
                                  <m:acc>
                                    <m:accPr>
                                      <m:chr m:val="⃗"/>
                                      <m:ctrlPr>
                                        <a:rPr lang="pt-BR" sz="1600" i="1">
                                          <a:latin typeface="Cambria Math" panose="02040503050406030204" pitchFamily="18" charset="0"/>
                                        </a:rPr>
                                      </m:ctrlPr>
                                    </m:accPr>
                                    <m:e>
                                      <m:r>
                                        <a:rPr lang="pt-BR" sz="1600" i="1">
                                          <a:latin typeface="Cambria Math" panose="02040503050406030204" pitchFamily="18" charset="0"/>
                                        </a:rPr>
                                        <m:t>𝑟</m:t>
                                      </m:r>
                                    </m:e>
                                  </m:acc>
                                </m:e>
                                <m:sub>
                                  <m:r>
                                    <a:rPr lang="en-US" sz="1600" b="0" i="1" smtClean="0">
                                      <a:latin typeface="Cambria Math" panose="02040503050406030204" pitchFamily="18" charset="0"/>
                                    </a:rPr>
                                    <m:t>𝑞</m:t>
                                  </m:r>
                                </m:sub>
                                <m:sup>
                                  <m:r>
                                    <a:rPr lang="pt-BR" sz="1600" b="0" i="1" smtClean="0">
                                      <a:latin typeface="Cambria Math" panose="02040503050406030204" pitchFamily="18" charset="0"/>
                                    </a:rPr>
                                    <m:t> </m:t>
                                  </m:r>
                                </m:sup>
                              </m:sSubSup>
                            </m:e>
                          </m:d>
                        </m:e>
                        <m:sup>
                          <m:r>
                            <a:rPr lang="pt-BR" sz="1600" b="0" i="1" smtClean="0">
                              <a:latin typeface="Cambria Math" panose="02040503050406030204" pitchFamily="18" charset="0"/>
                            </a:rPr>
                            <m:t> </m:t>
                          </m:r>
                        </m:sup>
                      </m:sSup>
                      <m:r>
                        <a:rPr lang="en-US" sz="1600" b="0" i="1" smtClean="0">
                          <a:latin typeface="Cambria Math" panose="02040503050406030204" pitchFamily="18" charset="0"/>
                        </a:rPr>
                        <m:t>=</m:t>
                      </m:r>
                      <m:sSup>
                        <m:sSupPr>
                          <m:ctrlPr>
                            <a:rPr lang="pt-BR" sz="1600" b="0" i="1" smtClean="0">
                              <a:latin typeface="Cambria Math" panose="02040503050406030204" pitchFamily="18" charset="0"/>
                            </a:rPr>
                          </m:ctrlPr>
                        </m:sSupPr>
                        <m:e>
                          <m:d>
                            <m:dPr>
                              <m:begChr m:val="["/>
                              <m:endChr m:val="]"/>
                              <m:ctrlPr>
                                <a:rPr lang="pt-BR" sz="1600" b="0" i="1" smtClean="0">
                                  <a:latin typeface="Cambria Math" panose="02040503050406030204" pitchFamily="18" charset="0"/>
                                </a:rPr>
                              </m:ctrlPr>
                            </m:dPr>
                            <m:e>
                              <m:sSup>
                                <m:sSupPr>
                                  <m:ctrlPr>
                                    <a:rPr lang="pt-BR" sz="1600" i="1">
                                      <a:latin typeface="Cambria Math" panose="02040503050406030204" pitchFamily="18" charset="0"/>
                                    </a:rPr>
                                  </m:ctrlPr>
                                </m:sSupPr>
                                <m:e>
                                  <m:d>
                                    <m:dPr>
                                      <m:ctrlPr>
                                        <a:rPr lang="pt-BR" sz="1600" i="1">
                                          <a:latin typeface="Cambria Math" panose="02040503050406030204" pitchFamily="18" charset="0"/>
                                        </a:rPr>
                                      </m:ctrlPr>
                                    </m:dPr>
                                    <m:e>
                                      <m:sSup>
                                        <m:sSupPr>
                                          <m:ctrlPr>
                                            <a:rPr lang="pt-BR" sz="1600" i="1">
                                              <a:latin typeface="Cambria Math" panose="02040503050406030204" pitchFamily="18" charset="0"/>
                                            </a:rPr>
                                          </m:ctrlPr>
                                        </m:sSupPr>
                                        <m:e>
                                          <m:r>
                                            <a:rPr lang="pt-BR" sz="1600" i="1">
                                              <a:latin typeface="Cambria Math" panose="02040503050406030204" pitchFamily="18" charset="0"/>
                                            </a:rPr>
                                            <m:t>𝑟</m:t>
                                          </m:r>
                                        </m:e>
                                        <m:sup>
                                          <m:r>
                                            <a:rPr lang="pt-BR" sz="1600" i="1">
                                              <a:latin typeface="Cambria Math" panose="02040503050406030204" pitchFamily="18" charset="0"/>
                                            </a:rPr>
                                            <m:t>′′</m:t>
                                          </m:r>
                                        </m:sup>
                                      </m:sSup>
                                    </m:e>
                                  </m:d>
                                </m:e>
                                <m:sup>
                                  <m:r>
                                    <a:rPr lang="pt-BR" sz="1600" i="1">
                                      <a:latin typeface="Cambria Math" panose="02040503050406030204" pitchFamily="18" charset="0"/>
                                    </a:rPr>
                                    <m:t>2</m:t>
                                  </m:r>
                                </m:sup>
                              </m:sSup>
                              <m:r>
                                <a:rPr lang="pt-BR" sz="1600" i="1">
                                  <a:latin typeface="Cambria Math" panose="02040503050406030204" pitchFamily="18" charset="0"/>
                                </a:rPr>
                                <m:t>+</m:t>
                              </m:r>
                              <m:sSup>
                                <m:sSupPr>
                                  <m:ctrlPr>
                                    <a:rPr lang="pt-BR" sz="1600" b="0" i="1" smtClean="0">
                                      <a:latin typeface="Cambria Math" panose="02040503050406030204" pitchFamily="18" charset="0"/>
                                    </a:rPr>
                                  </m:ctrlPr>
                                </m:sSupPr>
                                <m:e>
                                  <m:r>
                                    <a:rPr lang="en-US" sz="1600" b="0" i="1" smtClean="0">
                                      <a:latin typeface="Cambria Math" panose="02040503050406030204" pitchFamily="18" charset="0"/>
                                    </a:rPr>
                                    <m:t>(</m:t>
                                  </m:r>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𝑎</m:t>
                                      </m:r>
                                    </m:e>
                                    <m:sub>
                                      <m:r>
                                        <a:rPr lang="en-US" sz="1600" b="0" i="1" smtClean="0">
                                          <a:latin typeface="Cambria Math" panose="02040503050406030204" pitchFamily="18" charset="0"/>
                                        </a:rPr>
                                        <m:t>𝑞</m:t>
                                      </m:r>
                                    </m:sub>
                                  </m:sSub>
                                  <m:r>
                                    <a:rPr lang="en-US" sz="1600" b="0" i="1" smtClean="0">
                                      <a:latin typeface="Cambria Math" panose="02040503050406030204" pitchFamily="18" charset="0"/>
                                    </a:rPr>
                                    <m:t>)</m:t>
                                  </m:r>
                                </m:e>
                                <m:sup>
                                  <m:r>
                                    <a:rPr lang="pt-BR" sz="1600" b="0" i="1" smtClean="0">
                                      <a:latin typeface="Cambria Math" panose="02040503050406030204" pitchFamily="18" charset="0"/>
                                    </a:rPr>
                                    <m:t>2</m:t>
                                  </m:r>
                                </m:sup>
                              </m:sSup>
                              <m:r>
                                <a:rPr lang="pt-BR" sz="1600" b="0" i="1" smtClean="0">
                                  <a:latin typeface="Cambria Math" panose="02040503050406030204" pitchFamily="18" charset="0"/>
                                </a:rPr>
                                <m:t> </m:t>
                              </m:r>
                              <m:r>
                                <a:rPr lang="pt-BR" sz="1600" i="1" smtClean="0">
                                  <a:latin typeface="Cambria Math" panose="02040503050406030204" pitchFamily="18" charset="0"/>
                                </a:rPr>
                                <m:t>−</m:t>
                              </m:r>
                              <m:r>
                                <a:rPr lang="pt-BR" sz="1600" i="1">
                                  <a:latin typeface="Cambria Math" panose="02040503050406030204" pitchFamily="18" charset="0"/>
                                </a:rPr>
                                <m:t>2</m:t>
                              </m:r>
                              <m:sSup>
                                <m:sSupPr>
                                  <m:ctrlPr>
                                    <a:rPr lang="pt-BR" sz="1600" i="1">
                                      <a:latin typeface="Cambria Math" panose="02040503050406030204" pitchFamily="18" charset="0"/>
                                    </a:rPr>
                                  </m:ctrlPr>
                                </m:sSupPr>
                                <m:e>
                                  <m:r>
                                    <a:rPr lang="pt-BR" sz="1600" i="1">
                                      <a:latin typeface="Cambria Math" panose="02040503050406030204" pitchFamily="18" charset="0"/>
                                    </a:rPr>
                                    <m:t>𝑟</m:t>
                                  </m:r>
                                </m:e>
                                <m:sup>
                                  <m:r>
                                    <a:rPr lang="pt-BR" sz="1600" i="1">
                                      <a:latin typeface="Cambria Math" panose="02040503050406030204" pitchFamily="18" charset="0"/>
                                    </a:rPr>
                                    <m:t>′′</m:t>
                                  </m:r>
                                </m:sup>
                              </m:sSup>
                              <m:sSub>
                                <m:sSubPr>
                                  <m:ctrlPr>
                                    <a:rPr lang="pt-BR" sz="1600" i="1">
                                      <a:latin typeface="Cambria Math" panose="02040503050406030204" pitchFamily="18" charset="0"/>
                                    </a:rPr>
                                  </m:ctrlPr>
                                </m:sSubPr>
                                <m:e>
                                  <m:r>
                                    <a:rPr lang="pt-BR" sz="1600" i="1">
                                      <a:latin typeface="Cambria Math" panose="02040503050406030204" pitchFamily="18" charset="0"/>
                                    </a:rPr>
                                    <m:t>𝑎</m:t>
                                  </m:r>
                                </m:e>
                                <m:sub>
                                  <m:r>
                                    <a:rPr lang="pt-BR" sz="1600" i="1">
                                      <a:latin typeface="Cambria Math" panose="02040503050406030204" pitchFamily="18" charset="0"/>
                                    </a:rPr>
                                    <m:t>𝑞</m:t>
                                  </m:r>
                                </m:sub>
                              </m:sSub>
                              <m:func>
                                <m:funcPr>
                                  <m:ctrlPr>
                                    <a:rPr lang="pt-BR" sz="1600" i="1">
                                      <a:latin typeface="Cambria Math" panose="02040503050406030204" pitchFamily="18" charset="0"/>
                                    </a:rPr>
                                  </m:ctrlPr>
                                </m:funcPr>
                                <m:fName>
                                  <m:r>
                                    <m:rPr>
                                      <m:sty m:val="p"/>
                                    </m:rPr>
                                    <a:rPr lang="pt-BR" sz="1600">
                                      <a:latin typeface="Cambria Math" panose="02040503050406030204" pitchFamily="18" charset="0"/>
                                    </a:rPr>
                                    <m:t>cos</m:t>
                                  </m:r>
                                </m:fName>
                                <m:e>
                                  <m:d>
                                    <m:dPr>
                                      <m:ctrlPr>
                                        <a:rPr lang="pt-BR" sz="1600" i="1">
                                          <a:latin typeface="Cambria Math" panose="02040503050406030204" pitchFamily="18" charset="0"/>
                                        </a:rPr>
                                      </m:ctrlPr>
                                    </m:dPr>
                                    <m:e>
                                      <m:r>
                                        <a:rPr lang="pt-BR" sz="1600" i="1">
                                          <a:latin typeface="Cambria Math" panose="02040503050406030204" pitchFamily="18" charset="0"/>
                                        </a:rPr>
                                        <m:t>𝛾</m:t>
                                      </m:r>
                                    </m:e>
                                  </m:d>
                                </m:e>
                              </m:func>
                            </m:e>
                          </m:d>
                        </m:e>
                        <m:sup>
                          <m:f>
                            <m:fPr>
                              <m:ctrlPr>
                                <a:rPr lang="pt-BR" sz="1600" b="0" i="1" smtClean="0">
                                  <a:latin typeface="Cambria Math" panose="02040503050406030204" pitchFamily="18" charset="0"/>
                                </a:rPr>
                              </m:ctrlPr>
                            </m:fPr>
                            <m:num>
                              <m:r>
                                <a:rPr lang="pt-BR" sz="1600" b="0" i="1" smtClean="0">
                                  <a:latin typeface="Cambria Math" panose="02040503050406030204" pitchFamily="18" charset="0"/>
                                </a:rPr>
                                <m:t>1</m:t>
                              </m:r>
                            </m:num>
                            <m:den>
                              <m:r>
                                <a:rPr lang="pt-BR" sz="1600" b="0" i="1" smtClean="0">
                                  <a:latin typeface="Cambria Math" panose="02040503050406030204" pitchFamily="18" charset="0"/>
                                </a:rPr>
                                <m:t>2</m:t>
                              </m:r>
                            </m:den>
                          </m:f>
                        </m:sup>
                      </m:sSup>
                    </m:oMath>
                  </m:oMathPara>
                </a14:m>
                <a:endParaRPr lang="pt-BR" sz="1600"/>
              </a:p>
            </p:txBody>
          </p:sp>
        </mc:Choice>
        <mc:Fallback xmlns="">
          <p:sp>
            <p:nvSpPr>
              <p:cNvPr id="10" name="CaixaDeTexto 9">
                <a:extLst>
                  <a:ext uri="{FF2B5EF4-FFF2-40B4-BE49-F238E27FC236}">
                    <a16:creationId xmlns:a16="http://schemas.microsoft.com/office/drawing/2014/main" id="{3D3B8585-D048-75B3-144F-236CE4DCDCA8}"/>
                  </a:ext>
                </a:extLst>
              </p:cNvPr>
              <p:cNvSpPr txBox="1">
                <a:spLocks noRot="1" noChangeAspect="1" noMove="1" noResize="1" noEditPoints="1" noAdjustHandles="1" noChangeArrowheads="1" noChangeShapeType="1" noTextEdit="1"/>
              </p:cNvSpPr>
              <p:nvPr/>
            </p:nvSpPr>
            <p:spPr>
              <a:xfrm>
                <a:off x="6699424" y="5788530"/>
                <a:ext cx="4152034" cy="510781"/>
              </a:xfrm>
              <a:prstGeom prst="rect">
                <a:avLst/>
              </a:prstGeom>
              <a:blipFill>
                <a:blip r:embed="rId22"/>
                <a:stretch>
                  <a:fillRect/>
                </a:stretch>
              </a:blipFill>
            </p:spPr>
            <p:txBody>
              <a:bodyPr/>
              <a:lstStyle/>
              <a:p>
                <a:r>
                  <a:rPr lang="pt-BR">
                    <a:noFill/>
                  </a:rPr>
                  <a:t> </a:t>
                </a:r>
              </a:p>
            </p:txBody>
          </p:sp>
        </mc:Fallback>
      </mc:AlternateContent>
      <p:sp>
        <p:nvSpPr>
          <p:cNvPr id="11" name="Círculo: Vazio 10">
            <a:extLst>
              <a:ext uri="{FF2B5EF4-FFF2-40B4-BE49-F238E27FC236}">
                <a16:creationId xmlns:a16="http://schemas.microsoft.com/office/drawing/2014/main" id="{988529C0-01AB-5F85-E81B-03EB4793417C}"/>
              </a:ext>
            </a:extLst>
          </p:cNvPr>
          <p:cNvSpPr/>
          <p:nvPr/>
        </p:nvSpPr>
        <p:spPr>
          <a:xfrm>
            <a:off x="2487262" y="5852180"/>
            <a:ext cx="91440" cy="91440"/>
          </a:xfrm>
          <a:prstGeom prst="donut">
            <a:avLst>
              <a:gd name="adj" fmla="val 46798"/>
            </a:avLst>
          </a:prstGeom>
          <a:solidFill>
            <a:schemeClr val="bg1"/>
          </a:solidFill>
          <a:ln w="12700">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
        <p:nvSpPr>
          <p:cNvPr id="13" name="Círculo: Vazio 12">
            <a:extLst>
              <a:ext uri="{FF2B5EF4-FFF2-40B4-BE49-F238E27FC236}">
                <a16:creationId xmlns:a16="http://schemas.microsoft.com/office/drawing/2014/main" id="{BB979BA9-FEB0-5989-29EE-7570B8E9C8A2}"/>
              </a:ext>
            </a:extLst>
          </p:cNvPr>
          <p:cNvSpPr/>
          <p:nvPr/>
        </p:nvSpPr>
        <p:spPr>
          <a:xfrm>
            <a:off x="4863925" y="5852180"/>
            <a:ext cx="91440" cy="91440"/>
          </a:xfrm>
          <a:prstGeom prst="donut">
            <a:avLst>
              <a:gd name="adj" fmla="val 46798"/>
            </a:avLst>
          </a:prstGeom>
          <a:solidFill>
            <a:schemeClr val="bg1"/>
          </a:solidFill>
          <a:ln w="127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solidFill>
                <a:schemeClr val="tx2">
                  <a:lumMod val="90000"/>
                  <a:lumOff val="10000"/>
                </a:schemeClr>
              </a:solidFill>
            </a:endParaRPr>
          </a:p>
        </p:txBody>
      </p:sp>
      <p:cxnSp>
        <p:nvCxnSpPr>
          <p:cNvPr id="14" name="Conector de Seta Reta 13">
            <a:extLst>
              <a:ext uri="{FF2B5EF4-FFF2-40B4-BE49-F238E27FC236}">
                <a16:creationId xmlns:a16="http://schemas.microsoft.com/office/drawing/2014/main" id="{E33ED6A1-20C7-12DF-0C9E-5748FABF3291}"/>
              </a:ext>
            </a:extLst>
          </p:cNvPr>
          <p:cNvCxnSpPr>
            <a:cxnSpLocks/>
            <a:stCxn id="11" idx="6"/>
            <a:endCxn id="13" idx="2"/>
          </p:cNvCxnSpPr>
          <p:nvPr/>
        </p:nvCxnSpPr>
        <p:spPr>
          <a:xfrm>
            <a:off x="2578702" y="5897900"/>
            <a:ext cx="2285223" cy="0"/>
          </a:xfrm>
          <a:prstGeom prst="straightConnector1">
            <a:avLst/>
          </a:prstGeom>
          <a:ln>
            <a:solidFill>
              <a:srgbClr val="00B050"/>
            </a:solidFill>
            <a:headEnd type="none" w="med" len="med"/>
            <a:tailEnd type="none" w="med" len="med"/>
          </a:ln>
        </p:spPr>
        <p:style>
          <a:lnRef idx="2">
            <a:schemeClr val="accent1"/>
          </a:lnRef>
          <a:fillRef idx="0">
            <a:schemeClr val="accent1"/>
          </a:fillRef>
          <a:effectRef idx="1">
            <a:schemeClr val="accent1"/>
          </a:effectRef>
          <a:fontRef idx="minor">
            <a:schemeClr val="tx1"/>
          </a:fontRef>
        </p:style>
      </p:cxnSp>
      <p:grpSp>
        <p:nvGrpSpPr>
          <p:cNvPr id="16" name="Agrupar 15">
            <a:extLst>
              <a:ext uri="{FF2B5EF4-FFF2-40B4-BE49-F238E27FC236}">
                <a16:creationId xmlns:a16="http://schemas.microsoft.com/office/drawing/2014/main" id="{E5E6C03E-2124-E0CD-AA53-D50EA2DDD7C9}"/>
              </a:ext>
            </a:extLst>
          </p:cNvPr>
          <p:cNvGrpSpPr/>
          <p:nvPr/>
        </p:nvGrpSpPr>
        <p:grpSpPr>
          <a:xfrm>
            <a:off x="3343062" y="5502886"/>
            <a:ext cx="855675" cy="324384"/>
            <a:chOff x="3435929" y="4757047"/>
            <a:chExt cx="346261" cy="324384"/>
          </a:xfrm>
        </p:grpSpPr>
        <p:sp>
          <p:nvSpPr>
            <p:cNvPr id="17" name="Retângulo 16">
              <a:extLst>
                <a:ext uri="{FF2B5EF4-FFF2-40B4-BE49-F238E27FC236}">
                  <a16:creationId xmlns:a16="http://schemas.microsoft.com/office/drawing/2014/main" id="{9A01F1AC-3377-7F99-9348-BB3208660176}"/>
                </a:ext>
              </a:extLst>
            </p:cNvPr>
            <p:cNvSpPr/>
            <p:nvPr/>
          </p:nvSpPr>
          <p:spPr>
            <a:xfrm>
              <a:off x="3456411" y="4803686"/>
              <a:ext cx="251712" cy="231107"/>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18" name="CaixaDeTexto 17">
                  <a:extLst>
                    <a:ext uri="{FF2B5EF4-FFF2-40B4-BE49-F238E27FC236}">
                      <a16:creationId xmlns:a16="http://schemas.microsoft.com/office/drawing/2014/main" id="{B56A10AC-8B84-40E7-382E-0B35B11BA5DD}"/>
                    </a:ext>
                  </a:extLst>
                </p:cNvPr>
                <p:cNvSpPr txBox="1"/>
                <p:nvPr/>
              </p:nvSpPr>
              <p:spPr>
                <a:xfrm>
                  <a:off x="3435929" y="4757047"/>
                  <a:ext cx="346261" cy="32438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400" b="0" i="1" smtClean="0">
                            <a:solidFill>
                              <a:srgbClr val="00B050"/>
                            </a:solidFill>
                            <a:latin typeface="Cambria Math" panose="02040503050406030204" pitchFamily="18" charset="0"/>
                          </a:rPr>
                          <m:t>|</m:t>
                        </m:r>
                        <m:sSub>
                          <m:sSubPr>
                            <m:ctrlPr>
                              <a:rPr lang="pt-BR" sz="1400" b="0" i="1" smtClean="0">
                                <a:solidFill>
                                  <a:srgbClr val="00B050"/>
                                </a:solidFill>
                                <a:latin typeface="Cambria Math" panose="02040503050406030204" pitchFamily="18" charset="0"/>
                              </a:rPr>
                            </m:ctrlPr>
                          </m:sSubPr>
                          <m:e>
                            <m:acc>
                              <m:accPr>
                                <m:chr m:val="⃗"/>
                                <m:ctrlPr>
                                  <a:rPr lang="pt-BR" sz="1400" b="0" i="1" smtClean="0">
                                    <a:solidFill>
                                      <a:srgbClr val="00B050"/>
                                    </a:solidFill>
                                    <a:latin typeface="Cambria Math" panose="02040503050406030204" pitchFamily="18" charset="0"/>
                                  </a:rPr>
                                </m:ctrlPr>
                              </m:accPr>
                              <m:e>
                                <m:r>
                                  <a:rPr lang="pt-BR" sz="1400" b="0" i="1" smtClean="0">
                                    <a:solidFill>
                                      <a:srgbClr val="00B050"/>
                                    </a:solidFill>
                                    <a:latin typeface="Cambria Math" panose="02040503050406030204" pitchFamily="18" charset="0"/>
                                  </a:rPr>
                                  <m:t>𝑟</m:t>
                                </m:r>
                              </m:e>
                            </m:acc>
                          </m:e>
                          <m:sub>
                            <m:r>
                              <a:rPr lang="pt-BR" sz="1400" b="0" i="1" smtClean="0">
                                <a:solidFill>
                                  <a:srgbClr val="00B050"/>
                                </a:solidFill>
                                <a:latin typeface="Cambria Math" panose="02040503050406030204" pitchFamily="18" charset="0"/>
                              </a:rPr>
                              <m:t>𝑝</m:t>
                            </m:r>
                          </m:sub>
                        </m:sSub>
                        <m:r>
                          <a:rPr lang="pt-BR" sz="1400" b="0" i="1" smtClean="0">
                            <a:solidFill>
                              <a:srgbClr val="00B050"/>
                            </a:solidFill>
                            <a:latin typeface="Cambria Math" panose="02040503050406030204" pitchFamily="18" charset="0"/>
                          </a:rPr>
                          <m:t>−</m:t>
                        </m:r>
                        <m:sSub>
                          <m:sSubPr>
                            <m:ctrlPr>
                              <a:rPr lang="pt-BR" sz="1400" i="1">
                                <a:solidFill>
                                  <a:srgbClr val="00B050"/>
                                </a:solidFill>
                                <a:latin typeface="Cambria Math" panose="02040503050406030204" pitchFamily="18" charset="0"/>
                              </a:rPr>
                            </m:ctrlPr>
                          </m:sSubPr>
                          <m:e>
                            <m:acc>
                              <m:accPr>
                                <m:chr m:val="⃗"/>
                                <m:ctrlPr>
                                  <a:rPr lang="pt-BR" sz="1400" i="1">
                                    <a:solidFill>
                                      <a:srgbClr val="00B050"/>
                                    </a:solidFill>
                                    <a:latin typeface="Cambria Math" panose="02040503050406030204" pitchFamily="18" charset="0"/>
                                  </a:rPr>
                                </m:ctrlPr>
                              </m:accPr>
                              <m:e>
                                <m:r>
                                  <a:rPr lang="pt-BR" sz="1400" i="1">
                                    <a:solidFill>
                                      <a:srgbClr val="00B050"/>
                                    </a:solidFill>
                                    <a:latin typeface="Cambria Math" panose="02040503050406030204" pitchFamily="18" charset="0"/>
                                  </a:rPr>
                                  <m:t>𝑟</m:t>
                                </m:r>
                              </m:e>
                            </m:acc>
                          </m:e>
                          <m:sub>
                            <m:r>
                              <a:rPr lang="pt-BR" sz="1400" b="0" i="1" smtClean="0">
                                <a:solidFill>
                                  <a:srgbClr val="00B050"/>
                                </a:solidFill>
                                <a:latin typeface="Cambria Math" panose="02040503050406030204" pitchFamily="18" charset="0"/>
                              </a:rPr>
                              <m:t>𝑞</m:t>
                            </m:r>
                          </m:sub>
                        </m:sSub>
                        <m:r>
                          <a:rPr lang="en-US" sz="1400" b="0" i="1" smtClean="0">
                            <a:solidFill>
                              <a:srgbClr val="00B050"/>
                            </a:solidFill>
                            <a:latin typeface="Cambria Math" panose="02040503050406030204" pitchFamily="18" charset="0"/>
                          </a:rPr>
                          <m:t>|</m:t>
                        </m:r>
                      </m:oMath>
                    </m:oMathPara>
                  </a14:m>
                  <a:endParaRPr lang="pt-BR" sz="1400">
                    <a:solidFill>
                      <a:srgbClr val="00B050"/>
                    </a:solidFill>
                  </a:endParaRPr>
                </a:p>
              </p:txBody>
            </p:sp>
          </mc:Choice>
          <mc:Fallback xmlns="">
            <p:sp>
              <p:nvSpPr>
                <p:cNvPr id="18" name="CaixaDeTexto 17">
                  <a:extLst>
                    <a:ext uri="{FF2B5EF4-FFF2-40B4-BE49-F238E27FC236}">
                      <a16:creationId xmlns:a16="http://schemas.microsoft.com/office/drawing/2014/main" id="{B56A10AC-8B84-40E7-382E-0B35B11BA5DD}"/>
                    </a:ext>
                  </a:extLst>
                </p:cNvPr>
                <p:cNvSpPr txBox="1">
                  <a:spLocks noRot="1" noChangeAspect="1" noMove="1" noResize="1" noEditPoints="1" noAdjustHandles="1" noChangeArrowheads="1" noChangeShapeType="1" noTextEdit="1"/>
                </p:cNvSpPr>
                <p:nvPr/>
              </p:nvSpPr>
              <p:spPr>
                <a:xfrm>
                  <a:off x="3435929" y="4757047"/>
                  <a:ext cx="346261" cy="324384"/>
                </a:xfrm>
                <a:prstGeom prst="rect">
                  <a:avLst/>
                </a:prstGeom>
                <a:blipFill>
                  <a:blip r:embed="rId23"/>
                  <a:stretch>
                    <a:fillRect t="-9434" r="-6383" b="-3774"/>
                  </a:stretch>
                </a:blipFill>
              </p:spPr>
              <p:txBody>
                <a:bodyPr/>
                <a:lstStyle/>
                <a:p>
                  <a:r>
                    <a:rPr lang="pt-BR">
                      <a:noFill/>
                    </a:rPr>
                    <a:t> </a:t>
                  </a:r>
                </a:p>
              </p:txBody>
            </p:sp>
          </mc:Fallback>
        </mc:AlternateContent>
      </p:grpSp>
      <p:cxnSp>
        <p:nvCxnSpPr>
          <p:cNvPr id="19" name="Conector de Seta Reta 18">
            <a:extLst>
              <a:ext uri="{FF2B5EF4-FFF2-40B4-BE49-F238E27FC236}">
                <a16:creationId xmlns:a16="http://schemas.microsoft.com/office/drawing/2014/main" id="{36FE562B-A8F5-8BD4-81D2-3C735ECCD6BD}"/>
              </a:ext>
            </a:extLst>
          </p:cNvPr>
          <p:cNvCxnSpPr>
            <a:cxnSpLocks/>
            <a:stCxn id="11" idx="6"/>
            <a:endCxn id="35" idx="2"/>
          </p:cNvCxnSpPr>
          <p:nvPr/>
        </p:nvCxnSpPr>
        <p:spPr>
          <a:xfrm>
            <a:off x="2578702" y="5897900"/>
            <a:ext cx="2667064" cy="352556"/>
          </a:xfrm>
          <a:prstGeom prst="straightConnector1">
            <a:avLst/>
          </a:prstGeom>
          <a:ln>
            <a:solidFill>
              <a:srgbClr val="7030A0"/>
            </a:solidFill>
            <a:headEnd type="none" w="med" len="med"/>
            <a:tailEnd type="none" w="med" len="med"/>
          </a:ln>
        </p:spPr>
        <p:style>
          <a:lnRef idx="2">
            <a:schemeClr val="accent1"/>
          </a:lnRef>
          <a:fillRef idx="0">
            <a:schemeClr val="accent1"/>
          </a:fillRef>
          <a:effectRef idx="1">
            <a:schemeClr val="accent1"/>
          </a:effectRef>
          <a:fontRef idx="minor">
            <a:schemeClr val="tx1"/>
          </a:fontRef>
        </p:style>
      </p:cxnSp>
      <p:grpSp>
        <p:nvGrpSpPr>
          <p:cNvPr id="20" name="Agrupar 19">
            <a:extLst>
              <a:ext uri="{FF2B5EF4-FFF2-40B4-BE49-F238E27FC236}">
                <a16:creationId xmlns:a16="http://schemas.microsoft.com/office/drawing/2014/main" id="{0AC21F4A-34EF-03E3-DE07-DC1720EAEEE8}"/>
              </a:ext>
            </a:extLst>
          </p:cNvPr>
          <p:cNvGrpSpPr/>
          <p:nvPr/>
        </p:nvGrpSpPr>
        <p:grpSpPr>
          <a:xfrm>
            <a:off x="3411555" y="5917493"/>
            <a:ext cx="732321" cy="307777"/>
            <a:chOff x="3402461" y="4903024"/>
            <a:chExt cx="296344" cy="307777"/>
          </a:xfrm>
        </p:grpSpPr>
        <p:sp>
          <p:nvSpPr>
            <p:cNvPr id="21" name="Retângulo 20">
              <a:extLst>
                <a:ext uri="{FF2B5EF4-FFF2-40B4-BE49-F238E27FC236}">
                  <a16:creationId xmlns:a16="http://schemas.microsoft.com/office/drawing/2014/main" id="{B99588F9-5C23-1759-1F94-51129235B131}"/>
                </a:ext>
              </a:extLst>
            </p:cNvPr>
            <p:cNvSpPr/>
            <p:nvPr/>
          </p:nvSpPr>
          <p:spPr>
            <a:xfrm>
              <a:off x="3458112" y="4957193"/>
              <a:ext cx="179526" cy="231107"/>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22" name="CaixaDeTexto 21">
                  <a:extLst>
                    <a:ext uri="{FF2B5EF4-FFF2-40B4-BE49-F238E27FC236}">
                      <a16:creationId xmlns:a16="http://schemas.microsoft.com/office/drawing/2014/main" id="{7879C28B-5AB4-B7B8-7951-0E47457D3031}"/>
                    </a:ext>
                  </a:extLst>
                </p:cNvPr>
                <p:cNvSpPr txBox="1"/>
                <p:nvPr/>
              </p:nvSpPr>
              <p:spPr>
                <a:xfrm>
                  <a:off x="3402461" y="4903024"/>
                  <a:ext cx="296344"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400" b="0" i="1" smtClean="0">
                            <a:solidFill>
                              <a:srgbClr val="7030A0"/>
                            </a:solidFill>
                            <a:latin typeface="Cambria Math" panose="02040503050406030204" pitchFamily="18" charset="0"/>
                          </a:rPr>
                          <m:t>𝑟</m:t>
                        </m:r>
                        <m:r>
                          <a:rPr lang="pt-BR" sz="1400" b="0" i="1" smtClean="0">
                            <a:solidFill>
                              <a:srgbClr val="7030A0"/>
                            </a:solidFill>
                            <a:latin typeface="Cambria Math" panose="02040503050406030204" pitchFamily="18" charset="0"/>
                          </a:rPr>
                          <m:t>′′</m:t>
                        </m:r>
                      </m:oMath>
                    </m:oMathPara>
                  </a14:m>
                  <a:endParaRPr lang="pt-BR" sz="1400">
                    <a:solidFill>
                      <a:srgbClr val="7030A0"/>
                    </a:solidFill>
                  </a:endParaRPr>
                </a:p>
              </p:txBody>
            </p:sp>
          </mc:Choice>
          <mc:Fallback xmlns="">
            <p:sp>
              <p:nvSpPr>
                <p:cNvPr id="22" name="CaixaDeTexto 21">
                  <a:extLst>
                    <a:ext uri="{FF2B5EF4-FFF2-40B4-BE49-F238E27FC236}">
                      <a16:creationId xmlns:a16="http://schemas.microsoft.com/office/drawing/2014/main" id="{7879C28B-5AB4-B7B8-7951-0E47457D3031}"/>
                    </a:ext>
                  </a:extLst>
                </p:cNvPr>
                <p:cNvSpPr txBox="1">
                  <a:spLocks noRot="1" noChangeAspect="1" noMove="1" noResize="1" noEditPoints="1" noAdjustHandles="1" noChangeArrowheads="1" noChangeShapeType="1" noTextEdit="1"/>
                </p:cNvSpPr>
                <p:nvPr/>
              </p:nvSpPr>
              <p:spPr>
                <a:xfrm>
                  <a:off x="3402461" y="4903024"/>
                  <a:ext cx="296344" cy="307777"/>
                </a:xfrm>
                <a:prstGeom prst="rect">
                  <a:avLst/>
                </a:prstGeom>
                <a:blipFill>
                  <a:blip r:embed="rId24"/>
                  <a:stretch>
                    <a:fillRect/>
                  </a:stretch>
                </a:blipFill>
              </p:spPr>
              <p:txBody>
                <a:bodyPr/>
                <a:lstStyle/>
                <a:p>
                  <a:r>
                    <a:rPr lang="pt-BR">
                      <a:noFill/>
                    </a:rPr>
                    <a:t> </a:t>
                  </a:r>
                </a:p>
              </p:txBody>
            </p:sp>
          </mc:Fallback>
        </mc:AlternateContent>
      </p:grpSp>
      <p:cxnSp>
        <p:nvCxnSpPr>
          <p:cNvPr id="23" name="Conector reto 22">
            <a:extLst>
              <a:ext uri="{FF2B5EF4-FFF2-40B4-BE49-F238E27FC236}">
                <a16:creationId xmlns:a16="http://schemas.microsoft.com/office/drawing/2014/main" id="{6AE70589-9FC9-9BB3-86D0-3DB3D9FDDA42}"/>
              </a:ext>
            </a:extLst>
          </p:cNvPr>
          <p:cNvCxnSpPr>
            <a:stCxn id="13" idx="5"/>
            <a:endCxn id="35" idx="1"/>
          </p:cNvCxnSpPr>
          <p:nvPr/>
        </p:nvCxnSpPr>
        <p:spPr>
          <a:xfrm>
            <a:off x="4941974" y="5930229"/>
            <a:ext cx="310488" cy="304063"/>
          </a:xfrm>
          <a:prstGeom prst="line">
            <a:avLst/>
          </a:prstGeom>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28" name="CaixaDeTexto 27">
                <a:extLst>
                  <a:ext uri="{FF2B5EF4-FFF2-40B4-BE49-F238E27FC236}">
                    <a16:creationId xmlns:a16="http://schemas.microsoft.com/office/drawing/2014/main" id="{C209304D-7F86-B587-81D8-5A40729CA646}"/>
                  </a:ext>
                </a:extLst>
              </p:cNvPr>
              <p:cNvSpPr txBox="1"/>
              <p:nvPr/>
            </p:nvSpPr>
            <p:spPr>
              <a:xfrm>
                <a:off x="5063185" y="5809470"/>
                <a:ext cx="410882" cy="32438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solidFill>
                                <a:schemeClr val="tx1"/>
                              </a:solidFill>
                              <a:latin typeface="Cambria Math" panose="02040503050406030204" pitchFamily="18" charset="0"/>
                            </a:rPr>
                          </m:ctrlPr>
                        </m:sSubPr>
                        <m:e>
                          <m:r>
                            <a:rPr lang="pt-BR" sz="1400" b="0" i="1" smtClean="0">
                              <a:solidFill>
                                <a:schemeClr val="tx1"/>
                              </a:solidFill>
                              <a:latin typeface="Cambria Math" panose="02040503050406030204" pitchFamily="18" charset="0"/>
                            </a:rPr>
                            <m:t>𝑎</m:t>
                          </m:r>
                        </m:e>
                        <m:sub>
                          <m:r>
                            <a:rPr lang="pt-BR" sz="1400" b="0" i="1" smtClean="0">
                              <a:solidFill>
                                <a:schemeClr val="tx1"/>
                              </a:solidFill>
                              <a:latin typeface="Cambria Math" panose="02040503050406030204" pitchFamily="18" charset="0"/>
                            </a:rPr>
                            <m:t>𝑞</m:t>
                          </m:r>
                        </m:sub>
                      </m:sSub>
                    </m:oMath>
                  </m:oMathPara>
                </a14:m>
                <a:endParaRPr lang="pt-BR" sz="1400">
                  <a:solidFill>
                    <a:schemeClr val="tx2">
                      <a:lumMod val="75000"/>
                      <a:lumOff val="25000"/>
                    </a:schemeClr>
                  </a:solidFill>
                </a:endParaRPr>
              </a:p>
            </p:txBody>
          </p:sp>
        </mc:Choice>
        <mc:Fallback xmlns="">
          <p:sp>
            <p:nvSpPr>
              <p:cNvPr id="28" name="CaixaDeTexto 27">
                <a:extLst>
                  <a:ext uri="{FF2B5EF4-FFF2-40B4-BE49-F238E27FC236}">
                    <a16:creationId xmlns:a16="http://schemas.microsoft.com/office/drawing/2014/main" id="{C209304D-7F86-B587-81D8-5A40729CA646}"/>
                  </a:ext>
                </a:extLst>
              </p:cNvPr>
              <p:cNvSpPr txBox="1">
                <a:spLocks noRot="1" noChangeAspect="1" noMove="1" noResize="1" noEditPoints="1" noAdjustHandles="1" noChangeArrowheads="1" noChangeShapeType="1" noTextEdit="1"/>
              </p:cNvSpPr>
              <p:nvPr/>
            </p:nvSpPr>
            <p:spPr>
              <a:xfrm>
                <a:off x="5063185" y="5809470"/>
                <a:ext cx="410882" cy="324384"/>
              </a:xfrm>
              <a:prstGeom prst="rect">
                <a:avLst/>
              </a:prstGeom>
              <a:blipFill>
                <a:blip r:embed="rId25"/>
                <a:stretch>
                  <a:fillRect/>
                </a:stretch>
              </a:blipFill>
            </p:spPr>
            <p:txBody>
              <a:bodyPr/>
              <a:lstStyle/>
              <a:p>
                <a:r>
                  <a:rPr lang="pt-BR">
                    <a:noFill/>
                  </a:rPr>
                  <a:t> </a:t>
                </a:r>
              </a:p>
            </p:txBody>
          </p:sp>
        </mc:Fallback>
      </mc:AlternateContent>
      <p:sp>
        <p:nvSpPr>
          <p:cNvPr id="29" name="CaixaDeTexto 28">
            <a:extLst>
              <a:ext uri="{FF2B5EF4-FFF2-40B4-BE49-F238E27FC236}">
                <a16:creationId xmlns:a16="http://schemas.microsoft.com/office/drawing/2014/main" id="{097B41D4-08B0-3E6A-BE28-F52E3771FAFC}"/>
              </a:ext>
            </a:extLst>
          </p:cNvPr>
          <p:cNvSpPr txBox="1"/>
          <p:nvPr/>
        </p:nvSpPr>
        <p:spPr>
          <a:xfrm>
            <a:off x="6699424" y="5358365"/>
            <a:ext cx="4860540" cy="369332"/>
          </a:xfrm>
          <a:prstGeom prst="rect">
            <a:avLst/>
          </a:prstGeom>
          <a:noFill/>
        </p:spPr>
        <p:txBody>
          <a:bodyPr wrap="square">
            <a:spAutoFit/>
          </a:bodyPr>
          <a:lstStyle/>
          <a:p>
            <a:r>
              <a:rPr lang="pt-BR"/>
              <a:t>Applying the Cosines’ Law:</a:t>
            </a:r>
          </a:p>
        </p:txBody>
      </p:sp>
      <p:sp>
        <p:nvSpPr>
          <p:cNvPr id="35" name="Elipse 34">
            <a:extLst>
              <a:ext uri="{FF2B5EF4-FFF2-40B4-BE49-F238E27FC236}">
                <a16:creationId xmlns:a16="http://schemas.microsoft.com/office/drawing/2014/main" id="{A7385D67-99F8-E410-B92A-D1AD08815314}"/>
              </a:ext>
            </a:extLst>
          </p:cNvPr>
          <p:cNvSpPr/>
          <p:nvPr/>
        </p:nvSpPr>
        <p:spPr>
          <a:xfrm>
            <a:off x="5245766" y="6227596"/>
            <a:ext cx="45720" cy="4572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nvGrpSpPr>
          <p:cNvPr id="36" name="Agrupar 35">
            <a:extLst>
              <a:ext uri="{FF2B5EF4-FFF2-40B4-BE49-F238E27FC236}">
                <a16:creationId xmlns:a16="http://schemas.microsoft.com/office/drawing/2014/main" id="{C4DCC35E-07CE-CC3C-C08B-5E7A0CC03A97}"/>
              </a:ext>
            </a:extLst>
          </p:cNvPr>
          <p:cNvGrpSpPr/>
          <p:nvPr/>
        </p:nvGrpSpPr>
        <p:grpSpPr>
          <a:xfrm>
            <a:off x="4809844" y="5940575"/>
            <a:ext cx="291042" cy="271958"/>
            <a:chOff x="4773840" y="1316882"/>
            <a:chExt cx="291042" cy="271958"/>
          </a:xfrm>
        </p:grpSpPr>
        <mc:AlternateContent xmlns:mc="http://schemas.openxmlformats.org/markup-compatibility/2006" xmlns:a14="http://schemas.microsoft.com/office/drawing/2010/main">
          <mc:Choice Requires="a14">
            <p:sp>
              <p:nvSpPr>
                <p:cNvPr id="40" name="CaixaDeTexto 39">
                  <a:extLst>
                    <a:ext uri="{FF2B5EF4-FFF2-40B4-BE49-F238E27FC236}">
                      <a16:creationId xmlns:a16="http://schemas.microsoft.com/office/drawing/2014/main" id="{485A8FD1-5935-B4D2-326C-558EFBF2AD51}"/>
                    </a:ext>
                  </a:extLst>
                </p:cNvPr>
                <p:cNvSpPr txBox="1"/>
                <p:nvPr/>
              </p:nvSpPr>
              <p:spPr>
                <a:xfrm>
                  <a:off x="4773840" y="1316882"/>
                  <a:ext cx="291042" cy="2616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pt-BR" sz="1100" i="1" smtClean="0">
                            <a:solidFill>
                              <a:schemeClr val="tx1"/>
                            </a:solidFill>
                            <a:latin typeface="Cambria Math" panose="02040503050406030204" pitchFamily="18" charset="0"/>
                          </a:rPr>
                          <m:t>𝛾</m:t>
                        </m:r>
                      </m:oMath>
                    </m:oMathPara>
                  </a14:m>
                  <a:endParaRPr lang="pt-BR" sz="1100">
                    <a:solidFill>
                      <a:schemeClr val="tx2">
                        <a:lumMod val="75000"/>
                        <a:lumOff val="25000"/>
                      </a:schemeClr>
                    </a:solidFill>
                  </a:endParaRPr>
                </a:p>
              </p:txBody>
            </p:sp>
          </mc:Choice>
          <mc:Fallback xmlns="">
            <p:sp>
              <p:nvSpPr>
                <p:cNvPr id="40" name="CaixaDeTexto 39">
                  <a:extLst>
                    <a:ext uri="{FF2B5EF4-FFF2-40B4-BE49-F238E27FC236}">
                      <a16:creationId xmlns:a16="http://schemas.microsoft.com/office/drawing/2014/main" id="{485A8FD1-5935-B4D2-326C-558EFBF2AD51}"/>
                    </a:ext>
                  </a:extLst>
                </p:cNvPr>
                <p:cNvSpPr txBox="1">
                  <a:spLocks noRot="1" noChangeAspect="1" noMove="1" noResize="1" noEditPoints="1" noAdjustHandles="1" noChangeArrowheads="1" noChangeShapeType="1" noTextEdit="1"/>
                </p:cNvSpPr>
                <p:nvPr/>
              </p:nvSpPr>
              <p:spPr>
                <a:xfrm>
                  <a:off x="4773840" y="1316882"/>
                  <a:ext cx="291042" cy="261610"/>
                </a:xfrm>
                <a:prstGeom prst="rect">
                  <a:avLst/>
                </a:prstGeom>
                <a:blipFill>
                  <a:blip r:embed="rId26"/>
                  <a:stretch>
                    <a:fillRect/>
                  </a:stretch>
                </a:blipFill>
              </p:spPr>
              <p:txBody>
                <a:bodyPr/>
                <a:lstStyle/>
                <a:p>
                  <a:r>
                    <a:rPr lang="pt-BR">
                      <a:noFill/>
                    </a:rPr>
                    <a:t> </a:t>
                  </a:r>
                </a:p>
              </p:txBody>
            </p:sp>
          </mc:Fallback>
        </mc:AlternateContent>
        <p:sp>
          <p:nvSpPr>
            <p:cNvPr id="41" name="Forma Livre: Forma 40">
              <a:extLst>
                <a:ext uri="{FF2B5EF4-FFF2-40B4-BE49-F238E27FC236}">
                  <a16:creationId xmlns:a16="http://schemas.microsoft.com/office/drawing/2014/main" id="{AC4F3398-6866-33E3-7E11-629033EBC8C4}"/>
                </a:ext>
              </a:extLst>
            </p:cNvPr>
            <p:cNvSpPr/>
            <p:nvPr/>
          </p:nvSpPr>
          <p:spPr>
            <a:xfrm>
              <a:off x="5005579" y="1453581"/>
              <a:ext cx="45719" cy="135259"/>
            </a:xfrm>
            <a:custGeom>
              <a:avLst/>
              <a:gdLst>
                <a:gd name="connsiteX0" fmla="*/ 62649 w 62649"/>
                <a:gd name="connsiteY0" fmla="*/ 0 h 165100"/>
                <a:gd name="connsiteX1" fmla="*/ 5499 w 62649"/>
                <a:gd name="connsiteY1" fmla="*/ 82550 h 165100"/>
                <a:gd name="connsiteX2" fmla="*/ 5499 w 62649"/>
                <a:gd name="connsiteY2" fmla="*/ 165100 h 165100"/>
              </a:gdLst>
              <a:ahLst/>
              <a:cxnLst>
                <a:cxn ang="0">
                  <a:pos x="connsiteX0" y="connsiteY0"/>
                </a:cxn>
                <a:cxn ang="0">
                  <a:pos x="connsiteX1" y="connsiteY1"/>
                </a:cxn>
                <a:cxn ang="0">
                  <a:pos x="connsiteX2" y="connsiteY2"/>
                </a:cxn>
              </a:cxnLst>
              <a:rect l="l" t="t" r="r" b="b"/>
              <a:pathLst>
                <a:path w="62649" h="165100">
                  <a:moveTo>
                    <a:pt x="62649" y="0"/>
                  </a:moveTo>
                  <a:cubicBezTo>
                    <a:pt x="38836" y="27516"/>
                    <a:pt x="15024" y="55033"/>
                    <a:pt x="5499" y="82550"/>
                  </a:cubicBezTo>
                  <a:cubicBezTo>
                    <a:pt x="-4026" y="110067"/>
                    <a:pt x="736" y="137583"/>
                    <a:pt x="5499" y="165100"/>
                  </a:cubicBezTo>
                </a:path>
              </a:pathLst>
            </a:cu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mc:AlternateContent xmlns:mc="http://schemas.openxmlformats.org/markup-compatibility/2006" xmlns:a14="http://schemas.microsoft.com/office/drawing/2010/main">
        <mc:Choice Requires="a14">
          <p:sp>
            <p:nvSpPr>
              <p:cNvPr id="43" name="CaixaDeTexto 42">
                <a:extLst>
                  <a:ext uri="{FF2B5EF4-FFF2-40B4-BE49-F238E27FC236}">
                    <a16:creationId xmlns:a16="http://schemas.microsoft.com/office/drawing/2014/main" id="{9C9D5CB5-F4D4-DFCC-F214-161405EEFD7E}"/>
                  </a:ext>
                </a:extLst>
              </p:cNvPr>
              <p:cNvSpPr txBox="1"/>
              <p:nvPr/>
            </p:nvSpPr>
            <p:spPr>
              <a:xfrm>
                <a:off x="6699424" y="6369109"/>
                <a:ext cx="1298304" cy="35753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pt-BR" sz="1600" b="0" i="1" smtClean="0">
                          <a:latin typeface="Cambria Math" panose="02040503050406030204" pitchFamily="18" charset="0"/>
                        </a:rPr>
                        <m:t>𝛾</m:t>
                      </m:r>
                      <m:r>
                        <a:rPr lang="en-US" sz="1600" b="0" i="1" smtClean="0">
                          <a:latin typeface="Cambria Math" panose="02040503050406030204" pitchFamily="18" charset="0"/>
                        </a:rPr>
                        <m:t>=</m:t>
                      </m:r>
                      <m:sSup>
                        <m:sSupPr>
                          <m:ctrlPr>
                            <a:rPr lang="pt-BR" sz="1600" b="0" i="1" smtClean="0">
                              <a:latin typeface="Cambria Math" panose="02040503050406030204" pitchFamily="18" charset="0"/>
                            </a:rPr>
                          </m:ctrlPr>
                        </m:sSupPr>
                        <m:e>
                          <m:r>
                            <a:rPr lang="pt-BR" sz="1600" b="0" i="1" smtClean="0">
                              <a:latin typeface="Cambria Math" panose="02040503050406030204" pitchFamily="18" charset="0"/>
                            </a:rPr>
                            <m:t>𝜃</m:t>
                          </m:r>
                        </m:e>
                        <m:sup>
                          <m:r>
                            <a:rPr lang="pt-BR" sz="1600" b="0" i="1" smtClean="0">
                              <a:latin typeface="Cambria Math" panose="02040503050406030204" pitchFamily="18" charset="0"/>
                            </a:rPr>
                            <m:t>′′</m:t>
                          </m:r>
                        </m:sup>
                      </m:sSup>
                      <m:r>
                        <a:rPr lang="pt-BR" sz="1600" b="0" i="1" smtClean="0">
                          <a:latin typeface="Cambria Math" panose="02040503050406030204" pitchFamily="18" charset="0"/>
                        </a:rPr>
                        <m:t>−</m:t>
                      </m:r>
                      <m:sSubSup>
                        <m:sSubSupPr>
                          <m:ctrlPr>
                            <a:rPr lang="pt-BR" sz="1600" b="0" i="1" smtClean="0">
                              <a:latin typeface="Cambria Math" panose="02040503050406030204" pitchFamily="18" charset="0"/>
                            </a:rPr>
                          </m:ctrlPr>
                        </m:sSubSupPr>
                        <m:e>
                          <m:r>
                            <a:rPr lang="pt-BR" sz="1600" b="0" i="1" smtClean="0">
                              <a:latin typeface="Cambria Math" panose="02040503050406030204" pitchFamily="18" charset="0"/>
                            </a:rPr>
                            <m:t>𝜃</m:t>
                          </m:r>
                        </m:e>
                        <m:sub>
                          <m:r>
                            <a:rPr lang="pt-BR" sz="1600" b="0" i="1" smtClean="0">
                              <a:latin typeface="Cambria Math" panose="02040503050406030204" pitchFamily="18" charset="0"/>
                            </a:rPr>
                            <m:t>𝑞</m:t>
                          </m:r>
                        </m:sub>
                        <m:sup>
                          <m:r>
                            <a:rPr lang="pt-BR" sz="1600" b="0" i="1" smtClean="0">
                              <a:latin typeface="Cambria Math" panose="02040503050406030204" pitchFamily="18" charset="0"/>
                            </a:rPr>
                            <m:t>′</m:t>
                          </m:r>
                        </m:sup>
                      </m:sSubSup>
                    </m:oMath>
                  </m:oMathPara>
                </a14:m>
                <a:endParaRPr lang="pt-BR" sz="1600"/>
              </a:p>
            </p:txBody>
          </p:sp>
        </mc:Choice>
        <mc:Fallback xmlns="">
          <p:sp>
            <p:nvSpPr>
              <p:cNvPr id="43" name="CaixaDeTexto 42">
                <a:extLst>
                  <a:ext uri="{FF2B5EF4-FFF2-40B4-BE49-F238E27FC236}">
                    <a16:creationId xmlns:a16="http://schemas.microsoft.com/office/drawing/2014/main" id="{9C9D5CB5-F4D4-DFCC-F214-161405EEFD7E}"/>
                  </a:ext>
                </a:extLst>
              </p:cNvPr>
              <p:cNvSpPr txBox="1">
                <a:spLocks noRot="1" noChangeAspect="1" noMove="1" noResize="1" noEditPoints="1" noAdjustHandles="1" noChangeArrowheads="1" noChangeShapeType="1" noTextEdit="1"/>
              </p:cNvSpPr>
              <p:nvPr/>
            </p:nvSpPr>
            <p:spPr>
              <a:xfrm>
                <a:off x="6699424" y="6369109"/>
                <a:ext cx="1298304" cy="357534"/>
              </a:xfrm>
              <a:prstGeom prst="rect">
                <a:avLst/>
              </a:prstGeom>
              <a:blipFill>
                <a:blip r:embed="rId27"/>
                <a:stretch>
                  <a:fillRect b="-3448"/>
                </a:stretch>
              </a:blipFill>
            </p:spPr>
            <p:txBody>
              <a:bodyPr/>
              <a:lstStyle/>
              <a:p>
                <a:r>
                  <a:rPr lang="pt-BR">
                    <a:noFill/>
                  </a:rPr>
                  <a:t> </a:t>
                </a:r>
              </a:p>
            </p:txBody>
          </p:sp>
        </mc:Fallback>
      </mc:AlternateContent>
    </p:spTree>
    <p:extLst>
      <p:ext uri="{BB962C8B-B14F-4D97-AF65-F5344CB8AC3E}">
        <p14:creationId xmlns:p14="http://schemas.microsoft.com/office/powerpoint/2010/main" val="29795744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4" name="CaixaDeTexto 23">
                <a:extLst>
                  <a:ext uri="{FF2B5EF4-FFF2-40B4-BE49-F238E27FC236}">
                    <a16:creationId xmlns:a16="http://schemas.microsoft.com/office/drawing/2014/main" id="{519010FE-A28D-ED13-24AD-648D44AE4C64}"/>
                  </a:ext>
                </a:extLst>
              </p:cNvPr>
              <p:cNvSpPr txBox="1"/>
              <p:nvPr/>
            </p:nvSpPr>
            <p:spPr>
              <a:xfrm>
                <a:off x="5879976" y="1524491"/>
                <a:ext cx="4660571" cy="41049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i="1" smtClean="0">
                              <a:latin typeface="Cambria Math" panose="02040503050406030204" pitchFamily="18" charset="0"/>
                            </a:rPr>
                          </m:ctrlPr>
                        </m:sSubPr>
                        <m:e>
                          <m:r>
                            <a:rPr lang="pt-BR" b="1" i="1" smtClean="0">
                              <a:latin typeface="Cambria Math" panose="02040503050406030204" pitchFamily="18" charset="0"/>
                            </a:rPr>
                            <m:t>𝒓</m:t>
                          </m:r>
                        </m:e>
                        <m:sub>
                          <m:r>
                            <a:rPr lang="pt-BR" b="0" i="1" smtClean="0">
                              <a:latin typeface="Cambria Math" panose="02040503050406030204" pitchFamily="18" charset="0"/>
                            </a:rPr>
                            <m:t>𝑝</m:t>
                          </m:r>
                        </m:sub>
                      </m:sSub>
                      <m:r>
                        <a:rPr lang="pt-BR" b="0" i="1" smtClean="0">
                          <a:latin typeface="Cambria Math" panose="02040503050406030204" pitchFamily="18" charset="0"/>
                        </a:rPr>
                        <m:t>(</m:t>
                      </m:r>
                      <m:r>
                        <a:rPr lang="pt-BR" b="0" i="1" smtClean="0">
                          <a:latin typeface="Cambria Math" panose="02040503050406030204" pitchFamily="18" charset="0"/>
                        </a:rPr>
                        <m:t>𝜃</m:t>
                      </m:r>
                      <m:r>
                        <a:rPr lang="pt-BR" b="0" i="1" smtClean="0">
                          <a:latin typeface="Cambria Math" panose="02040503050406030204" pitchFamily="18" charset="0"/>
                        </a:rPr>
                        <m:t>)=</m:t>
                      </m:r>
                      <m:d>
                        <m:dPr>
                          <m:ctrlPr>
                            <a:rPr lang="pt-BR" b="0" i="1" smtClean="0">
                              <a:latin typeface="Cambria Math" panose="02040503050406030204" pitchFamily="18" charset="0"/>
                            </a:rPr>
                          </m:ctrlPr>
                        </m:dPr>
                        <m:e>
                          <m:sSub>
                            <m:sSubPr>
                              <m:ctrlPr>
                                <a:rPr lang="pt-BR" b="0" i="1" smtClean="0">
                                  <a:latin typeface="Cambria Math" panose="02040503050406030204" pitchFamily="18" charset="0"/>
                                </a:rPr>
                              </m:ctrlPr>
                            </m:sSubPr>
                            <m:e>
                              <m:r>
                                <a:rPr lang="pt-BR" b="0" i="1" smtClean="0">
                                  <a:latin typeface="Cambria Math" panose="02040503050406030204" pitchFamily="18" charset="0"/>
                                </a:rPr>
                                <m:t>𝑥</m:t>
                              </m:r>
                            </m:e>
                            <m:sub>
                              <m:r>
                                <a:rPr lang="pt-BR" b="0" i="1" smtClean="0">
                                  <a:latin typeface="Cambria Math" panose="02040503050406030204" pitchFamily="18" charset="0"/>
                                </a:rPr>
                                <m:t>𝑝</m:t>
                              </m:r>
                            </m:sub>
                          </m:sSub>
                          <m:r>
                            <a:rPr lang="pt-BR" b="0" i="1" smtClean="0">
                              <a:latin typeface="Cambria Math" panose="02040503050406030204" pitchFamily="18" charset="0"/>
                            </a:rPr>
                            <m:t>+</m:t>
                          </m:r>
                          <m:sSub>
                            <m:sSubPr>
                              <m:ctrlPr>
                                <a:rPr lang="pt-BR" b="0" i="1" smtClean="0">
                                  <a:latin typeface="Cambria Math" panose="02040503050406030204" pitchFamily="18" charset="0"/>
                                </a:rPr>
                              </m:ctrlPr>
                            </m:sSubPr>
                            <m:e>
                              <m:r>
                                <a:rPr lang="pt-BR" b="0" i="1" smtClean="0">
                                  <a:latin typeface="Cambria Math" panose="02040503050406030204" pitchFamily="18" charset="0"/>
                                </a:rPr>
                                <m:t>𝑎</m:t>
                              </m:r>
                            </m:e>
                            <m:sub>
                              <m:r>
                                <a:rPr lang="pt-BR" b="0" i="1" smtClean="0">
                                  <a:latin typeface="Cambria Math" panose="02040503050406030204" pitchFamily="18" charset="0"/>
                                </a:rPr>
                                <m:t>𝑝</m:t>
                              </m:r>
                            </m:sub>
                          </m:sSub>
                          <m:func>
                            <m:funcPr>
                              <m:ctrlPr>
                                <a:rPr lang="pt-BR" b="0" i="1" smtClean="0">
                                  <a:latin typeface="Cambria Math" panose="02040503050406030204" pitchFamily="18" charset="0"/>
                                </a:rPr>
                              </m:ctrlPr>
                            </m:funcPr>
                            <m:fName>
                              <m:r>
                                <m:rPr>
                                  <m:sty m:val="p"/>
                                </m:rPr>
                                <a:rPr lang="pt-BR" b="0" i="0" smtClean="0">
                                  <a:latin typeface="Cambria Math" panose="02040503050406030204" pitchFamily="18" charset="0"/>
                                </a:rPr>
                                <m:t>cos</m:t>
                              </m:r>
                            </m:fName>
                            <m:e>
                              <m:r>
                                <a:rPr lang="pt-BR" b="0" i="1" smtClean="0">
                                  <a:latin typeface="Cambria Math" panose="02040503050406030204" pitchFamily="18" charset="0"/>
                                </a:rPr>
                                <m:t>𝜃</m:t>
                              </m:r>
                            </m:e>
                          </m:func>
                        </m:e>
                      </m:d>
                      <m:acc>
                        <m:accPr>
                          <m:chr m:val="̂"/>
                          <m:ctrlPr>
                            <a:rPr lang="pt-BR" b="0" i="1" smtClean="0">
                              <a:latin typeface="Cambria Math" panose="02040503050406030204" pitchFamily="18" charset="0"/>
                            </a:rPr>
                          </m:ctrlPr>
                        </m:accPr>
                        <m:e>
                          <m:r>
                            <a:rPr lang="pt-BR" b="1" i="1" smtClean="0">
                              <a:latin typeface="Cambria Math" panose="02040503050406030204" pitchFamily="18" charset="0"/>
                            </a:rPr>
                            <m:t>𝒙</m:t>
                          </m:r>
                        </m:e>
                      </m:acc>
                      <m:r>
                        <a:rPr lang="pt-BR" b="0" i="1" smtClean="0">
                          <a:latin typeface="Cambria Math" panose="02040503050406030204" pitchFamily="18" charset="0"/>
                        </a:rPr>
                        <m:t>+</m:t>
                      </m:r>
                      <m:d>
                        <m:dPr>
                          <m:ctrlPr>
                            <a:rPr lang="pt-BR" i="1">
                              <a:latin typeface="Cambria Math" panose="02040503050406030204" pitchFamily="18" charset="0"/>
                            </a:rPr>
                          </m:ctrlPr>
                        </m:dPr>
                        <m:e>
                          <m:sSub>
                            <m:sSubPr>
                              <m:ctrlPr>
                                <a:rPr lang="pt-BR" i="1">
                                  <a:latin typeface="Cambria Math" panose="02040503050406030204" pitchFamily="18" charset="0"/>
                                </a:rPr>
                              </m:ctrlPr>
                            </m:sSubPr>
                            <m:e>
                              <m:r>
                                <a:rPr lang="pt-BR" b="0" i="1" smtClean="0">
                                  <a:latin typeface="Cambria Math" panose="02040503050406030204" pitchFamily="18" charset="0"/>
                                </a:rPr>
                                <m:t>𝑦</m:t>
                              </m:r>
                            </m:e>
                            <m:sub>
                              <m:r>
                                <a:rPr lang="pt-BR" i="1">
                                  <a:latin typeface="Cambria Math" panose="02040503050406030204" pitchFamily="18" charset="0"/>
                                </a:rPr>
                                <m:t>𝑝</m:t>
                              </m:r>
                            </m:sub>
                          </m:sSub>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𝑎</m:t>
                              </m:r>
                            </m:e>
                            <m:sub>
                              <m:r>
                                <a:rPr lang="pt-BR" i="1">
                                  <a:latin typeface="Cambria Math" panose="02040503050406030204" pitchFamily="18" charset="0"/>
                                </a:rPr>
                                <m:t>𝑝</m:t>
                              </m:r>
                            </m:sub>
                          </m:sSub>
                          <m:func>
                            <m:funcPr>
                              <m:ctrlPr>
                                <a:rPr lang="pt-BR" i="1">
                                  <a:latin typeface="Cambria Math" panose="02040503050406030204" pitchFamily="18" charset="0"/>
                                </a:rPr>
                              </m:ctrlPr>
                            </m:funcPr>
                            <m:fName>
                              <m:r>
                                <m:rPr>
                                  <m:sty m:val="p"/>
                                </m:rPr>
                                <a:rPr lang="pt-BR" b="0" i="0" smtClean="0">
                                  <a:latin typeface="Cambria Math" panose="02040503050406030204" pitchFamily="18" charset="0"/>
                                </a:rPr>
                                <m:t>sin</m:t>
                              </m:r>
                            </m:fName>
                            <m:e>
                              <m:r>
                                <a:rPr lang="pt-BR" i="1">
                                  <a:latin typeface="Cambria Math" panose="02040503050406030204" pitchFamily="18" charset="0"/>
                                </a:rPr>
                                <m:t>𝜃</m:t>
                              </m:r>
                            </m:e>
                          </m:func>
                        </m:e>
                      </m:d>
                      <m:acc>
                        <m:accPr>
                          <m:chr m:val="̂"/>
                          <m:ctrlPr>
                            <a:rPr lang="pt-BR" i="1">
                              <a:latin typeface="Cambria Math" panose="02040503050406030204" pitchFamily="18" charset="0"/>
                            </a:rPr>
                          </m:ctrlPr>
                        </m:accPr>
                        <m:e>
                          <m:r>
                            <a:rPr lang="pt-BR" b="1" i="1" smtClean="0">
                              <a:latin typeface="Cambria Math" panose="02040503050406030204" pitchFamily="18" charset="0"/>
                            </a:rPr>
                            <m:t>𝒚</m:t>
                          </m:r>
                        </m:e>
                      </m:acc>
                    </m:oMath>
                  </m:oMathPara>
                </a14:m>
                <a:endParaRPr lang="pt-BR"/>
              </a:p>
            </p:txBody>
          </p:sp>
        </mc:Choice>
        <mc:Fallback xmlns="">
          <p:sp>
            <p:nvSpPr>
              <p:cNvPr id="24" name="CaixaDeTexto 23">
                <a:extLst>
                  <a:ext uri="{FF2B5EF4-FFF2-40B4-BE49-F238E27FC236}">
                    <a16:creationId xmlns:a16="http://schemas.microsoft.com/office/drawing/2014/main" id="{519010FE-A28D-ED13-24AD-648D44AE4C64}"/>
                  </a:ext>
                </a:extLst>
              </p:cNvPr>
              <p:cNvSpPr txBox="1">
                <a:spLocks noRot="1" noChangeAspect="1" noMove="1" noResize="1" noEditPoints="1" noAdjustHandles="1" noChangeArrowheads="1" noChangeShapeType="1" noTextEdit="1"/>
              </p:cNvSpPr>
              <p:nvPr/>
            </p:nvSpPr>
            <p:spPr>
              <a:xfrm>
                <a:off x="5879976" y="1524491"/>
                <a:ext cx="4660571" cy="410497"/>
              </a:xfrm>
              <a:prstGeom prst="rect">
                <a:avLst/>
              </a:prstGeom>
              <a:blipFill>
                <a:blip r:embed="rId2"/>
                <a:stretch>
                  <a:fillRect r="-7068" b="-8955"/>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6" name="CaixaDeTexto 25">
                <a:extLst>
                  <a:ext uri="{FF2B5EF4-FFF2-40B4-BE49-F238E27FC236}">
                    <a16:creationId xmlns:a16="http://schemas.microsoft.com/office/drawing/2014/main" id="{EE4B653B-E909-6FDF-6EFE-AEF0DADEF3E3}"/>
                  </a:ext>
                </a:extLst>
              </p:cNvPr>
              <p:cNvSpPr txBox="1"/>
              <p:nvPr/>
            </p:nvSpPr>
            <p:spPr>
              <a:xfrm>
                <a:off x="5879976" y="800708"/>
                <a:ext cx="4860540" cy="667747"/>
              </a:xfrm>
              <a:prstGeom prst="rect">
                <a:avLst/>
              </a:prstGeom>
              <a:noFill/>
            </p:spPr>
            <p:txBody>
              <a:bodyPr wrap="square">
                <a:spAutoFit/>
              </a:bodyPr>
              <a:lstStyle/>
              <a:p>
                <a:r>
                  <a:rPr lang="en-US"/>
                  <a:t>The outer boundary </a:t>
                </a:r>
                <a14:m>
                  <m:oMath xmlns:m="http://schemas.openxmlformats.org/officeDocument/2006/math">
                    <m:sSub>
                      <m:sSubPr>
                        <m:ctrlPr>
                          <a:rPr lang="en-US" i="1" smtClean="0">
                            <a:latin typeface="Cambria Math" panose="02040503050406030204" pitchFamily="18" charset="0"/>
                          </a:rPr>
                        </m:ctrlPr>
                      </m:sSubPr>
                      <m:e>
                        <m:r>
                          <a:rPr lang="en-US" i="1" smtClean="0">
                            <a:latin typeface="Cambria Math" panose="02040503050406030204" pitchFamily="18" charset="0"/>
                          </a:rPr>
                          <m:t>𝑐</m:t>
                        </m:r>
                      </m:e>
                      <m:sub>
                        <m:r>
                          <a:rPr lang="en-US" i="1" smtClean="0">
                            <a:latin typeface="Cambria Math" panose="02040503050406030204" pitchFamily="18" charset="0"/>
                          </a:rPr>
                          <m:t>𝑝</m:t>
                        </m:r>
                      </m:sub>
                    </m:sSub>
                  </m:oMath>
                </a14:m>
                <a:r>
                  <a:rPr lang="en-US"/>
                  <a:t> of the </a:t>
                </a:r>
                <a:r>
                  <a:rPr lang="en-US" i="1"/>
                  <a:t>p</a:t>
                </a:r>
                <a:r>
                  <a:rPr lang="en-US"/>
                  <a:t>-th solid conductor </a:t>
                </a:r>
                <a:r>
                  <a:rPr lang="pt-BR"/>
                  <a:t>is traced by </a:t>
                </a:r>
                <a:r>
                  <a:rPr lang="en-US"/>
                  <a:t>the position vector:</a:t>
                </a:r>
                <a:endParaRPr lang="pt-BR"/>
              </a:p>
            </p:txBody>
          </p:sp>
        </mc:Choice>
        <mc:Fallback xmlns="">
          <p:sp>
            <p:nvSpPr>
              <p:cNvPr id="26" name="CaixaDeTexto 25">
                <a:extLst>
                  <a:ext uri="{FF2B5EF4-FFF2-40B4-BE49-F238E27FC236}">
                    <a16:creationId xmlns:a16="http://schemas.microsoft.com/office/drawing/2014/main" id="{EE4B653B-E909-6FDF-6EFE-AEF0DADEF3E3}"/>
                  </a:ext>
                </a:extLst>
              </p:cNvPr>
              <p:cNvSpPr txBox="1">
                <a:spLocks noRot="1" noChangeAspect="1" noMove="1" noResize="1" noEditPoints="1" noAdjustHandles="1" noChangeArrowheads="1" noChangeShapeType="1" noTextEdit="1"/>
              </p:cNvSpPr>
              <p:nvPr/>
            </p:nvSpPr>
            <p:spPr>
              <a:xfrm>
                <a:off x="5879976" y="800708"/>
                <a:ext cx="4860540" cy="667747"/>
              </a:xfrm>
              <a:prstGeom prst="rect">
                <a:avLst/>
              </a:prstGeom>
              <a:blipFill>
                <a:blip r:embed="rId3"/>
                <a:stretch>
                  <a:fillRect l="-1129" t="-2727" b="-13636"/>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7" name="CaixaDeTexto 26">
                <a:extLst>
                  <a:ext uri="{FF2B5EF4-FFF2-40B4-BE49-F238E27FC236}">
                    <a16:creationId xmlns:a16="http://schemas.microsoft.com/office/drawing/2014/main" id="{BFE1C83B-9FA0-F85D-AADF-72DFC9173092}"/>
                  </a:ext>
                </a:extLst>
              </p:cNvPr>
              <p:cNvSpPr txBox="1"/>
              <p:nvPr/>
            </p:nvSpPr>
            <p:spPr>
              <a:xfrm>
                <a:off x="5878066" y="3102323"/>
                <a:ext cx="4611134" cy="41049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i="1" smtClean="0">
                              <a:latin typeface="Cambria Math" panose="02040503050406030204" pitchFamily="18" charset="0"/>
                            </a:rPr>
                          </m:ctrlPr>
                        </m:sSubPr>
                        <m:e>
                          <m:acc>
                            <m:accPr>
                              <m:chr m:val="̃"/>
                              <m:ctrlPr>
                                <a:rPr lang="pt-BR" i="1" smtClean="0">
                                  <a:latin typeface="Cambria Math" panose="02040503050406030204" pitchFamily="18" charset="0"/>
                                </a:rPr>
                              </m:ctrlPr>
                            </m:accPr>
                            <m:e>
                              <m:r>
                                <a:rPr lang="pt-BR" b="1" i="1" smtClean="0">
                                  <a:latin typeface="Cambria Math" panose="02040503050406030204" pitchFamily="18" charset="0"/>
                                </a:rPr>
                                <m:t>𝒓</m:t>
                              </m:r>
                            </m:e>
                          </m:acc>
                        </m:e>
                        <m:sub>
                          <m:r>
                            <a:rPr lang="pt-BR" b="0" i="1" smtClean="0">
                              <a:latin typeface="Cambria Math" panose="02040503050406030204" pitchFamily="18" charset="0"/>
                            </a:rPr>
                            <m:t>𝑞</m:t>
                          </m:r>
                        </m:sub>
                      </m:sSub>
                      <m:r>
                        <a:rPr lang="pt-BR" i="1">
                          <a:latin typeface="Cambria Math" panose="02040503050406030204" pitchFamily="18" charset="0"/>
                        </a:rPr>
                        <m:t>(</m:t>
                      </m:r>
                      <m:r>
                        <a:rPr lang="pt-BR" i="1">
                          <a:latin typeface="Cambria Math" panose="02040503050406030204" pitchFamily="18" charset="0"/>
                        </a:rPr>
                        <m:t>𝜃</m:t>
                      </m:r>
                      <m:r>
                        <a:rPr lang="pt-BR" i="1">
                          <a:latin typeface="Cambria Math" panose="02040503050406030204" pitchFamily="18" charset="0"/>
                        </a:rPr>
                        <m:t>)=</m:t>
                      </m:r>
                      <m:d>
                        <m:dPr>
                          <m:ctrlPr>
                            <a:rPr lang="pt-BR" b="0" i="1" smtClean="0">
                              <a:latin typeface="Cambria Math" panose="02040503050406030204" pitchFamily="18" charset="0"/>
                            </a:rPr>
                          </m:ctrlPr>
                        </m:dPr>
                        <m:e>
                          <m:sSub>
                            <m:sSubPr>
                              <m:ctrlPr>
                                <a:rPr lang="pt-BR" b="0" i="1" smtClean="0">
                                  <a:latin typeface="Cambria Math" panose="02040503050406030204" pitchFamily="18" charset="0"/>
                                </a:rPr>
                              </m:ctrlPr>
                            </m:sSubPr>
                            <m:e>
                              <m:r>
                                <a:rPr lang="pt-BR" b="0" i="1" smtClean="0">
                                  <a:latin typeface="Cambria Math" panose="02040503050406030204" pitchFamily="18" charset="0"/>
                                </a:rPr>
                                <m:t>𝑥</m:t>
                              </m:r>
                            </m:e>
                            <m:sub>
                              <m:r>
                                <a:rPr lang="pt-BR" b="0" i="1" smtClean="0">
                                  <a:latin typeface="Cambria Math" panose="02040503050406030204" pitchFamily="18" charset="0"/>
                                </a:rPr>
                                <m:t>𝑞</m:t>
                              </m:r>
                            </m:sub>
                          </m:sSub>
                          <m:r>
                            <a:rPr lang="pt-BR" b="0" i="1" smtClean="0">
                              <a:latin typeface="Cambria Math" panose="02040503050406030204" pitchFamily="18" charset="0"/>
                            </a:rPr>
                            <m:t>+</m:t>
                          </m:r>
                          <m:sSub>
                            <m:sSubPr>
                              <m:ctrlPr>
                                <a:rPr lang="pt-BR" b="0" i="1" smtClean="0">
                                  <a:latin typeface="Cambria Math" panose="02040503050406030204" pitchFamily="18" charset="0"/>
                                </a:rPr>
                              </m:ctrlPr>
                            </m:sSubPr>
                            <m:e>
                              <m:r>
                                <a:rPr lang="pt-BR" b="0" i="1" smtClean="0">
                                  <a:latin typeface="Cambria Math" panose="02040503050406030204" pitchFamily="18" charset="0"/>
                                </a:rPr>
                                <m:t>ã</m:t>
                              </m:r>
                            </m:e>
                            <m:sub>
                              <m:r>
                                <a:rPr lang="pt-BR" b="0" i="1" smtClean="0">
                                  <a:latin typeface="Cambria Math" panose="02040503050406030204" pitchFamily="18" charset="0"/>
                                </a:rPr>
                                <m:t>𝑞</m:t>
                              </m:r>
                            </m:sub>
                          </m:sSub>
                          <m:func>
                            <m:funcPr>
                              <m:ctrlPr>
                                <a:rPr lang="pt-BR" b="0" i="1" smtClean="0">
                                  <a:latin typeface="Cambria Math" panose="02040503050406030204" pitchFamily="18" charset="0"/>
                                </a:rPr>
                              </m:ctrlPr>
                            </m:funcPr>
                            <m:fName>
                              <m:r>
                                <m:rPr>
                                  <m:sty m:val="p"/>
                                </m:rPr>
                                <a:rPr lang="pt-BR" b="0" i="0" smtClean="0">
                                  <a:latin typeface="Cambria Math" panose="02040503050406030204" pitchFamily="18" charset="0"/>
                                </a:rPr>
                                <m:t>cos</m:t>
                              </m:r>
                            </m:fName>
                            <m:e>
                              <m:r>
                                <a:rPr lang="pt-BR" b="0" i="1" smtClean="0">
                                  <a:latin typeface="Cambria Math" panose="02040503050406030204" pitchFamily="18" charset="0"/>
                                </a:rPr>
                                <m:t>𝜃</m:t>
                              </m:r>
                            </m:e>
                          </m:func>
                        </m:e>
                      </m:d>
                      <m:acc>
                        <m:accPr>
                          <m:chr m:val="̂"/>
                          <m:ctrlPr>
                            <a:rPr lang="pt-BR" b="0" i="1" smtClean="0">
                              <a:latin typeface="Cambria Math" panose="02040503050406030204" pitchFamily="18" charset="0"/>
                            </a:rPr>
                          </m:ctrlPr>
                        </m:accPr>
                        <m:e>
                          <m:r>
                            <a:rPr lang="pt-BR" b="1" i="1" smtClean="0">
                              <a:latin typeface="Cambria Math" panose="02040503050406030204" pitchFamily="18" charset="0"/>
                            </a:rPr>
                            <m:t>𝒙</m:t>
                          </m:r>
                        </m:e>
                      </m:acc>
                      <m:r>
                        <a:rPr lang="pt-BR" b="0" i="1" smtClean="0">
                          <a:latin typeface="Cambria Math" panose="02040503050406030204" pitchFamily="18" charset="0"/>
                        </a:rPr>
                        <m:t>+</m:t>
                      </m:r>
                      <m:d>
                        <m:dPr>
                          <m:ctrlPr>
                            <a:rPr lang="pt-BR" i="1">
                              <a:latin typeface="Cambria Math" panose="02040503050406030204" pitchFamily="18" charset="0"/>
                            </a:rPr>
                          </m:ctrlPr>
                        </m:dPr>
                        <m:e>
                          <m:sSub>
                            <m:sSubPr>
                              <m:ctrlPr>
                                <a:rPr lang="pt-BR" i="1">
                                  <a:latin typeface="Cambria Math" panose="02040503050406030204" pitchFamily="18" charset="0"/>
                                </a:rPr>
                              </m:ctrlPr>
                            </m:sSubPr>
                            <m:e>
                              <m:r>
                                <a:rPr lang="pt-BR" b="0" i="1" smtClean="0">
                                  <a:latin typeface="Cambria Math" panose="02040503050406030204" pitchFamily="18" charset="0"/>
                                </a:rPr>
                                <m:t>𝑦</m:t>
                              </m:r>
                            </m:e>
                            <m:sub>
                              <m:r>
                                <a:rPr lang="pt-BR" b="0" i="1" smtClean="0">
                                  <a:latin typeface="Cambria Math" panose="02040503050406030204" pitchFamily="18" charset="0"/>
                                </a:rPr>
                                <m:t>𝑞</m:t>
                              </m:r>
                            </m:sub>
                          </m:sSub>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ã</m:t>
                              </m:r>
                            </m:e>
                            <m:sub>
                              <m:r>
                                <a:rPr lang="pt-BR" i="1">
                                  <a:latin typeface="Cambria Math" panose="02040503050406030204" pitchFamily="18" charset="0"/>
                                </a:rPr>
                                <m:t>𝑞</m:t>
                              </m:r>
                            </m:sub>
                          </m:sSub>
                          <m:func>
                            <m:funcPr>
                              <m:ctrlPr>
                                <a:rPr lang="pt-BR" i="1">
                                  <a:latin typeface="Cambria Math" panose="02040503050406030204" pitchFamily="18" charset="0"/>
                                </a:rPr>
                              </m:ctrlPr>
                            </m:funcPr>
                            <m:fName>
                              <m:r>
                                <m:rPr>
                                  <m:sty m:val="p"/>
                                </m:rPr>
                                <a:rPr lang="pt-BR" b="0" i="0" smtClean="0">
                                  <a:latin typeface="Cambria Math" panose="02040503050406030204" pitchFamily="18" charset="0"/>
                                </a:rPr>
                                <m:t>sin</m:t>
                              </m:r>
                            </m:fName>
                            <m:e>
                              <m:r>
                                <a:rPr lang="pt-BR" i="1">
                                  <a:latin typeface="Cambria Math" panose="02040503050406030204" pitchFamily="18" charset="0"/>
                                </a:rPr>
                                <m:t>𝜃</m:t>
                              </m:r>
                            </m:e>
                          </m:func>
                        </m:e>
                      </m:d>
                      <m:acc>
                        <m:accPr>
                          <m:chr m:val="̂"/>
                          <m:ctrlPr>
                            <a:rPr lang="pt-BR" i="1">
                              <a:latin typeface="Cambria Math" panose="02040503050406030204" pitchFamily="18" charset="0"/>
                            </a:rPr>
                          </m:ctrlPr>
                        </m:accPr>
                        <m:e>
                          <m:r>
                            <a:rPr lang="pt-BR" b="1" i="1" smtClean="0">
                              <a:latin typeface="Cambria Math" panose="02040503050406030204" pitchFamily="18" charset="0"/>
                            </a:rPr>
                            <m:t>𝒚</m:t>
                          </m:r>
                        </m:e>
                      </m:acc>
                    </m:oMath>
                  </m:oMathPara>
                </a14:m>
                <a:endParaRPr lang="pt-BR"/>
              </a:p>
            </p:txBody>
          </p:sp>
        </mc:Choice>
        <mc:Fallback xmlns="">
          <p:sp>
            <p:nvSpPr>
              <p:cNvPr id="27" name="CaixaDeTexto 26">
                <a:extLst>
                  <a:ext uri="{FF2B5EF4-FFF2-40B4-BE49-F238E27FC236}">
                    <a16:creationId xmlns:a16="http://schemas.microsoft.com/office/drawing/2014/main" id="{BFE1C83B-9FA0-F85D-AADF-72DFC9173092}"/>
                  </a:ext>
                </a:extLst>
              </p:cNvPr>
              <p:cNvSpPr txBox="1">
                <a:spLocks noRot="1" noChangeAspect="1" noMove="1" noResize="1" noEditPoints="1" noAdjustHandles="1" noChangeArrowheads="1" noChangeShapeType="1" noTextEdit="1"/>
              </p:cNvSpPr>
              <p:nvPr/>
            </p:nvSpPr>
            <p:spPr>
              <a:xfrm>
                <a:off x="5878066" y="3102323"/>
                <a:ext cx="4611134" cy="410497"/>
              </a:xfrm>
              <a:prstGeom prst="rect">
                <a:avLst/>
              </a:prstGeom>
              <a:blipFill>
                <a:blip r:embed="rId4"/>
                <a:stretch>
                  <a:fillRect r="-7266" b="-7463"/>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8" name="CaixaDeTexto 27">
                <a:extLst>
                  <a:ext uri="{FF2B5EF4-FFF2-40B4-BE49-F238E27FC236}">
                    <a16:creationId xmlns:a16="http://schemas.microsoft.com/office/drawing/2014/main" id="{981A3500-9298-24EF-3DB2-3620D9F67319}"/>
                  </a:ext>
                </a:extLst>
              </p:cNvPr>
              <p:cNvSpPr txBox="1"/>
              <p:nvPr/>
            </p:nvSpPr>
            <p:spPr>
              <a:xfrm>
                <a:off x="5878066" y="2378540"/>
                <a:ext cx="4356484" cy="667747"/>
              </a:xfrm>
              <a:prstGeom prst="rect">
                <a:avLst/>
              </a:prstGeom>
              <a:noFill/>
            </p:spPr>
            <p:txBody>
              <a:bodyPr wrap="square">
                <a:spAutoFit/>
              </a:bodyPr>
              <a:lstStyle/>
              <a:p>
                <a:r>
                  <a:rPr lang="en-US"/>
                  <a:t>The inner boundary </a:t>
                </a:r>
                <a14:m>
                  <m:oMath xmlns:m="http://schemas.openxmlformats.org/officeDocument/2006/math">
                    <m:sSub>
                      <m:sSubPr>
                        <m:ctrlPr>
                          <a:rPr lang="en-US" i="1" smtClean="0">
                            <a:latin typeface="Cambria Math" panose="02040503050406030204" pitchFamily="18" charset="0"/>
                          </a:rPr>
                        </m:ctrlPr>
                      </m:sSubPr>
                      <m:e>
                        <m:acc>
                          <m:accPr>
                            <m:chr m:val="̃"/>
                            <m:ctrlPr>
                              <a:rPr lang="en-US" i="1" smtClean="0">
                                <a:latin typeface="Cambria Math" panose="02040503050406030204" pitchFamily="18" charset="0"/>
                              </a:rPr>
                            </m:ctrlPr>
                          </m:accPr>
                          <m:e>
                            <m:r>
                              <a:rPr lang="pt-BR" b="0" i="1" smtClean="0">
                                <a:latin typeface="Cambria Math" panose="02040503050406030204" pitchFamily="18" charset="0"/>
                              </a:rPr>
                              <m:t>𝑐</m:t>
                            </m:r>
                          </m:e>
                        </m:acc>
                      </m:e>
                      <m:sub>
                        <m:r>
                          <a:rPr lang="pt-BR" b="0" i="1" smtClean="0">
                            <a:latin typeface="Cambria Math" panose="02040503050406030204" pitchFamily="18" charset="0"/>
                          </a:rPr>
                          <m:t>𝑞</m:t>
                        </m:r>
                      </m:sub>
                    </m:sSub>
                  </m:oMath>
                </a14:m>
                <a:r>
                  <a:rPr lang="en-US"/>
                  <a:t> of the </a:t>
                </a:r>
                <a:r>
                  <a:rPr lang="en-US" i="1"/>
                  <a:t>q</a:t>
                </a:r>
                <a:r>
                  <a:rPr lang="en-US"/>
                  <a:t>-th hollow conductor </a:t>
                </a:r>
                <a:r>
                  <a:rPr lang="pt-BR"/>
                  <a:t>is traced by </a:t>
                </a:r>
                <a:r>
                  <a:rPr lang="en-US"/>
                  <a:t>the position vector:</a:t>
                </a:r>
                <a:endParaRPr lang="pt-BR"/>
              </a:p>
            </p:txBody>
          </p:sp>
        </mc:Choice>
        <mc:Fallback xmlns="">
          <p:sp>
            <p:nvSpPr>
              <p:cNvPr id="28" name="CaixaDeTexto 27">
                <a:extLst>
                  <a:ext uri="{FF2B5EF4-FFF2-40B4-BE49-F238E27FC236}">
                    <a16:creationId xmlns:a16="http://schemas.microsoft.com/office/drawing/2014/main" id="{981A3500-9298-24EF-3DB2-3620D9F67319}"/>
                  </a:ext>
                </a:extLst>
              </p:cNvPr>
              <p:cNvSpPr txBox="1">
                <a:spLocks noRot="1" noChangeAspect="1" noMove="1" noResize="1" noEditPoints="1" noAdjustHandles="1" noChangeArrowheads="1" noChangeShapeType="1" noTextEdit="1"/>
              </p:cNvSpPr>
              <p:nvPr/>
            </p:nvSpPr>
            <p:spPr>
              <a:xfrm>
                <a:off x="5878066" y="2378540"/>
                <a:ext cx="4356484" cy="667747"/>
              </a:xfrm>
              <a:prstGeom prst="rect">
                <a:avLst/>
              </a:prstGeom>
              <a:blipFill>
                <a:blip r:embed="rId5"/>
                <a:stretch>
                  <a:fillRect l="-1119" t="-2727" r="-559" b="-13636"/>
                </a:stretch>
              </a:blipFill>
            </p:spPr>
            <p:txBody>
              <a:bodyPr/>
              <a:lstStyle/>
              <a:p>
                <a:r>
                  <a:rPr lang="pt-BR">
                    <a:noFill/>
                  </a:rPr>
                  <a:t> </a:t>
                </a:r>
              </a:p>
            </p:txBody>
          </p:sp>
        </mc:Fallback>
      </mc:AlternateContent>
      <p:grpSp>
        <p:nvGrpSpPr>
          <p:cNvPr id="56" name="Agrupar 55">
            <a:extLst>
              <a:ext uri="{FF2B5EF4-FFF2-40B4-BE49-F238E27FC236}">
                <a16:creationId xmlns:a16="http://schemas.microsoft.com/office/drawing/2014/main" id="{69849317-4289-4816-37C0-C235B2D0A525}"/>
              </a:ext>
            </a:extLst>
          </p:cNvPr>
          <p:cNvGrpSpPr/>
          <p:nvPr/>
        </p:nvGrpSpPr>
        <p:grpSpPr>
          <a:xfrm>
            <a:off x="1383665" y="1897914"/>
            <a:ext cx="3017520" cy="3017520"/>
            <a:chOff x="2359606" y="1501140"/>
            <a:chExt cx="3017520" cy="3017520"/>
          </a:xfrm>
        </p:grpSpPr>
        <p:grpSp>
          <p:nvGrpSpPr>
            <p:cNvPr id="47" name="Agrupar 46">
              <a:extLst>
                <a:ext uri="{FF2B5EF4-FFF2-40B4-BE49-F238E27FC236}">
                  <a16:creationId xmlns:a16="http://schemas.microsoft.com/office/drawing/2014/main" id="{02A6AEFF-8F1E-2710-8B54-090A6CCD236B}"/>
                </a:ext>
              </a:extLst>
            </p:cNvPr>
            <p:cNvGrpSpPr/>
            <p:nvPr/>
          </p:nvGrpSpPr>
          <p:grpSpPr>
            <a:xfrm>
              <a:off x="2359606" y="1501140"/>
              <a:ext cx="3017520" cy="3017520"/>
              <a:chOff x="2359606" y="1501140"/>
              <a:chExt cx="3017520" cy="3017520"/>
            </a:xfrm>
          </p:grpSpPr>
          <p:sp>
            <p:nvSpPr>
              <p:cNvPr id="5" name="Elipse 4">
                <a:extLst>
                  <a:ext uri="{FF2B5EF4-FFF2-40B4-BE49-F238E27FC236}">
                    <a16:creationId xmlns:a16="http://schemas.microsoft.com/office/drawing/2014/main" id="{A790BCCD-0592-6FA6-98D3-8B64D7FAE891}"/>
                  </a:ext>
                </a:extLst>
              </p:cNvPr>
              <p:cNvSpPr/>
              <p:nvPr/>
            </p:nvSpPr>
            <p:spPr>
              <a:xfrm>
                <a:off x="2359606" y="1501140"/>
                <a:ext cx="3017520" cy="3017520"/>
              </a:xfrm>
              <a:prstGeom prst="ellipse">
                <a:avLst/>
              </a:prstGeom>
              <a:solidFill>
                <a:schemeClr val="accent1">
                  <a:alpha val="50000"/>
                </a:schemeClr>
              </a:solidFill>
              <a:ln w="19050">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pt-BR"/>
              </a:p>
            </p:txBody>
          </p:sp>
          <p:sp>
            <p:nvSpPr>
              <p:cNvPr id="6" name="Elipse 5">
                <a:extLst>
                  <a:ext uri="{FF2B5EF4-FFF2-40B4-BE49-F238E27FC236}">
                    <a16:creationId xmlns:a16="http://schemas.microsoft.com/office/drawing/2014/main" id="{69114C4F-64AB-6A78-B6EE-AEA07FB686E0}"/>
                  </a:ext>
                </a:extLst>
              </p:cNvPr>
              <p:cNvSpPr/>
              <p:nvPr/>
            </p:nvSpPr>
            <p:spPr>
              <a:xfrm>
                <a:off x="2588206" y="1729740"/>
                <a:ext cx="2560320" cy="2560320"/>
              </a:xfrm>
              <a:prstGeom prst="ellipse">
                <a:avLst/>
              </a:prstGeom>
              <a:solidFill>
                <a:schemeClr val="bg1"/>
              </a:solidFill>
              <a:ln w="19050">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pt-BR"/>
              </a:p>
            </p:txBody>
          </p:sp>
        </p:grpSp>
        <p:sp>
          <p:nvSpPr>
            <p:cNvPr id="4" name="Elipse 3">
              <a:extLst>
                <a:ext uri="{FF2B5EF4-FFF2-40B4-BE49-F238E27FC236}">
                  <a16:creationId xmlns:a16="http://schemas.microsoft.com/office/drawing/2014/main" id="{C76A7462-D439-59A9-E49B-36E11E1CBD8A}"/>
                </a:ext>
              </a:extLst>
            </p:cNvPr>
            <p:cNvSpPr/>
            <p:nvPr/>
          </p:nvSpPr>
          <p:spPr>
            <a:xfrm>
              <a:off x="3365446" y="2506980"/>
              <a:ext cx="1005840" cy="1005840"/>
            </a:xfrm>
            <a:prstGeom prst="ellipse">
              <a:avLst/>
            </a:prstGeom>
            <a:solidFill>
              <a:schemeClr val="accent1">
                <a:alpha val="50000"/>
              </a:schemeClr>
            </a:solidFill>
            <a:ln w="19050">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pt-BR"/>
            </a:p>
          </p:txBody>
        </p:sp>
        <p:grpSp>
          <p:nvGrpSpPr>
            <p:cNvPr id="11" name="Agrupar 10">
              <a:extLst>
                <a:ext uri="{FF2B5EF4-FFF2-40B4-BE49-F238E27FC236}">
                  <a16:creationId xmlns:a16="http://schemas.microsoft.com/office/drawing/2014/main" id="{B725C6F1-FEB8-527C-FD07-DF78751834DF}"/>
                </a:ext>
              </a:extLst>
            </p:cNvPr>
            <p:cNvGrpSpPr/>
            <p:nvPr/>
          </p:nvGrpSpPr>
          <p:grpSpPr>
            <a:xfrm>
              <a:off x="2815378" y="2199093"/>
              <a:ext cx="1052988" cy="807024"/>
              <a:chOff x="2815378" y="2003719"/>
              <a:chExt cx="1052988" cy="807024"/>
            </a:xfrm>
          </p:grpSpPr>
          <mc:AlternateContent xmlns:mc="http://schemas.openxmlformats.org/markup-compatibility/2006" xmlns:a14="http://schemas.microsoft.com/office/drawing/2010/main">
            <mc:Choice Requires="a14">
              <p:sp>
                <p:nvSpPr>
                  <p:cNvPr id="13" name="CaixaDeTexto 12">
                    <a:extLst>
                      <a:ext uri="{FF2B5EF4-FFF2-40B4-BE49-F238E27FC236}">
                        <a16:creationId xmlns:a16="http://schemas.microsoft.com/office/drawing/2014/main" id="{3D182A42-E5E7-B186-2FC6-5A479E3E5707}"/>
                      </a:ext>
                    </a:extLst>
                  </p:cNvPr>
                  <p:cNvSpPr txBox="1"/>
                  <p:nvPr/>
                </p:nvSpPr>
                <p:spPr>
                  <a:xfrm>
                    <a:off x="2934888" y="2003719"/>
                    <a:ext cx="399661" cy="32438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b="0" i="1" smtClean="0">
                                  <a:latin typeface="Cambria Math" panose="02040503050406030204" pitchFamily="18" charset="0"/>
                                </a:rPr>
                                <m:t>ã</m:t>
                              </m:r>
                            </m:e>
                            <m:sub>
                              <m:r>
                                <a:rPr lang="pt-BR" sz="1400" b="0" i="1" smtClean="0">
                                  <a:latin typeface="Cambria Math" panose="02040503050406030204" pitchFamily="18" charset="0"/>
                                </a:rPr>
                                <m:t>𝑞</m:t>
                              </m:r>
                            </m:sub>
                          </m:sSub>
                        </m:oMath>
                      </m:oMathPara>
                    </a14:m>
                    <a:endParaRPr lang="pt-BR" sz="1400"/>
                  </a:p>
                </p:txBody>
              </p:sp>
            </mc:Choice>
            <mc:Fallback xmlns="">
              <p:sp>
                <p:nvSpPr>
                  <p:cNvPr id="13" name="CaixaDeTexto 12">
                    <a:extLst>
                      <a:ext uri="{FF2B5EF4-FFF2-40B4-BE49-F238E27FC236}">
                        <a16:creationId xmlns:a16="http://schemas.microsoft.com/office/drawing/2014/main" id="{3D182A42-E5E7-B186-2FC6-5A479E3E5707}"/>
                      </a:ext>
                    </a:extLst>
                  </p:cNvPr>
                  <p:cNvSpPr txBox="1">
                    <a:spLocks noRot="1" noChangeAspect="1" noMove="1" noResize="1" noEditPoints="1" noAdjustHandles="1" noChangeArrowheads="1" noChangeShapeType="1" noTextEdit="1"/>
                  </p:cNvSpPr>
                  <p:nvPr/>
                </p:nvSpPr>
                <p:spPr>
                  <a:xfrm>
                    <a:off x="2934888" y="2003719"/>
                    <a:ext cx="399661" cy="324384"/>
                  </a:xfrm>
                  <a:prstGeom prst="rect">
                    <a:avLst/>
                  </a:prstGeom>
                  <a:blipFill>
                    <a:blip r:embed="rId6"/>
                    <a:stretch>
                      <a:fillRect/>
                    </a:stretch>
                  </a:blipFill>
                </p:spPr>
                <p:txBody>
                  <a:bodyPr/>
                  <a:lstStyle/>
                  <a:p>
                    <a:r>
                      <a:rPr lang="pt-BR">
                        <a:noFill/>
                      </a:rPr>
                      <a:t> </a:t>
                    </a:r>
                  </a:p>
                </p:txBody>
              </p:sp>
            </mc:Fallback>
          </mc:AlternateContent>
          <p:cxnSp>
            <p:nvCxnSpPr>
              <p:cNvPr id="12" name="Conector de Seta Reta 11">
                <a:extLst>
                  <a:ext uri="{FF2B5EF4-FFF2-40B4-BE49-F238E27FC236}">
                    <a16:creationId xmlns:a16="http://schemas.microsoft.com/office/drawing/2014/main" id="{2317D872-F0FF-10E8-5C7F-43824B60DF7F}"/>
                  </a:ext>
                </a:extLst>
              </p:cNvPr>
              <p:cNvCxnSpPr>
                <a:cxnSpLocks/>
              </p:cNvCxnSpPr>
              <p:nvPr/>
            </p:nvCxnSpPr>
            <p:spPr>
              <a:xfrm flipH="1" flipV="1">
                <a:off x="2815378" y="2101674"/>
                <a:ext cx="1052988" cy="709069"/>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grpSp>
          <p:nvGrpSpPr>
            <p:cNvPr id="10" name="Agrupar 9">
              <a:extLst>
                <a:ext uri="{FF2B5EF4-FFF2-40B4-BE49-F238E27FC236}">
                  <a16:creationId xmlns:a16="http://schemas.microsoft.com/office/drawing/2014/main" id="{D8190230-0465-8203-2D13-F8132AE1300E}"/>
                </a:ext>
              </a:extLst>
            </p:cNvPr>
            <p:cNvGrpSpPr/>
            <p:nvPr/>
          </p:nvGrpSpPr>
          <p:grpSpPr>
            <a:xfrm>
              <a:off x="3685251" y="2482747"/>
              <a:ext cx="421513" cy="525262"/>
              <a:chOff x="3685251" y="2484638"/>
              <a:chExt cx="421513" cy="525262"/>
            </a:xfrm>
          </p:grpSpPr>
          <mc:AlternateContent xmlns:mc="http://schemas.openxmlformats.org/markup-compatibility/2006" xmlns:a14="http://schemas.microsoft.com/office/drawing/2010/main">
            <mc:Choice Requires="a14">
              <p:sp>
                <p:nvSpPr>
                  <p:cNvPr id="9" name="CaixaDeTexto 8">
                    <a:extLst>
                      <a:ext uri="{FF2B5EF4-FFF2-40B4-BE49-F238E27FC236}">
                        <a16:creationId xmlns:a16="http://schemas.microsoft.com/office/drawing/2014/main" id="{D6D1BC4F-CC6E-E8FD-737E-171CB0FCC9ED}"/>
                      </a:ext>
                    </a:extLst>
                  </p:cNvPr>
                  <p:cNvSpPr txBox="1"/>
                  <p:nvPr/>
                </p:nvSpPr>
                <p:spPr>
                  <a:xfrm>
                    <a:off x="3685251" y="2484638"/>
                    <a:ext cx="411715" cy="32438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i="1" smtClean="0">
                                  <a:latin typeface="Cambria Math" panose="02040503050406030204" pitchFamily="18" charset="0"/>
                                </a:rPr>
                                <m:t>𝑎</m:t>
                              </m:r>
                            </m:e>
                            <m:sub>
                              <m:r>
                                <a:rPr lang="pt-BR" sz="1400" i="1" smtClean="0">
                                  <a:latin typeface="Cambria Math" panose="02040503050406030204" pitchFamily="18" charset="0"/>
                                </a:rPr>
                                <m:t>𝑝</m:t>
                              </m:r>
                            </m:sub>
                          </m:sSub>
                        </m:oMath>
                      </m:oMathPara>
                    </a14:m>
                    <a:endParaRPr lang="pt-BR" sz="1400"/>
                  </a:p>
                </p:txBody>
              </p:sp>
            </mc:Choice>
            <mc:Fallback xmlns="">
              <p:sp>
                <p:nvSpPr>
                  <p:cNvPr id="9" name="CaixaDeTexto 8">
                    <a:extLst>
                      <a:ext uri="{FF2B5EF4-FFF2-40B4-BE49-F238E27FC236}">
                        <a16:creationId xmlns:a16="http://schemas.microsoft.com/office/drawing/2014/main" id="{D6D1BC4F-CC6E-E8FD-737E-171CB0FCC9ED}"/>
                      </a:ext>
                    </a:extLst>
                  </p:cNvPr>
                  <p:cNvSpPr txBox="1">
                    <a:spLocks noRot="1" noChangeAspect="1" noMove="1" noResize="1" noEditPoints="1" noAdjustHandles="1" noChangeArrowheads="1" noChangeShapeType="1" noTextEdit="1"/>
                  </p:cNvSpPr>
                  <p:nvPr/>
                </p:nvSpPr>
                <p:spPr>
                  <a:xfrm>
                    <a:off x="3685251" y="2484638"/>
                    <a:ext cx="411715" cy="324384"/>
                  </a:xfrm>
                  <a:prstGeom prst="rect">
                    <a:avLst/>
                  </a:prstGeom>
                  <a:blipFill>
                    <a:blip r:embed="rId7"/>
                    <a:stretch>
                      <a:fillRect/>
                    </a:stretch>
                  </a:blipFill>
                </p:spPr>
                <p:txBody>
                  <a:bodyPr/>
                  <a:lstStyle/>
                  <a:p>
                    <a:r>
                      <a:rPr lang="pt-BR">
                        <a:noFill/>
                      </a:rPr>
                      <a:t> </a:t>
                    </a:r>
                  </a:p>
                </p:txBody>
              </p:sp>
            </mc:Fallback>
          </mc:AlternateContent>
          <p:cxnSp>
            <p:nvCxnSpPr>
              <p:cNvPr id="8" name="Conector de Seta Reta 7">
                <a:extLst>
                  <a:ext uri="{FF2B5EF4-FFF2-40B4-BE49-F238E27FC236}">
                    <a16:creationId xmlns:a16="http://schemas.microsoft.com/office/drawing/2014/main" id="{16333C01-A1EF-680C-5ACB-C3A2A8B51C86}"/>
                  </a:ext>
                </a:extLst>
              </p:cNvPr>
              <p:cNvCxnSpPr>
                <a:cxnSpLocks/>
              </p:cNvCxnSpPr>
              <p:nvPr/>
            </p:nvCxnSpPr>
            <p:spPr>
              <a:xfrm flipV="1">
                <a:off x="3868366" y="2578740"/>
                <a:ext cx="238398" cy="43116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grpSp>
          <p:nvGrpSpPr>
            <p:cNvPr id="16" name="Agrupar 15">
              <a:extLst>
                <a:ext uri="{FF2B5EF4-FFF2-40B4-BE49-F238E27FC236}">
                  <a16:creationId xmlns:a16="http://schemas.microsoft.com/office/drawing/2014/main" id="{042E598C-E030-220C-1061-CC1FE3CDD6AB}"/>
                </a:ext>
              </a:extLst>
            </p:cNvPr>
            <p:cNvGrpSpPr/>
            <p:nvPr/>
          </p:nvGrpSpPr>
          <p:grpSpPr>
            <a:xfrm>
              <a:off x="2415168" y="2614131"/>
              <a:ext cx="1441768" cy="388639"/>
              <a:chOff x="2262768" y="2266357"/>
              <a:chExt cx="1441768" cy="388639"/>
            </a:xfrm>
          </p:grpSpPr>
          <mc:AlternateContent xmlns:mc="http://schemas.openxmlformats.org/markup-compatibility/2006" xmlns:a14="http://schemas.microsoft.com/office/drawing/2010/main">
            <mc:Choice Requires="a14">
              <p:sp>
                <p:nvSpPr>
                  <p:cNvPr id="18" name="CaixaDeTexto 17">
                    <a:extLst>
                      <a:ext uri="{FF2B5EF4-FFF2-40B4-BE49-F238E27FC236}">
                        <a16:creationId xmlns:a16="http://schemas.microsoft.com/office/drawing/2014/main" id="{94868671-F1EC-D102-EEF5-BFD590B2A848}"/>
                      </a:ext>
                    </a:extLst>
                  </p:cNvPr>
                  <p:cNvSpPr txBox="1"/>
                  <p:nvPr/>
                </p:nvSpPr>
                <p:spPr>
                  <a:xfrm>
                    <a:off x="2435806" y="2297165"/>
                    <a:ext cx="410882" cy="32438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i="1" smtClean="0">
                                  <a:latin typeface="Cambria Math" panose="02040503050406030204" pitchFamily="18" charset="0"/>
                                </a:rPr>
                                <m:t>𝑎</m:t>
                              </m:r>
                            </m:e>
                            <m:sub>
                              <m:r>
                                <a:rPr lang="pt-BR" sz="1400" b="0" i="1" smtClean="0">
                                  <a:latin typeface="Cambria Math" panose="02040503050406030204" pitchFamily="18" charset="0"/>
                                </a:rPr>
                                <m:t>𝑞</m:t>
                              </m:r>
                            </m:sub>
                          </m:sSub>
                        </m:oMath>
                      </m:oMathPara>
                    </a14:m>
                    <a:endParaRPr lang="pt-BR" sz="1400"/>
                  </a:p>
                </p:txBody>
              </p:sp>
            </mc:Choice>
            <mc:Fallback xmlns="">
              <p:sp>
                <p:nvSpPr>
                  <p:cNvPr id="18" name="CaixaDeTexto 17">
                    <a:extLst>
                      <a:ext uri="{FF2B5EF4-FFF2-40B4-BE49-F238E27FC236}">
                        <a16:creationId xmlns:a16="http://schemas.microsoft.com/office/drawing/2014/main" id="{94868671-F1EC-D102-EEF5-BFD590B2A848}"/>
                      </a:ext>
                    </a:extLst>
                  </p:cNvPr>
                  <p:cNvSpPr txBox="1">
                    <a:spLocks noRot="1" noChangeAspect="1" noMove="1" noResize="1" noEditPoints="1" noAdjustHandles="1" noChangeArrowheads="1" noChangeShapeType="1" noTextEdit="1"/>
                  </p:cNvSpPr>
                  <p:nvPr/>
                </p:nvSpPr>
                <p:spPr>
                  <a:xfrm>
                    <a:off x="2435806" y="2297165"/>
                    <a:ext cx="410882" cy="324384"/>
                  </a:xfrm>
                  <a:prstGeom prst="rect">
                    <a:avLst/>
                  </a:prstGeom>
                  <a:blipFill>
                    <a:blip r:embed="rId8"/>
                    <a:stretch>
                      <a:fillRect/>
                    </a:stretch>
                  </a:blipFill>
                </p:spPr>
                <p:txBody>
                  <a:bodyPr/>
                  <a:lstStyle/>
                  <a:p>
                    <a:r>
                      <a:rPr lang="pt-BR">
                        <a:noFill/>
                      </a:rPr>
                      <a:t> </a:t>
                    </a:r>
                  </a:p>
                </p:txBody>
              </p:sp>
            </mc:Fallback>
          </mc:AlternateContent>
          <p:cxnSp>
            <p:nvCxnSpPr>
              <p:cNvPr id="17" name="Conector de Seta Reta 16">
                <a:extLst>
                  <a:ext uri="{FF2B5EF4-FFF2-40B4-BE49-F238E27FC236}">
                    <a16:creationId xmlns:a16="http://schemas.microsoft.com/office/drawing/2014/main" id="{866AF87F-505B-F351-950E-30F67CF80CFB}"/>
                  </a:ext>
                </a:extLst>
              </p:cNvPr>
              <p:cNvCxnSpPr>
                <a:cxnSpLocks/>
              </p:cNvCxnSpPr>
              <p:nvPr/>
            </p:nvCxnSpPr>
            <p:spPr>
              <a:xfrm flipH="1" flipV="1">
                <a:off x="2262768" y="2266357"/>
                <a:ext cx="1441768" cy="388639"/>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grpSp>
          <p:nvGrpSpPr>
            <p:cNvPr id="46" name="Agrupar 45">
              <a:extLst>
                <a:ext uri="{FF2B5EF4-FFF2-40B4-BE49-F238E27FC236}">
                  <a16:creationId xmlns:a16="http://schemas.microsoft.com/office/drawing/2014/main" id="{00E83108-1D67-12BC-415F-C7F7852C4067}"/>
                </a:ext>
              </a:extLst>
            </p:cNvPr>
            <p:cNvGrpSpPr/>
            <p:nvPr/>
          </p:nvGrpSpPr>
          <p:grpSpPr>
            <a:xfrm>
              <a:off x="3388306" y="2714808"/>
              <a:ext cx="984297" cy="642184"/>
              <a:chOff x="3388306" y="2714808"/>
              <a:chExt cx="984297" cy="642184"/>
            </a:xfrm>
          </p:grpSpPr>
          <p:cxnSp>
            <p:nvCxnSpPr>
              <p:cNvPr id="31" name="Conector reto 30">
                <a:extLst>
                  <a:ext uri="{FF2B5EF4-FFF2-40B4-BE49-F238E27FC236}">
                    <a16:creationId xmlns:a16="http://schemas.microsoft.com/office/drawing/2014/main" id="{40E34457-C7BD-F071-B7A8-05CE571C8FD5}"/>
                  </a:ext>
                </a:extLst>
              </p:cNvPr>
              <p:cNvCxnSpPr>
                <a:cxnSpLocks/>
              </p:cNvCxnSpPr>
              <p:nvPr/>
            </p:nvCxnSpPr>
            <p:spPr>
              <a:xfrm>
                <a:off x="3865069" y="3007739"/>
                <a:ext cx="507534" cy="3969"/>
              </a:xfrm>
              <a:prstGeom prst="line">
                <a:avLst/>
              </a:prstGeom>
              <a:ln w="1270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36" name="Arco 35">
                <a:extLst>
                  <a:ext uri="{FF2B5EF4-FFF2-40B4-BE49-F238E27FC236}">
                    <a16:creationId xmlns:a16="http://schemas.microsoft.com/office/drawing/2014/main" id="{83766EF1-5858-97F9-F4CF-A46D5F5D86B9}"/>
                  </a:ext>
                </a:extLst>
              </p:cNvPr>
              <p:cNvSpPr/>
              <p:nvPr/>
            </p:nvSpPr>
            <p:spPr>
              <a:xfrm>
                <a:off x="3388306" y="2813055"/>
                <a:ext cx="668368" cy="543937"/>
              </a:xfrm>
              <a:prstGeom prst="arc">
                <a:avLst>
                  <a:gd name="adj1" fmla="val 19141158"/>
                  <a:gd name="adj2" fmla="val 20625809"/>
                </a:avLst>
              </a:prstGeom>
              <a:ln w="12700"/>
            </p:spPr>
            <p:style>
              <a:lnRef idx="2">
                <a:schemeClr val="accent1"/>
              </a:lnRef>
              <a:fillRef idx="0">
                <a:schemeClr val="accent1"/>
              </a:fillRef>
              <a:effectRef idx="1">
                <a:schemeClr val="accent1"/>
              </a:effectRef>
              <a:fontRef idx="minor">
                <a:schemeClr val="tx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45" name="CaixaDeTexto 44">
                    <a:extLst>
                      <a:ext uri="{FF2B5EF4-FFF2-40B4-BE49-F238E27FC236}">
                        <a16:creationId xmlns:a16="http://schemas.microsoft.com/office/drawing/2014/main" id="{B98586CE-3161-F8D5-0268-FDA3A4869381}"/>
                      </a:ext>
                    </a:extLst>
                  </p:cNvPr>
                  <p:cNvSpPr txBox="1"/>
                  <p:nvPr/>
                </p:nvSpPr>
                <p:spPr>
                  <a:xfrm>
                    <a:off x="3928471" y="2714808"/>
                    <a:ext cx="402803" cy="32438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b="0" i="1" smtClean="0">
                                  <a:latin typeface="Cambria Math" panose="02040503050406030204" pitchFamily="18" charset="0"/>
                                </a:rPr>
                              </m:ctrlPr>
                            </m:sSubPr>
                            <m:e>
                              <m:r>
                                <a:rPr lang="pt-BR" sz="1400" i="1" smtClean="0">
                                  <a:latin typeface="Cambria Math" panose="02040503050406030204" pitchFamily="18" charset="0"/>
                                </a:rPr>
                                <m:t>𝜃</m:t>
                              </m:r>
                            </m:e>
                            <m:sub>
                              <m:r>
                                <a:rPr lang="pt-BR" sz="1400" b="0" i="1" smtClean="0">
                                  <a:latin typeface="Cambria Math" panose="02040503050406030204" pitchFamily="18" charset="0"/>
                                </a:rPr>
                                <m:t>𝑝</m:t>
                              </m:r>
                            </m:sub>
                          </m:sSub>
                        </m:oMath>
                      </m:oMathPara>
                    </a14:m>
                    <a:endParaRPr lang="pt-BR" sz="1400"/>
                  </a:p>
                </p:txBody>
              </p:sp>
            </mc:Choice>
            <mc:Fallback xmlns="">
              <p:sp>
                <p:nvSpPr>
                  <p:cNvPr id="45" name="CaixaDeTexto 44">
                    <a:extLst>
                      <a:ext uri="{FF2B5EF4-FFF2-40B4-BE49-F238E27FC236}">
                        <a16:creationId xmlns:a16="http://schemas.microsoft.com/office/drawing/2014/main" id="{B98586CE-3161-F8D5-0268-FDA3A4869381}"/>
                      </a:ext>
                    </a:extLst>
                  </p:cNvPr>
                  <p:cNvSpPr txBox="1">
                    <a:spLocks noRot="1" noChangeAspect="1" noMove="1" noResize="1" noEditPoints="1" noAdjustHandles="1" noChangeArrowheads="1" noChangeShapeType="1" noTextEdit="1"/>
                  </p:cNvSpPr>
                  <p:nvPr/>
                </p:nvSpPr>
                <p:spPr>
                  <a:xfrm>
                    <a:off x="3928471" y="2714808"/>
                    <a:ext cx="402803" cy="324384"/>
                  </a:xfrm>
                  <a:prstGeom prst="rect">
                    <a:avLst/>
                  </a:prstGeom>
                  <a:blipFill>
                    <a:blip r:embed="rId9"/>
                    <a:stretch>
                      <a:fillRect/>
                    </a:stretch>
                  </a:blipFill>
                </p:spPr>
                <p:txBody>
                  <a:bodyPr/>
                  <a:lstStyle/>
                  <a:p>
                    <a:r>
                      <a:rPr lang="pt-BR">
                        <a:noFill/>
                      </a:rPr>
                      <a:t> </a:t>
                    </a:r>
                  </a:p>
                </p:txBody>
              </p:sp>
            </mc:Fallback>
          </mc:AlternateContent>
        </p:grpSp>
        <mc:AlternateContent xmlns:mc="http://schemas.openxmlformats.org/markup-compatibility/2006" xmlns:a14="http://schemas.microsoft.com/office/drawing/2010/main">
          <mc:Choice Requires="a14">
            <p:sp>
              <p:nvSpPr>
                <p:cNvPr id="49" name="CaixaDeTexto 48">
                  <a:extLst>
                    <a:ext uri="{FF2B5EF4-FFF2-40B4-BE49-F238E27FC236}">
                      <a16:creationId xmlns:a16="http://schemas.microsoft.com/office/drawing/2014/main" id="{F76CB65A-3816-875D-BD0D-2582429129A7}"/>
                    </a:ext>
                  </a:extLst>
                </p:cNvPr>
                <p:cNvSpPr txBox="1"/>
                <p:nvPr/>
              </p:nvSpPr>
              <p:spPr>
                <a:xfrm>
                  <a:off x="3548397" y="2984688"/>
                  <a:ext cx="667169" cy="27462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pt-BR" sz="1100" b="0" i="1" smtClean="0">
                            <a:latin typeface="Cambria Math" panose="02040503050406030204" pitchFamily="18" charset="0"/>
                          </a:rPr>
                          <m:t>(</m:t>
                        </m:r>
                        <m:sSub>
                          <m:sSubPr>
                            <m:ctrlPr>
                              <a:rPr lang="pt-BR" sz="1100" i="1" smtClean="0">
                                <a:latin typeface="Cambria Math" panose="02040503050406030204" pitchFamily="18" charset="0"/>
                              </a:rPr>
                            </m:ctrlPr>
                          </m:sSubPr>
                          <m:e>
                            <m:r>
                              <a:rPr lang="pt-BR" sz="1100" b="0" i="1" smtClean="0">
                                <a:latin typeface="Cambria Math" panose="02040503050406030204" pitchFamily="18" charset="0"/>
                              </a:rPr>
                              <m:t>𝑥</m:t>
                            </m:r>
                          </m:e>
                          <m:sub>
                            <m:r>
                              <a:rPr lang="pt-BR" sz="1100" i="1" smtClean="0">
                                <a:latin typeface="Cambria Math" panose="02040503050406030204" pitchFamily="18" charset="0"/>
                              </a:rPr>
                              <m:t>𝑝</m:t>
                            </m:r>
                          </m:sub>
                        </m:sSub>
                        <m:r>
                          <a:rPr lang="pt-BR" sz="1100" b="0" i="1" smtClean="0">
                            <a:latin typeface="Cambria Math" panose="02040503050406030204" pitchFamily="18" charset="0"/>
                          </a:rPr>
                          <m:t>,</m:t>
                        </m:r>
                        <m:sSub>
                          <m:sSubPr>
                            <m:ctrlPr>
                              <a:rPr lang="pt-BR" sz="1100" b="0" i="1" smtClean="0">
                                <a:latin typeface="Cambria Math" panose="02040503050406030204" pitchFamily="18" charset="0"/>
                              </a:rPr>
                            </m:ctrlPr>
                          </m:sSubPr>
                          <m:e>
                            <m:r>
                              <a:rPr lang="pt-BR" sz="1100" b="0" i="1" smtClean="0">
                                <a:latin typeface="Cambria Math" panose="02040503050406030204" pitchFamily="18" charset="0"/>
                              </a:rPr>
                              <m:t>𝑦</m:t>
                            </m:r>
                          </m:e>
                          <m:sub>
                            <m:r>
                              <a:rPr lang="pt-BR" sz="1100" b="0" i="1" smtClean="0">
                                <a:latin typeface="Cambria Math" panose="02040503050406030204" pitchFamily="18" charset="0"/>
                              </a:rPr>
                              <m:t>𝑝</m:t>
                            </m:r>
                          </m:sub>
                        </m:sSub>
                        <m:r>
                          <a:rPr lang="pt-BR" sz="1100" b="0" i="1" smtClean="0">
                            <a:latin typeface="Cambria Math" panose="02040503050406030204" pitchFamily="18" charset="0"/>
                          </a:rPr>
                          <m:t>)</m:t>
                        </m:r>
                      </m:oMath>
                    </m:oMathPara>
                  </a14:m>
                  <a:endParaRPr lang="pt-BR" sz="1100"/>
                </a:p>
              </p:txBody>
            </p:sp>
          </mc:Choice>
          <mc:Fallback xmlns="">
            <p:sp>
              <p:nvSpPr>
                <p:cNvPr id="49" name="CaixaDeTexto 48">
                  <a:extLst>
                    <a:ext uri="{FF2B5EF4-FFF2-40B4-BE49-F238E27FC236}">
                      <a16:creationId xmlns:a16="http://schemas.microsoft.com/office/drawing/2014/main" id="{F76CB65A-3816-875D-BD0D-2582429129A7}"/>
                    </a:ext>
                  </a:extLst>
                </p:cNvPr>
                <p:cNvSpPr txBox="1">
                  <a:spLocks noRot="1" noChangeAspect="1" noMove="1" noResize="1" noEditPoints="1" noAdjustHandles="1" noChangeArrowheads="1" noChangeShapeType="1" noTextEdit="1"/>
                </p:cNvSpPr>
                <p:nvPr/>
              </p:nvSpPr>
              <p:spPr>
                <a:xfrm>
                  <a:off x="3548397" y="2984688"/>
                  <a:ext cx="667169" cy="274627"/>
                </a:xfrm>
                <a:prstGeom prst="rect">
                  <a:avLst/>
                </a:prstGeom>
                <a:blipFill>
                  <a:blip r:embed="rId10"/>
                  <a:stretch>
                    <a:fillRect b="-2222"/>
                  </a:stretch>
                </a:blipFill>
              </p:spPr>
              <p:txBody>
                <a:bodyPr/>
                <a:lstStyle/>
                <a:p>
                  <a:r>
                    <a:rPr lang="pt-BR">
                      <a:noFill/>
                    </a:rPr>
                    <a:t> </a:t>
                  </a:r>
                </a:p>
              </p:txBody>
            </p:sp>
          </mc:Fallback>
        </mc:AlternateContent>
      </p:grpSp>
      <mc:AlternateContent xmlns:mc="http://schemas.openxmlformats.org/markup-compatibility/2006" xmlns:a14="http://schemas.microsoft.com/office/drawing/2010/main">
        <mc:Choice Requires="a14">
          <p:sp>
            <p:nvSpPr>
              <p:cNvPr id="58" name="CaixaDeTexto 57">
                <a:extLst>
                  <a:ext uri="{FF2B5EF4-FFF2-40B4-BE49-F238E27FC236}">
                    <a16:creationId xmlns:a16="http://schemas.microsoft.com/office/drawing/2014/main" id="{85BB0B71-AFDA-32E2-DA28-2E9CE38FA807}"/>
                  </a:ext>
                </a:extLst>
              </p:cNvPr>
              <p:cNvSpPr txBox="1"/>
              <p:nvPr/>
            </p:nvSpPr>
            <p:spPr>
              <a:xfrm>
                <a:off x="5807968" y="4141038"/>
                <a:ext cx="2688927" cy="65601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b="0" i="1" smtClean="0">
                              <a:latin typeface="Cambria Math" panose="02040503050406030204" pitchFamily="18" charset="0"/>
                            </a:rPr>
                          </m:ctrlPr>
                        </m:sSubPr>
                        <m:e>
                          <m:r>
                            <a:rPr lang="pt-BR" i="1" smtClean="0">
                              <a:latin typeface="Cambria Math" panose="02040503050406030204" pitchFamily="18" charset="0"/>
                            </a:rPr>
                            <m:t>𝑑</m:t>
                          </m:r>
                        </m:e>
                        <m:sub>
                          <m:r>
                            <a:rPr lang="pt-BR" b="0" i="1" smtClean="0">
                              <a:latin typeface="Cambria Math" panose="02040503050406030204" pitchFamily="18" charset="0"/>
                            </a:rPr>
                            <m:t>𝑝</m:t>
                          </m:r>
                          <m:r>
                            <a:rPr lang="pt-BR" b="0" i="1" smtClean="0">
                              <a:latin typeface="Cambria Math" panose="02040503050406030204" pitchFamily="18" charset="0"/>
                            </a:rPr>
                            <m:t>,</m:t>
                          </m:r>
                          <m:r>
                            <a:rPr lang="pt-BR" b="0" i="1" smtClean="0">
                              <a:latin typeface="Cambria Math" panose="02040503050406030204" pitchFamily="18" charset="0"/>
                            </a:rPr>
                            <m:t>𝑞</m:t>
                          </m:r>
                        </m:sub>
                      </m:sSub>
                      <m:r>
                        <a:rPr lang="pt-BR" b="0" i="1" smtClean="0">
                          <a:latin typeface="Cambria Math" panose="02040503050406030204" pitchFamily="18" charset="0"/>
                        </a:rPr>
                        <m:t>=</m:t>
                      </m:r>
                      <m:rad>
                        <m:radPr>
                          <m:degHide m:val="on"/>
                          <m:ctrlPr>
                            <a:rPr lang="pt-BR" b="0" i="1" smtClean="0">
                              <a:latin typeface="Cambria Math" panose="02040503050406030204" pitchFamily="18" charset="0"/>
                            </a:rPr>
                          </m:ctrlPr>
                        </m:radPr>
                        <m:deg/>
                        <m:e>
                          <m:sSubSup>
                            <m:sSubSupPr>
                              <m:ctrlPr>
                                <a:rPr lang="pt-BR" b="0" i="1" smtClean="0">
                                  <a:latin typeface="Cambria Math" panose="02040503050406030204" pitchFamily="18" charset="0"/>
                                </a:rPr>
                              </m:ctrlPr>
                            </m:sSubSupPr>
                            <m:e>
                              <m:r>
                                <a:rPr lang="pt-BR" b="0" i="1" smtClean="0">
                                  <a:latin typeface="Cambria Math" panose="02040503050406030204" pitchFamily="18" charset="0"/>
                                </a:rPr>
                                <m:t>𝑥</m:t>
                              </m:r>
                            </m:e>
                            <m:sub>
                              <m:r>
                                <a:rPr lang="pt-BR" i="1">
                                  <a:latin typeface="Cambria Math" panose="02040503050406030204" pitchFamily="18" charset="0"/>
                                </a:rPr>
                                <m:t>𝑝</m:t>
                              </m:r>
                              <m:r>
                                <a:rPr lang="pt-BR" i="1">
                                  <a:latin typeface="Cambria Math" panose="02040503050406030204" pitchFamily="18" charset="0"/>
                                </a:rPr>
                                <m:t>,</m:t>
                              </m:r>
                              <m:r>
                                <a:rPr lang="pt-BR" i="1">
                                  <a:latin typeface="Cambria Math" panose="02040503050406030204" pitchFamily="18" charset="0"/>
                                </a:rPr>
                                <m:t>𝑞</m:t>
                              </m:r>
                            </m:sub>
                            <m:sup>
                              <m:r>
                                <a:rPr lang="pt-BR" b="0" i="1" smtClean="0">
                                  <a:latin typeface="Cambria Math" panose="02040503050406030204" pitchFamily="18" charset="0"/>
                                </a:rPr>
                                <m:t>2</m:t>
                              </m:r>
                            </m:sup>
                          </m:sSubSup>
                          <m:r>
                            <a:rPr lang="pt-BR" b="0" i="1" smtClean="0">
                              <a:latin typeface="Cambria Math" panose="02040503050406030204" pitchFamily="18" charset="0"/>
                            </a:rPr>
                            <m:t>+</m:t>
                          </m:r>
                          <m:sSubSup>
                            <m:sSubSupPr>
                              <m:ctrlPr>
                                <a:rPr lang="pt-BR" i="1">
                                  <a:latin typeface="Cambria Math" panose="02040503050406030204" pitchFamily="18" charset="0"/>
                                </a:rPr>
                              </m:ctrlPr>
                            </m:sSubSupPr>
                            <m:e>
                              <m:r>
                                <a:rPr lang="pt-BR" b="0" i="1" smtClean="0">
                                  <a:latin typeface="Cambria Math" panose="02040503050406030204" pitchFamily="18" charset="0"/>
                                </a:rPr>
                                <m:t>𝑦</m:t>
                              </m:r>
                            </m:e>
                            <m:sub>
                              <m:r>
                                <a:rPr lang="pt-BR" i="1">
                                  <a:latin typeface="Cambria Math" panose="02040503050406030204" pitchFamily="18" charset="0"/>
                                </a:rPr>
                                <m:t>𝑝</m:t>
                              </m:r>
                              <m:r>
                                <a:rPr lang="pt-BR" i="1">
                                  <a:latin typeface="Cambria Math" panose="02040503050406030204" pitchFamily="18" charset="0"/>
                                </a:rPr>
                                <m:t>,</m:t>
                              </m:r>
                              <m:r>
                                <a:rPr lang="pt-BR" i="1">
                                  <a:latin typeface="Cambria Math" panose="02040503050406030204" pitchFamily="18" charset="0"/>
                                </a:rPr>
                                <m:t>𝑞</m:t>
                              </m:r>
                            </m:sub>
                            <m:sup>
                              <m:r>
                                <a:rPr lang="pt-BR" i="1">
                                  <a:latin typeface="Cambria Math" panose="02040503050406030204" pitchFamily="18" charset="0"/>
                                </a:rPr>
                                <m:t>2</m:t>
                              </m:r>
                            </m:sup>
                          </m:sSubSup>
                        </m:e>
                      </m:rad>
                      <m:r>
                        <a:rPr lang="pt-BR" b="0" i="1" smtClean="0">
                          <a:latin typeface="Cambria Math" panose="02040503050406030204" pitchFamily="18" charset="0"/>
                        </a:rPr>
                        <m:t>=0 </m:t>
                      </m:r>
                    </m:oMath>
                  </m:oMathPara>
                </a14:m>
                <a:endParaRPr lang="pt-BR"/>
              </a:p>
            </p:txBody>
          </p:sp>
        </mc:Choice>
        <mc:Fallback xmlns="">
          <p:sp>
            <p:nvSpPr>
              <p:cNvPr id="58" name="CaixaDeTexto 57">
                <a:extLst>
                  <a:ext uri="{FF2B5EF4-FFF2-40B4-BE49-F238E27FC236}">
                    <a16:creationId xmlns:a16="http://schemas.microsoft.com/office/drawing/2014/main" id="{85BB0B71-AFDA-32E2-DA28-2E9CE38FA807}"/>
                  </a:ext>
                </a:extLst>
              </p:cNvPr>
              <p:cNvSpPr txBox="1">
                <a:spLocks noRot="1" noChangeAspect="1" noMove="1" noResize="1" noEditPoints="1" noAdjustHandles="1" noChangeArrowheads="1" noChangeShapeType="1" noTextEdit="1"/>
              </p:cNvSpPr>
              <p:nvPr/>
            </p:nvSpPr>
            <p:spPr>
              <a:xfrm>
                <a:off x="5807968" y="4141038"/>
                <a:ext cx="2688927" cy="656013"/>
              </a:xfrm>
              <a:prstGeom prst="rect">
                <a:avLst/>
              </a:prstGeom>
              <a:blipFill>
                <a:blip r:embed="rId11"/>
                <a:stretch>
                  <a:fillRect/>
                </a:stretch>
              </a:blipFill>
            </p:spPr>
            <p:txBody>
              <a:bodyPr/>
              <a:lstStyle/>
              <a:p>
                <a:r>
                  <a:rPr lang="pt-BR">
                    <a:noFill/>
                  </a:rPr>
                  <a:t> </a:t>
                </a:r>
              </a:p>
            </p:txBody>
          </p:sp>
        </mc:Fallback>
      </mc:AlternateContent>
      <p:sp>
        <p:nvSpPr>
          <p:cNvPr id="59" name="CaixaDeTexto 58">
            <a:extLst>
              <a:ext uri="{FF2B5EF4-FFF2-40B4-BE49-F238E27FC236}">
                <a16:creationId xmlns:a16="http://schemas.microsoft.com/office/drawing/2014/main" id="{2535DFEC-93F5-B833-596D-76FA1DCDBD93}"/>
              </a:ext>
            </a:extLst>
          </p:cNvPr>
          <p:cNvSpPr txBox="1"/>
          <p:nvPr/>
        </p:nvSpPr>
        <p:spPr>
          <a:xfrm>
            <a:off x="5878066" y="3771706"/>
            <a:ext cx="3586245" cy="369332"/>
          </a:xfrm>
          <a:prstGeom prst="rect">
            <a:avLst/>
          </a:prstGeom>
          <a:noFill/>
        </p:spPr>
        <p:txBody>
          <a:bodyPr wrap="square">
            <a:spAutoFit/>
          </a:bodyPr>
          <a:lstStyle/>
          <a:p>
            <a:r>
              <a:rPr lang="pt-BR"/>
              <a:t>The distance between conductors</a:t>
            </a:r>
          </a:p>
        </p:txBody>
      </p:sp>
      <mc:AlternateContent xmlns:mc="http://schemas.openxmlformats.org/markup-compatibility/2006" xmlns:a14="http://schemas.microsoft.com/office/drawing/2010/main">
        <mc:Choice Requires="a14">
          <p:sp>
            <p:nvSpPr>
              <p:cNvPr id="60" name="CaixaDeTexto 59">
                <a:extLst>
                  <a:ext uri="{FF2B5EF4-FFF2-40B4-BE49-F238E27FC236}">
                    <a16:creationId xmlns:a16="http://schemas.microsoft.com/office/drawing/2014/main" id="{FEE6F5D0-4A78-C203-9D5C-B02650C1FFCB}"/>
                  </a:ext>
                </a:extLst>
              </p:cNvPr>
              <p:cNvSpPr txBox="1"/>
              <p:nvPr/>
            </p:nvSpPr>
            <p:spPr>
              <a:xfrm>
                <a:off x="5878066" y="4732425"/>
                <a:ext cx="1714828" cy="39074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b="0" i="1" smtClean="0">
                              <a:latin typeface="Cambria Math" panose="02040503050406030204" pitchFamily="18" charset="0"/>
                            </a:rPr>
                          </m:ctrlPr>
                        </m:sSubPr>
                        <m:e>
                          <m:r>
                            <a:rPr lang="pt-BR" b="0" i="1" smtClean="0">
                              <a:latin typeface="Cambria Math" panose="02040503050406030204" pitchFamily="18" charset="0"/>
                            </a:rPr>
                            <m:t>𝑥</m:t>
                          </m:r>
                        </m:e>
                        <m:sub>
                          <m:r>
                            <a:rPr lang="pt-BR" b="0" i="1" smtClean="0">
                              <a:latin typeface="Cambria Math" panose="02040503050406030204" pitchFamily="18" charset="0"/>
                            </a:rPr>
                            <m:t>𝑝</m:t>
                          </m:r>
                          <m:r>
                            <a:rPr lang="pt-BR" b="0" i="1" smtClean="0">
                              <a:latin typeface="Cambria Math" panose="02040503050406030204" pitchFamily="18" charset="0"/>
                            </a:rPr>
                            <m:t>,</m:t>
                          </m:r>
                          <m:r>
                            <a:rPr lang="pt-BR" b="0" i="1" smtClean="0">
                              <a:latin typeface="Cambria Math" panose="02040503050406030204" pitchFamily="18" charset="0"/>
                            </a:rPr>
                            <m:t>𝑞</m:t>
                          </m:r>
                        </m:sub>
                      </m:sSub>
                      <m:r>
                        <a:rPr lang="pt-BR" b="0" i="1" smtClean="0">
                          <a:latin typeface="Cambria Math" panose="02040503050406030204" pitchFamily="18" charset="0"/>
                        </a:rPr>
                        <m:t>=</m:t>
                      </m:r>
                      <m:sSub>
                        <m:sSubPr>
                          <m:ctrlPr>
                            <a:rPr lang="pt-BR" b="0" i="1" smtClean="0">
                              <a:latin typeface="Cambria Math" panose="02040503050406030204" pitchFamily="18" charset="0"/>
                            </a:rPr>
                          </m:ctrlPr>
                        </m:sSubPr>
                        <m:e>
                          <m:r>
                            <a:rPr lang="pt-BR" b="0" i="1" smtClean="0">
                              <a:latin typeface="Cambria Math" panose="02040503050406030204" pitchFamily="18" charset="0"/>
                            </a:rPr>
                            <m:t>𝑥</m:t>
                          </m:r>
                        </m:e>
                        <m:sub>
                          <m:r>
                            <a:rPr lang="pt-BR" b="0" i="1" smtClean="0">
                              <a:latin typeface="Cambria Math" panose="02040503050406030204" pitchFamily="18" charset="0"/>
                            </a:rPr>
                            <m:t>𝑝</m:t>
                          </m:r>
                        </m:sub>
                      </m:sSub>
                      <m:r>
                        <a:rPr lang="pt-BR" b="0" i="1" smtClean="0">
                          <a:latin typeface="Cambria Math" panose="02040503050406030204" pitchFamily="18" charset="0"/>
                        </a:rPr>
                        <m:t> −</m:t>
                      </m:r>
                      <m:sSub>
                        <m:sSubPr>
                          <m:ctrlPr>
                            <a:rPr lang="pt-BR" b="0" i="1" smtClean="0">
                              <a:latin typeface="Cambria Math" panose="02040503050406030204" pitchFamily="18" charset="0"/>
                            </a:rPr>
                          </m:ctrlPr>
                        </m:sSubPr>
                        <m:e>
                          <m:r>
                            <a:rPr lang="pt-BR" b="0" i="1" smtClean="0">
                              <a:latin typeface="Cambria Math" panose="02040503050406030204" pitchFamily="18" charset="0"/>
                            </a:rPr>
                            <m:t>𝑥</m:t>
                          </m:r>
                        </m:e>
                        <m:sub>
                          <m:r>
                            <a:rPr lang="pt-BR" b="0" i="1" smtClean="0">
                              <a:latin typeface="Cambria Math" panose="02040503050406030204" pitchFamily="18" charset="0"/>
                            </a:rPr>
                            <m:t>𝑞</m:t>
                          </m:r>
                        </m:sub>
                      </m:sSub>
                    </m:oMath>
                  </m:oMathPara>
                </a14:m>
                <a:endParaRPr lang="pt-BR"/>
              </a:p>
            </p:txBody>
          </p:sp>
        </mc:Choice>
        <mc:Fallback xmlns="">
          <p:sp>
            <p:nvSpPr>
              <p:cNvPr id="60" name="CaixaDeTexto 59">
                <a:extLst>
                  <a:ext uri="{FF2B5EF4-FFF2-40B4-BE49-F238E27FC236}">
                    <a16:creationId xmlns:a16="http://schemas.microsoft.com/office/drawing/2014/main" id="{FEE6F5D0-4A78-C203-9D5C-B02650C1FFCB}"/>
                  </a:ext>
                </a:extLst>
              </p:cNvPr>
              <p:cNvSpPr txBox="1">
                <a:spLocks noRot="1" noChangeAspect="1" noMove="1" noResize="1" noEditPoints="1" noAdjustHandles="1" noChangeArrowheads="1" noChangeShapeType="1" noTextEdit="1"/>
              </p:cNvSpPr>
              <p:nvPr/>
            </p:nvSpPr>
            <p:spPr>
              <a:xfrm>
                <a:off x="5878066" y="4732425"/>
                <a:ext cx="1714828" cy="390748"/>
              </a:xfrm>
              <a:prstGeom prst="rect">
                <a:avLst/>
              </a:prstGeom>
              <a:blipFill>
                <a:blip r:embed="rId12"/>
                <a:stretch>
                  <a:fillRect b="-4688"/>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61" name="CaixaDeTexto 60">
                <a:extLst>
                  <a:ext uri="{FF2B5EF4-FFF2-40B4-BE49-F238E27FC236}">
                    <a16:creationId xmlns:a16="http://schemas.microsoft.com/office/drawing/2014/main" id="{2503BB47-C833-3BA3-6672-45EA462454E9}"/>
                  </a:ext>
                </a:extLst>
              </p:cNvPr>
              <p:cNvSpPr txBox="1"/>
              <p:nvPr/>
            </p:nvSpPr>
            <p:spPr>
              <a:xfrm>
                <a:off x="5878066" y="5133370"/>
                <a:ext cx="1703222" cy="39074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b="0" i="1" smtClean="0">
                              <a:latin typeface="Cambria Math" panose="02040503050406030204" pitchFamily="18" charset="0"/>
                            </a:rPr>
                          </m:ctrlPr>
                        </m:sSubPr>
                        <m:e>
                          <m:r>
                            <a:rPr lang="pt-BR" b="0" i="1" smtClean="0">
                              <a:latin typeface="Cambria Math" panose="02040503050406030204" pitchFamily="18" charset="0"/>
                            </a:rPr>
                            <m:t>𝑦</m:t>
                          </m:r>
                        </m:e>
                        <m:sub>
                          <m:r>
                            <a:rPr lang="pt-BR" b="0" i="1" smtClean="0">
                              <a:latin typeface="Cambria Math" panose="02040503050406030204" pitchFamily="18" charset="0"/>
                            </a:rPr>
                            <m:t>𝑝</m:t>
                          </m:r>
                          <m:r>
                            <a:rPr lang="pt-BR" b="0" i="1" smtClean="0">
                              <a:latin typeface="Cambria Math" panose="02040503050406030204" pitchFamily="18" charset="0"/>
                            </a:rPr>
                            <m:t>,</m:t>
                          </m:r>
                          <m:r>
                            <a:rPr lang="pt-BR" b="0" i="1" smtClean="0">
                              <a:latin typeface="Cambria Math" panose="02040503050406030204" pitchFamily="18" charset="0"/>
                            </a:rPr>
                            <m:t>𝑞</m:t>
                          </m:r>
                        </m:sub>
                      </m:sSub>
                      <m:r>
                        <a:rPr lang="pt-BR" b="0" i="1" smtClean="0">
                          <a:latin typeface="Cambria Math" panose="02040503050406030204" pitchFamily="18" charset="0"/>
                        </a:rPr>
                        <m:t>=</m:t>
                      </m:r>
                      <m:sSub>
                        <m:sSubPr>
                          <m:ctrlPr>
                            <a:rPr lang="pt-BR" b="0" i="1" smtClean="0">
                              <a:latin typeface="Cambria Math" panose="02040503050406030204" pitchFamily="18" charset="0"/>
                            </a:rPr>
                          </m:ctrlPr>
                        </m:sSubPr>
                        <m:e>
                          <m:r>
                            <a:rPr lang="pt-BR" b="0" i="1" smtClean="0">
                              <a:latin typeface="Cambria Math" panose="02040503050406030204" pitchFamily="18" charset="0"/>
                            </a:rPr>
                            <m:t>𝑦</m:t>
                          </m:r>
                        </m:e>
                        <m:sub>
                          <m:r>
                            <a:rPr lang="pt-BR" b="0" i="1" smtClean="0">
                              <a:latin typeface="Cambria Math" panose="02040503050406030204" pitchFamily="18" charset="0"/>
                            </a:rPr>
                            <m:t>𝑝</m:t>
                          </m:r>
                        </m:sub>
                      </m:sSub>
                      <m:r>
                        <a:rPr lang="pt-BR" b="0" i="1" smtClean="0">
                          <a:latin typeface="Cambria Math" panose="02040503050406030204" pitchFamily="18" charset="0"/>
                        </a:rPr>
                        <m:t> −</m:t>
                      </m:r>
                      <m:sSub>
                        <m:sSubPr>
                          <m:ctrlPr>
                            <a:rPr lang="pt-BR" b="0" i="1" smtClean="0">
                              <a:latin typeface="Cambria Math" panose="02040503050406030204" pitchFamily="18" charset="0"/>
                            </a:rPr>
                          </m:ctrlPr>
                        </m:sSubPr>
                        <m:e>
                          <m:r>
                            <a:rPr lang="pt-BR" b="0" i="1" smtClean="0">
                              <a:latin typeface="Cambria Math" panose="02040503050406030204" pitchFamily="18" charset="0"/>
                            </a:rPr>
                            <m:t>𝑦</m:t>
                          </m:r>
                        </m:e>
                        <m:sub>
                          <m:r>
                            <a:rPr lang="pt-BR" b="0" i="1" smtClean="0">
                              <a:latin typeface="Cambria Math" panose="02040503050406030204" pitchFamily="18" charset="0"/>
                            </a:rPr>
                            <m:t>𝑞</m:t>
                          </m:r>
                        </m:sub>
                      </m:sSub>
                    </m:oMath>
                  </m:oMathPara>
                </a14:m>
                <a:endParaRPr lang="pt-BR"/>
              </a:p>
            </p:txBody>
          </p:sp>
        </mc:Choice>
        <mc:Fallback xmlns="">
          <p:sp>
            <p:nvSpPr>
              <p:cNvPr id="61" name="CaixaDeTexto 60">
                <a:extLst>
                  <a:ext uri="{FF2B5EF4-FFF2-40B4-BE49-F238E27FC236}">
                    <a16:creationId xmlns:a16="http://schemas.microsoft.com/office/drawing/2014/main" id="{2503BB47-C833-3BA3-6672-45EA462454E9}"/>
                  </a:ext>
                </a:extLst>
              </p:cNvPr>
              <p:cNvSpPr txBox="1">
                <a:spLocks noRot="1" noChangeAspect="1" noMove="1" noResize="1" noEditPoints="1" noAdjustHandles="1" noChangeArrowheads="1" noChangeShapeType="1" noTextEdit="1"/>
              </p:cNvSpPr>
              <p:nvPr/>
            </p:nvSpPr>
            <p:spPr>
              <a:xfrm>
                <a:off x="5878066" y="5133370"/>
                <a:ext cx="1703222" cy="390748"/>
              </a:xfrm>
              <a:prstGeom prst="rect">
                <a:avLst/>
              </a:prstGeom>
              <a:blipFill>
                <a:blip r:embed="rId13"/>
                <a:stretch>
                  <a:fillRect b="-4688"/>
                </a:stretch>
              </a:blipFill>
            </p:spPr>
            <p:txBody>
              <a:bodyPr/>
              <a:lstStyle/>
              <a:p>
                <a:r>
                  <a:rPr lang="pt-BR">
                    <a:noFill/>
                  </a:rPr>
                  <a:t> </a:t>
                </a:r>
              </a:p>
            </p:txBody>
          </p:sp>
        </mc:Fallback>
      </mc:AlternateContent>
      <p:sp>
        <p:nvSpPr>
          <p:cNvPr id="62" name="Retângulo 61">
            <a:extLst>
              <a:ext uri="{FF2B5EF4-FFF2-40B4-BE49-F238E27FC236}">
                <a16:creationId xmlns:a16="http://schemas.microsoft.com/office/drawing/2014/main" id="{9D3C219B-D1E2-2F5C-3CE6-097F0E7848ED}"/>
              </a:ext>
            </a:extLst>
          </p:cNvPr>
          <p:cNvSpPr/>
          <p:nvPr/>
        </p:nvSpPr>
        <p:spPr>
          <a:xfrm>
            <a:off x="5878066" y="4141038"/>
            <a:ext cx="2688927" cy="656013"/>
          </a:xfrm>
          <a:prstGeom prst="rect">
            <a:avLst/>
          </a:prstGeom>
          <a:noFill/>
          <a:ln w="1270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pt-BR"/>
          </a:p>
        </p:txBody>
      </p:sp>
    </p:spTree>
    <p:extLst>
      <p:ext uri="{BB962C8B-B14F-4D97-AF65-F5344CB8AC3E}">
        <p14:creationId xmlns:p14="http://schemas.microsoft.com/office/powerpoint/2010/main" val="22858160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61" name="Agrupar 60">
            <a:extLst>
              <a:ext uri="{FF2B5EF4-FFF2-40B4-BE49-F238E27FC236}">
                <a16:creationId xmlns:a16="http://schemas.microsoft.com/office/drawing/2014/main" id="{26CA0D58-E63A-2E4E-9FCD-D6B39F2F38DA}"/>
              </a:ext>
            </a:extLst>
          </p:cNvPr>
          <p:cNvGrpSpPr/>
          <p:nvPr/>
        </p:nvGrpSpPr>
        <p:grpSpPr>
          <a:xfrm>
            <a:off x="1383665" y="1897914"/>
            <a:ext cx="3017520" cy="3017520"/>
            <a:chOff x="1383665" y="1897914"/>
            <a:chExt cx="3017520" cy="3017520"/>
          </a:xfrm>
        </p:grpSpPr>
        <p:grpSp>
          <p:nvGrpSpPr>
            <p:cNvPr id="30" name="Agrupar 29">
              <a:extLst>
                <a:ext uri="{FF2B5EF4-FFF2-40B4-BE49-F238E27FC236}">
                  <a16:creationId xmlns:a16="http://schemas.microsoft.com/office/drawing/2014/main" id="{6C4B7435-0FE7-28BC-5535-D4AE1F148FF0}"/>
                </a:ext>
              </a:extLst>
            </p:cNvPr>
            <p:cNvGrpSpPr/>
            <p:nvPr/>
          </p:nvGrpSpPr>
          <p:grpSpPr>
            <a:xfrm>
              <a:off x="1383665" y="1897914"/>
              <a:ext cx="3017520" cy="3017520"/>
              <a:chOff x="1383665" y="1897914"/>
              <a:chExt cx="3017520" cy="3017520"/>
            </a:xfrm>
          </p:grpSpPr>
          <p:grpSp>
            <p:nvGrpSpPr>
              <p:cNvPr id="4" name="Agrupar 3">
                <a:extLst>
                  <a:ext uri="{FF2B5EF4-FFF2-40B4-BE49-F238E27FC236}">
                    <a16:creationId xmlns:a16="http://schemas.microsoft.com/office/drawing/2014/main" id="{5C62A87D-F27D-776E-0685-377AA07C25E6}"/>
                  </a:ext>
                </a:extLst>
              </p:cNvPr>
              <p:cNvGrpSpPr/>
              <p:nvPr/>
            </p:nvGrpSpPr>
            <p:grpSpPr>
              <a:xfrm>
                <a:off x="1383665" y="1897914"/>
                <a:ext cx="3017520" cy="3017520"/>
                <a:chOff x="2359606" y="1501140"/>
                <a:chExt cx="3017520" cy="3017520"/>
              </a:xfrm>
            </p:grpSpPr>
            <p:grpSp>
              <p:nvGrpSpPr>
                <p:cNvPr id="5" name="Agrupar 4">
                  <a:extLst>
                    <a:ext uri="{FF2B5EF4-FFF2-40B4-BE49-F238E27FC236}">
                      <a16:creationId xmlns:a16="http://schemas.microsoft.com/office/drawing/2014/main" id="{B418F9AF-B675-71FC-6EA9-151C486004EE}"/>
                    </a:ext>
                  </a:extLst>
                </p:cNvPr>
                <p:cNvGrpSpPr/>
                <p:nvPr/>
              </p:nvGrpSpPr>
              <p:grpSpPr>
                <a:xfrm>
                  <a:off x="2359606" y="1501140"/>
                  <a:ext cx="3017520" cy="3017520"/>
                  <a:chOff x="2359606" y="1501140"/>
                  <a:chExt cx="3017520" cy="3017520"/>
                </a:xfrm>
              </p:grpSpPr>
              <p:sp>
                <p:nvSpPr>
                  <p:cNvPr id="21" name="Elipse 20">
                    <a:extLst>
                      <a:ext uri="{FF2B5EF4-FFF2-40B4-BE49-F238E27FC236}">
                        <a16:creationId xmlns:a16="http://schemas.microsoft.com/office/drawing/2014/main" id="{32D38350-B56C-A005-A5EA-4DB579FA011F}"/>
                      </a:ext>
                    </a:extLst>
                  </p:cNvPr>
                  <p:cNvSpPr/>
                  <p:nvPr/>
                </p:nvSpPr>
                <p:spPr>
                  <a:xfrm>
                    <a:off x="2359606" y="1501140"/>
                    <a:ext cx="3017520" cy="3017520"/>
                  </a:xfrm>
                  <a:prstGeom prst="ellipse">
                    <a:avLst/>
                  </a:prstGeom>
                  <a:solidFill>
                    <a:schemeClr val="accent1">
                      <a:alpha val="10000"/>
                    </a:schemeClr>
                  </a:solidFill>
                  <a:ln w="19050">
                    <a:solidFill>
                      <a:srgbClr val="0070C0"/>
                    </a:solidFill>
                    <a:prstDash val="dash"/>
                  </a:ln>
                </p:spPr>
                <p:style>
                  <a:lnRef idx="0">
                    <a:scrgbClr r="0" g="0" b="0"/>
                  </a:lnRef>
                  <a:fillRef idx="0">
                    <a:scrgbClr r="0" g="0" b="0"/>
                  </a:fillRef>
                  <a:effectRef idx="0">
                    <a:scrgbClr r="0" g="0" b="0"/>
                  </a:effectRef>
                  <a:fontRef idx="minor">
                    <a:schemeClr val="lt1"/>
                  </a:fontRef>
                </p:style>
                <p:txBody>
                  <a:bodyPr rtlCol="0" anchor="ctr"/>
                  <a:lstStyle/>
                  <a:p>
                    <a:pPr algn="ctr"/>
                    <a:endParaRPr lang="pt-BR"/>
                  </a:p>
                </p:txBody>
              </p:sp>
              <p:sp>
                <p:nvSpPr>
                  <p:cNvPr id="22" name="Elipse 21">
                    <a:extLst>
                      <a:ext uri="{FF2B5EF4-FFF2-40B4-BE49-F238E27FC236}">
                        <a16:creationId xmlns:a16="http://schemas.microsoft.com/office/drawing/2014/main" id="{2C67F8E4-1719-7E0A-B929-E420FC5A419C}"/>
                      </a:ext>
                    </a:extLst>
                  </p:cNvPr>
                  <p:cNvSpPr/>
                  <p:nvPr/>
                </p:nvSpPr>
                <p:spPr>
                  <a:xfrm>
                    <a:off x="2588206" y="1729740"/>
                    <a:ext cx="2560320" cy="2560320"/>
                  </a:xfrm>
                  <a:prstGeom prst="ellipse">
                    <a:avLst/>
                  </a:prstGeom>
                  <a:solidFill>
                    <a:schemeClr val="bg1"/>
                  </a:solidFill>
                  <a:ln w="19050">
                    <a:solidFill>
                      <a:srgbClr val="0070C0"/>
                    </a:solidFill>
                    <a:prstDash val="dash"/>
                  </a:ln>
                </p:spPr>
                <p:style>
                  <a:lnRef idx="0">
                    <a:scrgbClr r="0" g="0" b="0"/>
                  </a:lnRef>
                  <a:fillRef idx="0">
                    <a:scrgbClr r="0" g="0" b="0"/>
                  </a:fillRef>
                  <a:effectRef idx="0">
                    <a:scrgbClr r="0" g="0" b="0"/>
                  </a:effectRef>
                  <a:fontRef idx="minor">
                    <a:schemeClr val="lt1"/>
                  </a:fontRef>
                </p:style>
                <p:txBody>
                  <a:bodyPr rtlCol="0" anchor="ctr"/>
                  <a:lstStyle/>
                  <a:p>
                    <a:pPr algn="ctr"/>
                    <a:endParaRPr lang="pt-BR"/>
                  </a:p>
                </p:txBody>
              </p:sp>
            </p:grpSp>
            <p:sp>
              <p:nvSpPr>
                <p:cNvPr id="6" name="Elipse 5">
                  <a:extLst>
                    <a:ext uri="{FF2B5EF4-FFF2-40B4-BE49-F238E27FC236}">
                      <a16:creationId xmlns:a16="http://schemas.microsoft.com/office/drawing/2014/main" id="{25B72799-784B-4BDD-CD2F-E91B2C30512F}"/>
                    </a:ext>
                  </a:extLst>
                </p:cNvPr>
                <p:cNvSpPr/>
                <p:nvPr/>
              </p:nvSpPr>
              <p:spPr>
                <a:xfrm>
                  <a:off x="3365446" y="2506980"/>
                  <a:ext cx="1005840" cy="1005840"/>
                </a:xfrm>
                <a:prstGeom prst="ellipse">
                  <a:avLst/>
                </a:prstGeom>
                <a:noFill/>
                <a:ln w="9525" cap="flat" cmpd="sng" algn="ctr">
                  <a:solidFill>
                    <a:schemeClr val="accent6"/>
                  </a:solidFill>
                  <a:prstDash val="dash"/>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lang="pt-BR"/>
                </a:p>
              </p:txBody>
            </p:sp>
            <p:grpSp>
              <p:nvGrpSpPr>
                <p:cNvPr id="7" name="Agrupar 6">
                  <a:extLst>
                    <a:ext uri="{FF2B5EF4-FFF2-40B4-BE49-F238E27FC236}">
                      <a16:creationId xmlns:a16="http://schemas.microsoft.com/office/drawing/2014/main" id="{044F132B-D637-F216-CECE-D08756F00200}"/>
                    </a:ext>
                  </a:extLst>
                </p:cNvPr>
                <p:cNvGrpSpPr/>
                <p:nvPr/>
              </p:nvGrpSpPr>
              <p:grpSpPr>
                <a:xfrm>
                  <a:off x="2833991" y="2318293"/>
                  <a:ext cx="1034375" cy="687824"/>
                  <a:chOff x="2833991" y="2122919"/>
                  <a:chExt cx="1034375" cy="687824"/>
                </a:xfrm>
              </p:grpSpPr>
              <mc:AlternateContent xmlns:mc="http://schemas.openxmlformats.org/markup-compatibility/2006" xmlns:a14="http://schemas.microsoft.com/office/drawing/2010/main">
                <mc:Choice Requires="a14">
                  <p:sp>
                    <p:nvSpPr>
                      <p:cNvPr id="19" name="CaixaDeTexto 18">
                        <a:extLst>
                          <a:ext uri="{FF2B5EF4-FFF2-40B4-BE49-F238E27FC236}">
                            <a16:creationId xmlns:a16="http://schemas.microsoft.com/office/drawing/2014/main" id="{4096B257-F400-9BDB-7753-0768761BFA61}"/>
                          </a:ext>
                        </a:extLst>
                      </p:cNvPr>
                      <p:cNvSpPr txBox="1"/>
                      <p:nvPr/>
                    </p:nvSpPr>
                    <p:spPr>
                      <a:xfrm>
                        <a:off x="2913085" y="2386681"/>
                        <a:ext cx="403700" cy="32714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b="1" i="1" smtClean="0">
                                      <a:latin typeface="Cambria Math" panose="02040503050406030204" pitchFamily="18" charset="0"/>
                                    </a:rPr>
                                  </m:ctrlPr>
                                </m:sSubPr>
                                <m:e>
                                  <m:acc>
                                    <m:accPr>
                                      <m:chr m:val="̃"/>
                                      <m:ctrlPr>
                                        <a:rPr lang="pt-BR" sz="1400" b="1" i="1" smtClean="0">
                                          <a:latin typeface="Cambria Math" panose="02040503050406030204" pitchFamily="18" charset="0"/>
                                        </a:rPr>
                                      </m:ctrlPr>
                                    </m:accPr>
                                    <m:e>
                                      <m:r>
                                        <a:rPr lang="en-US" sz="1400" b="1" i="1" smtClean="0">
                                          <a:latin typeface="Cambria Math" panose="02040503050406030204" pitchFamily="18" charset="0"/>
                                        </a:rPr>
                                        <m:t>𝒓</m:t>
                                      </m:r>
                                    </m:e>
                                  </m:acc>
                                </m:e>
                                <m:sub>
                                  <m:r>
                                    <a:rPr lang="pt-BR" sz="1400" b="1" i="1" smtClean="0">
                                      <a:latin typeface="Cambria Math" panose="02040503050406030204" pitchFamily="18" charset="0"/>
                                    </a:rPr>
                                    <m:t>𝒒</m:t>
                                  </m:r>
                                </m:sub>
                              </m:sSub>
                            </m:oMath>
                          </m:oMathPara>
                        </a14:m>
                        <a:endParaRPr lang="pt-BR" sz="1400" b="1"/>
                      </a:p>
                    </p:txBody>
                  </p:sp>
                </mc:Choice>
                <mc:Fallback xmlns="">
                  <p:sp>
                    <p:nvSpPr>
                      <p:cNvPr id="19" name="CaixaDeTexto 18">
                        <a:extLst>
                          <a:ext uri="{FF2B5EF4-FFF2-40B4-BE49-F238E27FC236}">
                            <a16:creationId xmlns:a16="http://schemas.microsoft.com/office/drawing/2014/main" id="{4096B257-F400-9BDB-7753-0768761BFA61}"/>
                          </a:ext>
                        </a:extLst>
                      </p:cNvPr>
                      <p:cNvSpPr txBox="1">
                        <a:spLocks noRot="1" noChangeAspect="1" noMove="1" noResize="1" noEditPoints="1" noAdjustHandles="1" noChangeArrowheads="1" noChangeShapeType="1" noTextEdit="1"/>
                      </p:cNvSpPr>
                      <p:nvPr/>
                    </p:nvSpPr>
                    <p:spPr>
                      <a:xfrm>
                        <a:off x="2913085" y="2386681"/>
                        <a:ext cx="403700" cy="327141"/>
                      </a:xfrm>
                      <a:prstGeom prst="rect">
                        <a:avLst/>
                      </a:prstGeom>
                      <a:blipFill>
                        <a:blip r:embed="rId2"/>
                        <a:stretch>
                          <a:fillRect/>
                        </a:stretch>
                      </a:blipFill>
                    </p:spPr>
                    <p:txBody>
                      <a:bodyPr/>
                      <a:lstStyle/>
                      <a:p>
                        <a:r>
                          <a:rPr lang="pt-BR">
                            <a:noFill/>
                          </a:rPr>
                          <a:t> </a:t>
                        </a:r>
                      </a:p>
                    </p:txBody>
                  </p:sp>
                </mc:Fallback>
              </mc:AlternateContent>
              <p:cxnSp>
                <p:nvCxnSpPr>
                  <p:cNvPr id="20" name="Conector de Seta Reta 19">
                    <a:extLst>
                      <a:ext uri="{FF2B5EF4-FFF2-40B4-BE49-F238E27FC236}">
                        <a16:creationId xmlns:a16="http://schemas.microsoft.com/office/drawing/2014/main" id="{4B8DC4AF-3295-8623-710A-368D5F5294D8}"/>
                      </a:ext>
                    </a:extLst>
                  </p:cNvPr>
                  <p:cNvCxnSpPr>
                    <a:cxnSpLocks/>
                    <a:endCxn id="26" idx="5"/>
                  </p:cNvCxnSpPr>
                  <p:nvPr/>
                </p:nvCxnSpPr>
                <p:spPr>
                  <a:xfrm flipH="1" flipV="1">
                    <a:off x="2833991" y="2122919"/>
                    <a:ext cx="1034375" cy="687824"/>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grpSp>
              <p:nvGrpSpPr>
                <p:cNvPr id="8" name="Agrupar 7">
                  <a:extLst>
                    <a:ext uri="{FF2B5EF4-FFF2-40B4-BE49-F238E27FC236}">
                      <a16:creationId xmlns:a16="http://schemas.microsoft.com/office/drawing/2014/main" id="{B6C16B9E-7660-3EE6-0DE5-D12494D316D6}"/>
                    </a:ext>
                  </a:extLst>
                </p:cNvPr>
                <p:cNvGrpSpPr/>
                <p:nvPr/>
              </p:nvGrpSpPr>
              <p:grpSpPr>
                <a:xfrm>
                  <a:off x="3868366" y="2552700"/>
                  <a:ext cx="455567" cy="455309"/>
                  <a:chOff x="3868366" y="2554591"/>
                  <a:chExt cx="455567" cy="455309"/>
                </a:xfrm>
              </p:grpSpPr>
              <mc:AlternateContent xmlns:mc="http://schemas.openxmlformats.org/markup-compatibility/2006" xmlns:a14="http://schemas.microsoft.com/office/drawing/2010/main">
                <mc:Choice Requires="a14">
                  <p:sp>
                    <p:nvSpPr>
                      <p:cNvPr id="17" name="CaixaDeTexto 16">
                        <a:extLst>
                          <a:ext uri="{FF2B5EF4-FFF2-40B4-BE49-F238E27FC236}">
                            <a16:creationId xmlns:a16="http://schemas.microsoft.com/office/drawing/2014/main" id="{7D73C70C-EFE5-EA63-7279-A04490FEDF4B}"/>
                          </a:ext>
                        </a:extLst>
                      </p:cNvPr>
                      <p:cNvSpPr txBox="1"/>
                      <p:nvPr/>
                    </p:nvSpPr>
                    <p:spPr>
                      <a:xfrm>
                        <a:off x="3917027" y="2680577"/>
                        <a:ext cx="406906" cy="3270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b="1" i="1" smtClean="0">
                                      <a:latin typeface="Cambria Math" panose="02040503050406030204" pitchFamily="18" charset="0"/>
                                    </a:rPr>
                                  </m:ctrlPr>
                                </m:sSubPr>
                                <m:e>
                                  <m:r>
                                    <a:rPr lang="en-US" sz="1400" b="1" i="1" smtClean="0">
                                      <a:latin typeface="Cambria Math" panose="02040503050406030204" pitchFamily="18" charset="0"/>
                                    </a:rPr>
                                    <m:t>𝒓</m:t>
                                  </m:r>
                                </m:e>
                                <m:sub>
                                  <m:r>
                                    <a:rPr lang="pt-BR" sz="1400" b="1" i="1" smtClean="0">
                                      <a:latin typeface="Cambria Math" panose="02040503050406030204" pitchFamily="18" charset="0"/>
                                    </a:rPr>
                                    <m:t>𝒑</m:t>
                                  </m:r>
                                </m:sub>
                              </m:sSub>
                            </m:oMath>
                          </m:oMathPara>
                        </a14:m>
                        <a:endParaRPr lang="pt-BR" sz="1400" b="1"/>
                      </a:p>
                    </p:txBody>
                  </p:sp>
                </mc:Choice>
                <mc:Fallback xmlns="">
                  <p:sp>
                    <p:nvSpPr>
                      <p:cNvPr id="17" name="CaixaDeTexto 16">
                        <a:extLst>
                          <a:ext uri="{FF2B5EF4-FFF2-40B4-BE49-F238E27FC236}">
                            <a16:creationId xmlns:a16="http://schemas.microsoft.com/office/drawing/2014/main" id="{7D73C70C-EFE5-EA63-7279-A04490FEDF4B}"/>
                          </a:ext>
                        </a:extLst>
                      </p:cNvPr>
                      <p:cNvSpPr txBox="1">
                        <a:spLocks noRot="1" noChangeAspect="1" noMove="1" noResize="1" noEditPoints="1" noAdjustHandles="1" noChangeArrowheads="1" noChangeShapeType="1" noTextEdit="1"/>
                      </p:cNvSpPr>
                      <p:nvPr/>
                    </p:nvSpPr>
                    <p:spPr>
                      <a:xfrm>
                        <a:off x="3917027" y="2680577"/>
                        <a:ext cx="406906" cy="327077"/>
                      </a:xfrm>
                      <a:prstGeom prst="rect">
                        <a:avLst/>
                      </a:prstGeom>
                      <a:blipFill>
                        <a:blip r:embed="rId3"/>
                        <a:stretch>
                          <a:fillRect/>
                        </a:stretch>
                      </a:blipFill>
                    </p:spPr>
                    <p:txBody>
                      <a:bodyPr/>
                      <a:lstStyle/>
                      <a:p>
                        <a:r>
                          <a:rPr lang="pt-BR">
                            <a:noFill/>
                          </a:rPr>
                          <a:t> </a:t>
                        </a:r>
                      </a:p>
                    </p:txBody>
                  </p:sp>
                </mc:Fallback>
              </mc:AlternateContent>
              <p:cxnSp>
                <p:nvCxnSpPr>
                  <p:cNvPr id="18" name="Conector de Seta Reta 17">
                    <a:extLst>
                      <a:ext uri="{FF2B5EF4-FFF2-40B4-BE49-F238E27FC236}">
                        <a16:creationId xmlns:a16="http://schemas.microsoft.com/office/drawing/2014/main" id="{F253055D-73BC-BC5E-DE5E-81E06284BA7B}"/>
                      </a:ext>
                    </a:extLst>
                  </p:cNvPr>
                  <p:cNvCxnSpPr>
                    <a:cxnSpLocks/>
                    <a:endCxn id="27" idx="2"/>
                  </p:cNvCxnSpPr>
                  <p:nvPr/>
                </p:nvCxnSpPr>
                <p:spPr>
                  <a:xfrm flipV="1">
                    <a:off x="3868366" y="2554591"/>
                    <a:ext cx="199031" cy="455309"/>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grpSp>
          <p:sp>
            <p:nvSpPr>
              <p:cNvPr id="2" name="Elipse 1">
                <a:extLst>
                  <a:ext uri="{FF2B5EF4-FFF2-40B4-BE49-F238E27FC236}">
                    <a16:creationId xmlns:a16="http://schemas.microsoft.com/office/drawing/2014/main" id="{1BC54203-E03E-9308-A2D2-0DE0F523E969}"/>
                  </a:ext>
                </a:extLst>
              </p:cNvPr>
              <p:cNvSpPr/>
              <p:nvPr/>
            </p:nvSpPr>
            <p:spPr>
              <a:xfrm>
                <a:off x="2878709" y="3392958"/>
                <a:ext cx="27432" cy="27432"/>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7" name="Círculo: Vazio 26">
                <a:extLst>
                  <a:ext uri="{FF2B5EF4-FFF2-40B4-BE49-F238E27FC236}">
                    <a16:creationId xmlns:a16="http://schemas.microsoft.com/office/drawing/2014/main" id="{ACEAE7C5-12B0-97DD-90C8-0886F08AC5CE}"/>
                  </a:ext>
                </a:extLst>
              </p:cNvPr>
              <p:cNvSpPr/>
              <p:nvPr/>
            </p:nvSpPr>
            <p:spPr>
              <a:xfrm>
                <a:off x="3091456" y="2903754"/>
                <a:ext cx="91440" cy="91440"/>
              </a:xfrm>
              <a:prstGeom prst="donut">
                <a:avLst>
                  <a:gd name="adj" fmla="val 46798"/>
                </a:avLst>
              </a:prstGeom>
              <a:solidFill>
                <a:schemeClr val="bg1"/>
              </a:solidFill>
              <a:ln w="1270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cxnSp>
            <p:nvCxnSpPr>
              <p:cNvPr id="3" name="Conector de Seta Reta 2">
                <a:extLst>
                  <a:ext uri="{FF2B5EF4-FFF2-40B4-BE49-F238E27FC236}">
                    <a16:creationId xmlns:a16="http://schemas.microsoft.com/office/drawing/2014/main" id="{B5DA88E5-DFAC-4413-9EA3-5B5EAE05FC5C}"/>
                  </a:ext>
                </a:extLst>
              </p:cNvPr>
              <p:cNvCxnSpPr>
                <a:cxnSpLocks/>
                <a:stCxn id="27" idx="2"/>
              </p:cNvCxnSpPr>
              <p:nvPr/>
            </p:nvCxnSpPr>
            <p:spPr>
              <a:xfrm flipH="1" flipV="1">
                <a:off x="1871441" y="2709739"/>
                <a:ext cx="1220015" cy="239735"/>
              </a:xfrm>
              <a:prstGeom prst="straightConnector1">
                <a:avLst/>
              </a:prstGeom>
              <a:ln>
                <a:solidFill>
                  <a:srgbClr val="FF0000"/>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sp>
            <p:nvSpPr>
              <p:cNvPr id="26" name="Círculo: Vazio 25">
                <a:extLst>
                  <a:ext uri="{FF2B5EF4-FFF2-40B4-BE49-F238E27FC236}">
                    <a16:creationId xmlns:a16="http://schemas.microsoft.com/office/drawing/2014/main" id="{FC42B46F-907E-AC08-685F-E331AA7CFEE1}"/>
                  </a:ext>
                </a:extLst>
              </p:cNvPr>
              <p:cNvSpPr/>
              <p:nvPr/>
            </p:nvSpPr>
            <p:spPr>
              <a:xfrm>
                <a:off x="1780001" y="2637018"/>
                <a:ext cx="91440" cy="91440"/>
              </a:xfrm>
              <a:prstGeom prst="donut">
                <a:avLst>
                  <a:gd name="adj" fmla="val 46798"/>
                </a:avLst>
              </a:prstGeom>
              <a:solidFill>
                <a:schemeClr val="bg1"/>
              </a:solidFill>
              <a:ln w="12700">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grpSp>
        <p:grpSp>
          <p:nvGrpSpPr>
            <p:cNvPr id="31" name="Agrupar 30">
              <a:extLst>
                <a:ext uri="{FF2B5EF4-FFF2-40B4-BE49-F238E27FC236}">
                  <a16:creationId xmlns:a16="http://schemas.microsoft.com/office/drawing/2014/main" id="{9AC1ADB9-1565-6BE8-3236-B09C888AB229}"/>
                </a:ext>
              </a:extLst>
            </p:cNvPr>
            <p:cNvGrpSpPr/>
            <p:nvPr/>
          </p:nvGrpSpPr>
          <p:grpSpPr>
            <a:xfrm>
              <a:off x="2016107" y="2465034"/>
              <a:ext cx="964486" cy="327141"/>
              <a:chOff x="3448007" y="4790088"/>
              <a:chExt cx="390293" cy="327141"/>
            </a:xfrm>
          </p:grpSpPr>
          <p:sp>
            <p:nvSpPr>
              <p:cNvPr id="32" name="Retângulo 31">
                <a:extLst>
                  <a:ext uri="{FF2B5EF4-FFF2-40B4-BE49-F238E27FC236}">
                    <a16:creationId xmlns:a16="http://schemas.microsoft.com/office/drawing/2014/main" id="{56258F3E-B884-A72D-9330-3FB344429180}"/>
                  </a:ext>
                </a:extLst>
              </p:cNvPr>
              <p:cNvSpPr/>
              <p:nvPr/>
            </p:nvSpPr>
            <p:spPr>
              <a:xfrm>
                <a:off x="3456411" y="4803686"/>
                <a:ext cx="251712" cy="231107"/>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33" name="CaixaDeTexto 32">
                    <a:extLst>
                      <a:ext uri="{FF2B5EF4-FFF2-40B4-BE49-F238E27FC236}">
                        <a16:creationId xmlns:a16="http://schemas.microsoft.com/office/drawing/2014/main" id="{7661BF03-F0F7-F240-ABF6-5CB8A1C6A158}"/>
                      </a:ext>
                    </a:extLst>
                  </p:cNvPr>
                  <p:cNvSpPr txBox="1"/>
                  <p:nvPr/>
                </p:nvSpPr>
                <p:spPr>
                  <a:xfrm>
                    <a:off x="3448007" y="4790088"/>
                    <a:ext cx="390293" cy="32714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sz="1400" b="1" i="1">
                                  <a:solidFill>
                                    <a:srgbClr val="FF0000"/>
                                  </a:solidFill>
                                  <a:latin typeface="Cambria Math" panose="02040503050406030204" pitchFamily="18" charset="0"/>
                                </a:rPr>
                              </m:ctrlPr>
                            </m:sSubPr>
                            <m:e>
                              <m:r>
                                <a:rPr lang="en-US" sz="1400" b="1" i="1">
                                  <a:solidFill>
                                    <a:srgbClr val="FF0000"/>
                                  </a:solidFill>
                                  <a:latin typeface="Cambria Math" panose="02040503050406030204" pitchFamily="18" charset="0"/>
                                </a:rPr>
                                <m:t>𝒓</m:t>
                              </m:r>
                            </m:e>
                            <m:sub>
                              <m:r>
                                <a:rPr lang="pt-BR" sz="1400" b="1" i="1">
                                  <a:solidFill>
                                    <a:srgbClr val="FF0000"/>
                                  </a:solidFill>
                                  <a:latin typeface="Cambria Math" panose="02040503050406030204" pitchFamily="18" charset="0"/>
                                </a:rPr>
                                <m:t>𝒑</m:t>
                              </m:r>
                            </m:sub>
                          </m:sSub>
                          <m:r>
                            <a:rPr lang="pt-BR" sz="1400" i="1">
                              <a:solidFill>
                                <a:srgbClr val="FF0000"/>
                              </a:solidFill>
                              <a:latin typeface="Cambria Math" panose="02040503050406030204" pitchFamily="18" charset="0"/>
                            </a:rPr>
                            <m:t>−</m:t>
                          </m:r>
                          <m:sSub>
                            <m:sSubPr>
                              <m:ctrlPr>
                                <a:rPr lang="pt-BR" sz="1400" b="1" i="1">
                                  <a:solidFill>
                                    <a:srgbClr val="FF0000"/>
                                  </a:solidFill>
                                  <a:latin typeface="Cambria Math" panose="02040503050406030204" pitchFamily="18" charset="0"/>
                                </a:rPr>
                              </m:ctrlPr>
                            </m:sSubPr>
                            <m:e>
                              <m:acc>
                                <m:accPr>
                                  <m:chr m:val="̃"/>
                                  <m:ctrlPr>
                                    <a:rPr lang="pt-BR" sz="1400" b="1" i="1">
                                      <a:solidFill>
                                        <a:srgbClr val="FF0000"/>
                                      </a:solidFill>
                                      <a:latin typeface="Cambria Math" panose="02040503050406030204" pitchFamily="18" charset="0"/>
                                    </a:rPr>
                                  </m:ctrlPr>
                                </m:accPr>
                                <m:e>
                                  <m:r>
                                    <a:rPr lang="en-US" sz="1400" i="1">
                                      <a:solidFill>
                                        <a:srgbClr val="FF0000"/>
                                      </a:solidFill>
                                      <a:latin typeface="Cambria Math" panose="02040503050406030204" pitchFamily="18" charset="0"/>
                                    </a:rPr>
                                    <m:t>𝑟</m:t>
                                  </m:r>
                                </m:e>
                              </m:acc>
                            </m:e>
                            <m:sub>
                              <m:r>
                                <a:rPr lang="pt-BR" sz="1400" b="1" i="1">
                                  <a:solidFill>
                                    <a:srgbClr val="FF0000"/>
                                  </a:solidFill>
                                  <a:latin typeface="Cambria Math" panose="02040503050406030204" pitchFamily="18" charset="0"/>
                                </a:rPr>
                                <m:t>𝒒</m:t>
                              </m:r>
                            </m:sub>
                          </m:sSub>
                        </m:oMath>
                      </m:oMathPara>
                    </a14:m>
                    <a:endParaRPr lang="pt-BR" sz="1400">
                      <a:solidFill>
                        <a:srgbClr val="FF0000"/>
                      </a:solidFill>
                    </a:endParaRPr>
                  </a:p>
                </p:txBody>
              </p:sp>
            </mc:Choice>
            <mc:Fallback xmlns="">
              <p:sp>
                <p:nvSpPr>
                  <p:cNvPr id="33" name="CaixaDeTexto 32">
                    <a:extLst>
                      <a:ext uri="{FF2B5EF4-FFF2-40B4-BE49-F238E27FC236}">
                        <a16:creationId xmlns:a16="http://schemas.microsoft.com/office/drawing/2014/main" id="{7661BF03-F0F7-F240-ABF6-5CB8A1C6A158}"/>
                      </a:ext>
                    </a:extLst>
                  </p:cNvPr>
                  <p:cNvSpPr txBox="1">
                    <a:spLocks noRot="1" noChangeAspect="1" noMove="1" noResize="1" noEditPoints="1" noAdjustHandles="1" noChangeArrowheads="1" noChangeShapeType="1" noTextEdit="1"/>
                  </p:cNvSpPr>
                  <p:nvPr/>
                </p:nvSpPr>
                <p:spPr>
                  <a:xfrm>
                    <a:off x="3448007" y="4790088"/>
                    <a:ext cx="390293" cy="327141"/>
                  </a:xfrm>
                  <a:prstGeom prst="rect">
                    <a:avLst/>
                  </a:prstGeom>
                  <a:blipFill>
                    <a:blip r:embed="rId5"/>
                    <a:stretch>
                      <a:fillRect r="-1266"/>
                    </a:stretch>
                  </a:blipFill>
                </p:spPr>
                <p:txBody>
                  <a:bodyPr/>
                  <a:lstStyle/>
                  <a:p>
                    <a:r>
                      <a:rPr lang="pt-BR">
                        <a:noFill/>
                      </a:rPr>
                      <a:t> </a:t>
                    </a:r>
                  </a:p>
                </p:txBody>
              </p:sp>
            </mc:Fallback>
          </mc:AlternateContent>
        </p:grpSp>
        <mc:AlternateContent xmlns:mc="http://schemas.openxmlformats.org/markup-compatibility/2006" xmlns:a14="http://schemas.microsoft.com/office/drawing/2010/main">
          <mc:Choice Requires="a14">
            <p:sp>
              <p:nvSpPr>
                <p:cNvPr id="58" name="CaixaDeTexto 57">
                  <a:extLst>
                    <a:ext uri="{FF2B5EF4-FFF2-40B4-BE49-F238E27FC236}">
                      <a16:creationId xmlns:a16="http://schemas.microsoft.com/office/drawing/2014/main" id="{E646922A-7770-46CC-0674-6F0475EDB0BC}"/>
                    </a:ext>
                  </a:extLst>
                </p:cNvPr>
                <p:cNvSpPr txBox="1"/>
                <p:nvPr/>
              </p:nvSpPr>
              <p:spPr>
                <a:xfrm>
                  <a:off x="2824013" y="3420390"/>
                  <a:ext cx="313163" cy="2616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100" b="0" i="1" smtClean="0">
                            <a:latin typeface="Cambria Math" panose="02040503050406030204" pitchFamily="18" charset="0"/>
                          </a:rPr>
                          <m:t>𝑂</m:t>
                        </m:r>
                      </m:oMath>
                    </m:oMathPara>
                  </a14:m>
                  <a:endParaRPr lang="pt-BR" sz="1100"/>
                </a:p>
              </p:txBody>
            </p:sp>
          </mc:Choice>
          <mc:Fallback xmlns="">
            <p:sp>
              <p:nvSpPr>
                <p:cNvPr id="58" name="CaixaDeTexto 57">
                  <a:extLst>
                    <a:ext uri="{FF2B5EF4-FFF2-40B4-BE49-F238E27FC236}">
                      <a16:creationId xmlns:a16="http://schemas.microsoft.com/office/drawing/2014/main" id="{E646922A-7770-46CC-0674-6F0475EDB0BC}"/>
                    </a:ext>
                  </a:extLst>
                </p:cNvPr>
                <p:cNvSpPr txBox="1">
                  <a:spLocks noRot="1" noChangeAspect="1" noMove="1" noResize="1" noEditPoints="1" noAdjustHandles="1" noChangeArrowheads="1" noChangeShapeType="1" noTextEdit="1"/>
                </p:cNvSpPr>
                <p:nvPr/>
              </p:nvSpPr>
              <p:spPr>
                <a:xfrm>
                  <a:off x="2824013" y="3420390"/>
                  <a:ext cx="313163" cy="261610"/>
                </a:xfrm>
                <a:prstGeom prst="rect">
                  <a:avLst/>
                </a:prstGeom>
                <a:blipFill>
                  <a:blip r:embed="rId6"/>
                  <a:stretch>
                    <a:fillRect/>
                  </a:stretch>
                </a:blipFill>
              </p:spPr>
              <p:txBody>
                <a:bodyPr/>
                <a:lstStyle/>
                <a:p>
                  <a:r>
                    <a:rPr lang="pt-BR">
                      <a:noFill/>
                    </a:rPr>
                    <a:t> </a:t>
                  </a:r>
                </a:p>
              </p:txBody>
            </p:sp>
          </mc:Fallback>
        </mc:AlternateContent>
      </p:grpSp>
      <mc:AlternateContent xmlns:mc="http://schemas.openxmlformats.org/markup-compatibility/2006" xmlns:a14="http://schemas.microsoft.com/office/drawing/2010/main">
        <mc:Choice Requires="a14">
          <p:sp>
            <p:nvSpPr>
              <p:cNvPr id="62" name="CaixaDeTexto 61">
                <a:extLst>
                  <a:ext uri="{FF2B5EF4-FFF2-40B4-BE49-F238E27FC236}">
                    <a16:creationId xmlns:a16="http://schemas.microsoft.com/office/drawing/2014/main" id="{0E6851ED-F623-B242-432C-FEFF6156689D}"/>
                  </a:ext>
                </a:extLst>
              </p:cNvPr>
              <p:cNvSpPr txBox="1"/>
              <p:nvPr/>
            </p:nvSpPr>
            <p:spPr>
              <a:xfrm>
                <a:off x="5183361" y="4019968"/>
                <a:ext cx="4142223" cy="59888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pt-BR" sz="1600" b="0" i="1" smtClean="0">
                              <a:latin typeface="Cambria Math" panose="02040503050406030204" pitchFamily="18" charset="0"/>
                            </a:rPr>
                          </m:ctrlPr>
                        </m:sSupPr>
                        <m:e>
                          <m:d>
                            <m:dPr>
                              <m:begChr m:val="|"/>
                              <m:endChr m:val="|"/>
                              <m:ctrlPr>
                                <a:rPr lang="en-US" sz="1600" b="0" i="1" smtClean="0">
                                  <a:latin typeface="Cambria Math" panose="02040503050406030204" pitchFamily="18" charset="0"/>
                                </a:rPr>
                              </m:ctrlPr>
                            </m:dPr>
                            <m:e>
                              <m:sSub>
                                <m:sSubPr>
                                  <m:ctrlPr>
                                    <a:rPr lang="pt-BR" sz="1600" b="1" i="1" smtClean="0">
                                      <a:latin typeface="Cambria Math" panose="02040503050406030204" pitchFamily="18" charset="0"/>
                                    </a:rPr>
                                  </m:ctrlPr>
                                </m:sSubPr>
                                <m:e>
                                  <m:r>
                                    <a:rPr lang="pt-BR" sz="1600" b="1" i="1" smtClean="0">
                                      <a:latin typeface="Cambria Math" panose="02040503050406030204" pitchFamily="18" charset="0"/>
                                    </a:rPr>
                                    <m:t>𝒓</m:t>
                                  </m:r>
                                </m:e>
                                <m:sub>
                                  <m:r>
                                    <a:rPr lang="pt-BR" sz="1600" b="1" i="1" smtClean="0">
                                      <a:latin typeface="Cambria Math" panose="02040503050406030204" pitchFamily="18" charset="0"/>
                                    </a:rPr>
                                    <m:t>𝒑</m:t>
                                  </m:r>
                                </m:sub>
                              </m:sSub>
                              <m:r>
                                <a:rPr lang="pt-BR" sz="1600" b="0" i="1" smtClean="0">
                                  <a:latin typeface="Cambria Math" panose="02040503050406030204" pitchFamily="18" charset="0"/>
                                </a:rPr>
                                <m:t>−</m:t>
                              </m:r>
                              <m:sSubSup>
                                <m:sSubSupPr>
                                  <m:ctrlPr>
                                    <a:rPr lang="pt-BR" sz="1600" b="0" i="1" smtClean="0">
                                      <a:latin typeface="Cambria Math" panose="02040503050406030204" pitchFamily="18" charset="0"/>
                                    </a:rPr>
                                  </m:ctrlPr>
                                </m:sSubSupPr>
                                <m:e>
                                  <m:acc>
                                    <m:accPr>
                                      <m:chr m:val="̃"/>
                                      <m:ctrlPr>
                                        <a:rPr lang="pt-BR" sz="1600" b="1" i="1" smtClean="0">
                                          <a:latin typeface="Cambria Math" panose="02040503050406030204" pitchFamily="18" charset="0"/>
                                        </a:rPr>
                                      </m:ctrlPr>
                                    </m:accPr>
                                    <m:e>
                                      <m:r>
                                        <a:rPr lang="pt-BR" sz="1600" b="0" i="1" smtClean="0">
                                          <a:latin typeface="Cambria Math" panose="02040503050406030204" pitchFamily="18" charset="0"/>
                                        </a:rPr>
                                        <m:t>𝑟</m:t>
                                      </m:r>
                                    </m:e>
                                  </m:acc>
                                </m:e>
                                <m:sub>
                                  <m:r>
                                    <a:rPr lang="pt-BR" sz="1600" b="1" i="1" smtClean="0">
                                      <a:latin typeface="Cambria Math" panose="02040503050406030204" pitchFamily="18" charset="0"/>
                                    </a:rPr>
                                    <m:t>𝒒</m:t>
                                  </m:r>
                                </m:sub>
                                <m:sup>
                                  <m:r>
                                    <a:rPr lang="pt-BR" sz="1600" b="0" i="1" smtClean="0">
                                      <a:latin typeface="Cambria Math" panose="02040503050406030204" pitchFamily="18" charset="0"/>
                                    </a:rPr>
                                    <m:t>′</m:t>
                                  </m:r>
                                </m:sup>
                              </m:sSubSup>
                            </m:e>
                          </m:d>
                        </m:e>
                        <m:sup>
                          <m:r>
                            <a:rPr lang="pt-BR" sz="1600" b="0" i="1" smtClean="0">
                              <a:latin typeface="Cambria Math" panose="02040503050406030204" pitchFamily="18" charset="0"/>
                            </a:rPr>
                            <m:t> </m:t>
                          </m:r>
                        </m:sup>
                      </m:sSup>
                      <m:r>
                        <a:rPr lang="en-US" sz="1600" b="0" i="1" smtClean="0">
                          <a:latin typeface="Cambria Math" panose="02040503050406030204" pitchFamily="18" charset="0"/>
                        </a:rPr>
                        <m:t>=</m:t>
                      </m:r>
                      <m:sSup>
                        <m:sSupPr>
                          <m:ctrlPr>
                            <a:rPr lang="pt-BR" sz="1600" b="0" i="1" smtClean="0">
                              <a:latin typeface="Cambria Math" panose="02040503050406030204" pitchFamily="18" charset="0"/>
                            </a:rPr>
                          </m:ctrlPr>
                        </m:sSupPr>
                        <m:e>
                          <m:d>
                            <m:dPr>
                              <m:begChr m:val="["/>
                              <m:endChr m:val="]"/>
                              <m:ctrlPr>
                                <a:rPr lang="pt-BR" sz="1600" b="0" i="1" smtClean="0">
                                  <a:latin typeface="Cambria Math" panose="02040503050406030204" pitchFamily="18" charset="0"/>
                                </a:rPr>
                              </m:ctrlPr>
                            </m:dPr>
                            <m:e>
                              <m:sSup>
                                <m:sSupPr>
                                  <m:ctrlPr>
                                    <a:rPr lang="pt-BR" sz="1600" i="1">
                                      <a:latin typeface="Cambria Math" panose="02040503050406030204" pitchFamily="18" charset="0"/>
                                    </a:rPr>
                                  </m:ctrlPr>
                                </m:sSupPr>
                                <m:e>
                                  <m:d>
                                    <m:dPr>
                                      <m:ctrlPr>
                                        <a:rPr lang="pt-BR" sz="1600" i="1">
                                          <a:latin typeface="Cambria Math" panose="02040503050406030204" pitchFamily="18" charset="0"/>
                                        </a:rPr>
                                      </m:ctrlPr>
                                    </m:dPr>
                                    <m:e>
                                      <m:sSubSup>
                                        <m:sSubSupPr>
                                          <m:ctrlPr>
                                            <a:rPr lang="pt-BR" sz="1600" b="0" i="1" smtClean="0">
                                              <a:latin typeface="Cambria Math" panose="02040503050406030204" pitchFamily="18" charset="0"/>
                                            </a:rPr>
                                          </m:ctrlPr>
                                        </m:sSubSupPr>
                                        <m:e>
                                          <m:r>
                                            <a:rPr lang="pt-BR" sz="1600" b="0" i="1" smtClean="0">
                                              <a:latin typeface="Cambria Math" panose="02040503050406030204" pitchFamily="18" charset="0"/>
                                            </a:rPr>
                                            <m:t>ã</m:t>
                                          </m:r>
                                        </m:e>
                                        <m:sub>
                                          <m:r>
                                            <a:rPr lang="pt-BR" sz="1600" b="0" i="1" smtClean="0">
                                              <a:latin typeface="Cambria Math" panose="02040503050406030204" pitchFamily="18" charset="0"/>
                                            </a:rPr>
                                            <m:t>𝑞</m:t>
                                          </m:r>
                                        </m:sub>
                                        <m:sup>
                                          <m:r>
                                            <a:rPr lang="pt-BR" sz="1600" b="0" i="1" smtClean="0">
                                              <a:latin typeface="Cambria Math" panose="02040503050406030204" pitchFamily="18" charset="0"/>
                                            </a:rPr>
                                            <m:t>′</m:t>
                                          </m:r>
                                        </m:sup>
                                      </m:sSubSup>
                                    </m:e>
                                  </m:d>
                                </m:e>
                                <m:sup>
                                  <m:r>
                                    <a:rPr lang="pt-BR" sz="1600" i="1">
                                      <a:latin typeface="Cambria Math" panose="02040503050406030204" pitchFamily="18" charset="0"/>
                                    </a:rPr>
                                    <m:t>2</m:t>
                                  </m:r>
                                </m:sup>
                              </m:sSup>
                              <m:r>
                                <a:rPr lang="pt-BR" sz="1600" i="1">
                                  <a:latin typeface="Cambria Math" panose="02040503050406030204" pitchFamily="18" charset="0"/>
                                </a:rPr>
                                <m:t>+</m:t>
                              </m:r>
                              <m:sSup>
                                <m:sSupPr>
                                  <m:ctrlPr>
                                    <a:rPr lang="pt-BR" sz="1600" b="0" i="1" smtClean="0">
                                      <a:latin typeface="Cambria Math" panose="02040503050406030204" pitchFamily="18" charset="0"/>
                                    </a:rPr>
                                  </m:ctrlPr>
                                </m:sSupPr>
                                <m:e>
                                  <m:r>
                                    <a:rPr lang="en-US" sz="1600" b="0" i="1" smtClean="0">
                                      <a:latin typeface="Cambria Math" panose="02040503050406030204" pitchFamily="18" charset="0"/>
                                    </a:rPr>
                                    <m:t>(</m:t>
                                  </m:r>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𝑎</m:t>
                                      </m:r>
                                    </m:e>
                                    <m:sub>
                                      <m:r>
                                        <a:rPr lang="en-US" sz="1600" b="0" i="1" smtClean="0">
                                          <a:latin typeface="Cambria Math" panose="02040503050406030204" pitchFamily="18" charset="0"/>
                                        </a:rPr>
                                        <m:t>𝑝</m:t>
                                      </m:r>
                                    </m:sub>
                                  </m:sSub>
                                  <m:r>
                                    <a:rPr lang="en-US" sz="1600" b="0" i="1" smtClean="0">
                                      <a:latin typeface="Cambria Math" panose="02040503050406030204" pitchFamily="18" charset="0"/>
                                    </a:rPr>
                                    <m:t>)</m:t>
                                  </m:r>
                                </m:e>
                                <m:sup>
                                  <m:r>
                                    <a:rPr lang="pt-BR" sz="1600" b="0" i="1" smtClean="0">
                                      <a:latin typeface="Cambria Math" panose="02040503050406030204" pitchFamily="18" charset="0"/>
                                    </a:rPr>
                                    <m:t>2</m:t>
                                  </m:r>
                                </m:sup>
                              </m:sSup>
                              <m:r>
                                <a:rPr lang="pt-BR" sz="1600" b="0" i="1" smtClean="0">
                                  <a:latin typeface="Cambria Math" panose="02040503050406030204" pitchFamily="18" charset="0"/>
                                </a:rPr>
                                <m:t> </m:t>
                              </m:r>
                              <m:r>
                                <a:rPr lang="pt-BR" sz="1600" i="1" smtClean="0">
                                  <a:latin typeface="Cambria Math" panose="02040503050406030204" pitchFamily="18" charset="0"/>
                                </a:rPr>
                                <m:t>−</m:t>
                              </m:r>
                              <m:r>
                                <a:rPr lang="pt-BR" sz="1600" i="1">
                                  <a:latin typeface="Cambria Math" panose="02040503050406030204" pitchFamily="18" charset="0"/>
                                </a:rPr>
                                <m:t>2</m:t>
                              </m:r>
                              <m:sSub>
                                <m:sSubPr>
                                  <m:ctrlPr>
                                    <a:rPr lang="en-US" sz="1600" i="1">
                                      <a:latin typeface="Cambria Math" panose="02040503050406030204" pitchFamily="18" charset="0"/>
                                    </a:rPr>
                                  </m:ctrlPr>
                                </m:sSubPr>
                                <m:e>
                                  <m:r>
                                    <a:rPr lang="en-US" sz="1600" i="1">
                                      <a:latin typeface="Cambria Math" panose="02040503050406030204" pitchFamily="18" charset="0"/>
                                    </a:rPr>
                                    <m:t>𝑎</m:t>
                                  </m:r>
                                </m:e>
                                <m:sub>
                                  <m:r>
                                    <a:rPr lang="en-US" sz="1600" i="1">
                                      <a:latin typeface="Cambria Math" panose="02040503050406030204" pitchFamily="18" charset="0"/>
                                    </a:rPr>
                                    <m:t>𝑝</m:t>
                                  </m:r>
                                </m:sub>
                              </m:sSub>
                              <m:sSubSup>
                                <m:sSubSupPr>
                                  <m:ctrlPr>
                                    <a:rPr lang="pt-BR" sz="1600" b="0" i="1" smtClean="0">
                                      <a:latin typeface="Cambria Math" panose="02040503050406030204" pitchFamily="18" charset="0"/>
                                    </a:rPr>
                                  </m:ctrlPr>
                                </m:sSubSupPr>
                                <m:e>
                                  <m:r>
                                    <a:rPr lang="pt-BR" sz="1600" b="0" i="1" smtClean="0">
                                      <a:latin typeface="Cambria Math" panose="02040503050406030204" pitchFamily="18" charset="0"/>
                                    </a:rPr>
                                    <m:t>ã</m:t>
                                  </m:r>
                                </m:e>
                                <m:sub>
                                  <m:r>
                                    <a:rPr lang="pt-BR" sz="1600" i="1">
                                      <a:latin typeface="Cambria Math" panose="02040503050406030204" pitchFamily="18" charset="0"/>
                                    </a:rPr>
                                    <m:t>𝑞</m:t>
                                  </m:r>
                                </m:sub>
                                <m:sup>
                                  <m:r>
                                    <a:rPr lang="pt-BR" sz="1600" b="0" i="1" smtClean="0">
                                      <a:latin typeface="Cambria Math" panose="02040503050406030204" pitchFamily="18" charset="0"/>
                                    </a:rPr>
                                    <m:t>′</m:t>
                                  </m:r>
                                </m:sup>
                              </m:sSubSup>
                              <m:func>
                                <m:funcPr>
                                  <m:ctrlPr>
                                    <a:rPr lang="pt-BR" sz="1600" i="1">
                                      <a:latin typeface="Cambria Math" panose="02040503050406030204" pitchFamily="18" charset="0"/>
                                    </a:rPr>
                                  </m:ctrlPr>
                                </m:funcPr>
                                <m:fName>
                                  <m:r>
                                    <m:rPr>
                                      <m:sty m:val="p"/>
                                    </m:rPr>
                                    <a:rPr lang="pt-BR" sz="1600">
                                      <a:latin typeface="Cambria Math" panose="02040503050406030204" pitchFamily="18" charset="0"/>
                                    </a:rPr>
                                    <m:t>cos</m:t>
                                  </m:r>
                                </m:fName>
                                <m:e>
                                  <m:d>
                                    <m:dPr>
                                      <m:ctrlPr>
                                        <a:rPr lang="pt-BR" sz="1600" i="1">
                                          <a:latin typeface="Cambria Math" panose="02040503050406030204" pitchFamily="18" charset="0"/>
                                        </a:rPr>
                                      </m:ctrlPr>
                                    </m:dPr>
                                    <m:e>
                                      <m:r>
                                        <a:rPr lang="pt-BR" sz="1600" i="1">
                                          <a:latin typeface="Cambria Math" panose="02040503050406030204" pitchFamily="18" charset="0"/>
                                        </a:rPr>
                                        <m:t>𝛾</m:t>
                                      </m:r>
                                    </m:e>
                                  </m:d>
                                </m:e>
                              </m:func>
                            </m:e>
                          </m:d>
                        </m:e>
                        <m:sup>
                          <m:f>
                            <m:fPr>
                              <m:ctrlPr>
                                <a:rPr lang="pt-BR" sz="1600" b="0" i="1" smtClean="0">
                                  <a:latin typeface="Cambria Math" panose="02040503050406030204" pitchFamily="18" charset="0"/>
                                </a:rPr>
                              </m:ctrlPr>
                            </m:fPr>
                            <m:num>
                              <m:r>
                                <a:rPr lang="pt-BR" sz="1600" b="0" i="1" smtClean="0">
                                  <a:latin typeface="Cambria Math" panose="02040503050406030204" pitchFamily="18" charset="0"/>
                                </a:rPr>
                                <m:t>1</m:t>
                              </m:r>
                            </m:num>
                            <m:den>
                              <m:r>
                                <a:rPr lang="pt-BR" sz="1600" b="0" i="1" smtClean="0">
                                  <a:latin typeface="Cambria Math" panose="02040503050406030204" pitchFamily="18" charset="0"/>
                                </a:rPr>
                                <m:t>2</m:t>
                              </m:r>
                            </m:den>
                          </m:f>
                        </m:sup>
                      </m:sSup>
                    </m:oMath>
                  </m:oMathPara>
                </a14:m>
                <a:endParaRPr lang="pt-BR" sz="1600"/>
              </a:p>
            </p:txBody>
          </p:sp>
        </mc:Choice>
        <mc:Fallback xmlns="">
          <p:sp>
            <p:nvSpPr>
              <p:cNvPr id="62" name="CaixaDeTexto 61">
                <a:extLst>
                  <a:ext uri="{FF2B5EF4-FFF2-40B4-BE49-F238E27FC236}">
                    <a16:creationId xmlns:a16="http://schemas.microsoft.com/office/drawing/2014/main" id="{0E6851ED-F623-B242-432C-FEFF6156689D}"/>
                  </a:ext>
                </a:extLst>
              </p:cNvPr>
              <p:cNvSpPr txBox="1">
                <a:spLocks noRot="1" noChangeAspect="1" noMove="1" noResize="1" noEditPoints="1" noAdjustHandles="1" noChangeArrowheads="1" noChangeShapeType="1" noTextEdit="1"/>
              </p:cNvSpPr>
              <p:nvPr/>
            </p:nvSpPr>
            <p:spPr>
              <a:xfrm>
                <a:off x="5183361" y="4019968"/>
                <a:ext cx="4142223" cy="598882"/>
              </a:xfrm>
              <a:prstGeom prst="rect">
                <a:avLst/>
              </a:prstGeom>
              <a:blipFill>
                <a:blip r:embed="rId7"/>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63" name="CaixaDeTexto 62">
                <a:extLst>
                  <a:ext uri="{FF2B5EF4-FFF2-40B4-BE49-F238E27FC236}">
                    <a16:creationId xmlns:a16="http://schemas.microsoft.com/office/drawing/2014/main" id="{8828E7B0-85CE-BDDA-07F3-7044E1CFE515}"/>
                  </a:ext>
                </a:extLst>
              </p:cNvPr>
              <p:cNvSpPr txBox="1"/>
              <p:nvPr/>
            </p:nvSpPr>
            <p:spPr>
              <a:xfrm>
                <a:off x="5183361" y="4723284"/>
                <a:ext cx="1313116" cy="37138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pt-BR" sz="1600" b="0" i="1" smtClean="0">
                          <a:latin typeface="Cambria Math" panose="02040503050406030204" pitchFamily="18" charset="0"/>
                        </a:rPr>
                        <m:t>𝛾</m:t>
                      </m:r>
                      <m:r>
                        <a:rPr lang="en-US" sz="1600" b="0" i="1" smtClean="0">
                          <a:latin typeface="Cambria Math" panose="02040503050406030204" pitchFamily="18" charset="0"/>
                        </a:rPr>
                        <m:t>=</m:t>
                      </m:r>
                      <m:sSubSup>
                        <m:sSubSupPr>
                          <m:ctrlPr>
                            <a:rPr lang="pt-BR" sz="1600" i="1">
                              <a:latin typeface="Cambria Math" panose="02040503050406030204" pitchFamily="18" charset="0"/>
                            </a:rPr>
                          </m:ctrlPr>
                        </m:sSubSupPr>
                        <m:e>
                          <m:acc>
                            <m:accPr>
                              <m:chr m:val="̃"/>
                              <m:ctrlPr>
                                <a:rPr lang="pt-BR" sz="1600" b="0" i="1" smtClean="0">
                                  <a:latin typeface="Cambria Math" panose="02040503050406030204" pitchFamily="18" charset="0"/>
                                </a:rPr>
                              </m:ctrlPr>
                            </m:accPr>
                            <m:e>
                              <m:r>
                                <a:rPr lang="pt-BR" sz="1600" i="1">
                                  <a:latin typeface="Cambria Math" panose="02040503050406030204" pitchFamily="18" charset="0"/>
                                </a:rPr>
                                <m:t>𝜃</m:t>
                              </m:r>
                            </m:e>
                          </m:acc>
                        </m:e>
                        <m:sub>
                          <m:r>
                            <a:rPr lang="pt-BR" sz="1600" i="1">
                              <a:latin typeface="Cambria Math" panose="02040503050406030204" pitchFamily="18" charset="0"/>
                            </a:rPr>
                            <m:t>𝑞</m:t>
                          </m:r>
                        </m:sub>
                        <m:sup>
                          <m:r>
                            <a:rPr lang="pt-BR" sz="1600" i="1">
                              <a:latin typeface="Cambria Math" panose="02040503050406030204" pitchFamily="18" charset="0"/>
                            </a:rPr>
                            <m:t>′</m:t>
                          </m:r>
                        </m:sup>
                      </m:sSubSup>
                      <m:r>
                        <a:rPr lang="pt-BR" sz="1600" b="0" i="1" smtClean="0">
                          <a:latin typeface="Cambria Math" panose="02040503050406030204" pitchFamily="18" charset="0"/>
                        </a:rPr>
                        <m:t>−</m:t>
                      </m:r>
                      <m:sSubSup>
                        <m:sSubSupPr>
                          <m:ctrlPr>
                            <a:rPr lang="pt-BR" sz="1600" b="0" i="1" smtClean="0">
                              <a:latin typeface="Cambria Math" panose="02040503050406030204" pitchFamily="18" charset="0"/>
                            </a:rPr>
                          </m:ctrlPr>
                        </m:sSubSupPr>
                        <m:e>
                          <m:r>
                            <a:rPr lang="pt-BR" sz="1600" b="0" i="1" smtClean="0">
                              <a:latin typeface="Cambria Math" panose="02040503050406030204" pitchFamily="18" charset="0"/>
                            </a:rPr>
                            <m:t>𝜃</m:t>
                          </m:r>
                        </m:e>
                        <m:sub>
                          <m:r>
                            <a:rPr lang="pt-BR" sz="1600" b="0" i="1" smtClean="0">
                              <a:latin typeface="Cambria Math" panose="02040503050406030204" pitchFamily="18" charset="0"/>
                            </a:rPr>
                            <m:t>𝑝</m:t>
                          </m:r>
                        </m:sub>
                        <m:sup>
                          <m:r>
                            <a:rPr lang="pt-BR" sz="1600" b="0" i="1" smtClean="0">
                              <a:latin typeface="Cambria Math" panose="02040503050406030204" pitchFamily="18" charset="0"/>
                            </a:rPr>
                            <m:t> </m:t>
                          </m:r>
                        </m:sup>
                      </m:sSubSup>
                    </m:oMath>
                  </m:oMathPara>
                </a14:m>
                <a:endParaRPr lang="pt-BR" sz="1600"/>
              </a:p>
            </p:txBody>
          </p:sp>
        </mc:Choice>
        <mc:Fallback xmlns="">
          <p:sp>
            <p:nvSpPr>
              <p:cNvPr id="63" name="CaixaDeTexto 62">
                <a:extLst>
                  <a:ext uri="{FF2B5EF4-FFF2-40B4-BE49-F238E27FC236}">
                    <a16:creationId xmlns:a16="http://schemas.microsoft.com/office/drawing/2014/main" id="{8828E7B0-85CE-BDDA-07F3-7044E1CFE515}"/>
                  </a:ext>
                </a:extLst>
              </p:cNvPr>
              <p:cNvSpPr txBox="1">
                <a:spLocks noRot="1" noChangeAspect="1" noMove="1" noResize="1" noEditPoints="1" noAdjustHandles="1" noChangeArrowheads="1" noChangeShapeType="1" noTextEdit="1"/>
              </p:cNvSpPr>
              <p:nvPr/>
            </p:nvSpPr>
            <p:spPr>
              <a:xfrm>
                <a:off x="5183361" y="4723284"/>
                <a:ext cx="1313116" cy="371384"/>
              </a:xfrm>
              <a:prstGeom prst="rect">
                <a:avLst/>
              </a:prstGeom>
              <a:blipFill>
                <a:blip r:embed="rId8"/>
                <a:stretch>
                  <a:fillRect t="-1639" b="-1639"/>
                </a:stretch>
              </a:blipFill>
            </p:spPr>
            <p:txBody>
              <a:bodyPr/>
              <a:lstStyle/>
              <a:p>
                <a:r>
                  <a:rPr lang="pt-BR">
                    <a:noFill/>
                  </a:rPr>
                  <a:t> </a:t>
                </a:r>
              </a:p>
            </p:txBody>
          </p:sp>
        </mc:Fallback>
      </mc:AlternateContent>
      <p:grpSp>
        <p:nvGrpSpPr>
          <p:cNvPr id="65" name="Agrupar 64">
            <a:extLst>
              <a:ext uri="{FF2B5EF4-FFF2-40B4-BE49-F238E27FC236}">
                <a16:creationId xmlns:a16="http://schemas.microsoft.com/office/drawing/2014/main" id="{279673C1-722B-EC4B-80C2-0A09F8222520}"/>
              </a:ext>
            </a:extLst>
          </p:cNvPr>
          <p:cNvGrpSpPr/>
          <p:nvPr/>
        </p:nvGrpSpPr>
        <p:grpSpPr>
          <a:xfrm>
            <a:off x="5160516" y="1964238"/>
            <a:ext cx="2892862" cy="1698074"/>
            <a:chOff x="5160516" y="1964238"/>
            <a:chExt cx="2892862" cy="1698074"/>
          </a:xfrm>
        </p:grpSpPr>
        <p:grpSp>
          <p:nvGrpSpPr>
            <p:cNvPr id="60" name="Agrupar 59">
              <a:extLst>
                <a:ext uri="{FF2B5EF4-FFF2-40B4-BE49-F238E27FC236}">
                  <a16:creationId xmlns:a16="http://schemas.microsoft.com/office/drawing/2014/main" id="{6361A8AF-17BA-16DD-4DFF-B783799C8764}"/>
                </a:ext>
              </a:extLst>
            </p:cNvPr>
            <p:cNvGrpSpPr/>
            <p:nvPr/>
          </p:nvGrpSpPr>
          <p:grpSpPr>
            <a:xfrm>
              <a:off x="5160516" y="1979119"/>
              <a:ext cx="2892862" cy="1683193"/>
              <a:chOff x="6319127" y="2157335"/>
              <a:chExt cx="2892862" cy="1683193"/>
            </a:xfrm>
          </p:grpSpPr>
          <p:grpSp>
            <p:nvGrpSpPr>
              <p:cNvPr id="47" name="Agrupar 46">
                <a:extLst>
                  <a:ext uri="{FF2B5EF4-FFF2-40B4-BE49-F238E27FC236}">
                    <a16:creationId xmlns:a16="http://schemas.microsoft.com/office/drawing/2014/main" id="{E9DD7969-318F-02E6-71A3-FC244D64BA48}"/>
                  </a:ext>
                </a:extLst>
              </p:cNvPr>
              <p:cNvGrpSpPr/>
              <p:nvPr/>
            </p:nvGrpSpPr>
            <p:grpSpPr>
              <a:xfrm>
                <a:off x="6476509" y="2308199"/>
                <a:ext cx="2085764" cy="1329512"/>
                <a:chOff x="2833991" y="2122920"/>
                <a:chExt cx="1034375" cy="687823"/>
              </a:xfrm>
            </p:grpSpPr>
            <mc:AlternateContent xmlns:mc="http://schemas.openxmlformats.org/markup-compatibility/2006" xmlns:a14="http://schemas.microsoft.com/office/drawing/2010/main">
              <mc:Choice Requires="a14">
                <p:sp>
                  <p:nvSpPr>
                    <p:cNvPr id="54" name="CaixaDeTexto 53">
                      <a:extLst>
                        <a:ext uri="{FF2B5EF4-FFF2-40B4-BE49-F238E27FC236}">
                          <a16:creationId xmlns:a16="http://schemas.microsoft.com/office/drawing/2014/main" id="{11E63E6F-25E8-2C25-AB64-51CE72E276D5}"/>
                        </a:ext>
                      </a:extLst>
                    </p:cNvPr>
                    <p:cNvSpPr txBox="1"/>
                    <p:nvPr/>
                  </p:nvSpPr>
                  <p:spPr>
                    <a:xfrm>
                      <a:off x="3145433" y="2448411"/>
                      <a:ext cx="212441" cy="18659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sz="1600" b="1" i="1" smtClean="0">
                                    <a:latin typeface="Cambria Math" panose="02040503050406030204" pitchFamily="18" charset="0"/>
                                  </a:rPr>
                                </m:ctrlPr>
                              </m:sSubPr>
                              <m:e>
                                <m:acc>
                                  <m:accPr>
                                    <m:chr m:val="̃"/>
                                    <m:ctrlPr>
                                      <a:rPr lang="pt-BR" sz="1600" b="1" i="1" smtClean="0">
                                        <a:latin typeface="Cambria Math" panose="02040503050406030204" pitchFamily="18" charset="0"/>
                                      </a:rPr>
                                    </m:ctrlPr>
                                  </m:accPr>
                                  <m:e>
                                    <m:r>
                                      <a:rPr lang="en-US" sz="1600" b="1" i="1" smtClean="0">
                                        <a:latin typeface="Cambria Math" panose="02040503050406030204" pitchFamily="18" charset="0"/>
                                      </a:rPr>
                                      <m:t>𝒓</m:t>
                                    </m:r>
                                  </m:e>
                                </m:acc>
                              </m:e>
                              <m:sub>
                                <m:r>
                                  <a:rPr lang="pt-BR" sz="1600" b="1" i="1" smtClean="0">
                                    <a:latin typeface="Cambria Math" panose="02040503050406030204" pitchFamily="18" charset="0"/>
                                  </a:rPr>
                                  <m:t>𝒒</m:t>
                                </m:r>
                              </m:sub>
                            </m:sSub>
                          </m:oMath>
                        </m:oMathPara>
                      </a14:m>
                      <a:endParaRPr lang="pt-BR" sz="1600" b="1"/>
                    </a:p>
                  </p:txBody>
                </p:sp>
              </mc:Choice>
              <mc:Fallback xmlns="">
                <p:sp>
                  <p:nvSpPr>
                    <p:cNvPr id="54" name="CaixaDeTexto 53">
                      <a:extLst>
                        <a:ext uri="{FF2B5EF4-FFF2-40B4-BE49-F238E27FC236}">
                          <a16:creationId xmlns:a16="http://schemas.microsoft.com/office/drawing/2014/main" id="{11E63E6F-25E8-2C25-AB64-51CE72E276D5}"/>
                        </a:ext>
                      </a:extLst>
                    </p:cNvPr>
                    <p:cNvSpPr txBox="1">
                      <a:spLocks noRot="1" noChangeAspect="1" noMove="1" noResize="1" noEditPoints="1" noAdjustHandles="1" noChangeArrowheads="1" noChangeShapeType="1" noTextEdit="1"/>
                    </p:cNvSpPr>
                    <p:nvPr/>
                  </p:nvSpPr>
                  <p:spPr>
                    <a:xfrm>
                      <a:off x="3145433" y="2448411"/>
                      <a:ext cx="212441" cy="186596"/>
                    </a:xfrm>
                    <a:prstGeom prst="rect">
                      <a:avLst/>
                    </a:prstGeom>
                    <a:blipFill>
                      <a:blip r:embed="rId9"/>
                      <a:stretch>
                        <a:fillRect b="-1695"/>
                      </a:stretch>
                    </a:blipFill>
                  </p:spPr>
                  <p:txBody>
                    <a:bodyPr/>
                    <a:lstStyle/>
                    <a:p>
                      <a:r>
                        <a:rPr lang="pt-BR">
                          <a:noFill/>
                        </a:rPr>
                        <a:t> </a:t>
                      </a:r>
                    </a:p>
                  </p:txBody>
                </p:sp>
              </mc:Fallback>
            </mc:AlternateContent>
            <p:cxnSp>
              <p:nvCxnSpPr>
                <p:cNvPr id="55" name="Conector de Seta Reta 54">
                  <a:extLst>
                    <a:ext uri="{FF2B5EF4-FFF2-40B4-BE49-F238E27FC236}">
                      <a16:creationId xmlns:a16="http://schemas.microsoft.com/office/drawing/2014/main" id="{04185AC0-818D-AE1B-A94A-422B918EC5CB}"/>
                    </a:ext>
                  </a:extLst>
                </p:cNvPr>
                <p:cNvCxnSpPr>
                  <a:cxnSpLocks/>
                  <a:endCxn id="44" idx="5"/>
                </p:cNvCxnSpPr>
                <p:nvPr/>
              </p:nvCxnSpPr>
              <p:spPr>
                <a:xfrm flipH="1" flipV="1">
                  <a:off x="2833991" y="2122920"/>
                  <a:ext cx="1034375" cy="687823"/>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grpSp>
            <p:nvGrpSpPr>
              <p:cNvPr id="48" name="Agrupar 47">
                <a:extLst>
                  <a:ext uri="{FF2B5EF4-FFF2-40B4-BE49-F238E27FC236}">
                    <a16:creationId xmlns:a16="http://schemas.microsoft.com/office/drawing/2014/main" id="{49B0B582-45E7-721D-B26F-EED883463355}"/>
                  </a:ext>
                </a:extLst>
              </p:cNvPr>
              <p:cNvGrpSpPr/>
              <p:nvPr/>
            </p:nvGrpSpPr>
            <p:grpSpPr>
              <a:xfrm>
                <a:off x="8562276" y="2761289"/>
                <a:ext cx="649713" cy="880079"/>
                <a:chOff x="3868364" y="2554591"/>
                <a:chExt cx="322206" cy="455309"/>
              </a:xfrm>
            </p:grpSpPr>
            <mc:AlternateContent xmlns:mc="http://schemas.openxmlformats.org/markup-compatibility/2006" xmlns:a14="http://schemas.microsoft.com/office/drawing/2010/main">
              <mc:Choice Requires="a14">
                <p:sp>
                  <p:nvSpPr>
                    <p:cNvPr id="52" name="CaixaDeTexto 51">
                      <a:extLst>
                        <a:ext uri="{FF2B5EF4-FFF2-40B4-BE49-F238E27FC236}">
                          <a16:creationId xmlns:a16="http://schemas.microsoft.com/office/drawing/2014/main" id="{24743657-F445-4DCD-0535-BE990F22B791}"/>
                        </a:ext>
                      </a:extLst>
                    </p:cNvPr>
                    <p:cNvSpPr txBox="1"/>
                    <p:nvPr/>
                  </p:nvSpPr>
                  <p:spPr>
                    <a:xfrm>
                      <a:off x="3995155" y="2692406"/>
                      <a:ext cx="195415" cy="18656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sz="1600" b="1" i="1" smtClean="0">
                                    <a:latin typeface="Cambria Math" panose="02040503050406030204" pitchFamily="18" charset="0"/>
                                  </a:rPr>
                                </m:ctrlPr>
                              </m:sSubPr>
                              <m:e>
                                <m:r>
                                  <a:rPr lang="en-US" sz="1600" b="1" i="1" smtClean="0">
                                    <a:latin typeface="Cambria Math" panose="02040503050406030204" pitchFamily="18" charset="0"/>
                                  </a:rPr>
                                  <m:t>𝒓</m:t>
                                </m:r>
                              </m:e>
                              <m:sub>
                                <m:r>
                                  <a:rPr lang="pt-BR" sz="1600" b="1" i="1" smtClean="0">
                                    <a:latin typeface="Cambria Math" panose="02040503050406030204" pitchFamily="18" charset="0"/>
                                  </a:rPr>
                                  <m:t>𝒑</m:t>
                                </m:r>
                              </m:sub>
                            </m:sSub>
                          </m:oMath>
                        </m:oMathPara>
                      </a14:m>
                      <a:endParaRPr lang="pt-BR" sz="1600" b="1"/>
                    </a:p>
                  </p:txBody>
                </p:sp>
              </mc:Choice>
              <mc:Fallback xmlns="">
                <p:sp>
                  <p:nvSpPr>
                    <p:cNvPr id="52" name="CaixaDeTexto 51">
                      <a:extLst>
                        <a:ext uri="{FF2B5EF4-FFF2-40B4-BE49-F238E27FC236}">
                          <a16:creationId xmlns:a16="http://schemas.microsoft.com/office/drawing/2014/main" id="{24743657-F445-4DCD-0535-BE990F22B791}"/>
                        </a:ext>
                      </a:extLst>
                    </p:cNvPr>
                    <p:cNvSpPr txBox="1">
                      <a:spLocks noRot="1" noChangeAspect="1" noMove="1" noResize="1" noEditPoints="1" noAdjustHandles="1" noChangeArrowheads="1" noChangeShapeType="1" noTextEdit="1"/>
                    </p:cNvSpPr>
                    <p:nvPr/>
                  </p:nvSpPr>
                  <p:spPr>
                    <a:xfrm>
                      <a:off x="3995155" y="2692406"/>
                      <a:ext cx="195415" cy="186563"/>
                    </a:xfrm>
                    <a:prstGeom prst="rect">
                      <a:avLst/>
                    </a:prstGeom>
                    <a:blipFill>
                      <a:blip r:embed="rId10"/>
                      <a:stretch>
                        <a:fillRect b="-1667"/>
                      </a:stretch>
                    </a:blipFill>
                  </p:spPr>
                  <p:txBody>
                    <a:bodyPr/>
                    <a:lstStyle/>
                    <a:p>
                      <a:r>
                        <a:rPr lang="pt-BR">
                          <a:noFill/>
                        </a:rPr>
                        <a:t> </a:t>
                      </a:r>
                    </a:p>
                  </p:txBody>
                </p:sp>
              </mc:Fallback>
            </mc:AlternateContent>
            <p:cxnSp>
              <p:nvCxnSpPr>
                <p:cNvPr id="53" name="Conector de Seta Reta 52">
                  <a:extLst>
                    <a:ext uri="{FF2B5EF4-FFF2-40B4-BE49-F238E27FC236}">
                      <a16:creationId xmlns:a16="http://schemas.microsoft.com/office/drawing/2014/main" id="{1BED5C77-E7A0-06C2-836A-9D7B819B805D}"/>
                    </a:ext>
                  </a:extLst>
                </p:cNvPr>
                <p:cNvCxnSpPr>
                  <a:cxnSpLocks/>
                  <a:endCxn id="42" idx="2"/>
                </p:cNvCxnSpPr>
                <p:nvPr/>
              </p:nvCxnSpPr>
              <p:spPr>
                <a:xfrm flipV="1">
                  <a:off x="3868364" y="2554591"/>
                  <a:ext cx="199031" cy="455309"/>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sp>
            <p:nvSpPr>
              <p:cNvPr id="41" name="Elipse 40">
                <a:extLst>
                  <a:ext uri="{FF2B5EF4-FFF2-40B4-BE49-F238E27FC236}">
                    <a16:creationId xmlns:a16="http://schemas.microsoft.com/office/drawing/2014/main" id="{3089A031-77F3-AEA9-5327-049256F4D71B}"/>
                  </a:ext>
                </a:extLst>
              </p:cNvPr>
              <p:cNvSpPr/>
              <p:nvPr/>
            </p:nvSpPr>
            <p:spPr>
              <a:xfrm>
                <a:off x="8534616" y="3618512"/>
                <a:ext cx="55315" cy="53024"/>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2000"/>
              </a:p>
            </p:txBody>
          </p:sp>
          <p:sp>
            <p:nvSpPr>
              <p:cNvPr id="42" name="Círculo: Vazio 41">
                <a:extLst>
                  <a:ext uri="{FF2B5EF4-FFF2-40B4-BE49-F238E27FC236}">
                    <a16:creationId xmlns:a16="http://schemas.microsoft.com/office/drawing/2014/main" id="{786792AE-80E4-EFE0-7186-FF75A2A9D8E5}"/>
                  </a:ext>
                </a:extLst>
              </p:cNvPr>
              <p:cNvSpPr/>
              <p:nvPr/>
            </p:nvSpPr>
            <p:spPr>
              <a:xfrm>
                <a:off x="8963610" y="2672916"/>
                <a:ext cx="184384" cy="176747"/>
              </a:xfrm>
              <a:prstGeom prst="donut">
                <a:avLst>
                  <a:gd name="adj" fmla="val 46798"/>
                </a:avLst>
              </a:prstGeom>
              <a:solidFill>
                <a:schemeClr val="bg1"/>
              </a:solidFill>
              <a:ln w="1270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2000">
                  <a:solidFill>
                    <a:schemeClr val="tx1"/>
                  </a:solidFill>
                </a:endParaRPr>
              </a:p>
            </p:txBody>
          </p:sp>
          <p:cxnSp>
            <p:nvCxnSpPr>
              <p:cNvPr id="43" name="Conector de Seta Reta 42">
                <a:extLst>
                  <a:ext uri="{FF2B5EF4-FFF2-40B4-BE49-F238E27FC236}">
                    <a16:creationId xmlns:a16="http://schemas.microsoft.com/office/drawing/2014/main" id="{70FF4037-3FC2-5010-F8AD-77CBA46D0041}"/>
                  </a:ext>
                </a:extLst>
              </p:cNvPr>
              <p:cNvCxnSpPr>
                <a:cxnSpLocks/>
                <a:stCxn id="42" idx="2"/>
                <a:endCxn id="44" idx="5"/>
              </p:cNvCxnSpPr>
              <p:nvPr/>
            </p:nvCxnSpPr>
            <p:spPr>
              <a:xfrm flipH="1" flipV="1">
                <a:off x="6476509" y="2308198"/>
                <a:ext cx="2487101" cy="453092"/>
              </a:xfrm>
              <a:prstGeom prst="straightConnector1">
                <a:avLst/>
              </a:prstGeom>
              <a:ln>
                <a:solidFill>
                  <a:srgbClr val="FF0000"/>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sp>
            <p:nvSpPr>
              <p:cNvPr id="44" name="Círculo: Vazio 43">
                <a:extLst>
                  <a:ext uri="{FF2B5EF4-FFF2-40B4-BE49-F238E27FC236}">
                    <a16:creationId xmlns:a16="http://schemas.microsoft.com/office/drawing/2014/main" id="{CBD68CFC-3217-5EB5-5619-8741E84A2E45}"/>
                  </a:ext>
                </a:extLst>
              </p:cNvPr>
              <p:cNvSpPr/>
              <p:nvPr/>
            </p:nvSpPr>
            <p:spPr>
              <a:xfrm>
                <a:off x="6319127" y="2157335"/>
                <a:ext cx="184384" cy="176747"/>
              </a:xfrm>
              <a:prstGeom prst="donut">
                <a:avLst>
                  <a:gd name="adj" fmla="val 46798"/>
                </a:avLst>
              </a:prstGeom>
              <a:solidFill>
                <a:schemeClr val="bg1"/>
              </a:solidFill>
              <a:ln w="12700">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2000">
                  <a:solidFill>
                    <a:schemeClr val="tx1"/>
                  </a:solidFill>
                </a:endParaRPr>
              </a:p>
            </p:txBody>
          </p:sp>
          <mc:AlternateContent xmlns:mc="http://schemas.openxmlformats.org/markup-compatibility/2006" xmlns:a14="http://schemas.microsoft.com/office/drawing/2010/main">
            <mc:Choice Requires="a14">
              <p:sp>
                <p:nvSpPr>
                  <p:cNvPr id="59" name="CaixaDeTexto 58">
                    <a:extLst>
                      <a:ext uri="{FF2B5EF4-FFF2-40B4-BE49-F238E27FC236}">
                        <a16:creationId xmlns:a16="http://schemas.microsoft.com/office/drawing/2014/main" id="{5809B2E8-C766-79EB-77D5-47035756D59F}"/>
                      </a:ext>
                    </a:extLst>
                  </p:cNvPr>
                  <p:cNvSpPr txBox="1"/>
                  <p:nvPr/>
                </p:nvSpPr>
                <p:spPr>
                  <a:xfrm>
                    <a:off x="8516656" y="3563529"/>
                    <a:ext cx="324704" cy="2769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200" b="0" i="1" smtClean="0">
                              <a:latin typeface="Cambria Math" panose="02040503050406030204" pitchFamily="18" charset="0"/>
                            </a:rPr>
                            <m:t>𝑂</m:t>
                          </m:r>
                        </m:oMath>
                      </m:oMathPara>
                    </a14:m>
                    <a:endParaRPr lang="pt-BR" sz="1200"/>
                  </a:p>
                </p:txBody>
              </p:sp>
            </mc:Choice>
            <mc:Fallback xmlns="">
              <p:sp>
                <p:nvSpPr>
                  <p:cNvPr id="59" name="CaixaDeTexto 58">
                    <a:extLst>
                      <a:ext uri="{FF2B5EF4-FFF2-40B4-BE49-F238E27FC236}">
                        <a16:creationId xmlns:a16="http://schemas.microsoft.com/office/drawing/2014/main" id="{5809B2E8-C766-79EB-77D5-47035756D59F}"/>
                      </a:ext>
                    </a:extLst>
                  </p:cNvPr>
                  <p:cNvSpPr txBox="1">
                    <a:spLocks noRot="1" noChangeAspect="1" noMove="1" noResize="1" noEditPoints="1" noAdjustHandles="1" noChangeArrowheads="1" noChangeShapeType="1" noTextEdit="1"/>
                  </p:cNvSpPr>
                  <p:nvPr/>
                </p:nvSpPr>
                <p:spPr>
                  <a:xfrm>
                    <a:off x="8516656" y="3563529"/>
                    <a:ext cx="324704" cy="276999"/>
                  </a:xfrm>
                  <a:prstGeom prst="rect">
                    <a:avLst/>
                  </a:prstGeom>
                  <a:blipFill>
                    <a:blip r:embed="rId11"/>
                    <a:stretch>
                      <a:fillRect/>
                    </a:stretch>
                  </a:blipFill>
                </p:spPr>
                <p:txBody>
                  <a:bodyPr/>
                  <a:lstStyle/>
                  <a:p>
                    <a:r>
                      <a:rPr lang="pt-BR">
                        <a:noFill/>
                      </a:rPr>
                      <a:t> </a:t>
                    </a:r>
                  </a:p>
                </p:txBody>
              </p:sp>
            </mc:Fallback>
          </mc:AlternateContent>
        </p:grpSp>
        <mc:AlternateContent xmlns:mc="http://schemas.openxmlformats.org/markup-compatibility/2006" xmlns:a14="http://schemas.microsoft.com/office/drawing/2010/main">
          <mc:Choice Requires="a14">
            <p:sp>
              <p:nvSpPr>
                <p:cNvPr id="64" name="CaixaDeTexto 63">
                  <a:extLst>
                    <a:ext uri="{FF2B5EF4-FFF2-40B4-BE49-F238E27FC236}">
                      <a16:creationId xmlns:a16="http://schemas.microsoft.com/office/drawing/2014/main" id="{E4D485C9-79DB-2033-4914-6A0CCE7914E0}"/>
                    </a:ext>
                  </a:extLst>
                </p:cNvPr>
                <p:cNvSpPr txBox="1"/>
                <p:nvPr/>
              </p:nvSpPr>
              <p:spPr>
                <a:xfrm>
                  <a:off x="6248597" y="1964238"/>
                  <a:ext cx="964486" cy="36067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sz="1600" b="1" i="1">
                                <a:solidFill>
                                  <a:srgbClr val="FF0000"/>
                                </a:solidFill>
                                <a:latin typeface="Cambria Math" panose="02040503050406030204" pitchFamily="18" charset="0"/>
                              </a:rPr>
                            </m:ctrlPr>
                          </m:sSubPr>
                          <m:e>
                            <m:r>
                              <a:rPr lang="en-US" sz="1600" b="1" i="1">
                                <a:solidFill>
                                  <a:srgbClr val="FF0000"/>
                                </a:solidFill>
                                <a:latin typeface="Cambria Math" panose="02040503050406030204" pitchFamily="18" charset="0"/>
                              </a:rPr>
                              <m:t>𝒓</m:t>
                            </m:r>
                          </m:e>
                          <m:sub>
                            <m:r>
                              <a:rPr lang="pt-BR" sz="1600" b="1" i="1">
                                <a:solidFill>
                                  <a:srgbClr val="FF0000"/>
                                </a:solidFill>
                                <a:latin typeface="Cambria Math" panose="02040503050406030204" pitchFamily="18" charset="0"/>
                              </a:rPr>
                              <m:t>𝒑</m:t>
                            </m:r>
                          </m:sub>
                        </m:sSub>
                        <m:r>
                          <a:rPr lang="pt-BR" sz="1600" i="1">
                            <a:solidFill>
                              <a:srgbClr val="FF0000"/>
                            </a:solidFill>
                            <a:latin typeface="Cambria Math" panose="02040503050406030204" pitchFamily="18" charset="0"/>
                          </a:rPr>
                          <m:t>−</m:t>
                        </m:r>
                        <m:sSub>
                          <m:sSubPr>
                            <m:ctrlPr>
                              <a:rPr lang="pt-BR" sz="1600" b="1" i="1">
                                <a:solidFill>
                                  <a:srgbClr val="FF0000"/>
                                </a:solidFill>
                                <a:latin typeface="Cambria Math" panose="02040503050406030204" pitchFamily="18" charset="0"/>
                              </a:rPr>
                            </m:ctrlPr>
                          </m:sSubPr>
                          <m:e>
                            <m:acc>
                              <m:accPr>
                                <m:chr m:val="̃"/>
                                <m:ctrlPr>
                                  <a:rPr lang="pt-BR" sz="1600" b="1" i="1">
                                    <a:solidFill>
                                      <a:srgbClr val="FF0000"/>
                                    </a:solidFill>
                                    <a:latin typeface="Cambria Math" panose="02040503050406030204" pitchFamily="18" charset="0"/>
                                  </a:rPr>
                                </m:ctrlPr>
                              </m:accPr>
                              <m:e>
                                <m:r>
                                  <a:rPr lang="en-US" sz="1600" i="1">
                                    <a:solidFill>
                                      <a:srgbClr val="FF0000"/>
                                    </a:solidFill>
                                    <a:latin typeface="Cambria Math" panose="02040503050406030204" pitchFamily="18" charset="0"/>
                                  </a:rPr>
                                  <m:t>𝑟</m:t>
                                </m:r>
                              </m:e>
                            </m:acc>
                          </m:e>
                          <m:sub>
                            <m:r>
                              <a:rPr lang="pt-BR" sz="1600" b="1" i="1">
                                <a:solidFill>
                                  <a:srgbClr val="FF0000"/>
                                </a:solidFill>
                                <a:latin typeface="Cambria Math" panose="02040503050406030204" pitchFamily="18" charset="0"/>
                              </a:rPr>
                              <m:t>𝒒</m:t>
                            </m:r>
                          </m:sub>
                        </m:sSub>
                      </m:oMath>
                    </m:oMathPara>
                  </a14:m>
                  <a:endParaRPr lang="pt-BR" sz="1600">
                    <a:solidFill>
                      <a:srgbClr val="FF0000"/>
                    </a:solidFill>
                  </a:endParaRPr>
                </a:p>
              </p:txBody>
            </p:sp>
          </mc:Choice>
          <mc:Fallback xmlns="">
            <p:sp>
              <p:nvSpPr>
                <p:cNvPr id="64" name="CaixaDeTexto 63">
                  <a:extLst>
                    <a:ext uri="{FF2B5EF4-FFF2-40B4-BE49-F238E27FC236}">
                      <a16:creationId xmlns:a16="http://schemas.microsoft.com/office/drawing/2014/main" id="{E4D485C9-79DB-2033-4914-6A0CCE7914E0}"/>
                    </a:ext>
                  </a:extLst>
                </p:cNvPr>
                <p:cNvSpPr txBox="1">
                  <a:spLocks noRot="1" noChangeAspect="1" noMove="1" noResize="1" noEditPoints="1" noAdjustHandles="1" noChangeArrowheads="1" noChangeShapeType="1" noTextEdit="1"/>
                </p:cNvSpPr>
                <p:nvPr/>
              </p:nvSpPr>
              <p:spPr>
                <a:xfrm>
                  <a:off x="6248597" y="1964238"/>
                  <a:ext cx="964486" cy="360676"/>
                </a:xfrm>
                <a:prstGeom prst="rect">
                  <a:avLst/>
                </a:prstGeom>
                <a:blipFill>
                  <a:blip r:embed="rId12"/>
                  <a:stretch>
                    <a:fillRect r="-5063" b="-3390"/>
                  </a:stretch>
                </a:blipFill>
              </p:spPr>
              <p:txBody>
                <a:bodyPr/>
                <a:lstStyle/>
                <a:p>
                  <a:r>
                    <a:rPr lang="pt-BR">
                      <a:noFill/>
                    </a:rPr>
                    <a:t> </a:t>
                  </a:r>
                </a:p>
              </p:txBody>
            </p:sp>
          </mc:Fallback>
        </mc:AlternateContent>
      </p:grpSp>
      <p:grpSp>
        <p:nvGrpSpPr>
          <p:cNvPr id="71" name="Agrupar 70">
            <a:extLst>
              <a:ext uri="{FF2B5EF4-FFF2-40B4-BE49-F238E27FC236}">
                <a16:creationId xmlns:a16="http://schemas.microsoft.com/office/drawing/2014/main" id="{09C146E2-CE1B-CF19-12CA-E31EE945F65C}"/>
              </a:ext>
            </a:extLst>
          </p:cNvPr>
          <p:cNvGrpSpPr/>
          <p:nvPr/>
        </p:nvGrpSpPr>
        <p:grpSpPr>
          <a:xfrm>
            <a:off x="7198447" y="3090839"/>
            <a:ext cx="291042" cy="284697"/>
            <a:chOff x="4901650" y="1366572"/>
            <a:chExt cx="291042" cy="284697"/>
          </a:xfrm>
        </p:grpSpPr>
        <mc:AlternateContent xmlns:mc="http://schemas.openxmlformats.org/markup-compatibility/2006" xmlns:a14="http://schemas.microsoft.com/office/drawing/2010/main">
          <mc:Choice Requires="a14">
            <p:sp>
              <p:nvSpPr>
                <p:cNvPr id="72" name="CaixaDeTexto 71">
                  <a:extLst>
                    <a:ext uri="{FF2B5EF4-FFF2-40B4-BE49-F238E27FC236}">
                      <a16:creationId xmlns:a16="http://schemas.microsoft.com/office/drawing/2014/main" id="{F7706EAD-AF07-BE06-BA21-9AF549A41B20}"/>
                    </a:ext>
                  </a:extLst>
                </p:cNvPr>
                <p:cNvSpPr txBox="1"/>
                <p:nvPr/>
              </p:nvSpPr>
              <p:spPr>
                <a:xfrm>
                  <a:off x="4901650" y="1366572"/>
                  <a:ext cx="291042" cy="2616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pt-BR" sz="1100" i="1" smtClean="0">
                            <a:solidFill>
                              <a:schemeClr val="tx1"/>
                            </a:solidFill>
                            <a:latin typeface="Cambria Math" panose="02040503050406030204" pitchFamily="18" charset="0"/>
                          </a:rPr>
                          <m:t>𝛾</m:t>
                        </m:r>
                      </m:oMath>
                    </m:oMathPara>
                  </a14:m>
                  <a:endParaRPr lang="pt-BR" sz="1100">
                    <a:solidFill>
                      <a:schemeClr val="tx2">
                        <a:lumMod val="75000"/>
                        <a:lumOff val="25000"/>
                      </a:schemeClr>
                    </a:solidFill>
                  </a:endParaRPr>
                </a:p>
              </p:txBody>
            </p:sp>
          </mc:Choice>
          <mc:Fallback xmlns="">
            <p:sp>
              <p:nvSpPr>
                <p:cNvPr id="72" name="CaixaDeTexto 71">
                  <a:extLst>
                    <a:ext uri="{FF2B5EF4-FFF2-40B4-BE49-F238E27FC236}">
                      <a16:creationId xmlns:a16="http://schemas.microsoft.com/office/drawing/2014/main" id="{F7706EAD-AF07-BE06-BA21-9AF549A41B20}"/>
                    </a:ext>
                  </a:extLst>
                </p:cNvPr>
                <p:cNvSpPr txBox="1">
                  <a:spLocks noRot="1" noChangeAspect="1" noMove="1" noResize="1" noEditPoints="1" noAdjustHandles="1" noChangeArrowheads="1" noChangeShapeType="1" noTextEdit="1"/>
                </p:cNvSpPr>
                <p:nvPr/>
              </p:nvSpPr>
              <p:spPr>
                <a:xfrm>
                  <a:off x="4901650" y="1366572"/>
                  <a:ext cx="291042" cy="261610"/>
                </a:xfrm>
                <a:prstGeom prst="rect">
                  <a:avLst/>
                </a:prstGeom>
                <a:blipFill>
                  <a:blip r:embed="rId13"/>
                  <a:stretch>
                    <a:fillRect/>
                  </a:stretch>
                </a:blipFill>
              </p:spPr>
              <p:txBody>
                <a:bodyPr/>
                <a:lstStyle/>
                <a:p>
                  <a:r>
                    <a:rPr lang="pt-BR">
                      <a:noFill/>
                    </a:rPr>
                    <a:t> </a:t>
                  </a:r>
                </a:p>
              </p:txBody>
            </p:sp>
          </mc:Fallback>
        </mc:AlternateContent>
        <p:sp>
          <p:nvSpPr>
            <p:cNvPr id="73" name="Forma Livre: Forma 72">
              <a:extLst>
                <a:ext uri="{FF2B5EF4-FFF2-40B4-BE49-F238E27FC236}">
                  <a16:creationId xmlns:a16="http://schemas.microsoft.com/office/drawing/2014/main" id="{2197B16D-CDEC-1387-3778-AE1D4F7A678E}"/>
                </a:ext>
              </a:extLst>
            </p:cNvPr>
            <p:cNvSpPr/>
            <p:nvPr/>
          </p:nvSpPr>
          <p:spPr>
            <a:xfrm rot="3174591">
              <a:off x="5056349" y="1560780"/>
              <a:ext cx="45719" cy="135259"/>
            </a:xfrm>
            <a:custGeom>
              <a:avLst/>
              <a:gdLst>
                <a:gd name="connsiteX0" fmla="*/ 62649 w 62649"/>
                <a:gd name="connsiteY0" fmla="*/ 0 h 165100"/>
                <a:gd name="connsiteX1" fmla="*/ 5499 w 62649"/>
                <a:gd name="connsiteY1" fmla="*/ 82550 h 165100"/>
                <a:gd name="connsiteX2" fmla="*/ 5499 w 62649"/>
                <a:gd name="connsiteY2" fmla="*/ 165100 h 165100"/>
              </a:gdLst>
              <a:ahLst/>
              <a:cxnLst>
                <a:cxn ang="0">
                  <a:pos x="connsiteX0" y="connsiteY0"/>
                </a:cxn>
                <a:cxn ang="0">
                  <a:pos x="connsiteX1" y="connsiteY1"/>
                </a:cxn>
                <a:cxn ang="0">
                  <a:pos x="connsiteX2" y="connsiteY2"/>
                </a:cxn>
              </a:cxnLst>
              <a:rect l="l" t="t" r="r" b="b"/>
              <a:pathLst>
                <a:path w="62649" h="165100">
                  <a:moveTo>
                    <a:pt x="62649" y="0"/>
                  </a:moveTo>
                  <a:cubicBezTo>
                    <a:pt x="38836" y="27516"/>
                    <a:pt x="15024" y="55033"/>
                    <a:pt x="5499" y="82550"/>
                  </a:cubicBezTo>
                  <a:cubicBezTo>
                    <a:pt x="-4026" y="110067"/>
                    <a:pt x="736" y="137583"/>
                    <a:pt x="5499" y="165100"/>
                  </a:cubicBezTo>
                </a:path>
              </a:pathLst>
            </a:cu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mc:AlternateContent xmlns:mc="http://schemas.openxmlformats.org/markup-compatibility/2006" xmlns:a14="http://schemas.microsoft.com/office/drawing/2010/main">
        <mc:Choice Requires="a14">
          <p:sp>
            <p:nvSpPr>
              <p:cNvPr id="10" name="CaixaDeTexto 9">
                <a:extLst>
                  <a:ext uri="{FF2B5EF4-FFF2-40B4-BE49-F238E27FC236}">
                    <a16:creationId xmlns:a16="http://schemas.microsoft.com/office/drawing/2014/main" id="{2E02A9AD-579A-E323-E9BC-8004C367E95D}"/>
                  </a:ext>
                </a:extLst>
              </p:cNvPr>
              <p:cNvSpPr txBox="1"/>
              <p:nvPr/>
            </p:nvSpPr>
            <p:spPr>
              <a:xfrm>
                <a:off x="4848968" y="1671782"/>
                <a:ext cx="428376" cy="35753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lang="pt-BR" sz="1600" b="0" i="1" smtClean="0">
                              <a:latin typeface="Cambria Math" panose="02040503050406030204" pitchFamily="18" charset="0"/>
                            </a:rPr>
                          </m:ctrlPr>
                        </m:sSubSupPr>
                        <m:e>
                          <m:acc>
                            <m:accPr>
                              <m:chr m:val="̃"/>
                              <m:ctrlPr>
                                <a:rPr lang="pt-BR" sz="1600" i="1" smtClean="0">
                                  <a:latin typeface="Cambria Math" panose="02040503050406030204" pitchFamily="18" charset="0"/>
                                </a:rPr>
                              </m:ctrlPr>
                            </m:accPr>
                            <m:e>
                              <m:r>
                                <a:rPr lang="pt-BR" sz="1600" b="0" i="1" smtClean="0">
                                  <a:latin typeface="Cambria Math" panose="02040503050406030204" pitchFamily="18" charset="0"/>
                                </a:rPr>
                                <m:t>𝑐</m:t>
                              </m:r>
                            </m:e>
                          </m:acc>
                        </m:e>
                        <m:sub>
                          <m:r>
                            <a:rPr lang="pt-BR" sz="1600" b="0" i="1" smtClean="0">
                              <a:latin typeface="Cambria Math" panose="02040503050406030204" pitchFamily="18" charset="0"/>
                            </a:rPr>
                            <m:t>𝑞</m:t>
                          </m:r>
                        </m:sub>
                        <m:sup>
                          <m:r>
                            <a:rPr lang="pt-BR" sz="1600" b="0" i="1" smtClean="0">
                              <a:latin typeface="Cambria Math" panose="02040503050406030204" pitchFamily="18" charset="0"/>
                            </a:rPr>
                            <m:t>′</m:t>
                          </m:r>
                        </m:sup>
                      </m:sSubSup>
                    </m:oMath>
                  </m:oMathPara>
                </a14:m>
                <a:endParaRPr lang="pt-BR" sz="1600"/>
              </a:p>
            </p:txBody>
          </p:sp>
        </mc:Choice>
        <mc:Fallback xmlns="">
          <p:sp>
            <p:nvSpPr>
              <p:cNvPr id="10" name="CaixaDeTexto 9">
                <a:extLst>
                  <a:ext uri="{FF2B5EF4-FFF2-40B4-BE49-F238E27FC236}">
                    <a16:creationId xmlns:a16="http://schemas.microsoft.com/office/drawing/2014/main" id="{2E02A9AD-579A-E323-E9BC-8004C367E95D}"/>
                  </a:ext>
                </a:extLst>
              </p:cNvPr>
              <p:cNvSpPr txBox="1">
                <a:spLocks noRot="1" noChangeAspect="1" noMove="1" noResize="1" noEditPoints="1" noAdjustHandles="1" noChangeArrowheads="1" noChangeShapeType="1" noTextEdit="1"/>
              </p:cNvSpPr>
              <p:nvPr/>
            </p:nvSpPr>
            <p:spPr>
              <a:xfrm>
                <a:off x="4848968" y="1671782"/>
                <a:ext cx="428376" cy="357534"/>
              </a:xfrm>
              <a:prstGeom prst="rect">
                <a:avLst/>
              </a:prstGeom>
              <a:blipFill>
                <a:blip r:embed="rId14"/>
                <a:stretch>
                  <a:fillRect r="-16901" b="-3390"/>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1" name="CaixaDeTexto 10">
                <a:extLst>
                  <a:ext uri="{FF2B5EF4-FFF2-40B4-BE49-F238E27FC236}">
                    <a16:creationId xmlns:a16="http://schemas.microsoft.com/office/drawing/2014/main" id="{6553E2D4-010D-248E-95BD-E3FE9B0794B7}"/>
                  </a:ext>
                </a:extLst>
              </p:cNvPr>
              <p:cNvSpPr txBox="1"/>
              <p:nvPr/>
            </p:nvSpPr>
            <p:spPr>
              <a:xfrm>
                <a:off x="7838798" y="2156369"/>
                <a:ext cx="428376" cy="35753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sz="1600" i="1" smtClean="0">
                              <a:latin typeface="Cambria Math" panose="02040503050406030204" pitchFamily="18" charset="0"/>
                            </a:rPr>
                          </m:ctrlPr>
                        </m:sSubPr>
                        <m:e>
                          <m:r>
                            <a:rPr lang="pt-BR" sz="1600" i="1" smtClean="0">
                              <a:latin typeface="Cambria Math" panose="02040503050406030204" pitchFamily="18" charset="0"/>
                            </a:rPr>
                            <m:t>𝑐</m:t>
                          </m:r>
                        </m:e>
                        <m:sub>
                          <m:r>
                            <a:rPr lang="pt-BR" sz="1600" b="0" i="1" smtClean="0">
                              <a:latin typeface="Cambria Math" panose="02040503050406030204" pitchFamily="18" charset="0"/>
                            </a:rPr>
                            <m:t>𝑝</m:t>
                          </m:r>
                        </m:sub>
                      </m:sSub>
                    </m:oMath>
                  </m:oMathPara>
                </a14:m>
                <a:endParaRPr lang="pt-BR" sz="1600"/>
              </a:p>
            </p:txBody>
          </p:sp>
        </mc:Choice>
        <mc:Fallback xmlns="">
          <p:sp>
            <p:nvSpPr>
              <p:cNvPr id="11" name="CaixaDeTexto 10">
                <a:extLst>
                  <a:ext uri="{FF2B5EF4-FFF2-40B4-BE49-F238E27FC236}">
                    <a16:creationId xmlns:a16="http://schemas.microsoft.com/office/drawing/2014/main" id="{6553E2D4-010D-248E-95BD-E3FE9B0794B7}"/>
                  </a:ext>
                </a:extLst>
              </p:cNvPr>
              <p:cNvSpPr txBox="1">
                <a:spLocks noRot="1" noChangeAspect="1" noMove="1" noResize="1" noEditPoints="1" noAdjustHandles="1" noChangeArrowheads="1" noChangeShapeType="1" noTextEdit="1"/>
              </p:cNvSpPr>
              <p:nvPr/>
            </p:nvSpPr>
            <p:spPr>
              <a:xfrm>
                <a:off x="7838798" y="2156369"/>
                <a:ext cx="428376" cy="357534"/>
              </a:xfrm>
              <a:prstGeom prst="rect">
                <a:avLst/>
              </a:prstGeom>
              <a:blipFill>
                <a:blip r:embed="rId15"/>
                <a:stretch>
                  <a:fillRect b="-3448"/>
                </a:stretch>
              </a:blipFill>
            </p:spPr>
            <p:txBody>
              <a:bodyPr/>
              <a:lstStyle/>
              <a:p>
                <a:r>
                  <a:rPr lang="pt-BR">
                    <a:noFill/>
                  </a:rPr>
                  <a:t> </a:t>
                </a:r>
              </a:p>
            </p:txBody>
          </p:sp>
        </mc:Fallback>
      </mc:AlternateContent>
    </p:spTree>
    <p:extLst>
      <p:ext uri="{BB962C8B-B14F-4D97-AF65-F5344CB8AC3E}">
        <p14:creationId xmlns:p14="http://schemas.microsoft.com/office/powerpoint/2010/main" val="11577650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161" name="Agrupar 160">
            <a:extLst>
              <a:ext uri="{FF2B5EF4-FFF2-40B4-BE49-F238E27FC236}">
                <a16:creationId xmlns:a16="http://schemas.microsoft.com/office/drawing/2014/main" id="{7A77D41C-4CC1-B999-2856-B4118C33C414}"/>
              </a:ext>
            </a:extLst>
          </p:cNvPr>
          <p:cNvGrpSpPr/>
          <p:nvPr/>
        </p:nvGrpSpPr>
        <p:grpSpPr>
          <a:xfrm>
            <a:off x="1163452" y="1425984"/>
            <a:ext cx="4140460" cy="3960440"/>
            <a:chOff x="1163452" y="1425984"/>
            <a:chExt cx="4140460" cy="3960440"/>
          </a:xfrm>
        </p:grpSpPr>
        <p:sp>
          <p:nvSpPr>
            <p:cNvPr id="12" name="Arco 11">
              <a:extLst>
                <a:ext uri="{FF2B5EF4-FFF2-40B4-BE49-F238E27FC236}">
                  <a16:creationId xmlns:a16="http://schemas.microsoft.com/office/drawing/2014/main" id="{2BC69956-E7A5-8480-5760-3140D4899415}"/>
                </a:ext>
              </a:extLst>
            </p:cNvPr>
            <p:cNvSpPr/>
            <p:nvPr/>
          </p:nvSpPr>
          <p:spPr>
            <a:xfrm flipH="1">
              <a:off x="1163452" y="1425984"/>
              <a:ext cx="4140460" cy="3960440"/>
            </a:xfrm>
            <a:prstGeom prst="arc">
              <a:avLst>
                <a:gd name="adj1" fmla="val 20193665"/>
                <a:gd name="adj2" fmla="val 1321801"/>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pt-BR"/>
            </a:p>
          </p:txBody>
        </p:sp>
        <p:grpSp>
          <p:nvGrpSpPr>
            <p:cNvPr id="160" name="Agrupar 159">
              <a:extLst>
                <a:ext uri="{FF2B5EF4-FFF2-40B4-BE49-F238E27FC236}">
                  <a16:creationId xmlns:a16="http://schemas.microsoft.com/office/drawing/2014/main" id="{BD0CBD65-AB50-C5FC-B65C-06020A6EB235}"/>
                </a:ext>
              </a:extLst>
            </p:cNvPr>
            <p:cNvGrpSpPr/>
            <p:nvPr/>
          </p:nvGrpSpPr>
          <p:grpSpPr>
            <a:xfrm>
              <a:off x="1325671" y="2183857"/>
              <a:ext cx="1956177" cy="2007223"/>
              <a:chOff x="1325671" y="2183857"/>
              <a:chExt cx="1956177" cy="2007223"/>
            </a:xfrm>
          </p:grpSpPr>
          <p:sp>
            <p:nvSpPr>
              <p:cNvPr id="114" name="Forma Livre: Forma 113">
                <a:extLst>
                  <a:ext uri="{FF2B5EF4-FFF2-40B4-BE49-F238E27FC236}">
                    <a16:creationId xmlns:a16="http://schemas.microsoft.com/office/drawing/2014/main" id="{2647D9C4-CF84-8DD7-0786-8D34B5826FFA}"/>
                  </a:ext>
                </a:extLst>
              </p:cNvPr>
              <p:cNvSpPr/>
              <p:nvPr/>
            </p:nvSpPr>
            <p:spPr>
              <a:xfrm>
                <a:off x="1664494" y="2202656"/>
                <a:ext cx="481012" cy="1978819"/>
              </a:xfrm>
              <a:custGeom>
                <a:avLst/>
                <a:gdLst>
                  <a:gd name="connsiteX0" fmla="*/ 481012 w 481012"/>
                  <a:gd name="connsiteY0" fmla="*/ 0 h 1978819"/>
                  <a:gd name="connsiteX1" fmla="*/ 476250 w 481012"/>
                  <a:gd name="connsiteY1" fmla="*/ 869157 h 1978819"/>
                  <a:gd name="connsiteX2" fmla="*/ 473869 w 481012"/>
                  <a:gd name="connsiteY2" fmla="*/ 1581150 h 1978819"/>
                  <a:gd name="connsiteX3" fmla="*/ 178594 w 481012"/>
                  <a:gd name="connsiteY3" fmla="*/ 1978819 h 1978819"/>
                  <a:gd name="connsiteX4" fmla="*/ 95250 w 481012"/>
                  <a:gd name="connsiteY4" fmla="*/ 1774032 h 1978819"/>
                  <a:gd name="connsiteX5" fmla="*/ 11906 w 481012"/>
                  <a:gd name="connsiteY5" fmla="*/ 1400175 h 1978819"/>
                  <a:gd name="connsiteX6" fmla="*/ 0 w 481012"/>
                  <a:gd name="connsiteY6" fmla="*/ 1185863 h 1978819"/>
                  <a:gd name="connsiteX7" fmla="*/ 28575 w 481012"/>
                  <a:gd name="connsiteY7" fmla="*/ 883444 h 1978819"/>
                  <a:gd name="connsiteX8" fmla="*/ 85725 w 481012"/>
                  <a:gd name="connsiteY8" fmla="*/ 614363 h 1978819"/>
                  <a:gd name="connsiteX9" fmla="*/ 180975 w 481012"/>
                  <a:gd name="connsiteY9" fmla="*/ 395288 h 1978819"/>
                  <a:gd name="connsiteX10" fmla="*/ 342900 w 481012"/>
                  <a:gd name="connsiteY10" fmla="*/ 169069 h 1978819"/>
                  <a:gd name="connsiteX11" fmla="*/ 481012 w 481012"/>
                  <a:gd name="connsiteY11" fmla="*/ 0 h 1978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81012" h="1978819">
                    <a:moveTo>
                      <a:pt x="481012" y="0"/>
                    </a:moveTo>
                    <a:cubicBezTo>
                      <a:pt x="479425" y="289719"/>
                      <a:pt x="477837" y="579438"/>
                      <a:pt x="476250" y="869157"/>
                    </a:cubicBezTo>
                    <a:cubicBezTo>
                      <a:pt x="475456" y="1106488"/>
                      <a:pt x="474663" y="1343819"/>
                      <a:pt x="473869" y="1581150"/>
                    </a:cubicBezTo>
                    <a:lnTo>
                      <a:pt x="178594" y="1978819"/>
                    </a:lnTo>
                    <a:lnTo>
                      <a:pt x="95250" y="1774032"/>
                    </a:lnTo>
                    <a:lnTo>
                      <a:pt x="11906" y="1400175"/>
                    </a:lnTo>
                    <a:lnTo>
                      <a:pt x="0" y="1185863"/>
                    </a:lnTo>
                    <a:lnTo>
                      <a:pt x="28575" y="883444"/>
                    </a:lnTo>
                    <a:lnTo>
                      <a:pt x="85725" y="614363"/>
                    </a:lnTo>
                    <a:lnTo>
                      <a:pt x="180975" y="395288"/>
                    </a:lnTo>
                    <a:lnTo>
                      <a:pt x="342900" y="169069"/>
                    </a:lnTo>
                    <a:lnTo>
                      <a:pt x="481012" y="0"/>
                    </a:lnTo>
                    <a:close/>
                  </a:path>
                </a:pathLst>
              </a:cu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Elipse 5">
                <a:extLst>
                  <a:ext uri="{FF2B5EF4-FFF2-40B4-BE49-F238E27FC236}">
                    <a16:creationId xmlns:a16="http://schemas.microsoft.com/office/drawing/2014/main" id="{25B72799-784B-4BDD-CD2F-E91B2C30512F}"/>
                  </a:ext>
                </a:extLst>
              </p:cNvPr>
              <p:cNvSpPr/>
              <p:nvPr/>
            </p:nvSpPr>
            <p:spPr>
              <a:xfrm>
                <a:off x="2535400" y="3163888"/>
                <a:ext cx="457200" cy="457200"/>
              </a:xfrm>
              <a:prstGeom prst="ellipse">
                <a:avLst/>
              </a:prstGeom>
              <a:noFill/>
              <a:ln w="28575" cap="flat" cmpd="thinThick" algn="ctr">
                <a:solidFill>
                  <a:srgbClr val="0070C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lang="pt-BR"/>
              </a:p>
            </p:txBody>
          </p:sp>
          <p:cxnSp>
            <p:nvCxnSpPr>
              <p:cNvPr id="68" name="Conector reto 67">
                <a:extLst>
                  <a:ext uri="{FF2B5EF4-FFF2-40B4-BE49-F238E27FC236}">
                    <a16:creationId xmlns:a16="http://schemas.microsoft.com/office/drawing/2014/main" id="{A6622E68-7F92-1997-AD65-245DEBC48999}"/>
                  </a:ext>
                </a:extLst>
              </p:cNvPr>
              <p:cNvCxnSpPr>
                <a:cxnSpLocks/>
              </p:cNvCxnSpPr>
              <p:nvPr/>
            </p:nvCxnSpPr>
            <p:spPr>
              <a:xfrm flipV="1">
                <a:off x="1839341" y="3775206"/>
                <a:ext cx="299355" cy="415874"/>
              </a:xfrm>
              <a:prstGeom prst="line">
                <a:avLst/>
              </a:prstGeom>
            </p:spPr>
            <p:style>
              <a:lnRef idx="2">
                <a:schemeClr val="accent1"/>
              </a:lnRef>
              <a:fillRef idx="0">
                <a:schemeClr val="accent1"/>
              </a:fillRef>
              <a:effectRef idx="1">
                <a:schemeClr val="accent1"/>
              </a:effectRef>
              <a:fontRef idx="minor">
                <a:schemeClr val="tx1"/>
              </a:fontRef>
            </p:style>
          </p:cxnSp>
          <p:cxnSp>
            <p:nvCxnSpPr>
              <p:cNvPr id="80" name="Conector reto 79">
                <a:extLst>
                  <a:ext uri="{FF2B5EF4-FFF2-40B4-BE49-F238E27FC236}">
                    <a16:creationId xmlns:a16="http://schemas.microsoft.com/office/drawing/2014/main" id="{B4229E36-1A6F-F82B-A7D3-D1680F8A4231}"/>
                  </a:ext>
                </a:extLst>
              </p:cNvPr>
              <p:cNvCxnSpPr>
                <a:cxnSpLocks/>
                <a:stCxn id="13" idx="0"/>
                <a:endCxn id="12" idx="0"/>
              </p:cNvCxnSpPr>
              <p:nvPr/>
            </p:nvCxnSpPr>
            <p:spPr>
              <a:xfrm flipH="1" flipV="1">
                <a:off x="1348096" y="2588717"/>
                <a:ext cx="496235" cy="3466"/>
              </a:xfrm>
              <a:prstGeom prst="line">
                <a:avLst/>
              </a:prstGeom>
            </p:spPr>
            <p:style>
              <a:lnRef idx="2">
                <a:schemeClr val="accent1"/>
              </a:lnRef>
              <a:fillRef idx="0">
                <a:schemeClr val="accent1"/>
              </a:fillRef>
              <a:effectRef idx="1">
                <a:schemeClr val="accent1"/>
              </a:effectRef>
              <a:fontRef idx="minor">
                <a:schemeClr val="tx1"/>
              </a:fontRef>
            </p:style>
          </p:cxnSp>
          <p:cxnSp>
            <p:nvCxnSpPr>
              <p:cNvPr id="105" name="Conector reto 104">
                <a:extLst>
                  <a:ext uri="{FF2B5EF4-FFF2-40B4-BE49-F238E27FC236}">
                    <a16:creationId xmlns:a16="http://schemas.microsoft.com/office/drawing/2014/main" id="{8408FE9A-8149-ECE9-612F-1F94EB82BB5C}"/>
                  </a:ext>
                </a:extLst>
              </p:cNvPr>
              <p:cNvCxnSpPr>
                <a:cxnSpLocks/>
                <a:stCxn id="13" idx="2"/>
                <a:endCxn id="12" idx="2"/>
              </p:cNvCxnSpPr>
              <p:nvPr/>
            </p:nvCxnSpPr>
            <p:spPr>
              <a:xfrm flipH="1" flipV="1">
                <a:off x="1327035" y="4177702"/>
                <a:ext cx="513658" cy="8114"/>
              </a:xfrm>
              <a:prstGeom prst="line">
                <a:avLst/>
              </a:prstGeom>
            </p:spPr>
            <p:style>
              <a:lnRef idx="2">
                <a:schemeClr val="accent1"/>
              </a:lnRef>
              <a:fillRef idx="0">
                <a:schemeClr val="accent1"/>
              </a:fillRef>
              <a:effectRef idx="1">
                <a:schemeClr val="accent1"/>
              </a:effectRef>
              <a:fontRef idx="minor">
                <a:schemeClr val="tx1"/>
              </a:fontRef>
            </p:style>
          </p:cxnSp>
          <p:cxnSp>
            <p:nvCxnSpPr>
              <p:cNvPr id="110" name="Conector reto 109">
                <a:extLst>
                  <a:ext uri="{FF2B5EF4-FFF2-40B4-BE49-F238E27FC236}">
                    <a16:creationId xmlns:a16="http://schemas.microsoft.com/office/drawing/2014/main" id="{C051690B-467C-DB90-6679-155B9107C175}"/>
                  </a:ext>
                </a:extLst>
              </p:cNvPr>
              <p:cNvCxnSpPr>
                <a:cxnSpLocks/>
              </p:cNvCxnSpPr>
              <p:nvPr/>
            </p:nvCxnSpPr>
            <p:spPr>
              <a:xfrm flipV="1">
                <a:off x="1839341" y="2190988"/>
                <a:ext cx="299355" cy="415874"/>
              </a:xfrm>
              <a:prstGeom prst="line">
                <a:avLst/>
              </a:prstGeom>
            </p:spPr>
            <p:style>
              <a:lnRef idx="2">
                <a:schemeClr val="accent1"/>
              </a:lnRef>
              <a:fillRef idx="0">
                <a:schemeClr val="accent1"/>
              </a:fillRef>
              <a:effectRef idx="1">
                <a:schemeClr val="accent1"/>
              </a:effectRef>
              <a:fontRef idx="minor">
                <a:schemeClr val="tx1"/>
              </a:fontRef>
            </p:style>
          </p:cxnSp>
          <p:cxnSp>
            <p:nvCxnSpPr>
              <p:cNvPr id="111" name="Conector reto 110">
                <a:extLst>
                  <a:ext uri="{FF2B5EF4-FFF2-40B4-BE49-F238E27FC236}">
                    <a16:creationId xmlns:a16="http://schemas.microsoft.com/office/drawing/2014/main" id="{9E0D02A9-822D-89DF-B0DB-7D08363B23CE}"/>
                  </a:ext>
                </a:extLst>
              </p:cNvPr>
              <p:cNvCxnSpPr>
                <a:cxnSpLocks/>
              </p:cNvCxnSpPr>
              <p:nvPr/>
            </p:nvCxnSpPr>
            <p:spPr>
              <a:xfrm flipV="1">
                <a:off x="1341990" y="2183857"/>
                <a:ext cx="299355" cy="415874"/>
              </a:xfrm>
              <a:prstGeom prst="line">
                <a:avLst/>
              </a:prstGeom>
            </p:spPr>
            <p:style>
              <a:lnRef idx="2">
                <a:schemeClr val="accent1"/>
              </a:lnRef>
              <a:fillRef idx="0">
                <a:schemeClr val="accent1"/>
              </a:fillRef>
              <a:effectRef idx="1">
                <a:schemeClr val="accent1"/>
              </a:effectRef>
              <a:fontRef idx="minor">
                <a:schemeClr val="tx1"/>
              </a:fontRef>
            </p:style>
          </p:cxnSp>
          <p:cxnSp>
            <p:nvCxnSpPr>
              <p:cNvPr id="112" name="Conector reto 111">
                <a:extLst>
                  <a:ext uri="{FF2B5EF4-FFF2-40B4-BE49-F238E27FC236}">
                    <a16:creationId xmlns:a16="http://schemas.microsoft.com/office/drawing/2014/main" id="{0940CB65-B5E8-478B-D33A-EE427C73664F}"/>
                  </a:ext>
                </a:extLst>
              </p:cNvPr>
              <p:cNvCxnSpPr>
                <a:cxnSpLocks/>
              </p:cNvCxnSpPr>
              <p:nvPr/>
            </p:nvCxnSpPr>
            <p:spPr>
              <a:xfrm flipV="1">
                <a:off x="1325671" y="3681028"/>
                <a:ext cx="363311" cy="498687"/>
              </a:xfrm>
              <a:prstGeom prst="line">
                <a:avLst/>
              </a:prstGeom>
              <a:ln>
                <a:prstDash val="dash"/>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16" name="CaixaDeTexto 115">
                    <a:extLst>
                      <a:ext uri="{FF2B5EF4-FFF2-40B4-BE49-F238E27FC236}">
                        <a16:creationId xmlns:a16="http://schemas.microsoft.com/office/drawing/2014/main" id="{04F99EF5-D378-A697-E211-BD95A4D7EACA}"/>
                      </a:ext>
                    </a:extLst>
                  </p:cNvPr>
                  <p:cNvSpPr txBox="1"/>
                  <p:nvPr/>
                </p:nvSpPr>
                <p:spPr>
                  <a:xfrm>
                    <a:off x="2927648" y="2979630"/>
                    <a:ext cx="354200" cy="33393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acc>
                                <m:accPr>
                                  <m:chr m:val="⃗"/>
                                  <m:ctrlPr>
                                    <a:rPr lang="pt-BR" sz="1400" i="1" smtClean="0">
                                      <a:latin typeface="Cambria Math" panose="02040503050406030204" pitchFamily="18" charset="0"/>
                                    </a:rPr>
                                  </m:ctrlPr>
                                </m:accPr>
                                <m:e>
                                  <m:r>
                                    <a:rPr lang="pt-BR" sz="1400" b="0" i="1" smtClean="0">
                                      <a:latin typeface="Cambria Math" panose="02040503050406030204" pitchFamily="18" charset="0"/>
                                    </a:rPr>
                                    <m:t>𝐽</m:t>
                                  </m:r>
                                </m:e>
                              </m:acc>
                            </m:e>
                            <m:sub>
                              <m:r>
                                <a:rPr lang="pt-BR" sz="1400" b="0" i="1" smtClean="0">
                                  <a:latin typeface="Cambria Math" panose="02040503050406030204" pitchFamily="18" charset="0"/>
                                </a:rPr>
                                <m:t>𝑠</m:t>
                              </m:r>
                            </m:sub>
                          </m:sSub>
                        </m:oMath>
                      </m:oMathPara>
                    </a14:m>
                    <a:endParaRPr lang="pt-BR" sz="1400"/>
                  </a:p>
                </p:txBody>
              </p:sp>
            </mc:Choice>
            <mc:Fallback xmlns="">
              <p:sp>
                <p:nvSpPr>
                  <p:cNvPr id="116" name="CaixaDeTexto 115">
                    <a:extLst>
                      <a:ext uri="{FF2B5EF4-FFF2-40B4-BE49-F238E27FC236}">
                        <a16:creationId xmlns:a16="http://schemas.microsoft.com/office/drawing/2014/main" id="{04F99EF5-D378-A697-E211-BD95A4D7EACA}"/>
                      </a:ext>
                    </a:extLst>
                  </p:cNvPr>
                  <p:cNvSpPr txBox="1">
                    <a:spLocks noRot="1" noChangeAspect="1" noMove="1" noResize="1" noEditPoints="1" noAdjustHandles="1" noChangeArrowheads="1" noChangeShapeType="1" noTextEdit="1"/>
                  </p:cNvSpPr>
                  <p:nvPr/>
                </p:nvSpPr>
                <p:spPr>
                  <a:xfrm>
                    <a:off x="2927648" y="2979630"/>
                    <a:ext cx="354200" cy="333938"/>
                  </a:xfrm>
                  <a:prstGeom prst="rect">
                    <a:avLst/>
                  </a:prstGeom>
                  <a:blipFill>
                    <a:blip r:embed="rId2"/>
                    <a:stretch>
                      <a:fillRect t="-12727" r="-10345" b="-1818"/>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17" name="CaixaDeTexto 116">
                    <a:extLst>
                      <a:ext uri="{FF2B5EF4-FFF2-40B4-BE49-F238E27FC236}">
                        <a16:creationId xmlns:a16="http://schemas.microsoft.com/office/drawing/2014/main" id="{ED20AE49-A3FA-8DAA-267E-E4322CBCC2B0}"/>
                      </a:ext>
                    </a:extLst>
                  </p:cNvPr>
                  <p:cNvSpPr txBox="1"/>
                  <p:nvPr/>
                </p:nvSpPr>
                <p:spPr>
                  <a:xfrm>
                    <a:off x="1866234" y="2655155"/>
                    <a:ext cx="354200" cy="33393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acc>
                                <m:accPr>
                                  <m:chr m:val="⃗"/>
                                  <m:ctrlPr>
                                    <a:rPr lang="pt-BR" sz="1400" i="1" smtClean="0">
                                      <a:latin typeface="Cambria Math" panose="02040503050406030204" pitchFamily="18" charset="0"/>
                                    </a:rPr>
                                  </m:ctrlPr>
                                </m:accPr>
                                <m:e>
                                  <m:r>
                                    <a:rPr lang="pt-BR" sz="1400" b="0" i="1" smtClean="0">
                                      <a:latin typeface="Cambria Math" panose="02040503050406030204" pitchFamily="18" charset="0"/>
                                    </a:rPr>
                                    <m:t>𝐽</m:t>
                                  </m:r>
                                </m:e>
                              </m:acc>
                            </m:e>
                            <m:sub>
                              <m:r>
                                <a:rPr lang="pt-BR" sz="1400" b="0" i="1" smtClean="0">
                                  <a:latin typeface="Cambria Math" panose="02040503050406030204" pitchFamily="18" charset="0"/>
                                </a:rPr>
                                <m:t>𝑠</m:t>
                              </m:r>
                            </m:sub>
                          </m:sSub>
                        </m:oMath>
                      </m:oMathPara>
                    </a14:m>
                    <a:endParaRPr lang="pt-BR" sz="1400"/>
                  </a:p>
                </p:txBody>
              </p:sp>
            </mc:Choice>
            <mc:Fallback xmlns="">
              <p:sp>
                <p:nvSpPr>
                  <p:cNvPr id="117" name="CaixaDeTexto 116">
                    <a:extLst>
                      <a:ext uri="{FF2B5EF4-FFF2-40B4-BE49-F238E27FC236}">
                        <a16:creationId xmlns:a16="http://schemas.microsoft.com/office/drawing/2014/main" id="{ED20AE49-A3FA-8DAA-267E-E4322CBCC2B0}"/>
                      </a:ext>
                    </a:extLst>
                  </p:cNvPr>
                  <p:cNvSpPr txBox="1">
                    <a:spLocks noRot="1" noChangeAspect="1" noMove="1" noResize="1" noEditPoints="1" noAdjustHandles="1" noChangeArrowheads="1" noChangeShapeType="1" noTextEdit="1"/>
                  </p:cNvSpPr>
                  <p:nvPr/>
                </p:nvSpPr>
                <p:spPr>
                  <a:xfrm>
                    <a:off x="1866234" y="2655155"/>
                    <a:ext cx="354200" cy="333938"/>
                  </a:xfrm>
                  <a:prstGeom prst="rect">
                    <a:avLst/>
                  </a:prstGeom>
                  <a:blipFill>
                    <a:blip r:embed="rId2"/>
                    <a:stretch>
                      <a:fillRect t="-12963" r="-10345" b="-3704"/>
                    </a:stretch>
                  </a:blipFill>
                </p:spPr>
                <p:txBody>
                  <a:bodyPr/>
                  <a:lstStyle/>
                  <a:p>
                    <a:r>
                      <a:rPr lang="pt-BR">
                        <a:noFill/>
                      </a:rPr>
                      <a:t> </a:t>
                    </a:r>
                  </a:p>
                </p:txBody>
              </p:sp>
            </mc:Fallback>
          </mc:AlternateContent>
        </p:grpSp>
      </p:grpSp>
      <p:grpSp>
        <p:nvGrpSpPr>
          <p:cNvPr id="170" name="Agrupar 169">
            <a:extLst>
              <a:ext uri="{FF2B5EF4-FFF2-40B4-BE49-F238E27FC236}">
                <a16:creationId xmlns:a16="http://schemas.microsoft.com/office/drawing/2014/main" id="{90E60433-267B-8243-E2C2-ED8592DAF3CF}"/>
              </a:ext>
            </a:extLst>
          </p:cNvPr>
          <p:cNvGrpSpPr/>
          <p:nvPr/>
        </p:nvGrpSpPr>
        <p:grpSpPr>
          <a:xfrm>
            <a:off x="3683732" y="1883728"/>
            <a:ext cx="3017520" cy="3017520"/>
            <a:chOff x="3683732" y="1883728"/>
            <a:chExt cx="3017520" cy="3017520"/>
          </a:xfrm>
        </p:grpSpPr>
        <p:grpSp>
          <p:nvGrpSpPr>
            <p:cNvPr id="144" name="Agrupar 143">
              <a:extLst>
                <a:ext uri="{FF2B5EF4-FFF2-40B4-BE49-F238E27FC236}">
                  <a16:creationId xmlns:a16="http://schemas.microsoft.com/office/drawing/2014/main" id="{8C1F7062-89F6-10C8-9BC5-6D3E1E4E166A}"/>
                </a:ext>
              </a:extLst>
            </p:cNvPr>
            <p:cNvGrpSpPr/>
            <p:nvPr/>
          </p:nvGrpSpPr>
          <p:grpSpPr>
            <a:xfrm>
              <a:off x="3683732" y="1883728"/>
              <a:ext cx="3017520" cy="3017520"/>
              <a:chOff x="4185046" y="1883728"/>
              <a:chExt cx="3017520" cy="3017520"/>
            </a:xfrm>
          </p:grpSpPr>
          <p:grpSp>
            <p:nvGrpSpPr>
              <p:cNvPr id="121" name="Agrupar 120">
                <a:extLst>
                  <a:ext uri="{FF2B5EF4-FFF2-40B4-BE49-F238E27FC236}">
                    <a16:creationId xmlns:a16="http://schemas.microsoft.com/office/drawing/2014/main" id="{59D820B7-2936-D40E-FD09-093A1CEB49B2}"/>
                  </a:ext>
                </a:extLst>
              </p:cNvPr>
              <p:cNvGrpSpPr/>
              <p:nvPr/>
            </p:nvGrpSpPr>
            <p:grpSpPr>
              <a:xfrm>
                <a:off x="4185046" y="1883728"/>
                <a:ext cx="3017520" cy="3017520"/>
                <a:chOff x="1383665" y="1897914"/>
                <a:chExt cx="3017520" cy="3017520"/>
              </a:xfrm>
            </p:grpSpPr>
            <p:grpSp>
              <p:nvGrpSpPr>
                <p:cNvPr id="126" name="Agrupar 125">
                  <a:extLst>
                    <a:ext uri="{FF2B5EF4-FFF2-40B4-BE49-F238E27FC236}">
                      <a16:creationId xmlns:a16="http://schemas.microsoft.com/office/drawing/2014/main" id="{AED72AB0-810E-911A-62D3-B00487D1D983}"/>
                    </a:ext>
                  </a:extLst>
                </p:cNvPr>
                <p:cNvGrpSpPr/>
                <p:nvPr/>
              </p:nvGrpSpPr>
              <p:grpSpPr>
                <a:xfrm>
                  <a:off x="1383665" y="1897914"/>
                  <a:ext cx="3017520" cy="3017520"/>
                  <a:chOff x="2359606" y="1501140"/>
                  <a:chExt cx="3017520" cy="3017520"/>
                </a:xfrm>
              </p:grpSpPr>
              <p:grpSp>
                <p:nvGrpSpPr>
                  <p:cNvPr id="131" name="Agrupar 130">
                    <a:extLst>
                      <a:ext uri="{FF2B5EF4-FFF2-40B4-BE49-F238E27FC236}">
                        <a16:creationId xmlns:a16="http://schemas.microsoft.com/office/drawing/2014/main" id="{13FC108D-50E6-7D92-8E9E-220DFE859217}"/>
                      </a:ext>
                    </a:extLst>
                  </p:cNvPr>
                  <p:cNvGrpSpPr/>
                  <p:nvPr/>
                </p:nvGrpSpPr>
                <p:grpSpPr>
                  <a:xfrm>
                    <a:off x="2359606" y="1501140"/>
                    <a:ext cx="3017520" cy="3017520"/>
                    <a:chOff x="2359606" y="1501140"/>
                    <a:chExt cx="3017520" cy="3017520"/>
                  </a:xfrm>
                </p:grpSpPr>
                <p:sp>
                  <p:nvSpPr>
                    <p:cNvPr id="139" name="Elipse 138">
                      <a:extLst>
                        <a:ext uri="{FF2B5EF4-FFF2-40B4-BE49-F238E27FC236}">
                          <a16:creationId xmlns:a16="http://schemas.microsoft.com/office/drawing/2014/main" id="{3AE8E163-D75D-09A9-3119-CC139912AE94}"/>
                        </a:ext>
                      </a:extLst>
                    </p:cNvPr>
                    <p:cNvSpPr/>
                    <p:nvPr/>
                  </p:nvSpPr>
                  <p:spPr>
                    <a:xfrm>
                      <a:off x="2359606" y="1501140"/>
                      <a:ext cx="3017520" cy="3017520"/>
                    </a:xfrm>
                    <a:prstGeom prst="ellipse">
                      <a:avLst/>
                    </a:prstGeom>
                    <a:solidFill>
                      <a:schemeClr val="accent1">
                        <a:alpha val="10000"/>
                      </a:schemeClr>
                    </a:solidFill>
                    <a:ln w="15875">
                      <a:solidFill>
                        <a:srgbClr val="0070C0"/>
                      </a:solidFill>
                      <a:prstDash val="solid"/>
                    </a:ln>
                  </p:spPr>
                  <p:style>
                    <a:lnRef idx="0">
                      <a:scrgbClr r="0" g="0" b="0"/>
                    </a:lnRef>
                    <a:fillRef idx="0">
                      <a:scrgbClr r="0" g="0" b="0"/>
                    </a:fillRef>
                    <a:effectRef idx="0">
                      <a:scrgbClr r="0" g="0" b="0"/>
                    </a:effectRef>
                    <a:fontRef idx="minor">
                      <a:schemeClr val="lt1"/>
                    </a:fontRef>
                  </p:style>
                  <p:txBody>
                    <a:bodyPr rtlCol="0" anchor="ctr"/>
                    <a:lstStyle/>
                    <a:p>
                      <a:pPr algn="ctr"/>
                      <a:endParaRPr lang="pt-BR"/>
                    </a:p>
                  </p:txBody>
                </p:sp>
                <p:sp>
                  <p:nvSpPr>
                    <p:cNvPr id="140" name="Elipse 139">
                      <a:extLst>
                        <a:ext uri="{FF2B5EF4-FFF2-40B4-BE49-F238E27FC236}">
                          <a16:creationId xmlns:a16="http://schemas.microsoft.com/office/drawing/2014/main" id="{331E8971-A7DB-DEE4-A08E-0F0E34B11721}"/>
                        </a:ext>
                      </a:extLst>
                    </p:cNvPr>
                    <p:cNvSpPr/>
                    <p:nvPr/>
                  </p:nvSpPr>
                  <p:spPr>
                    <a:xfrm>
                      <a:off x="2588206" y="1729740"/>
                      <a:ext cx="2560320" cy="2560320"/>
                    </a:xfrm>
                    <a:prstGeom prst="ellipse">
                      <a:avLst/>
                    </a:prstGeom>
                    <a:solidFill>
                      <a:schemeClr val="bg1"/>
                    </a:solidFill>
                    <a:ln w="76200" cmpd="thinThick">
                      <a:solidFill>
                        <a:srgbClr val="0070C0"/>
                      </a:solidFill>
                      <a:prstDash val="solid"/>
                      <a:extLst>
                        <a:ext uri="{C807C97D-BFC1-408E-A445-0C87EB9F89A2}">
                          <ask:lineSketchStyleProps xmlns:ask="http://schemas.microsoft.com/office/drawing/2018/sketchyshapes">
                            <ask:type>
                              <ask:lineSketchNone/>
                            </ask:type>
                          </ask:lineSketchStyleProps>
                        </a:ext>
                      </a:extLst>
                    </a:ln>
                  </p:spPr>
                  <p:style>
                    <a:lnRef idx="0">
                      <a:scrgbClr r="0" g="0" b="0"/>
                    </a:lnRef>
                    <a:fillRef idx="0">
                      <a:scrgbClr r="0" g="0" b="0"/>
                    </a:fillRef>
                    <a:effectRef idx="0">
                      <a:scrgbClr r="0" g="0" b="0"/>
                    </a:effectRef>
                    <a:fontRef idx="minor">
                      <a:schemeClr val="lt1"/>
                    </a:fontRef>
                  </p:style>
                  <p:txBody>
                    <a:bodyPr rtlCol="0" anchor="ctr"/>
                    <a:lstStyle/>
                    <a:p>
                      <a:pPr algn="ctr"/>
                      <a:endParaRPr lang="pt-BR"/>
                    </a:p>
                  </p:txBody>
                </p:sp>
              </p:grpSp>
              <p:sp>
                <p:nvSpPr>
                  <p:cNvPr id="132" name="Elipse 131">
                    <a:extLst>
                      <a:ext uri="{FF2B5EF4-FFF2-40B4-BE49-F238E27FC236}">
                        <a16:creationId xmlns:a16="http://schemas.microsoft.com/office/drawing/2014/main" id="{8481E6AD-0D3A-0433-A1D0-36EE15F02962}"/>
                      </a:ext>
                    </a:extLst>
                  </p:cNvPr>
                  <p:cNvSpPr/>
                  <p:nvPr/>
                </p:nvSpPr>
                <p:spPr>
                  <a:xfrm>
                    <a:off x="3423409" y="2562707"/>
                    <a:ext cx="914400" cy="914400"/>
                  </a:xfrm>
                  <a:prstGeom prst="ellipse">
                    <a:avLst/>
                  </a:prstGeom>
                  <a:noFill/>
                  <a:ln w="63500" cap="flat" cmpd="thinThick"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lang="pt-BR"/>
                  </a:p>
                </p:txBody>
              </p:sp>
              <p:cxnSp>
                <p:nvCxnSpPr>
                  <p:cNvPr id="138" name="Conector de Seta Reta 137">
                    <a:extLst>
                      <a:ext uri="{FF2B5EF4-FFF2-40B4-BE49-F238E27FC236}">
                        <a16:creationId xmlns:a16="http://schemas.microsoft.com/office/drawing/2014/main" id="{945A3A09-56EB-FB27-4F59-D3F1AD729F9D}"/>
                      </a:ext>
                    </a:extLst>
                  </p:cNvPr>
                  <p:cNvCxnSpPr>
                    <a:cxnSpLocks/>
                    <a:endCxn id="140" idx="1"/>
                  </p:cNvCxnSpPr>
                  <p:nvPr/>
                </p:nvCxnSpPr>
                <p:spPr>
                  <a:xfrm flipH="1" flipV="1">
                    <a:off x="2963156" y="2104690"/>
                    <a:ext cx="905210" cy="901427"/>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36" name="Conector de Seta Reta 135">
                    <a:extLst>
                      <a:ext uri="{FF2B5EF4-FFF2-40B4-BE49-F238E27FC236}">
                        <a16:creationId xmlns:a16="http://schemas.microsoft.com/office/drawing/2014/main" id="{7B892499-E20F-CABF-04F5-8C9C8242FE7D}"/>
                      </a:ext>
                    </a:extLst>
                  </p:cNvPr>
                  <p:cNvCxnSpPr>
                    <a:cxnSpLocks/>
                    <a:endCxn id="132" idx="7"/>
                  </p:cNvCxnSpPr>
                  <p:nvPr/>
                </p:nvCxnSpPr>
                <p:spPr>
                  <a:xfrm flipV="1">
                    <a:off x="3868366" y="2696618"/>
                    <a:ext cx="335532" cy="311391"/>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sp>
              <p:nvSpPr>
                <p:cNvPr id="127" name="Elipse 126">
                  <a:extLst>
                    <a:ext uri="{FF2B5EF4-FFF2-40B4-BE49-F238E27FC236}">
                      <a16:creationId xmlns:a16="http://schemas.microsoft.com/office/drawing/2014/main" id="{E311051D-7051-9D7D-4E65-08D8411D2BB1}"/>
                    </a:ext>
                  </a:extLst>
                </p:cNvPr>
                <p:cNvSpPr/>
                <p:nvPr/>
              </p:nvSpPr>
              <p:spPr>
                <a:xfrm>
                  <a:off x="2878709" y="3392958"/>
                  <a:ext cx="27432" cy="27432"/>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mc:AlternateContent xmlns:mc="http://schemas.openxmlformats.org/markup-compatibility/2006" xmlns:a14="http://schemas.microsoft.com/office/drawing/2010/main">
            <mc:Choice Requires="a14">
              <p:sp>
                <p:nvSpPr>
                  <p:cNvPr id="123" name="CaixaDeTexto 122">
                    <a:extLst>
                      <a:ext uri="{FF2B5EF4-FFF2-40B4-BE49-F238E27FC236}">
                        <a16:creationId xmlns:a16="http://schemas.microsoft.com/office/drawing/2014/main" id="{7ECB4E05-DA77-9E87-39D0-349B35E76954}"/>
                      </a:ext>
                    </a:extLst>
                  </p:cNvPr>
                  <p:cNvSpPr txBox="1"/>
                  <p:nvPr/>
                </p:nvSpPr>
                <p:spPr>
                  <a:xfrm>
                    <a:off x="5637233" y="3406204"/>
                    <a:ext cx="313163" cy="2616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100" b="0" i="1" smtClean="0">
                              <a:latin typeface="Cambria Math" panose="02040503050406030204" pitchFamily="18" charset="0"/>
                            </a:rPr>
                            <m:t>𝑂</m:t>
                          </m:r>
                        </m:oMath>
                      </m:oMathPara>
                    </a14:m>
                    <a:endParaRPr lang="pt-BR" sz="1100"/>
                  </a:p>
                </p:txBody>
              </p:sp>
            </mc:Choice>
            <mc:Fallback xmlns="">
              <p:sp>
                <p:nvSpPr>
                  <p:cNvPr id="123" name="CaixaDeTexto 122">
                    <a:extLst>
                      <a:ext uri="{FF2B5EF4-FFF2-40B4-BE49-F238E27FC236}">
                        <a16:creationId xmlns:a16="http://schemas.microsoft.com/office/drawing/2014/main" id="{7ECB4E05-DA77-9E87-39D0-349B35E76954}"/>
                      </a:ext>
                    </a:extLst>
                  </p:cNvPr>
                  <p:cNvSpPr txBox="1">
                    <a:spLocks noRot="1" noChangeAspect="1" noMove="1" noResize="1" noEditPoints="1" noAdjustHandles="1" noChangeArrowheads="1" noChangeShapeType="1" noTextEdit="1"/>
                  </p:cNvSpPr>
                  <p:nvPr/>
                </p:nvSpPr>
                <p:spPr>
                  <a:xfrm>
                    <a:off x="5637233" y="3406204"/>
                    <a:ext cx="313163" cy="261610"/>
                  </a:xfrm>
                  <a:prstGeom prst="rect">
                    <a:avLst/>
                  </a:prstGeom>
                  <a:blipFill>
                    <a:blip r:embed="rId3"/>
                    <a:stretch>
                      <a:fillRect/>
                    </a:stretch>
                  </a:blipFill>
                </p:spPr>
                <p:txBody>
                  <a:bodyPr/>
                  <a:lstStyle/>
                  <a:p>
                    <a:r>
                      <a:rPr lang="pt-BR">
                        <a:noFill/>
                      </a:rPr>
                      <a:t> </a:t>
                    </a:r>
                  </a:p>
                </p:txBody>
              </p:sp>
            </mc:Fallback>
          </mc:AlternateContent>
        </p:grpSp>
        <p:cxnSp>
          <p:nvCxnSpPr>
            <p:cNvPr id="162" name="Conector de Seta Reta 161">
              <a:extLst>
                <a:ext uri="{FF2B5EF4-FFF2-40B4-BE49-F238E27FC236}">
                  <a16:creationId xmlns:a16="http://schemas.microsoft.com/office/drawing/2014/main" id="{B4C37EF6-10E4-8345-A7B2-37DE85F8F0A0}"/>
                </a:ext>
              </a:extLst>
            </p:cNvPr>
            <p:cNvCxnSpPr>
              <a:cxnSpLocks/>
              <a:stCxn id="127" idx="3"/>
            </p:cNvCxnSpPr>
            <p:nvPr/>
          </p:nvCxnSpPr>
          <p:spPr>
            <a:xfrm flipH="1">
              <a:off x="3935760" y="3402187"/>
              <a:ext cx="1247033" cy="819485"/>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sp>
        <p:nvSpPr>
          <p:cNvPr id="13" name="Arco 12">
            <a:extLst>
              <a:ext uri="{FF2B5EF4-FFF2-40B4-BE49-F238E27FC236}">
                <a16:creationId xmlns:a16="http://schemas.microsoft.com/office/drawing/2014/main" id="{5FE68206-7DAC-58F0-27D4-2EF657CA7E6E}"/>
              </a:ext>
            </a:extLst>
          </p:cNvPr>
          <p:cNvSpPr/>
          <p:nvPr/>
        </p:nvSpPr>
        <p:spPr>
          <a:xfrm flipH="1">
            <a:off x="1667508" y="1412738"/>
            <a:ext cx="4140460" cy="3960440"/>
          </a:xfrm>
          <a:prstGeom prst="arc">
            <a:avLst>
              <a:gd name="adj1" fmla="val 20224508"/>
              <a:gd name="adj2" fmla="val 1360931"/>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pt-BR"/>
          </a:p>
        </p:txBody>
      </p:sp>
      <p:sp>
        <p:nvSpPr>
          <p:cNvPr id="171" name="Círculo: Vazio 170">
            <a:extLst>
              <a:ext uri="{FF2B5EF4-FFF2-40B4-BE49-F238E27FC236}">
                <a16:creationId xmlns:a16="http://schemas.microsoft.com/office/drawing/2014/main" id="{C51584BB-4D20-E7C5-944E-45BA36E0EFDC}"/>
              </a:ext>
            </a:extLst>
          </p:cNvPr>
          <p:cNvSpPr/>
          <p:nvPr/>
        </p:nvSpPr>
        <p:spPr>
          <a:xfrm>
            <a:off x="2716493" y="3337560"/>
            <a:ext cx="91440" cy="91440"/>
          </a:xfrm>
          <a:prstGeom prst="donut">
            <a:avLst>
              <a:gd name="adj" fmla="val 46798"/>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mc:AlternateContent xmlns:mc="http://schemas.openxmlformats.org/markup-compatibility/2006" xmlns:a14="http://schemas.microsoft.com/office/drawing/2010/main">
        <mc:Choice Requires="a14">
          <p:sp>
            <p:nvSpPr>
              <p:cNvPr id="172" name="CaixaDeTexto 171">
                <a:extLst>
                  <a:ext uri="{FF2B5EF4-FFF2-40B4-BE49-F238E27FC236}">
                    <a16:creationId xmlns:a16="http://schemas.microsoft.com/office/drawing/2014/main" id="{35C0F33A-A1C5-AD0E-E746-D6935B34155E}"/>
                  </a:ext>
                </a:extLst>
              </p:cNvPr>
              <p:cNvSpPr txBox="1"/>
              <p:nvPr/>
            </p:nvSpPr>
            <p:spPr>
              <a:xfrm>
                <a:off x="4276338" y="2724238"/>
                <a:ext cx="423193" cy="32438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acc>
                            <m:accPr>
                              <m:chr m:val="⃗"/>
                              <m:ctrlPr>
                                <a:rPr lang="pt-BR" sz="1400" i="1" smtClean="0">
                                  <a:latin typeface="Cambria Math" panose="02040503050406030204" pitchFamily="18" charset="0"/>
                                </a:rPr>
                              </m:ctrlPr>
                            </m:accPr>
                            <m:e>
                              <m:r>
                                <a:rPr lang="pt-BR" sz="1400" b="0" i="1" smtClean="0">
                                  <a:latin typeface="Cambria Math" panose="02040503050406030204" pitchFamily="18" charset="0"/>
                                </a:rPr>
                                <m:t>𝑟</m:t>
                              </m:r>
                            </m:e>
                          </m:acc>
                        </m:e>
                        <m:sub>
                          <m:r>
                            <a:rPr lang="pt-BR" sz="1400" b="0" i="1" smtClean="0">
                              <a:latin typeface="Cambria Math" panose="02040503050406030204" pitchFamily="18" charset="0"/>
                            </a:rPr>
                            <m:t>𝑖𝑞</m:t>
                          </m:r>
                        </m:sub>
                      </m:sSub>
                    </m:oMath>
                  </m:oMathPara>
                </a14:m>
                <a:endParaRPr lang="pt-BR" sz="1400"/>
              </a:p>
            </p:txBody>
          </p:sp>
        </mc:Choice>
        <mc:Fallback xmlns="">
          <p:sp>
            <p:nvSpPr>
              <p:cNvPr id="172" name="CaixaDeTexto 171">
                <a:extLst>
                  <a:ext uri="{FF2B5EF4-FFF2-40B4-BE49-F238E27FC236}">
                    <a16:creationId xmlns:a16="http://schemas.microsoft.com/office/drawing/2014/main" id="{35C0F33A-A1C5-AD0E-E746-D6935B34155E}"/>
                  </a:ext>
                </a:extLst>
              </p:cNvPr>
              <p:cNvSpPr txBox="1">
                <a:spLocks noRot="1" noChangeAspect="1" noMove="1" noResize="1" noEditPoints="1" noAdjustHandles="1" noChangeArrowheads="1" noChangeShapeType="1" noTextEdit="1"/>
              </p:cNvSpPr>
              <p:nvPr/>
            </p:nvSpPr>
            <p:spPr>
              <a:xfrm>
                <a:off x="4276338" y="2724238"/>
                <a:ext cx="423193" cy="324384"/>
              </a:xfrm>
              <a:prstGeom prst="rect">
                <a:avLst/>
              </a:prstGeom>
              <a:blipFill>
                <a:blip r:embed="rId4"/>
                <a:stretch>
                  <a:fillRect t="-9434" r="-7143"/>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73" name="CaixaDeTexto 172">
                <a:extLst>
                  <a:ext uri="{FF2B5EF4-FFF2-40B4-BE49-F238E27FC236}">
                    <a16:creationId xmlns:a16="http://schemas.microsoft.com/office/drawing/2014/main" id="{7D8493CB-66CC-0911-8C85-BBB3889870F4}"/>
                  </a:ext>
                </a:extLst>
              </p:cNvPr>
              <p:cNvSpPr txBox="1"/>
              <p:nvPr/>
            </p:nvSpPr>
            <p:spPr>
              <a:xfrm>
                <a:off x="5247822" y="3188590"/>
                <a:ext cx="367472" cy="32438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acc>
                            <m:accPr>
                              <m:chr m:val="⃗"/>
                              <m:ctrlPr>
                                <a:rPr lang="pt-BR" sz="1400" i="1" smtClean="0">
                                  <a:latin typeface="Cambria Math" panose="02040503050406030204" pitchFamily="18" charset="0"/>
                                </a:rPr>
                              </m:ctrlPr>
                            </m:accPr>
                            <m:e>
                              <m:r>
                                <a:rPr lang="pt-BR" sz="1400" b="0" i="1" smtClean="0">
                                  <a:latin typeface="Cambria Math" panose="02040503050406030204" pitchFamily="18" charset="0"/>
                                </a:rPr>
                                <m:t>𝑟</m:t>
                              </m:r>
                            </m:e>
                          </m:acc>
                        </m:e>
                        <m:sub>
                          <m:r>
                            <a:rPr lang="pt-BR" sz="1400" b="0" i="1" smtClean="0">
                              <a:latin typeface="Cambria Math" panose="02040503050406030204" pitchFamily="18" charset="0"/>
                            </a:rPr>
                            <m:t>𝑝</m:t>
                          </m:r>
                        </m:sub>
                      </m:sSub>
                    </m:oMath>
                  </m:oMathPara>
                </a14:m>
                <a:endParaRPr lang="pt-BR" sz="1400"/>
              </a:p>
            </p:txBody>
          </p:sp>
        </mc:Choice>
        <mc:Fallback xmlns="">
          <p:sp>
            <p:nvSpPr>
              <p:cNvPr id="173" name="CaixaDeTexto 172">
                <a:extLst>
                  <a:ext uri="{FF2B5EF4-FFF2-40B4-BE49-F238E27FC236}">
                    <a16:creationId xmlns:a16="http://schemas.microsoft.com/office/drawing/2014/main" id="{7D8493CB-66CC-0911-8C85-BBB3889870F4}"/>
                  </a:ext>
                </a:extLst>
              </p:cNvPr>
              <p:cNvSpPr txBox="1">
                <a:spLocks noRot="1" noChangeAspect="1" noMove="1" noResize="1" noEditPoints="1" noAdjustHandles="1" noChangeArrowheads="1" noChangeShapeType="1" noTextEdit="1"/>
              </p:cNvSpPr>
              <p:nvPr/>
            </p:nvSpPr>
            <p:spPr>
              <a:xfrm>
                <a:off x="5247822" y="3188590"/>
                <a:ext cx="367472" cy="324384"/>
              </a:xfrm>
              <a:prstGeom prst="rect">
                <a:avLst/>
              </a:prstGeom>
              <a:blipFill>
                <a:blip r:embed="rId5"/>
                <a:stretch>
                  <a:fillRect t="-9434" r="-8333"/>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74" name="CaixaDeTexto 173">
                <a:extLst>
                  <a:ext uri="{FF2B5EF4-FFF2-40B4-BE49-F238E27FC236}">
                    <a16:creationId xmlns:a16="http://schemas.microsoft.com/office/drawing/2014/main" id="{DA770B05-FAB2-2306-FFDF-B422DD0514C5}"/>
                  </a:ext>
                </a:extLst>
              </p:cNvPr>
              <p:cNvSpPr txBox="1"/>
              <p:nvPr/>
            </p:nvSpPr>
            <p:spPr>
              <a:xfrm>
                <a:off x="4292040" y="3860700"/>
                <a:ext cx="443583" cy="32438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acc>
                            <m:accPr>
                              <m:chr m:val="⃗"/>
                              <m:ctrlPr>
                                <a:rPr lang="pt-BR" sz="1400" i="1" smtClean="0">
                                  <a:latin typeface="Cambria Math" panose="02040503050406030204" pitchFamily="18" charset="0"/>
                                </a:rPr>
                              </m:ctrlPr>
                            </m:accPr>
                            <m:e>
                              <m:r>
                                <a:rPr lang="pt-BR" sz="1400" b="0" i="1" smtClean="0">
                                  <a:latin typeface="Cambria Math" panose="02040503050406030204" pitchFamily="18" charset="0"/>
                                </a:rPr>
                                <m:t>𝑟</m:t>
                              </m:r>
                            </m:e>
                          </m:acc>
                        </m:e>
                        <m:sub>
                          <m:r>
                            <a:rPr lang="pt-BR" sz="1400" b="0" i="1" smtClean="0">
                              <a:latin typeface="Cambria Math" panose="02040503050406030204" pitchFamily="18" charset="0"/>
                            </a:rPr>
                            <m:t>𝑜𝑞</m:t>
                          </m:r>
                        </m:sub>
                      </m:sSub>
                    </m:oMath>
                  </m:oMathPara>
                </a14:m>
                <a:endParaRPr lang="pt-BR" sz="1400"/>
              </a:p>
            </p:txBody>
          </p:sp>
        </mc:Choice>
        <mc:Fallback xmlns="">
          <p:sp>
            <p:nvSpPr>
              <p:cNvPr id="174" name="CaixaDeTexto 173">
                <a:extLst>
                  <a:ext uri="{FF2B5EF4-FFF2-40B4-BE49-F238E27FC236}">
                    <a16:creationId xmlns:a16="http://schemas.microsoft.com/office/drawing/2014/main" id="{DA770B05-FAB2-2306-FFDF-B422DD0514C5}"/>
                  </a:ext>
                </a:extLst>
              </p:cNvPr>
              <p:cNvSpPr txBox="1">
                <a:spLocks noRot="1" noChangeAspect="1" noMove="1" noResize="1" noEditPoints="1" noAdjustHandles="1" noChangeArrowheads="1" noChangeShapeType="1" noTextEdit="1"/>
              </p:cNvSpPr>
              <p:nvPr/>
            </p:nvSpPr>
            <p:spPr>
              <a:xfrm>
                <a:off x="4292040" y="3860700"/>
                <a:ext cx="443583" cy="324384"/>
              </a:xfrm>
              <a:prstGeom prst="rect">
                <a:avLst/>
              </a:prstGeom>
              <a:blipFill>
                <a:blip r:embed="rId6"/>
                <a:stretch>
                  <a:fillRect t="-9259" r="-8219"/>
                </a:stretch>
              </a:blipFill>
            </p:spPr>
            <p:txBody>
              <a:bodyPr/>
              <a:lstStyle/>
              <a:p>
                <a:r>
                  <a:rPr lang="pt-BR">
                    <a:noFill/>
                  </a:rPr>
                  <a:t> </a:t>
                </a:r>
              </a:p>
            </p:txBody>
          </p:sp>
        </mc:Fallback>
      </mc:AlternateContent>
    </p:spTree>
    <p:extLst>
      <p:ext uri="{BB962C8B-B14F-4D97-AF65-F5344CB8AC3E}">
        <p14:creationId xmlns:p14="http://schemas.microsoft.com/office/powerpoint/2010/main" val="21205869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161" name="Agrupar 160">
            <a:extLst>
              <a:ext uri="{FF2B5EF4-FFF2-40B4-BE49-F238E27FC236}">
                <a16:creationId xmlns:a16="http://schemas.microsoft.com/office/drawing/2014/main" id="{7A77D41C-4CC1-B999-2856-B4118C33C414}"/>
              </a:ext>
            </a:extLst>
          </p:cNvPr>
          <p:cNvGrpSpPr/>
          <p:nvPr/>
        </p:nvGrpSpPr>
        <p:grpSpPr>
          <a:xfrm>
            <a:off x="1156621" y="1425984"/>
            <a:ext cx="4147291" cy="3960440"/>
            <a:chOff x="1156621" y="1425984"/>
            <a:chExt cx="4147291" cy="3960440"/>
          </a:xfrm>
        </p:grpSpPr>
        <p:grpSp>
          <p:nvGrpSpPr>
            <p:cNvPr id="160" name="Agrupar 159">
              <a:extLst>
                <a:ext uri="{FF2B5EF4-FFF2-40B4-BE49-F238E27FC236}">
                  <a16:creationId xmlns:a16="http://schemas.microsoft.com/office/drawing/2014/main" id="{BD0CBD65-AB50-C5FC-B65C-06020A6EB235}"/>
                </a:ext>
              </a:extLst>
            </p:cNvPr>
            <p:cNvGrpSpPr/>
            <p:nvPr/>
          </p:nvGrpSpPr>
          <p:grpSpPr>
            <a:xfrm>
              <a:off x="1156621" y="2176278"/>
              <a:ext cx="1835979" cy="2014802"/>
              <a:chOff x="1156621" y="2176278"/>
              <a:chExt cx="1835979" cy="2014802"/>
            </a:xfrm>
          </p:grpSpPr>
          <p:sp>
            <p:nvSpPr>
              <p:cNvPr id="114" name="Forma Livre: Forma 113">
                <a:extLst>
                  <a:ext uri="{FF2B5EF4-FFF2-40B4-BE49-F238E27FC236}">
                    <a16:creationId xmlns:a16="http://schemas.microsoft.com/office/drawing/2014/main" id="{2647D9C4-CF84-8DD7-0786-8D34B5826FFA}"/>
                  </a:ext>
                </a:extLst>
              </p:cNvPr>
              <p:cNvSpPr/>
              <p:nvPr/>
            </p:nvSpPr>
            <p:spPr>
              <a:xfrm>
                <a:off x="1156621" y="2577441"/>
                <a:ext cx="676941" cy="1602581"/>
              </a:xfrm>
              <a:custGeom>
                <a:avLst/>
                <a:gdLst>
                  <a:gd name="connsiteX0" fmla="*/ 481012 w 481012"/>
                  <a:gd name="connsiteY0" fmla="*/ 0 h 1978819"/>
                  <a:gd name="connsiteX1" fmla="*/ 476250 w 481012"/>
                  <a:gd name="connsiteY1" fmla="*/ 869157 h 1978819"/>
                  <a:gd name="connsiteX2" fmla="*/ 473869 w 481012"/>
                  <a:gd name="connsiteY2" fmla="*/ 1581150 h 1978819"/>
                  <a:gd name="connsiteX3" fmla="*/ 178594 w 481012"/>
                  <a:gd name="connsiteY3" fmla="*/ 1978819 h 1978819"/>
                  <a:gd name="connsiteX4" fmla="*/ 95250 w 481012"/>
                  <a:gd name="connsiteY4" fmla="*/ 1774032 h 1978819"/>
                  <a:gd name="connsiteX5" fmla="*/ 11906 w 481012"/>
                  <a:gd name="connsiteY5" fmla="*/ 1400175 h 1978819"/>
                  <a:gd name="connsiteX6" fmla="*/ 0 w 481012"/>
                  <a:gd name="connsiteY6" fmla="*/ 1185863 h 1978819"/>
                  <a:gd name="connsiteX7" fmla="*/ 28575 w 481012"/>
                  <a:gd name="connsiteY7" fmla="*/ 883444 h 1978819"/>
                  <a:gd name="connsiteX8" fmla="*/ 85725 w 481012"/>
                  <a:gd name="connsiteY8" fmla="*/ 614363 h 1978819"/>
                  <a:gd name="connsiteX9" fmla="*/ 180975 w 481012"/>
                  <a:gd name="connsiteY9" fmla="*/ 395288 h 1978819"/>
                  <a:gd name="connsiteX10" fmla="*/ 342900 w 481012"/>
                  <a:gd name="connsiteY10" fmla="*/ 169069 h 1978819"/>
                  <a:gd name="connsiteX11" fmla="*/ 481012 w 481012"/>
                  <a:gd name="connsiteY11" fmla="*/ 0 h 1978819"/>
                  <a:gd name="connsiteX0" fmla="*/ 481012 w 526266"/>
                  <a:gd name="connsiteY0" fmla="*/ 0 h 1978819"/>
                  <a:gd name="connsiteX1" fmla="*/ 476250 w 526266"/>
                  <a:gd name="connsiteY1" fmla="*/ 869157 h 1978819"/>
                  <a:gd name="connsiteX2" fmla="*/ 526257 w 526266"/>
                  <a:gd name="connsiteY2" fmla="*/ 1481138 h 1978819"/>
                  <a:gd name="connsiteX3" fmla="*/ 178594 w 526266"/>
                  <a:gd name="connsiteY3" fmla="*/ 1978819 h 1978819"/>
                  <a:gd name="connsiteX4" fmla="*/ 95250 w 526266"/>
                  <a:gd name="connsiteY4" fmla="*/ 1774032 h 1978819"/>
                  <a:gd name="connsiteX5" fmla="*/ 11906 w 526266"/>
                  <a:gd name="connsiteY5" fmla="*/ 1400175 h 1978819"/>
                  <a:gd name="connsiteX6" fmla="*/ 0 w 526266"/>
                  <a:gd name="connsiteY6" fmla="*/ 1185863 h 1978819"/>
                  <a:gd name="connsiteX7" fmla="*/ 28575 w 526266"/>
                  <a:gd name="connsiteY7" fmla="*/ 883444 h 1978819"/>
                  <a:gd name="connsiteX8" fmla="*/ 85725 w 526266"/>
                  <a:gd name="connsiteY8" fmla="*/ 614363 h 1978819"/>
                  <a:gd name="connsiteX9" fmla="*/ 180975 w 526266"/>
                  <a:gd name="connsiteY9" fmla="*/ 395288 h 1978819"/>
                  <a:gd name="connsiteX10" fmla="*/ 342900 w 526266"/>
                  <a:gd name="connsiteY10" fmla="*/ 169069 h 1978819"/>
                  <a:gd name="connsiteX11" fmla="*/ 481012 w 526266"/>
                  <a:gd name="connsiteY11" fmla="*/ 0 h 1978819"/>
                  <a:gd name="connsiteX0" fmla="*/ 481012 w 526257"/>
                  <a:gd name="connsiteY0" fmla="*/ 0 h 1978819"/>
                  <a:gd name="connsiteX1" fmla="*/ 476250 w 526257"/>
                  <a:gd name="connsiteY1" fmla="*/ 869157 h 1978819"/>
                  <a:gd name="connsiteX2" fmla="*/ 526257 w 526257"/>
                  <a:gd name="connsiteY2" fmla="*/ 1481138 h 1978819"/>
                  <a:gd name="connsiteX3" fmla="*/ 178594 w 526257"/>
                  <a:gd name="connsiteY3" fmla="*/ 1978819 h 1978819"/>
                  <a:gd name="connsiteX4" fmla="*/ 95250 w 526257"/>
                  <a:gd name="connsiteY4" fmla="*/ 1774032 h 1978819"/>
                  <a:gd name="connsiteX5" fmla="*/ 11906 w 526257"/>
                  <a:gd name="connsiteY5" fmla="*/ 1400175 h 1978819"/>
                  <a:gd name="connsiteX6" fmla="*/ 0 w 526257"/>
                  <a:gd name="connsiteY6" fmla="*/ 1185863 h 1978819"/>
                  <a:gd name="connsiteX7" fmla="*/ 28575 w 526257"/>
                  <a:gd name="connsiteY7" fmla="*/ 883444 h 1978819"/>
                  <a:gd name="connsiteX8" fmla="*/ 85725 w 526257"/>
                  <a:gd name="connsiteY8" fmla="*/ 614363 h 1978819"/>
                  <a:gd name="connsiteX9" fmla="*/ 180975 w 526257"/>
                  <a:gd name="connsiteY9" fmla="*/ 395288 h 1978819"/>
                  <a:gd name="connsiteX10" fmla="*/ 342900 w 526257"/>
                  <a:gd name="connsiteY10" fmla="*/ 169069 h 1978819"/>
                  <a:gd name="connsiteX11" fmla="*/ 481012 w 526257"/>
                  <a:gd name="connsiteY11" fmla="*/ 0 h 1978819"/>
                  <a:gd name="connsiteX0" fmla="*/ 481012 w 526257"/>
                  <a:gd name="connsiteY0" fmla="*/ 0 h 1978819"/>
                  <a:gd name="connsiteX1" fmla="*/ 497681 w 526257"/>
                  <a:gd name="connsiteY1" fmla="*/ 940594 h 1978819"/>
                  <a:gd name="connsiteX2" fmla="*/ 526257 w 526257"/>
                  <a:gd name="connsiteY2" fmla="*/ 1481138 h 1978819"/>
                  <a:gd name="connsiteX3" fmla="*/ 178594 w 526257"/>
                  <a:gd name="connsiteY3" fmla="*/ 1978819 h 1978819"/>
                  <a:gd name="connsiteX4" fmla="*/ 95250 w 526257"/>
                  <a:gd name="connsiteY4" fmla="*/ 1774032 h 1978819"/>
                  <a:gd name="connsiteX5" fmla="*/ 11906 w 526257"/>
                  <a:gd name="connsiteY5" fmla="*/ 1400175 h 1978819"/>
                  <a:gd name="connsiteX6" fmla="*/ 0 w 526257"/>
                  <a:gd name="connsiteY6" fmla="*/ 1185863 h 1978819"/>
                  <a:gd name="connsiteX7" fmla="*/ 28575 w 526257"/>
                  <a:gd name="connsiteY7" fmla="*/ 883444 h 1978819"/>
                  <a:gd name="connsiteX8" fmla="*/ 85725 w 526257"/>
                  <a:gd name="connsiteY8" fmla="*/ 614363 h 1978819"/>
                  <a:gd name="connsiteX9" fmla="*/ 180975 w 526257"/>
                  <a:gd name="connsiteY9" fmla="*/ 395288 h 1978819"/>
                  <a:gd name="connsiteX10" fmla="*/ 342900 w 526257"/>
                  <a:gd name="connsiteY10" fmla="*/ 169069 h 1978819"/>
                  <a:gd name="connsiteX11" fmla="*/ 481012 w 526257"/>
                  <a:gd name="connsiteY11" fmla="*/ 0 h 1978819"/>
                  <a:gd name="connsiteX0" fmla="*/ 481012 w 526257"/>
                  <a:gd name="connsiteY0" fmla="*/ 0 h 1978819"/>
                  <a:gd name="connsiteX1" fmla="*/ 488823 w 526257"/>
                  <a:gd name="connsiteY1" fmla="*/ 882517 h 1978819"/>
                  <a:gd name="connsiteX2" fmla="*/ 497681 w 526257"/>
                  <a:gd name="connsiteY2" fmla="*/ 940594 h 1978819"/>
                  <a:gd name="connsiteX3" fmla="*/ 526257 w 526257"/>
                  <a:gd name="connsiteY3" fmla="*/ 1481138 h 1978819"/>
                  <a:gd name="connsiteX4" fmla="*/ 178594 w 526257"/>
                  <a:gd name="connsiteY4" fmla="*/ 1978819 h 1978819"/>
                  <a:gd name="connsiteX5" fmla="*/ 95250 w 526257"/>
                  <a:gd name="connsiteY5" fmla="*/ 1774032 h 1978819"/>
                  <a:gd name="connsiteX6" fmla="*/ 11906 w 526257"/>
                  <a:gd name="connsiteY6" fmla="*/ 1400175 h 1978819"/>
                  <a:gd name="connsiteX7" fmla="*/ 0 w 526257"/>
                  <a:gd name="connsiteY7" fmla="*/ 1185863 h 1978819"/>
                  <a:gd name="connsiteX8" fmla="*/ 28575 w 526257"/>
                  <a:gd name="connsiteY8" fmla="*/ 883444 h 1978819"/>
                  <a:gd name="connsiteX9" fmla="*/ 85725 w 526257"/>
                  <a:gd name="connsiteY9" fmla="*/ 614363 h 1978819"/>
                  <a:gd name="connsiteX10" fmla="*/ 180975 w 526257"/>
                  <a:gd name="connsiteY10" fmla="*/ 395288 h 1978819"/>
                  <a:gd name="connsiteX11" fmla="*/ 342900 w 526257"/>
                  <a:gd name="connsiteY11" fmla="*/ 169069 h 1978819"/>
                  <a:gd name="connsiteX12" fmla="*/ 481012 w 526257"/>
                  <a:gd name="connsiteY12" fmla="*/ 0 h 1978819"/>
                  <a:gd name="connsiteX0" fmla="*/ 481012 w 526257"/>
                  <a:gd name="connsiteY0" fmla="*/ 0 h 1978819"/>
                  <a:gd name="connsiteX1" fmla="*/ 488823 w 526257"/>
                  <a:gd name="connsiteY1" fmla="*/ 882517 h 1978819"/>
                  <a:gd name="connsiteX2" fmla="*/ 497681 w 526257"/>
                  <a:gd name="connsiteY2" fmla="*/ 940594 h 1978819"/>
                  <a:gd name="connsiteX3" fmla="*/ 526257 w 526257"/>
                  <a:gd name="connsiteY3" fmla="*/ 1481138 h 1978819"/>
                  <a:gd name="connsiteX4" fmla="*/ 178594 w 526257"/>
                  <a:gd name="connsiteY4" fmla="*/ 1978819 h 1978819"/>
                  <a:gd name="connsiteX5" fmla="*/ 95250 w 526257"/>
                  <a:gd name="connsiteY5" fmla="*/ 1774032 h 1978819"/>
                  <a:gd name="connsiteX6" fmla="*/ 11906 w 526257"/>
                  <a:gd name="connsiteY6" fmla="*/ 1400175 h 1978819"/>
                  <a:gd name="connsiteX7" fmla="*/ 0 w 526257"/>
                  <a:gd name="connsiteY7" fmla="*/ 1185863 h 1978819"/>
                  <a:gd name="connsiteX8" fmla="*/ 28575 w 526257"/>
                  <a:gd name="connsiteY8" fmla="*/ 883444 h 1978819"/>
                  <a:gd name="connsiteX9" fmla="*/ 85725 w 526257"/>
                  <a:gd name="connsiteY9" fmla="*/ 614363 h 1978819"/>
                  <a:gd name="connsiteX10" fmla="*/ 180975 w 526257"/>
                  <a:gd name="connsiteY10" fmla="*/ 395288 h 1978819"/>
                  <a:gd name="connsiteX11" fmla="*/ 342900 w 526257"/>
                  <a:gd name="connsiteY11" fmla="*/ 169069 h 1978819"/>
                  <a:gd name="connsiteX12" fmla="*/ 481012 w 526257"/>
                  <a:gd name="connsiteY12" fmla="*/ 0 h 1978819"/>
                  <a:gd name="connsiteX0" fmla="*/ 481012 w 526257"/>
                  <a:gd name="connsiteY0" fmla="*/ 0 h 1978819"/>
                  <a:gd name="connsiteX1" fmla="*/ 426910 w 526257"/>
                  <a:gd name="connsiteY1" fmla="*/ 777742 h 1978819"/>
                  <a:gd name="connsiteX2" fmla="*/ 497681 w 526257"/>
                  <a:gd name="connsiteY2" fmla="*/ 940594 h 1978819"/>
                  <a:gd name="connsiteX3" fmla="*/ 526257 w 526257"/>
                  <a:gd name="connsiteY3" fmla="*/ 1481138 h 1978819"/>
                  <a:gd name="connsiteX4" fmla="*/ 178594 w 526257"/>
                  <a:gd name="connsiteY4" fmla="*/ 1978819 h 1978819"/>
                  <a:gd name="connsiteX5" fmla="*/ 95250 w 526257"/>
                  <a:gd name="connsiteY5" fmla="*/ 1774032 h 1978819"/>
                  <a:gd name="connsiteX6" fmla="*/ 11906 w 526257"/>
                  <a:gd name="connsiteY6" fmla="*/ 1400175 h 1978819"/>
                  <a:gd name="connsiteX7" fmla="*/ 0 w 526257"/>
                  <a:gd name="connsiteY7" fmla="*/ 1185863 h 1978819"/>
                  <a:gd name="connsiteX8" fmla="*/ 28575 w 526257"/>
                  <a:gd name="connsiteY8" fmla="*/ 883444 h 1978819"/>
                  <a:gd name="connsiteX9" fmla="*/ 85725 w 526257"/>
                  <a:gd name="connsiteY9" fmla="*/ 614363 h 1978819"/>
                  <a:gd name="connsiteX10" fmla="*/ 180975 w 526257"/>
                  <a:gd name="connsiteY10" fmla="*/ 395288 h 1978819"/>
                  <a:gd name="connsiteX11" fmla="*/ 342900 w 526257"/>
                  <a:gd name="connsiteY11" fmla="*/ 169069 h 1978819"/>
                  <a:gd name="connsiteX12" fmla="*/ 481012 w 526257"/>
                  <a:gd name="connsiteY12" fmla="*/ 0 h 1978819"/>
                  <a:gd name="connsiteX0" fmla="*/ 481012 w 526257"/>
                  <a:gd name="connsiteY0" fmla="*/ 0 h 1978819"/>
                  <a:gd name="connsiteX1" fmla="*/ 431672 w 526257"/>
                  <a:gd name="connsiteY1" fmla="*/ 770598 h 1978819"/>
                  <a:gd name="connsiteX2" fmla="*/ 497681 w 526257"/>
                  <a:gd name="connsiteY2" fmla="*/ 940594 h 1978819"/>
                  <a:gd name="connsiteX3" fmla="*/ 526257 w 526257"/>
                  <a:gd name="connsiteY3" fmla="*/ 1481138 h 1978819"/>
                  <a:gd name="connsiteX4" fmla="*/ 178594 w 526257"/>
                  <a:gd name="connsiteY4" fmla="*/ 1978819 h 1978819"/>
                  <a:gd name="connsiteX5" fmla="*/ 95250 w 526257"/>
                  <a:gd name="connsiteY5" fmla="*/ 1774032 h 1978819"/>
                  <a:gd name="connsiteX6" fmla="*/ 11906 w 526257"/>
                  <a:gd name="connsiteY6" fmla="*/ 1400175 h 1978819"/>
                  <a:gd name="connsiteX7" fmla="*/ 0 w 526257"/>
                  <a:gd name="connsiteY7" fmla="*/ 1185863 h 1978819"/>
                  <a:gd name="connsiteX8" fmla="*/ 28575 w 526257"/>
                  <a:gd name="connsiteY8" fmla="*/ 883444 h 1978819"/>
                  <a:gd name="connsiteX9" fmla="*/ 85725 w 526257"/>
                  <a:gd name="connsiteY9" fmla="*/ 614363 h 1978819"/>
                  <a:gd name="connsiteX10" fmla="*/ 180975 w 526257"/>
                  <a:gd name="connsiteY10" fmla="*/ 395288 h 1978819"/>
                  <a:gd name="connsiteX11" fmla="*/ 342900 w 526257"/>
                  <a:gd name="connsiteY11" fmla="*/ 169069 h 1978819"/>
                  <a:gd name="connsiteX12" fmla="*/ 481012 w 526257"/>
                  <a:gd name="connsiteY12" fmla="*/ 0 h 1978819"/>
                  <a:gd name="connsiteX0" fmla="*/ 481012 w 576929"/>
                  <a:gd name="connsiteY0" fmla="*/ 0 h 1978819"/>
                  <a:gd name="connsiteX1" fmla="*/ 576929 w 576929"/>
                  <a:gd name="connsiteY1" fmla="*/ 651535 h 1978819"/>
                  <a:gd name="connsiteX2" fmla="*/ 497681 w 576929"/>
                  <a:gd name="connsiteY2" fmla="*/ 940594 h 1978819"/>
                  <a:gd name="connsiteX3" fmla="*/ 526257 w 576929"/>
                  <a:gd name="connsiteY3" fmla="*/ 1481138 h 1978819"/>
                  <a:gd name="connsiteX4" fmla="*/ 178594 w 576929"/>
                  <a:gd name="connsiteY4" fmla="*/ 1978819 h 1978819"/>
                  <a:gd name="connsiteX5" fmla="*/ 95250 w 576929"/>
                  <a:gd name="connsiteY5" fmla="*/ 1774032 h 1978819"/>
                  <a:gd name="connsiteX6" fmla="*/ 11906 w 576929"/>
                  <a:gd name="connsiteY6" fmla="*/ 1400175 h 1978819"/>
                  <a:gd name="connsiteX7" fmla="*/ 0 w 576929"/>
                  <a:gd name="connsiteY7" fmla="*/ 1185863 h 1978819"/>
                  <a:gd name="connsiteX8" fmla="*/ 28575 w 576929"/>
                  <a:gd name="connsiteY8" fmla="*/ 883444 h 1978819"/>
                  <a:gd name="connsiteX9" fmla="*/ 85725 w 576929"/>
                  <a:gd name="connsiteY9" fmla="*/ 614363 h 1978819"/>
                  <a:gd name="connsiteX10" fmla="*/ 180975 w 576929"/>
                  <a:gd name="connsiteY10" fmla="*/ 395288 h 1978819"/>
                  <a:gd name="connsiteX11" fmla="*/ 342900 w 576929"/>
                  <a:gd name="connsiteY11" fmla="*/ 169069 h 1978819"/>
                  <a:gd name="connsiteX12" fmla="*/ 481012 w 576929"/>
                  <a:gd name="connsiteY12" fmla="*/ 0 h 1978819"/>
                  <a:gd name="connsiteX0" fmla="*/ 481012 w 669797"/>
                  <a:gd name="connsiteY0" fmla="*/ 0 h 1978819"/>
                  <a:gd name="connsiteX1" fmla="*/ 669797 w 669797"/>
                  <a:gd name="connsiteY1" fmla="*/ 394360 h 1978819"/>
                  <a:gd name="connsiteX2" fmla="*/ 497681 w 669797"/>
                  <a:gd name="connsiteY2" fmla="*/ 940594 h 1978819"/>
                  <a:gd name="connsiteX3" fmla="*/ 526257 w 669797"/>
                  <a:gd name="connsiteY3" fmla="*/ 1481138 h 1978819"/>
                  <a:gd name="connsiteX4" fmla="*/ 178594 w 669797"/>
                  <a:gd name="connsiteY4" fmla="*/ 1978819 h 1978819"/>
                  <a:gd name="connsiteX5" fmla="*/ 95250 w 669797"/>
                  <a:gd name="connsiteY5" fmla="*/ 1774032 h 1978819"/>
                  <a:gd name="connsiteX6" fmla="*/ 11906 w 669797"/>
                  <a:gd name="connsiteY6" fmla="*/ 1400175 h 1978819"/>
                  <a:gd name="connsiteX7" fmla="*/ 0 w 669797"/>
                  <a:gd name="connsiteY7" fmla="*/ 1185863 h 1978819"/>
                  <a:gd name="connsiteX8" fmla="*/ 28575 w 669797"/>
                  <a:gd name="connsiteY8" fmla="*/ 883444 h 1978819"/>
                  <a:gd name="connsiteX9" fmla="*/ 85725 w 669797"/>
                  <a:gd name="connsiteY9" fmla="*/ 614363 h 1978819"/>
                  <a:gd name="connsiteX10" fmla="*/ 180975 w 669797"/>
                  <a:gd name="connsiteY10" fmla="*/ 395288 h 1978819"/>
                  <a:gd name="connsiteX11" fmla="*/ 342900 w 669797"/>
                  <a:gd name="connsiteY11" fmla="*/ 169069 h 1978819"/>
                  <a:gd name="connsiteX12" fmla="*/ 481012 w 669797"/>
                  <a:gd name="connsiteY12" fmla="*/ 0 h 1978819"/>
                  <a:gd name="connsiteX0" fmla="*/ 481012 w 669797"/>
                  <a:gd name="connsiteY0" fmla="*/ 0 h 1978819"/>
                  <a:gd name="connsiteX1" fmla="*/ 669797 w 669797"/>
                  <a:gd name="connsiteY1" fmla="*/ 394360 h 1978819"/>
                  <a:gd name="connsiteX2" fmla="*/ 511968 w 669797"/>
                  <a:gd name="connsiteY2" fmla="*/ 888207 h 1978819"/>
                  <a:gd name="connsiteX3" fmla="*/ 526257 w 669797"/>
                  <a:gd name="connsiteY3" fmla="*/ 1481138 h 1978819"/>
                  <a:gd name="connsiteX4" fmla="*/ 178594 w 669797"/>
                  <a:gd name="connsiteY4" fmla="*/ 1978819 h 1978819"/>
                  <a:gd name="connsiteX5" fmla="*/ 95250 w 669797"/>
                  <a:gd name="connsiteY5" fmla="*/ 1774032 h 1978819"/>
                  <a:gd name="connsiteX6" fmla="*/ 11906 w 669797"/>
                  <a:gd name="connsiteY6" fmla="*/ 1400175 h 1978819"/>
                  <a:gd name="connsiteX7" fmla="*/ 0 w 669797"/>
                  <a:gd name="connsiteY7" fmla="*/ 1185863 h 1978819"/>
                  <a:gd name="connsiteX8" fmla="*/ 28575 w 669797"/>
                  <a:gd name="connsiteY8" fmla="*/ 883444 h 1978819"/>
                  <a:gd name="connsiteX9" fmla="*/ 85725 w 669797"/>
                  <a:gd name="connsiteY9" fmla="*/ 614363 h 1978819"/>
                  <a:gd name="connsiteX10" fmla="*/ 180975 w 669797"/>
                  <a:gd name="connsiteY10" fmla="*/ 395288 h 1978819"/>
                  <a:gd name="connsiteX11" fmla="*/ 342900 w 669797"/>
                  <a:gd name="connsiteY11" fmla="*/ 169069 h 1978819"/>
                  <a:gd name="connsiteX12" fmla="*/ 481012 w 669797"/>
                  <a:gd name="connsiteY12" fmla="*/ 0 h 1978819"/>
                  <a:gd name="connsiteX0" fmla="*/ 481012 w 669797"/>
                  <a:gd name="connsiteY0" fmla="*/ 0 h 1978819"/>
                  <a:gd name="connsiteX1" fmla="*/ 669797 w 669797"/>
                  <a:gd name="connsiteY1" fmla="*/ 394360 h 1978819"/>
                  <a:gd name="connsiteX2" fmla="*/ 511968 w 669797"/>
                  <a:gd name="connsiteY2" fmla="*/ 888207 h 1978819"/>
                  <a:gd name="connsiteX3" fmla="*/ 526257 w 669797"/>
                  <a:gd name="connsiteY3" fmla="*/ 1481138 h 1978819"/>
                  <a:gd name="connsiteX4" fmla="*/ 178594 w 669797"/>
                  <a:gd name="connsiteY4" fmla="*/ 1978819 h 1978819"/>
                  <a:gd name="connsiteX5" fmla="*/ 95250 w 669797"/>
                  <a:gd name="connsiteY5" fmla="*/ 1774032 h 1978819"/>
                  <a:gd name="connsiteX6" fmla="*/ 11906 w 669797"/>
                  <a:gd name="connsiteY6" fmla="*/ 1400175 h 1978819"/>
                  <a:gd name="connsiteX7" fmla="*/ 0 w 669797"/>
                  <a:gd name="connsiteY7" fmla="*/ 1185863 h 1978819"/>
                  <a:gd name="connsiteX8" fmla="*/ 28575 w 669797"/>
                  <a:gd name="connsiteY8" fmla="*/ 883444 h 1978819"/>
                  <a:gd name="connsiteX9" fmla="*/ 85725 w 669797"/>
                  <a:gd name="connsiteY9" fmla="*/ 614363 h 1978819"/>
                  <a:gd name="connsiteX10" fmla="*/ 180975 w 669797"/>
                  <a:gd name="connsiteY10" fmla="*/ 395288 h 1978819"/>
                  <a:gd name="connsiteX11" fmla="*/ 342900 w 669797"/>
                  <a:gd name="connsiteY11" fmla="*/ 169069 h 1978819"/>
                  <a:gd name="connsiteX12" fmla="*/ 481012 w 669797"/>
                  <a:gd name="connsiteY12" fmla="*/ 0 h 1978819"/>
                  <a:gd name="connsiteX0" fmla="*/ 481012 w 669797"/>
                  <a:gd name="connsiteY0" fmla="*/ 0 h 1978819"/>
                  <a:gd name="connsiteX1" fmla="*/ 669797 w 669797"/>
                  <a:gd name="connsiteY1" fmla="*/ 394360 h 1978819"/>
                  <a:gd name="connsiteX2" fmla="*/ 511968 w 669797"/>
                  <a:gd name="connsiteY2" fmla="*/ 888207 h 1978819"/>
                  <a:gd name="connsiteX3" fmla="*/ 526257 w 669797"/>
                  <a:gd name="connsiteY3" fmla="*/ 1481138 h 1978819"/>
                  <a:gd name="connsiteX4" fmla="*/ 178594 w 669797"/>
                  <a:gd name="connsiteY4" fmla="*/ 1978819 h 1978819"/>
                  <a:gd name="connsiteX5" fmla="*/ 95250 w 669797"/>
                  <a:gd name="connsiteY5" fmla="*/ 1774032 h 1978819"/>
                  <a:gd name="connsiteX6" fmla="*/ 11906 w 669797"/>
                  <a:gd name="connsiteY6" fmla="*/ 1400175 h 1978819"/>
                  <a:gd name="connsiteX7" fmla="*/ 0 w 669797"/>
                  <a:gd name="connsiteY7" fmla="*/ 1185863 h 1978819"/>
                  <a:gd name="connsiteX8" fmla="*/ 28575 w 669797"/>
                  <a:gd name="connsiteY8" fmla="*/ 883444 h 1978819"/>
                  <a:gd name="connsiteX9" fmla="*/ 85725 w 669797"/>
                  <a:gd name="connsiteY9" fmla="*/ 614363 h 1978819"/>
                  <a:gd name="connsiteX10" fmla="*/ 180975 w 669797"/>
                  <a:gd name="connsiteY10" fmla="*/ 395288 h 1978819"/>
                  <a:gd name="connsiteX11" fmla="*/ 342900 w 669797"/>
                  <a:gd name="connsiteY11" fmla="*/ 169069 h 1978819"/>
                  <a:gd name="connsiteX12" fmla="*/ 481012 w 669797"/>
                  <a:gd name="connsiteY12" fmla="*/ 0 h 1978819"/>
                  <a:gd name="connsiteX0" fmla="*/ 481012 w 669797"/>
                  <a:gd name="connsiteY0" fmla="*/ 0 h 1978819"/>
                  <a:gd name="connsiteX1" fmla="*/ 669797 w 669797"/>
                  <a:gd name="connsiteY1" fmla="*/ 394360 h 1978819"/>
                  <a:gd name="connsiteX2" fmla="*/ 521493 w 669797"/>
                  <a:gd name="connsiteY2" fmla="*/ 883445 h 1978819"/>
                  <a:gd name="connsiteX3" fmla="*/ 526257 w 669797"/>
                  <a:gd name="connsiteY3" fmla="*/ 1481138 h 1978819"/>
                  <a:gd name="connsiteX4" fmla="*/ 178594 w 669797"/>
                  <a:gd name="connsiteY4" fmla="*/ 1978819 h 1978819"/>
                  <a:gd name="connsiteX5" fmla="*/ 95250 w 669797"/>
                  <a:gd name="connsiteY5" fmla="*/ 1774032 h 1978819"/>
                  <a:gd name="connsiteX6" fmla="*/ 11906 w 669797"/>
                  <a:gd name="connsiteY6" fmla="*/ 1400175 h 1978819"/>
                  <a:gd name="connsiteX7" fmla="*/ 0 w 669797"/>
                  <a:gd name="connsiteY7" fmla="*/ 1185863 h 1978819"/>
                  <a:gd name="connsiteX8" fmla="*/ 28575 w 669797"/>
                  <a:gd name="connsiteY8" fmla="*/ 883444 h 1978819"/>
                  <a:gd name="connsiteX9" fmla="*/ 85725 w 669797"/>
                  <a:gd name="connsiteY9" fmla="*/ 614363 h 1978819"/>
                  <a:gd name="connsiteX10" fmla="*/ 180975 w 669797"/>
                  <a:gd name="connsiteY10" fmla="*/ 395288 h 1978819"/>
                  <a:gd name="connsiteX11" fmla="*/ 342900 w 669797"/>
                  <a:gd name="connsiteY11" fmla="*/ 169069 h 1978819"/>
                  <a:gd name="connsiteX12" fmla="*/ 481012 w 669797"/>
                  <a:gd name="connsiteY12" fmla="*/ 0 h 1978819"/>
                  <a:gd name="connsiteX0" fmla="*/ 481012 w 676941"/>
                  <a:gd name="connsiteY0" fmla="*/ 0 h 1978819"/>
                  <a:gd name="connsiteX1" fmla="*/ 676941 w 676941"/>
                  <a:gd name="connsiteY1" fmla="*/ 394360 h 1978819"/>
                  <a:gd name="connsiteX2" fmla="*/ 521493 w 676941"/>
                  <a:gd name="connsiteY2" fmla="*/ 883445 h 1978819"/>
                  <a:gd name="connsiteX3" fmla="*/ 526257 w 676941"/>
                  <a:gd name="connsiteY3" fmla="*/ 1481138 h 1978819"/>
                  <a:gd name="connsiteX4" fmla="*/ 178594 w 676941"/>
                  <a:gd name="connsiteY4" fmla="*/ 1978819 h 1978819"/>
                  <a:gd name="connsiteX5" fmla="*/ 95250 w 676941"/>
                  <a:gd name="connsiteY5" fmla="*/ 1774032 h 1978819"/>
                  <a:gd name="connsiteX6" fmla="*/ 11906 w 676941"/>
                  <a:gd name="connsiteY6" fmla="*/ 1400175 h 1978819"/>
                  <a:gd name="connsiteX7" fmla="*/ 0 w 676941"/>
                  <a:gd name="connsiteY7" fmla="*/ 1185863 h 1978819"/>
                  <a:gd name="connsiteX8" fmla="*/ 28575 w 676941"/>
                  <a:gd name="connsiteY8" fmla="*/ 883444 h 1978819"/>
                  <a:gd name="connsiteX9" fmla="*/ 85725 w 676941"/>
                  <a:gd name="connsiteY9" fmla="*/ 614363 h 1978819"/>
                  <a:gd name="connsiteX10" fmla="*/ 180975 w 676941"/>
                  <a:gd name="connsiteY10" fmla="*/ 395288 h 1978819"/>
                  <a:gd name="connsiteX11" fmla="*/ 342900 w 676941"/>
                  <a:gd name="connsiteY11" fmla="*/ 169069 h 1978819"/>
                  <a:gd name="connsiteX12" fmla="*/ 481012 w 676941"/>
                  <a:gd name="connsiteY12" fmla="*/ 0 h 1978819"/>
                  <a:gd name="connsiteX0" fmla="*/ 481012 w 676941"/>
                  <a:gd name="connsiteY0" fmla="*/ 0 h 1978819"/>
                  <a:gd name="connsiteX1" fmla="*/ 676941 w 676941"/>
                  <a:gd name="connsiteY1" fmla="*/ 394360 h 1978819"/>
                  <a:gd name="connsiteX2" fmla="*/ 521493 w 676941"/>
                  <a:gd name="connsiteY2" fmla="*/ 883445 h 1978819"/>
                  <a:gd name="connsiteX3" fmla="*/ 526257 w 676941"/>
                  <a:gd name="connsiteY3" fmla="*/ 1481138 h 1978819"/>
                  <a:gd name="connsiteX4" fmla="*/ 178594 w 676941"/>
                  <a:gd name="connsiteY4" fmla="*/ 1978819 h 1978819"/>
                  <a:gd name="connsiteX5" fmla="*/ 95250 w 676941"/>
                  <a:gd name="connsiteY5" fmla="*/ 1774032 h 1978819"/>
                  <a:gd name="connsiteX6" fmla="*/ 11906 w 676941"/>
                  <a:gd name="connsiteY6" fmla="*/ 1400175 h 1978819"/>
                  <a:gd name="connsiteX7" fmla="*/ 0 w 676941"/>
                  <a:gd name="connsiteY7" fmla="*/ 1185863 h 1978819"/>
                  <a:gd name="connsiteX8" fmla="*/ 28575 w 676941"/>
                  <a:gd name="connsiteY8" fmla="*/ 883444 h 1978819"/>
                  <a:gd name="connsiteX9" fmla="*/ 85725 w 676941"/>
                  <a:gd name="connsiteY9" fmla="*/ 614363 h 1978819"/>
                  <a:gd name="connsiteX10" fmla="*/ 180975 w 676941"/>
                  <a:gd name="connsiteY10" fmla="*/ 395288 h 1978819"/>
                  <a:gd name="connsiteX11" fmla="*/ 342900 w 676941"/>
                  <a:gd name="connsiteY11" fmla="*/ 169069 h 1978819"/>
                  <a:gd name="connsiteX12" fmla="*/ 481012 w 676941"/>
                  <a:gd name="connsiteY12" fmla="*/ 0 h 1978819"/>
                  <a:gd name="connsiteX0" fmla="*/ 481012 w 676941"/>
                  <a:gd name="connsiteY0" fmla="*/ 0 h 1978819"/>
                  <a:gd name="connsiteX1" fmla="*/ 676941 w 676941"/>
                  <a:gd name="connsiteY1" fmla="*/ 394360 h 1978819"/>
                  <a:gd name="connsiteX2" fmla="*/ 521493 w 676941"/>
                  <a:gd name="connsiteY2" fmla="*/ 883445 h 1978819"/>
                  <a:gd name="connsiteX3" fmla="*/ 526257 w 676941"/>
                  <a:gd name="connsiteY3" fmla="*/ 1481138 h 1978819"/>
                  <a:gd name="connsiteX4" fmla="*/ 178594 w 676941"/>
                  <a:gd name="connsiteY4" fmla="*/ 1978819 h 1978819"/>
                  <a:gd name="connsiteX5" fmla="*/ 95250 w 676941"/>
                  <a:gd name="connsiteY5" fmla="*/ 1774032 h 1978819"/>
                  <a:gd name="connsiteX6" fmla="*/ 11906 w 676941"/>
                  <a:gd name="connsiteY6" fmla="*/ 1400175 h 1978819"/>
                  <a:gd name="connsiteX7" fmla="*/ 0 w 676941"/>
                  <a:gd name="connsiteY7" fmla="*/ 1185863 h 1978819"/>
                  <a:gd name="connsiteX8" fmla="*/ 28575 w 676941"/>
                  <a:gd name="connsiteY8" fmla="*/ 883444 h 1978819"/>
                  <a:gd name="connsiteX9" fmla="*/ 85725 w 676941"/>
                  <a:gd name="connsiteY9" fmla="*/ 614363 h 1978819"/>
                  <a:gd name="connsiteX10" fmla="*/ 180975 w 676941"/>
                  <a:gd name="connsiteY10" fmla="*/ 395288 h 1978819"/>
                  <a:gd name="connsiteX11" fmla="*/ 342900 w 676941"/>
                  <a:gd name="connsiteY11" fmla="*/ 169069 h 1978819"/>
                  <a:gd name="connsiteX12" fmla="*/ 481012 w 676941"/>
                  <a:gd name="connsiteY12" fmla="*/ 0 h 1978819"/>
                  <a:gd name="connsiteX0" fmla="*/ 481012 w 693491"/>
                  <a:gd name="connsiteY0" fmla="*/ 0 h 1978819"/>
                  <a:gd name="connsiteX1" fmla="*/ 676941 w 693491"/>
                  <a:gd name="connsiteY1" fmla="*/ 394360 h 1978819"/>
                  <a:gd name="connsiteX2" fmla="*/ 521493 w 693491"/>
                  <a:gd name="connsiteY2" fmla="*/ 883445 h 1978819"/>
                  <a:gd name="connsiteX3" fmla="*/ 526257 w 693491"/>
                  <a:gd name="connsiteY3" fmla="*/ 1481138 h 1978819"/>
                  <a:gd name="connsiteX4" fmla="*/ 178594 w 693491"/>
                  <a:gd name="connsiteY4" fmla="*/ 1978819 h 1978819"/>
                  <a:gd name="connsiteX5" fmla="*/ 95250 w 693491"/>
                  <a:gd name="connsiteY5" fmla="*/ 1774032 h 1978819"/>
                  <a:gd name="connsiteX6" fmla="*/ 11906 w 693491"/>
                  <a:gd name="connsiteY6" fmla="*/ 1400175 h 1978819"/>
                  <a:gd name="connsiteX7" fmla="*/ 0 w 693491"/>
                  <a:gd name="connsiteY7" fmla="*/ 1185863 h 1978819"/>
                  <a:gd name="connsiteX8" fmla="*/ 28575 w 693491"/>
                  <a:gd name="connsiteY8" fmla="*/ 883444 h 1978819"/>
                  <a:gd name="connsiteX9" fmla="*/ 85725 w 693491"/>
                  <a:gd name="connsiteY9" fmla="*/ 614363 h 1978819"/>
                  <a:gd name="connsiteX10" fmla="*/ 180975 w 693491"/>
                  <a:gd name="connsiteY10" fmla="*/ 395288 h 1978819"/>
                  <a:gd name="connsiteX11" fmla="*/ 342900 w 693491"/>
                  <a:gd name="connsiteY11" fmla="*/ 169069 h 1978819"/>
                  <a:gd name="connsiteX12" fmla="*/ 481012 w 693491"/>
                  <a:gd name="connsiteY12" fmla="*/ 0 h 1978819"/>
                  <a:gd name="connsiteX0" fmla="*/ 481012 w 676941"/>
                  <a:gd name="connsiteY0" fmla="*/ 0 h 1978819"/>
                  <a:gd name="connsiteX1" fmla="*/ 676941 w 676941"/>
                  <a:gd name="connsiteY1" fmla="*/ 394360 h 1978819"/>
                  <a:gd name="connsiteX2" fmla="*/ 521493 w 676941"/>
                  <a:gd name="connsiteY2" fmla="*/ 883445 h 1978819"/>
                  <a:gd name="connsiteX3" fmla="*/ 526257 w 676941"/>
                  <a:gd name="connsiteY3" fmla="*/ 1481138 h 1978819"/>
                  <a:gd name="connsiteX4" fmla="*/ 178594 w 676941"/>
                  <a:gd name="connsiteY4" fmla="*/ 1978819 h 1978819"/>
                  <a:gd name="connsiteX5" fmla="*/ 95250 w 676941"/>
                  <a:gd name="connsiteY5" fmla="*/ 1774032 h 1978819"/>
                  <a:gd name="connsiteX6" fmla="*/ 11906 w 676941"/>
                  <a:gd name="connsiteY6" fmla="*/ 1400175 h 1978819"/>
                  <a:gd name="connsiteX7" fmla="*/ 0 w 676941"/>
                  <a:gd name="connsiteY7" fmla="*/ 1185863 h 1978819"/>
                  <a:gd name="connsiteX8" fmla="*/ 28575 w 676941"/>
                  <a:gd name="connsiteY8" fmla="*/ 883444 h 1978819"/>
                  <a:gd name="connsiteX9" fmla="*/ 85725 w 676941"/>
                  <a:gd name="connsiteY9" fmla="*/ 614363 h 1978819"/>
                  <a:gd name="connsiteX10" fmla="*/ 180975 w 676941"/>
                  <a:gd name="connsiteY10" fmla="*/ 395288 h 1978819"/>
                  <a:gd name="connsiteX11" fmla="*/ 342900 w 676941"/>
                  <a:gd name="connsiteY11" fmla="*/ 169069 h 1978819"/>
                  <a:gd name="connsiteX12" fmla="*/ 481012 w 676941"/>
                  <a:gd name="connsiteY12" fmla="*/ 0 h 1978819"/>
                  <a:gd name="connsiteX0" fmla="*/ 373855 w 676941"/>
                  <a:gd name="connsiteY0" fmla="*/ 214312 h 1809750"/>
                  <a:gd name="connsiteX1" fmla="*/ 676941 w 676941"/>
                  <a:gd name="connsiteY1" fmla="*/ 225291 h 1809750"/>
                  <a:gd name="connsiteX2" fmla="*/ 521493 w 676941"/>
                  <a:gd name="connsiteY2" fmla="*/ 714376 h 1809750"/>
                  <a:gd name="connsiteX3" fmla="*/ 526257 w 676941"/>
                  <a:gd name="connsiteY3" fmla="*/ 1312069 h 1809750"/>
                  <a:gd name="connsiteX4" fmla="*/ 178594 w 676941"/>
                  <a:gd name="connsiteY4" fmla="*/ 1809750 h 1809750"/>
                  <a:gd name="connsiteX5" fmla="*/ 95250 w 676941"/>
                  <a:gd name="connsiteY5" fmla="*/ 1604963 h 1809750"/>
                  <a:gd name="connsiteX6" fmla="*/ 11906 w 676941"/>
                  <a:gd name="connsiteY6" fmla="*/ 1231106 h 1809750"/>
                  <a:gd name="connsiteX7" fmla="*/ 0 w 676941"/>
                  <a:gd name="connsiteY7" fmla="*/ 1016794 h 1809750"/>
                  <a:gd name="connsiteX8" fmla="*/ 28575 w 676941"/>
                  <a:gd name="connsiteY8" fmla="*/ 714375 h 1809750"/>
                  <a:gd name="connsiteX9" fmla="*/ 85725 w 676941"/>
                  <a:gd name="connsiteY9" fmla="*/ 445294 h 1809750"/>
                  <a:gd name="connsiteX10" fmla="*/ 180975 w 676941"/>
                  <a:gd name="connsiteY10" fmla="*/ 226219 h 1809750"/>
                  <a:gd name="connsiteX11" fmla="*/ 342900 w 676941"/>
                  <a:gd name="connsiteY11" fmla="*/ 0 h 1809750"/>
                  <a:gd name="connsiteX12" fmla="*/ 373855 w 676941"/>
                  <a:gd name="connsiteY12" fmla="*/ 214312 h 1809750"/>
                  <a:gd name="connsiteX0" fmla="*/ 373855 w 676941"/>
                  <a:gd name="connsiteY0" fmla="*/ 214312 h 1809750"/>
                  <a:gd name="connsiteX1" fmla="*/ 676941 w 676941"/>
                  <a:gd name="connsiteY1" fmla="*/ 225291 h 1809750"/>
                  <a:gd name="connsiteX2" fmla="*/ 521493 w 676941"/>
                  <a:gd name="connsiteY2" fmla="*/ 714376 h 1809750"/>
                  <a:gd name="connsiteX3" fmla="*/ 526257 w 676941"/>
                  <a:gd name="connsiteY3" fmla="*/ 1312069 h 1809750"/>
                  <a:gd name="connsiteX4" fmla="*/ 178594 w 676941"/>
                  <a:gd name="connsiteY4" fmla="*/ 1809750 h 1809750"/>
                  <a:gd name="connsiteX5" fmla="*/ 95250 w 676941"/>
                  <a:gd name="connsiteY5" fmla="*/ 1604963 h 1809750"/>
                  <a:gd name="connsiteX6" fmla="*/ 11906 w 676941"/>
                  <a:gd name="connsiteY6" fmla="*/ 1231106 h 1809750"/>
                  <a:gd name="connsiteX7" fmla="*/ 0 w 676941"/>
                  <a:gd name="connsiteY7" fmla="*/ 1016794 h 1809750"/>
                  <a:gd name="connsiteX8" fmla="*/ 28575 w 676941"/>
                  <a:gd name="connsiteY8" fmla="*/ 714375 h 1809750"/>
                  <a:gd name="connsiteX9" fmla="*/ 85725 w 676941"/>
                  <a:gd name="connsiteY9" fmla="*/ 445294 h 1809750"/>
                  <a:gd name="connsiteX10" fmla="*/ 180975 w 676941"/>
                  <a:gd name="connsiteY10" fmla="*/ 226219 h 1809750"/>
                  <a:gd name="connsiteX11" fmla="*/ 342900 w 676941"/>
                  <a:gd name="connsiteY11" fmla="*/ 0 h 1809750"/>
                  <a:gd name="connsiteX12" fmla="*/ 373855 w 676941"/>
                  <a:gd name="connsiteY12" fmla="*/ 214312 h 1809750"/>
                  <a:gd name="connsiteX0" fmla="*/ 373855 w 676941"/>
                  <a:gd name="connsiteY0" fmla="*/ 214312 h 1809750"/>
                  <a:gd name="connsiteX1" fmla="*/ 676941 w 676941"/>
                  <a:gd name="connsiteY1" fmla="*/ 225291 h 1809750"/>
                  <a:gd name="connsiteX2" fmla="*/ 521493 w 676941"/>
                  <a:gd name="connsiteY2" fmla="*/ 714376 h 1809750"/>
                  <a:gd name="connsiteX3" fmla="*/ 526257 w 676941"/>
                  <a:gd name="connsiteY3" fmla="*/ 1312069 h 1809750"/>
                  <a:gd name="connsiteX4" fmla="*/ 178594 w 676941"/>
                  <a:gd name="connsiteY4" fmla="*/ 1809750 h 1809750"/>
                  <a:gd name="connsiteX5" fmla="*/ 95250 w 676941"/>
                  <a:gd name="connsiteY5" fmla="*/ 1604963 h 1809750"/>
                  <a:gd name="connsiteX6" fmla="*/ 11906 w 676941"/>
                  <a:gd name="connsiteY6" fmla="*/ 1231106 h 1809750"/>
                  <a:gd name="connsiteX7" fmla="*/ 0 w 676941"/>
                  <a:gd name="connsiteY7" fmla="*/ 1016794 h 1809750"/>
                  <a:gd name="connsiteX8" fmla="*/ 28575 w 676941"/>
                  <a:gd name="connsiteY8" fmla="*/ 714375 h 1809750"/>
                  <a:gd name="connsiteX9" fmla="*/ 85725 w 676941"/>
                  <a:gd name="connsiteY9" fmla="*/ 445294 h 1809750"/>
                  <a:gd name="connsiteX10" fmla="*/ 180975 w 676941"/>
                  <a:gd name="connsiteY10" fmla="*/ 226219 h 1809750"/>
                  <a:gd name="connsiteX11" fmla="*/ 342900 w 676941"/>
                  <a:gd name="connsiteY11" fmla="*/ 0 h 1809750"/>
                  <a:gd name="connsiteX12" fmla="*/ 373855 w 676941"/>
                  <a:gd name="connsiteY12" fmla="*/ 214312 h 1809750"/>
                  <a:gd name="connsiteX0" fmla="*/ 373855 w 676941"/>
                  <a:gd name="connsiteY0" fmla="*/ 7143 h 1602581"/>
                  <a:gd name="connsiteX1" fmla="*/ 676941 w 676941"/>
                  <a:gd name="connsiteY1" fmla="*/ 18122 h 1602581"/>
                  <a:gd name="connsiteX2" fmla="*/ 521493 w 676941"/>
                  <a:gd name="connsiteY2" fmla="*/ 507207 h 1602581"/>
                  <a:gd name="connsiteX3" fmla="*/ 526257 w 676941"/>
                  <a:gd name="connsiteY3" fmla="*/ 1104900 h 1602581"/>
                  <a:gd name="connsiteX4" fmla="*/ 178594 w 676941"/>
                  <a:gd name="connsiteY4" fmla="*/ 1602581 h 1602581"/>
                  <a:gd name="connsiteX5" fmla="*/ 95250 w 676941"/>
                  <a:gd name="connsiteY5" fmla="*/ 1397794 h 1602581"/>
                  <a:gd name="connsiteX6" fmla="*/ 11906 w 676941"/>
                  <a:gd name="connsiteY6" fmla="*/ 1023937 h 1602581"/>
                  <a:gd name="connsiteX7" fmla="*/ 0 w 676941"/>
                  <a:gd name="connsiteY7" fmla="*/ 809625 h 1602581"/>
                  <a:gd name="connsiteX8" fmla="*/ 28575 w 676941"/>
                  <a:gd name="connsiteY8" fmla="*/ 507206 h 1602581"/>
                  <a:gd name="connsiteX9" fmla="*/ 85725 w 676941"/>
                  <a:gd name="connsiteY9" fmla="*/ 238125 h 1602581"/>
                  <a:gd name="connsiteX10" fmla="*/ 180975 w 676941"/>
                  <a:gd name="connsiteY10" fmla="*/ 19050 h 1602581"/>
                  <a:gd name="connsiteX11" fmla="*/ 257175 w 676941"/>
                  <a:gd name="connsiteY11" fmla="*/ 0 h 1602581"/>
                  <a:gd name="connsiteX12" fmla="*/ 373855 w 676941"/>
                  <a:gd name="connsiteY12" fmla="*/ 7143 h 1602581"/>
                  <a:gd name="connsiteX0" fmla="*/ 373855 w 676941"/>
                  <a:gd name="connsiteY0" fmla="*/ 7143 h 1602581"/>
                  <a:gd name="connsiteX1" fmla="*/ 676941 w 676941"/>
                  <a:gd name="connsiteY1" fmla="*/ 18122 h 1602581"/>
                  <a:gd name="connsiteX2" fmla="*/ 521493 w 676941"/>
                  <a:gd name="connsiteY2" fmla="*/ 507207 h 1602581"/>
                  <a:gd name="connsiteX3" fmla="*/ 526257 w 676941"/>
                  <a:gd name="connsiteY3" fmla="*/ 1104900 h 1602581"/>
                  <a:gd name="connsiteX4" fmla="*/ 178594 w 676941"/>
                  <a:gd name="connsiteY4" fmla="*/ 1602581 h 1602581"/>
                  <a:gd name="connsiteX5" fmla="*/ 95250 w 676941"/>
                  <a:gd name="connsiteY5" fmla="*/ 1397794 h 1602581"/>
                  <a:gd name="connsiteX6" fmla="*/ 11906 w 676941"/>
                  <a:gd name="connsiteY6" fmla="*/ 1023937 h 1602581"/>
                  <a:gd name="connsiteX7" fmla="*/ 0 w 676941"/>
                  <a:gd name="connsiteY7" fmla="*/ 809625 h 1602581"/>
                  <a:gd name="connsiteX8" fmla="*/ 28575 w 676941"/>
                  <a:gd name="connsiteY8" fmla="*/ 507206 h 1602581"/>
                  <a:gd name="connsiteX9" fmla="*/ 85725 w 676941"/>
                  <a:gd name="connsiteY9" fmla="*/ 238125 h 1602581"/>
                  <a:gd name="connsiteX10" fmla="*/ 180975 w 676941"/>
                  <a:gd name="connsiteY10" fmla="*/ 19050 h 1602581"/>
                  <a:gd name="connsiteX11" fmla="*/ 257175 w 676941"/>
                  <a:gd name="connsiteY11" fmla="*/ 0 h 1602581"/>
                  <a:gd name="connsiteX12" fmla="*/ 373855 w 676941"/>
                  <a:gd name="connsiteY12" fmla="*/ 7143 h 16025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941" h="1602581">
                    <a:moveTo>
                      <a:pt x="373855" y="7143"/>
                    </a:moveTo>
                    <a:cubicBezTo>
                      <a:pt x="541050" y="14132"/>
                      <a:pt x="476519" y="23281"/>
                      <a:pt x="676941" y="18122"/>
                    </a:cubicBezTo>
                    <a:cubicBezTo>
                      <a:pt x="617806" y="136788"/>
                      <a:pt x="536685" y="400293"/>
                      <a:pt x="521493" y="507207"/>
                    </a:cubicBezTo>
                    <a:cubicBezTo>
                      <a:pt x="487361" y="746919"/>
                      <a:pt x="503239" y="858044"/>
                      <a:pt x="526257" y="1104900"/>
                    </a:cubicBezTo>
                    <a:lnTo>
                      <a:pt x="178594" y="1602581"/>
                    </a:lnTo>
                    <a:lnTo>
                      <a:pt x="95250" y="1397794"/>
                    </a:lnTo>
                    <a:lnTo>
                      <a:pt x="11906" y="1023937"/>
                    </a:lnTo>
                    <a:lnTo>
                      <a:pt x="0" y="809625"/>
                    </a:lnTo>
                    <a:lnTo>
                      <a:pt x="28575" y="507206"/>
                    </a:lnTo>
                    <a:lnTo>
                      <a:pt x="85725" y="238125"/>
                    </a:lnTo>
                    <a:lnTo>
                      <a:pt x="180975" y="19050"/>
                    </a:lnTo>
                    <a:lnTo>
                      <a:pt x="257175" y="0"/>
                    </a:lnTo>
                    <a:cubicBezTo>
                      <a:pt x="303212" y="14287"/>
                      <a:pt x="282574" y="21431"/>
                      <a:pt x="373855" y="7143"/>
                    </a:cubicBezTo>
                    <a:close/>
                  </a:path>
                </a:pathLst>
              </a:cu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Elipse 5">
                <a:extLst>
                  <a:ext uri="{FF2B5EF4-FFF2-40B4-BE49-F238E27FC236}">
                    <a16:creationId xmlns:a16="http://schemas.microsoft.com/office/drawing/2014/main" id="{25B72799-784B-4BDD-CD2F-E91B2C30512F}"/>
                  </a:ext>
                </a:extLst>
              </p:cNvPr>
              <p:cNvSpPr/>
              <p:nvPr/>
            </p:nvSpPr>
            <p:spPr>
              <a:xfrm>
                <a:off x="2535400" y="3163888"/>
                <a:ext cx="457200" cy="457200"/>
              </a:xfrm>
              <a:prstGeom prst="ellipse">
                <a:avLst/>
              </a:prstGeom>
              <a:noFill/>
              <a:ln w="28575" cap="flat" cmpd="thinThick" algn="ctr">
                <a:solidFill>
                  <a:srgbClr val="0070C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lang="pt-BR"/>
              </a:p>
            </p:txBody>
          </p:sp>
          <p:cxnSp>
            <p:nvCxnSpPr>
              <p:cNvPr id="68" name="Conector reto 67">
                <a:extLst>
                  <a:ext uri="{FF2B5EF4-FFF2-40B4-BE49-F238E27FC236}">
                    <a16:creationId xmlns:a16="http://schemas.microsoft.com/office/drawing/2014/main" id="{A6622E68-7F92-1997-AD65-245DEBC48999}"/>
                  </a:ext>
                </a:extLst>
              </p:cNvPr>
              <p:cNvCxnSpPr>
                <a:cxnSpLocks/>
              </p:cNvCxnSpPr>
              <p:nvPr/>
            </p:nvCxnSpPr>
            <p:spPr>
              <a:xfrm flipV="1">
                <a:off x="1839341" y="3775206"/>
                <a:ext cx="299355" cy="415874"/>
              </a:xfrm>
              <a:prstGeom prst="line">
                <a:avLst/>
              </a:prstGeom>
            </p:spPr>
            <p:style>
              <a:lnRef idx="2">
                <a:schemeClr val="accent1"/>
              </a:lnRef>
              <a:fillRef idx="0">
                <a:schemeClr val="accent1"/>
              </a:fillRef>
              <a:effectRef idx="1">
                <a:schemeClr val="accent1"/>
              </a:effectRef>
              <a:fontRef idx="minor">
                <a:schemeClr val="tx1"/>
              </a:fontRef>
            </p:style>
          </p:cxnSp>
          <p:cxnSp>
            <p:nvCxnSpPr>
              <p:cNvPr id="80" name="Conector reto 79">
                <a:extLst>
                  <a:ext uri="{FF2B5EF4-FFF2-40B4-BE49-F238E27FC236}">
                    <a16:creationId xmlns:a16="http://schemas.microsoft.com/office/drawing/2014/main" id="{B4229E36-1A6F-F82B-A7D3-D1680F8A4231}"/>
                  </a:ext>
                </a:extLst>
              </p:cNvPr>
              <p:cNvCxnSpPr>
                <a:cxnSpLocks/>
                <a:stCxn id="13" idx="0"/>
                <a:endCxn id="12" idx="0"/>
              </p:cNvCxnSpPr>
              <p:nvPr/>
            </p:nvCxnSpPr>
            <p:spPr>
              <a:xfrm flipH="1" flipV="1">
                <a:off x="1348096" y="2588717"/>
                <a:ext cx="496235" cy="3466"/>
              </a:xfrm>
              <a:prstGeom prst="line">
                <a:avLst/>
              </a:prstGeom>
            </p:spPr>
            <p:style>
              <a:lnRef idx="2">
                <a:schemeClr val="accent1"/>
              </a:lnRef>
              <a:fillRef idx="0">
                <a:schemeClr val="accent1"/>
              </a:fillRef>
              <a:effectRef idx="1">
                <a:schemeClr val="accent1"/>
              </a:effectRef>
              <a:fontRef idx="minor">
                <a:schemeClr val="tx1"/>
              </a:fontRef>
            </p:style>
          </p:cxnSp>
          <p:cxnSp>
            <p:nvCxnSpPr>
              <p:cNvPr id="105" name="Conector reto 104">
                <a:extLst>
                  <a:ext uri="{FF2B5EF4-FFF2-40B4-BE49-F238E27FC236}">
                    <a16:creationId xmlns:a16="http://schemas.microsoft.com/office/drawing/2014/main" id="{8408FE9A-8149-ECE9-612F-1F94EB82BB5C}"/>
                  </a:ext>
                </a:extLst>
              </p:cNvPr>
              <p:cNvCxnSpPr>
                <a:cxnSpLocks/>
                <a:stCxn id="13" idx="2"/>
                <a:endCxn id="12" idx="2"/>
              </p:cNvCxnSpPr>
              <p:nvPr/>
            </p:nvCxnSpPr>
            <p:spPr>
              <a:xfrm flipH="1" flipV="1">
                <a:off x="1327035" y="4177702"/>
                <a:ext cx="513658" cy="8114"/>
              </a:xfrm>
              <a:prstGeom prst="line">
                <a:avLst/>
              </a:prstGeom>
            </p:spPr>
            <p:style>
              <a:lnRef idx="2">
                <a:schemeClr val="accent1"/>
              </a:lnRef>
              <a:fillRef idx="0">
                <a:schemeClr val="accent1"/>
              </a:fillRef>
              <a:effectRef idx="1">
                <a:schemeClr val="accent1"/>
              </a:effectRef>
              <a:fontRef idx="minor">
                <a:schemeClr val="tx1"/>
              </a:fontRef>
            </p:style>
          </p:cxnSp>
          <p:cxnSp>
            <p:nvCxnSpPr>
              <p:cNvPr id="110" name="Conector reto 109">
                <a:extLst>
                  <a:ext uri="{FF2B5EF4-FFF2-40B4-BE49-F238E27FC236}">
                    <a16:creationId xmlns:a16="http://schemas.microsoft.com/office/drawing/2014/main" id="{C051690B-467C-DB90-6679-155B9107C175}"/>
                  </a:ext>
                </a:extLst>
              </p:cNvPr>
              <p:cNvCxnSpPr>
                <a:cxnSpLocks/>
              </p:cNvCxnSpPr>
              <p:nvPr/>
            </p:nvCxnSpPr>
            <p:spPr>
              <a:xfrm flipV="1">
                <a:off x="1839341" y="2190988"/>
                <a:ext cx="299355" cy="415874"/>
              </a:xfrm>
              <a:prstGeom prst="line">
                <a:avLst/>
              </a:prstGeom>
            </p:spPr>
            <p:style>
              <a:lnRef idx="2">
                <a:schemeClr val="accent1"/>
              </a:lnRef>
              <a:fillRef idx="0">
                <a:schemeClr val="accent1"/>
              </a:fillRef>
              <a:effectRef idx="1">
                <a:schemeClr val="accent1"/>
              </a:effectRef>
              <a:fontRef idx="minor">
                <a:schemeClr val="tx1"/>
              </a:fontRef>
            </p:style>
          </p:cxnSp>
          <p:cxnSp>
            <p:nvCxnSpPr>
              <p:cNvPr id="111" name="Conector reto 110">
                <a:extLst>
                  <a:ext uri="{FF2B5EF4-FFF2-40B4-BE49-F238E27FC236}">
                    <a16:creationId xmlns:a16="http://schemas.microsoft.com/office/drawing/2014/main" id="{9E0D02A9-822D-89DF-B0DB-7D08363B23CE}"/>
                  </a:ext>
                </a:extLst>
              </p:cNvPr>
              <p:cNvCxnSpPr>
                <a:cxnSpLocks/>
              </p:cNvCxnSpPr>
              <p:nvPr/>
            </p:nvCxnSpPr>
            <p:spPr>
              <a:xfrm flipV="1">
                <a:off x="1346912" y="2176278"/>
                <a:ext cx="299355" cy="415874"/>
              </a:xfrm>
              <a:prstGeom prst="line">
                <a:avLst/>
              </a:prstGeom>
            </p:spPr>
            <p:style>
              <a:lnRef idx="2">
                <a:schemeClr val="accent1"/>
              </a:lnRef>
              <a:fillRef idx="0">
                <a:schemeClr val="accent1"/>
              </a:fillRef>
              <a:effectRef idx="1">
                <a:schemeClr val="accent1"/>
              </a:effectRef>
              <a:fontRef idx="minor">
                <a:schemeClr val="tx1"/>
              </a:fontRef>
            </p:style>
          </p:cxnSp>
          <p:cxnSp>
            <p:nvCxnSpPr>
              <p:cNvPr id="112" name="Conector reto 111">
                <a:extLst>
                  <a:ext uri="{FF2B5EF4-FFF2-40B4-BE49-F238E27FC236}">
                    <a16:creationId xmlns:a16="http://schemas.microsoft.com/office/drawing/2014/main" id="{0940CB65-B5E8-478B-D33A-EE427C73664F}"/>
                  </a:ext>
                </a:extLst>
              </p:cNvPr>
              <p:cNvCxnSpPr>
                <a:cxnSpLocks/>
              </p:cNvCxnSpPr>
              <p:nvPr/>
            </p:nvCxnSpPr>
            <p:spPr>
              <a:xfrm flipV="1">
                <a:off x="1325671" y="3681028"/>
                <a:ext cx="363311" cy="498687"/>
              </a:xfrm>
              <a:prstGeom prst="line">
                <a:avLst/>
              </a:prstGeom>
              <a:ln>
                <a:prstDash val="dash"/>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17" name="CaixaDeTexto 116">
                    <a:extLst>
                      <a:ext uri="{FF2B5EF4-FFF2-40B4-BE49-F238E27FC236}">
                        <a16:creationId xmlns:a16="http://schemas.microsoft.com/office/drawing/2014/main" id="{ED20AE49-A3FA-8DAA-267E-E4322CBCC2B0}"/>
                      </a:ext>
                    </a:extLst>
                  </p:cNvPr>
                  <p:cNvSpPr txBox="1"/>
                  <p:nvPr/>
                </p:nvSpPr>
                <p:spPr>
                  <a:xfrm>
                    <a:off x="1252974" y="2628328"/>
                    <a:ext cx="354200" cy="33393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acc>
                                <m:accPr>
                                  <m:chr m:val="⃗"/>
                                  <m:ctrlPr>
                                    <a:rPr lang="pt-BR" sz="1400" i="1" smtClean="0">
                                      <a:latin typeface="Cambria Math" panose="02040503050406030204" pitchFamily="18" charset="0"/>
                                    </a:rPr>
                                  </m:ctrlPr>
                                </m:accPr>
                                <m:e>
                                  <m:r>
                                    <a:rPr lang="pt-BR" sz="1400" b="0" i="1" smtClean="0">
                                      <a:latin typeface="Cambria Math" panose="02040503050406030204" pitchFamily="18" charset="0"/>
                                    </a:rPr>
                                    <m:t>𝐽</m:t>
                                  </m:r>
                                </m:e>
                              </m:acc>
                            </m:e>
                            <m:sub>
                              <m:r>
                                <a:rPr lang="pt-BR" sz="1400" b="0" i="1" smtClean="0">
                                  <a:latin typeface="Cambria Math" panose="02040503050406030204" pitchFamily="18" charset="0"/>
                                </a:rPr>
                                <m:t>𝑠</m:t>
                              </m:r>
                            </m:sub>
                          </m:sSub>
                        </m:oMath>
                      </m:oMathPara>
                    </a14:m>
                    <a:endParaRPr lang="pt-BR" sz="1400"/>
                  </a:p>
                </p:txBody>
              </p:sp>
            </mc:Choice>
            <mc:Fallback xmlns="">
              <p:sp>
                <p:nvSpPr>
                  <p:cNvPr id="117" name="CaixaDeTexto 116">
                    <a:extLst>
                      <a:ext uri="{FF2B5EF4-FFF2-40B4-BE49-F238E27FC236}">
                        <a16:creationId xmlns:a16="http://schemas.microsoft.com/office/drawing/2014/main" id="{ED20AE49-A3FA-8DAA-267E-E4322CBCC2B0}"/>
                      </a:ext>
                    </a:extLst>
                  </p:cNvPr>
                  <p:cNvSpPr txBox="1">
                    <a:spLocks noRot="1" noChangeAspect="1" noMove="1" noResize="1" noEditPoints="1" noAdjustHandles="1" noChangeArrowheads="1" noChangeShapeType="1" noTextEdit="1"/>
                  </p:cNvSpPr>
                  <p:nvPr/>
                </p:nvSpPr>
                <p:spPr>
                  <a:xfrm>
                    <a:off x="1252974" y="2628328"/>
                    <a:ext cx="354200" cy="333938"/>
                  </a:xfrm>
                  <a:prstGeom prst="rect">
                    <a:avLst/>
                  </a:prstGeom>
                  <a:blipFill>
                    <a:blip r:embed="rId2"/>
                    <a:stretch>
                      <a:fillRect t="-12727" r="-8621" b="-1818"/>
                    </a:stretch>
                  </a:blipFill>
                </p:spPr>
                <p:txBody>
                  <a:bodyPr/>
                  <a:lstStyle/>
                  <a:p>
                    <a:r>
                      <a:rPr lang="pt-BR">
                        <a:noFill/>
                      </a:rPr>
                      <a:t> </a:t>
                    </a:r>
                  </a:p>
                </p:txBody>
              </p:sp>
            </mc:Fallback>
          </mc:AlternateContent>
        </p:grpSp>
        <p:sp>
          <p:nvSpPr>
            <p:cNvPr id="12" name="Arco 11">
              <a:extLst>
                <a:ext uri="{FF2B5EF4-FFF2-40B4-BE49-F238E27FC236}">
                  <a16:creationId xmlns:a16="http://schemas.microsoft.com/office/drawing/2014/main" id="{2BC69956-E7A5-8480-5760-3140D4899415}"/>
                </a:ext>
              </a:extLst>
            </p:cNvPr>
            <p:cNvSpPr/>
            <p:nvPr/>
          </p:nvSpPr>
          <p:spPr>
            <a:xfrm flipH="1">
              <a:off x="1163452" y="1425984"/>
              <a:ext cx="4140460" cy="3960440"/>
            </a:xfrm>
            <a:prstGeom prst="arc">
              <a:avLst>
                <a:gd name="adj1" fmla="val 20193665"/>
                <a:gd name="adj2" fmla="val 1321801"/>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pt-BR"/>
            </a:p>
          </p:txBody>
        </p:sp>
      </p:grpSp>
      <p:grpSp>
        <p:nvGrpSpPr>
          <p:cNvPr id="15" name="Agrupar 14">
            <a:extLst>
              <a:ext uri="{FF2B5EF4-FFF2-40B4-BE49-F238E27FC236}">
                <a16:creationId xmlns:a16="http://schemas.microsoft.com/office/drawing/2014/main" id="{15DF5F09-A499-CB53-1384-90FBA640E26C}"/>
              </a:ext>
            </a:extLst>
          </p:cNvPr>
          <p:cNvGrpSpPr/>
          <p:nvPr/>
        </p:nvGrpSpPr>
        <p:grpSpPr>
          <a:xfrm>
            <a:off x="3690548" y="1883728"/>
            <a:ext cx="3017520" cy="3017520"/>
            <a:chOff x="3726552" y="1883728"/>
            <a:chExt cx="3017520" cy="3017520"/>
          </a:xfrm>
        </p:grpSpPr>
        <p:grpSp>
          <p:nvGrpSpPr>
            <p:cNvPr id="144" name="Agrupar 143">
              <a:extLst>
                <a:ext uri="{FF2B5EF4-FFF2-40B4-BE49-F238E27FC236}">
                  <a16:creationId xmlns:a16="http://schemas.microsoft.com/office/drawing/2014/main" id="{8C1F7062-89F6-10C8-9BC5-6D3E1E4E166A}"/>
                </a:ext>
              </a:extLst>
            </p:cNvPr>
            <p:cNvGrpSpPr/>
            <p:nvPr/>
          </p:nvGrpSpPr>
          <p:grpSpPr>
            <a:xfrm>
              <a:off x="3726552" y="1883728"/>
              <a:ext cx="3017520" cy="3017520"/>
              <a:chOff x="4185046" y="1883728"/>
              <a:chExt cx="3017520" cy="3017520"/>
            </a:xfrm>
          </p:grpSpPr>
          <p:grpSp>
            <p:nvGrpSpPr>
              <p:cNvPr id="121" name="Agrupar 120">
                <a:extLst>
                  <a:ext uri="{FF2B5EF4-FFF2-40B4-BE49-F238E27FC236}">
                    <a16:creationId xmlns:a16="http://schemas.microsoft.com/office/drawing/2014/main" id="{59D820B7-2936-D40E-FD09-093A1CEB49B2}"/>
                  </a:ext>
                </a:extLst>
              </p:cNvPr>
              <p:cNvGrpSpPr/>
              <p:nvPr/>
            </p:nvGrpSpPr>
            <p:grpSpPr>
              <a:xfrm>
                <a:off x="4185046" y="1883728"/>
                <a:ext cx="3017520" cy="3017520"/>
                <a:chOff x="1383665" y="1897914"/>
                <a:chExt cx="3017520" cy="3017520"/>
              </a:xfrm>
            </p:grpSpPr>
            <p:grpSp>
              <p:nvGrpSpPr>
                <p:cNvPr id="126" name="Agrupar 125">
                  <a:extLst>
                    <a:ext uri="{FF2B5EF4-FFF2-40B4-BE49-F238E27FC236}">
                      <a16:creationId xmlns:a16="http://schemas.microsoft.com/office/drawing/2014/main" id="{AED72AB0-810E-911A-62D3-B00487D1D983}"/>
                    </a:ext>
                  </a:extLst>
                </p:cNvPr>
                <p:cNvGrpSpPr/>
                <p:nvPr/>
              </p:nvGrpSpPr>
              <p:grpSpPr>
                <a:xfrm>
                  <a:off x="1383665" y="1897914"/>
                  <a:ext cx="3017520" cy="3017520"/>
                  <a:chOff x="2359606" y="1501140"/>
                  <a:chExt cx="3017520" cy="3017520"/>
                </a:xfrm>
              </p:grpSpPr>
              <p:grpSp>
                <p:nvGrpSpPr>
                  <p:cNvPr id="131" name="Agrupar 130">
                    <a:extLst>
                      <a:ext uri="{FF2B5EF4-FFF2-40B4-BE49-F238E27FC236}">
                        <a16:creationId xmlns:a16="http://schemas.microsoft.com/office/drawing/2014/main" id="{13FC108D-50E6-7D92-8E9E-220DFE859217}"/>
                      </a:ext>
                    </a:extLst>
                  </p:cNvPr>
                  <p:cNvGrpSpPr/>
                  <p:nvPr/>
                </p:nvGrpSpPr>
                <p:grpSpPr>
                  <a:xfrm>
                    <a:off x="2359606" y="1501140"/>
                    <a:ext cx="3017520" cy="3017520"/>
                    <a:chOff x="2359606" y="1501140"/>
                    <a:chExt cx="3017520" cy="3017520"/>
                  </a:xfrm>
                </p:grpSpPr>
                <p:sp>
                  <p:nvSpPr>
                    <p:cNvPr id="139" name="Elipse 138">
                      <a:extLst>
                        <a:ext uri="{FF2B5EF4-FFF2-40B4-BE49-F238E27FC236}">
                          <a16:creationId xmlns:a16="http://schemas.microsoft.com/office/drawing/2014/main" id="{3AE8E163-D75D-09A9-3119-CC139912AE94}"/>
                        </a:ext>
                      </a:extLst>
                    </p:cNvPr>
                    <p:cNvSpPr/>
                    <p:nvPr/>
                  </p:nvSpPr>
                  <p:spPr>
                    <a:xfrm>
                      <a:off x="2359606" y="1501140"/>
                      <a:ext cx="3017520" cy="3017520"/>
                    </a:xfrm>
                    <a:prstGeom prst="ellipse">
                      <a:avLst/>
                    </a:prstGeom>
                    <a:solidFill>
                      <a:schemeClr val="accent1">
                        <a:alpha val="10000"/>
                      </a:schemeClr>
                    </a:solidFill>
                    <a:ln w="76200" cmpd="thickThin">
                      <a:solidFill>
                        <a:srgbClr val="0070C0"/>
                      </a:solidFill>
                      <a:prstDash val="solid"/>
                    </a:ln>
                  </p:spPr>
                  <p:style>
                    <a:lnRef idx="0">
                      <a:scrgbClr r="0" g="0" b="0"/>
                    </a:lnRef>
                    <a:fillRef idx="0">
                      <a:scrgbClr r="0" g="0" b="0"/>
                    </a:fillRef>
                    <a:effectRef idx="0">
                      <a:scrgbClr r="0" g="0" b="0"/>
                    </a:effectRef>
                    <a:fontRef idx="minor">
                      <a:schemeClr val="lt1"/>
                    </a:fontRef>
                  </p:style>
                  <p:txBody>
                    <a:bodyPr rtlCol="0" anchor="ctr"/>
                    <a:lstStyle/>
                    <a:p>
                      <a:pPr algn="ctr"/>
                      <a:endParaRPr lang="pt-BR"/>
                    </a:p>
                  </p:txBody>
                </p:sp>
                <p:sp>
                  <p:nvSpPr>
                    <p:cNvPr id="140" name="Elipse 139">
                      <a:extLst>
                        <a:ext uri="{FF2B5EF4-FFF2-40B4-BE49-F238E27FC236}">
                          <a16:creationId xmlns:a16="http://schemas.microsoft.com/office/drawing/2014/main" id="{331E8971-A7DB-DEE4-A08E-0F0E34B11721}"/>
                        </a:ext>
                      </a:extLst>
                    </p:cNvPr>
                    <p:cNvSpPr/>
                    <p:nvPr/>
                  </p:nvSpPr>
                  <p:spPr>
                    <a:xfrm>
                      <a:off x="2588206" y="1729740"/>
                      <a:ext cx="2560320" cy="2560320"/>
                    </a:xfrm>
                    <a:prstGeom prst="ellipse">
                      <a:avLst/>
                    </a:prstGeom>
                    <a:solidFill>
                      <a:schemeClr val="bg1"/>
                    </a:solidFill>
                    <a:ln w="15875" cmpd="sng">
                      <a:solidFill>
                        <a:srgbClr val="0070C0"/>
                      </a:solidFill>
                      <a:prstDash val="solid"/>
                      <a:extLst>
                        <a:ext uri="{C807C97D-BFC1-408E-A445-0C87EB9F89A2}">
                          <ask:lineSketchStyleProps xmlns:ask="http://schemas.microsoft.com/office/drawing/2018/sketchyshapes">
                            <ask:type>
                              <ask:lineSketchNone/>
                            </ask:type>
                          </ask:lineSketchStyleProps>
                        </a:ext>
                      </a:extLst>
                    </a:ln>
                  </p:spPr>
                  <p:style>
                    <a:lnRef idx="0">
                      <a:scrgbClr r="0" g="0" b="0"/>
                    </a:lnRef>
                    <a:fillRef idx="0">
                      <a:scrgbClr r="0" g="0" b="0"/>
                    </a:fillRef>
                    <a:effectRef idx="0">
                      <a:scrgbClr r="0" g="0" b="0"/>
                    </a:effectRef>
                    <a:fontRef idx="minor">
                      <a:schemeClr val="lt1"/>
                    </a:fontRef>
                  </p:style>
                  <p:txBody>
                    <a:bodyPr rtlCol="0" anchor="ctr"/>
                    <a:lstStyle/>
                    <a:p>
                      <a:pPr algn="ctr"/>
                      <a:endParaRPr lang="pt-BR"/>
                    </a:p>
                  </p:txBody>
                </p:sp>
              </p:grpSp>
              <p:sp>
                <p:nvSpPr>
                  <p:cNvPr id="132" name="Elipse 131">
                    <a:extLst>
                      <a:ext uri="{FF2B5EF4-FFF2-40B4-BE49-F238E27FC236}">
                        <a16:creationId xmlns:a16="http://schemas.microsoft.com/office/drawing/2014/main" id="{8481E6AD-0D3A-0433-A1D0-36EE15F02962}"/>
                      </a:ext>
                    </a:extLst>
                  </p:cNvPr>
                  <p:cNvSpPr/>
                  <p:nvPr/>
                </p:nvSpPr>
                <p:spPr>
                  <a:xfrm>
                    <a:off x="3423409" y="2562707"/>
                    <a:ext cx="914400" cy="914400"/>
                  </a:xfrm>
                  <a:prstGeom prst="ellipse">
                    <a:avLst/>
                  </a:prstGeom>
                  <a:noFill/>
                  <a:ln w="63500" cap="flat" cmpd="thinThick"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lang="pt-BR"/>
                  </a:p>
                </p:txBody>
              </p:sp>
              <p:cxnSp>
                <p:nvCxnSpPr>
                  <p:cNvPr id="138" name="Conector de Seta Reta 137">
                    <a:extLst>
                      <a:ext uri="{FF2B5EF4-FFF2-40B4-BE49-F238E27FC236}">
                        <a16:creationId xmlns:a16="http://schemas.microsoft.com/office/drawing/2014/main" id="{945A3A09-56EB-FB27-4F59-D3F1AD729F9D}"/>
                      </a:ext>
                    </a:extLst>
                  </p:cNvPr>
                  <p:cNvCxnSpPr>
                    <a:cxnSpLocks/>
                    <a:endCxn id="140" idx="1"/>
                  </p:cNvCxnSpPr>
                  <p:nvPr/>
                </p:nvCxnSpPr>
                <p:spPr>
                  <a:xfrm flipH="1" flipV="1">
                    <a:off x="2963156" y="2104690"/>
                    <a:ext cx="905210" cy="901427"/>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36" name="Conector de Seta Reta 135">
                    <a:extLst>
                      <a:ext uri="{FF2B5EF4-FFF2-40B4-BE49-F238E27FC236}">
                        <a16:creationId xmlns:a16="http://schemas.microsoft.com/office/drawing/2014/main" id="{7B892499-E20F-CABF-04F5-8C9C8242FE7D}"/>
                      </a:ext>
                    </a:extLst>
                  </p:cNvPr>
                  <p:cNvCxnSpPr>
                    <a:cxnSpLocks/>
                    <a:endCxn id="132" idx="7"/>
                  </p:cNvCxnSpPr>
                  <p:nvPr/>
                </p:nvCxnSpPr>
                <p:spPr>
                  <a:xfrm flipV="1">
                    <a:off x="3868366" y="2696618"/>
                    <a:ext cx="335532" cy="311391"/>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sp>
              <p:nvSpPr>
                <p:cNvPr id="127" name="Elipse 126">
                  <a:extLst>
                    <a:ext uri="{FF2B5EF4-FFF2-40B4-BE49-F238E27FC236}">
                      <a16:creationId xmlns:a16="http://schemas.microsoft.com/office/drawing/2014/main" id="{E311051D-7051-9D7D-4E65-08D8411D2BB1}"/>
                    </a:ext>
                  </a:extLst>
                </p:cNvPr>
                <p:cNvSpPr/>
                <p:nvPr/>
              </p:nvSpPr>
              <p:spPr>
                <a:xfrm>
                  <a:off x="2878709" y="3392958"/>
                  <a:ext cx="27432" cy="27432"/>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mc:AlternateContent xmlns:mc="http://schemas.openxmlformats.org/markup-compatibility/2006" xmlns:a14="http://schemas.microsoft.com/office/drawing/2010/main">
            <mc:Choice Requires="a14">
              <p:sp>
                <p:nvSpPr>
                  <p:cNvPr id="123" name="CaixaDeTexto 122">
                    <a:extLst>
                      <a:ext uri="{FF2B5EF4-FFF2-40B4-BE49-F238E27FC236}">
                        <a16:creationId xmlns:a16="http://schemas.microsoft.com/office/drawing/2014/main" id="{7ECB4E05-DA77-9E87-39D0-349B35E76954}"/>
                      </a:ext>
                    </a:extLst>
                  </p:cNvPr>
                  <p:cNvSpPr txBox="1"/>
                  <p:nvPr/>
                </p:nvSpPr>
                <p:spPr>
                  <a:xfrm>
                    <a:off x="5637233" y="3406204"/>
                    <a:ext cx="313163" cy="2616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100" b="0" i="1" smtClean="0">
                              <a:latin typeface="Cambria Math" panose="02040503050406030204" pitchFamily="18" charset="0"/>
                            </a:rPr>
                            <m:t>𝑂</m:t>
                          </m:r>
                        </m:oMath>
                      </m:oMathPara>
                    </a14:m>
                    <a:endParaRPr lang="pt-BR" sz="1100"/>
                  </a:p>
                </p:txBody>
              </p:sp>
            </mc:Choice>
            <mc:Fallback xmlns="">
              <p:sp>
                <p:nvSpPr>
                  <p:cNvPr id="123" name="CaixaDeTexto 122">
                    <a:extLst>
                      <a:ext uri="{FF2B5EF4-FFF2-40B4-BE49-F238E27FC236}">
                        <a16:creationId xmlns:a16="http://schemas.microsoft.com/office/drawing/2014/main" id="{7ECB4E05-DA77-9E87-39D0-349B35E76954}"/>
                      </a:ext>
                    </a:extLst>
                  </p:cNvPr>
                  <p:cNvSpPr txBox="1">
                    <a:spLocks noRot="1" noChangeAspect="1" noMove="1" noResize="1" noEditPoints="1" noAdjustHandles="1" noChangeArrowheads="1" noChangeShapeType="1" noTextEdit="1"/>
                  </p:cNvSpPr>
                  <p:nvPr/>
                </p:nvSpPr>
                <p:spPr>
                  <a:xfrm>
                    <a:off x="5637233" y="3406204"/>
                    <a:ext cx="313163" cy="261610"/>
                  </a:xfrm>
                  <a:prstGeom prst="rect">
                    <a:avLst/>
                  </a:prstGeom>
                  <a:blipFill>
                    <a:blip r:embed="rId3"/>
                    <a:stretch>
                      <a:fillRect/>
                    </a:stretch>
                  </a:blipFill>
                </p:spPr>
                <p:txBody>
                  <a:bodyPr/>
                  <a:lstStyle/>
                  <a:p>
                    <a:r>
                      <a:rPr lang="pt-BR">
                        <a:noFill/>
                      </a:rPr>
                      <a:t> </a:t>
                    </a:r>
                  </a:p>
                </p:txBody>
              </p:sp>
            </mc:Fallback>
          </mc:AlternateContent>
        </p:grpSp>
        <mc:AlternateContent xmlns:mc="http://schemas.openxmlformats.org/markup-compatibility/2006" xmlns:a14="http://schemas.microsoft.com/office/drawing/2010/main">
          <mc:Choice Requires="a14">
            <p:sp>
              <p:nvSpPr>
                <p:cNvPr id="3" name="CaixaDeTexto 2">
                  <a:extLst>
                    <a:ext uri="{FF2B5EF4-FFF2-40B4-BE49-F238E27FC236}">
                      <a16:creationId xmlns:a16="http://schemas.microsoft.com/office/drawing/2014/main" id="{FF4546B2-826A-1C84-8EA2-C6A33627DE5C}"/>
                    </a:ext>
                  </a:extLst>
                </p:cNvPr>
                <p:cNvSpPr txBox="1"/>
                <p:nvPr/>
              </p:nvSpPr>
              <p:spPr>
                <a:xfrm>
                  <a:off x="4312342" y="2724238"/>
                  <a:ext cx="423193" cy="32438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acc>
                              <m:accPr>
                                <m:chr m:val="⃗"/>
                                <m:ctrlPr>
                                  <a:rPr lang="pt-BR" sz="1400" i="1" smtClean="0">
                                    <a:latin typeface="Cambria Math" panose="02040503050406030204" pitchFamily="18" charset="0"/>
                                  </a:rPr>
                                </m:ctrlPr>
                              </m:accPr>
                              <m:e>
                                <m:r>
                                  <a:rPr lang="pt-BR" sz="1400" b="0" i="1" smtClean="0">
                                    <a:latin typeface="Cambria Math" panose="02040503050406030204" pitchFamily="18" charset="0"/>
                                  </a:rPr>
                                  <m:t>𝑟</m:t>
                                </m:r>
                              </m:e>
                            </m:acc>
                          </m:e>
                          <m:sub>
                            <m:r>
                              <a:rPr lang="pt-BR" sz="1400" b="0" i="1" smtClean="0">
                                <a:latin typeface="Cambria Math" panose="02040503050406030204" pitchFamily="18" charset="0"/>
                              </a:rPr>
                              <m:t>𝑖𝑞</m:t>
                            </m:r>
                          </m:sub>
                        </m:sSub>
                      </m:oMath>
                    </m:oMathPara>
                  </a14:m>
                  <a:endParaRPr lang="pt-BR" sz="1400"/>
                </a:p>
              </p:txBody>
            </p:sp>
          </mc:Choice>
          <mc:Fallback xmlns="">
            <p:sp>
              <p:nvSpPr>
                <p:cNvPr id="3" name="CaixaDeTexto 2">
                  <a:extLst>
                    <a:ext uri="{FF2B5EF4-FFF2-40B4-BE49-F238E27FC236}">
                      <a16:creationId xmlns:a16="http://schemas.microsoft.com/office/drawing/2014/main" id="{FF4546B2-826A-1C84-8EA2-C6A33627DE5C}"/>
                    </a:ext>
                  </a:extLst>
                </p:cNvPr>
                <p:cNvSpPr txBox="1">
                  <a:spLocks noRot="1" noChangeAspect="1" noMove="1" noResize="1" noEditPoints="1" noAdjustHandles="1" noChangeArrowheads="1" noChangeShapeType="1" noTextEdit="1"/>
                </p:cNvSpPr>
                <p:nvPr/>
              </p:nvSpPr>
              <p:spPr>
                <a:xfrm>
                  <a:off x="4312342" y="2724238"/>
                  <a:ext cx="423193" cy="324384"/>
                </a:xfrm>
                <a:prstGeom prst="rect">
                  <a:avLst/>
                </a:prstGeom>
                <a:blipFill>
                  <a:blip r:embed="rId4"/>
                  <a:stretch>
                    <a:fillRect t="-9434" r="-7143"/>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4" name="CaixaDeTexto 3">
                  <a:extLst>
                    <a:ext uri="{FF2B5EF4-FFF2-40B4-BE49-F238E27FC236}">
                      <a16:creationId xmlns:a16="http://schemas.microsoft.com/office/drawing/2014/main" id="{0625CC88-5BC8-1E7C-8472-F3EB914C9941}"/>
                    </a:ext>
                  </a:extLst>
                </p:cNvPr>
                <p:cNvSpPr txBox="1"/>
                <p:nvPr/>
              </p:nvSpPr>
              <p:spPr>
                <a:xfrm>
                  <a:off x="5283826" y="3188590"/>
                  <a:ext cx="367472" cy="32438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acc>
                              <m:accPr>
                                <m:chr m:val="⃗"/>
                                <m:ctrlPr>
                                  <a:rPr lang="pt-BR" sz="1400" i="1" smtClean="0">
                                    <a:latin typeface="Cambria Math" panose="02040503050406030204" pitchFamily="18" charset="0"/>
                                  </a:rPr>
                                </m:ctrlPr>
                              </m:accPr>
                              <m:e>
                                <m:r>
                                  <a:rPr lang="pt-BR" sz="1400" b="0" i="1" smtClean="0">
                                    <a:latin typeface="Cambria Math" panose="02040503050406030204" pitchFamily="18" charset="0"/>
                                  </a:rPr>
                                  <m:t>𝑟</m:t>
                                </m:r>
                              </m:e>
                            </m:acc>
                          </m:e>
                          <m:sub>
                            <m:r>
                              <a:rPr lang="pt-BR" sz="1400" b="0" i="1" smtClean="0">
                                <a:latin typeface="Cambria Math" panose="02040503050406030204" pitchFamily="18" charset="0"/>
                              </a:rPr>
                              <m:t>𝑝</m:t>
                            </m:r>
                          </m:sub>
                        </m:sSub>
                      </m:oMath>
                    </m:oMathPara>
                  </a14:m>
                  <a:endParaRPr lang="pt-BR" sz="1400"/>
                </a:p>
              </p:txBody>
            </p:sp>
          </mc:Choice>
          <mc:Fallback xmlns="">
            <p:sp>
              <p:nvSpPr>
                <p:cNvPr id="4" name="CaixaDeTexto 3">
                  <a:extLst>
                    <a:ext uri="{FF2B5EF4-FFF2-40B4-BE49-F238E27FC236}">
                      <a16:creationId xmlns:a16="http://schemas.microsoft.com/office/drawing/2014/main" id="{0625CC88-5BC8-1E7C-8472-F3EB914C9941}"/>
                    </a:ext>
                  </a:extLst>
                </p:cNvPr>
                <p:cNvSpPr txBox="1">
                  <a:spLocks noRot="1" noChangeAspect="1" noMove="1" noResize="1" noEditPoints="1" noAdjustHandles="1" noChangeArrowheads="1" noChangeShapeType="1" noTextEdit="1"/>
                </p:cNvSpPr>
                <p:nvPr/>
              </p:nvSpPr>
              <p:spPr>
                <a:xfrm>
                  <a:off x="5283826" y="3188590"/>
                  <a:ext cx="367472" cy="324384"/>
                </a:xfrm>
                <a:prstGeom prst="rect">
                  <a:avLst/>
                </a:prstGeom>
                <a:blipFill>
                  <a:blip r:embed="rId5"/>
                  <a:stretch>
                    <a:fillRect t="-9434" r="-8333"/>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5" name="CaixaDeTexto 4">
                  <a:extLst>
                    <a:ext uri="{FF2B5EF4-FFF2-40B4-BE49-F238E27FC236}">
                      <a16:creationId xmlns:a16="http://schemas.microsoft.com/office/drawing/2014/main" id="{63842A86-4820-B1CC-E8A7-38EA09792165}"/>
                    </a:ext>
                  </a:extLst>
                </p:cNvPr>
                <p:cNvSpPr txBox="1"/>
                <p:nvPr/>
              </p:nvSpPr>
              <p:spPr>
                <a:xfrm>
                  <a:off x="4328044" y="3860700"/>
                  <a:ext cx="443583" cy="32438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acc>
                              <m:accPr>
                                <m:chr m:val="⃗"/>
                                <m:ctrlPr>
                                  <a:rPr lang="pt-BR" sz="1400" i="1" smtClean="0">
                                    <a:latin typeface="Cambria Math" panose="02040503050406030204" pitchFamily="18" charset="0"/>
                                  </a:rPr>
                                </m:ctrlPr>
                              </m:accPr>
                              <m:e>
                                <m:r>
                                  <a:rPr lang="pt-BR" sz="1400" b="0" i="1" smtClean="0">
                                    <a:latin typeface="Cambria Math" panose="02040503050406030204" pitchFamily="18" charset="0"/>
                                  </a:rPr>
                                  <m:t>𝑟</m:t>
                                </m:r>
                              </m:e>
                            </m:acc>
                          </m:e>
                          <m:sub>
                            <m:r>
                              <a:rPr lang="pt-BR" sz="1400" b="0" i="1" smtClean="0">
                                <a:latin typeface="Cambria Math" panose="02040503050406030204" pitchFamily="18" charset="0"/>
                              </a:rPr>
                              <m:t>𝑜𝑞</m:t>
                            </m:r>
                          </m:sub>
                        </m:sSub>
                      </m:oMath>
                    </m:oMathPara>
                  </a14:m>
                  <a:endParaRPr lang="pt-BR" sz="1400"/>
                </a:p>
              </p:txBody>
            </p:sp>
          </mc:Choice>
          <mc:Fallback xmlns="">
            <p:sp>
              <p:nvSpPr>
                <p:cNvPr id="5" name="CaixaDeTexto 4">
                  <a:extLst>
                    <a:ext uri="{FF2B5EF4-FFF2-40B4-BE49-F238E27FC236}">
                      <a16:creationId xmlns:a16="http://schemas.microsoft.com/office/drawing/2014/main" id="{63842A86-4820-B1CC-E8A7-38EA09792165}"/>
                    </a:ext>
                  </a:extLst>
                </p:cNvPr>
                <p:cNvSpPr txBox="1">
                  <a:spLocks noRot="1" noChangeAspect="1" noMove="1" noResize="1" noEditPoints="1" noAdjustHandles="1" noChangeArrowheads="1" noChangeShapeType="1" noTextEdit="1"/>
                </p:cNvSpPr>
                <p:nvPr/>
              </p:nvSpPr>
              <p:spPr>
                <a:xfrm>
                  <a:off x="4328044" y="3860700"/>
                  <a:ext cx="443583" cy="324384"/>
                </a:xfrm>
                <a:prstGeom prst="rect">
                  <a:avLst/>
                </a:prstGeom>
                <a:blipFill>
                  <a:blip r:embed="rId6"/>
                  <a:stretch>
                    <a:fillRect t="-9259" r="-8219"/>
                  </a:stretch>
                </a:blipFill>
              </p:spPr>
              <p:txBody>
                <a:bodyPr/>
                <a:lstStyle/>
                <a:p>
                  <a:r>
                    <a:rPr lang="pt-BR">
                      <a:noFill/>
                    </a:rPr>
                    <a:t> </a:t>
                  </a:r>
                </a:p>
              </p:txBody>
            </p:sp>
          </mc:Fallback>
        </mc:AlternateContent>
        <p:cxnSp>
          <p:nvCxnSpPr>
            <p:cNvPr id="7" name="Conector de Seta Reta 6">
              <a:extLst>
                <a:ext uri="{FF2B5EF4-FFF2-40B4-BE49-F238E27FC236}">
                  <a16:creationId xmlns:a16="http://schemas.microsoft.com/office/drawing/2014/main" id="{A9E49643-9481-0FA9-4F46-BAEDEEC93C6C}"/>
                </a:ext>
              </a:extLst>
            </p:cNvPr>
            <p:cNvCxnSpPr>
              <a:cxnSpLocks/>
              <a:stCxn id="127" idx="2"/>
            </p:cNvCxnSpPr>
            <p:nvPr/>
          </p:nvCxnSpPr>
          <p:spPr>
            <a:xfrm flipH="1">
              <a:off x="4007768" y="3392488"/>
              <a:ext cx="1213828" cy="792596"/>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sp>
        <p:nvSpPr>
          <p:cNvPr id="13" name="Arco 12">
            <a:extLst>
              <a:ext uri="{FF2B5EF4-FFF2-40B4-BE49-F238E27FC236}">
                <a16:creationId xmlns:a16="http://schemas.microsoft.com/office/drawing/2014/main" id="{5FE68206-7DAC-58F0-27D4-2EF657CA7E6E}"/>
              </a:ext>
            </a:extLst>
          </p:cNvPr>
          <p:cNvSpPr/>
          <p:nvPr/>
        </p:nvSpPr>
        <p:spPr>
          <a:xfrm flipH="1">
            <a:off x="1667508" y="1412738"/>
            <a:ext cx="4140460" cy="3960440"/>
          </a:xfrm>
          <a:prstGeom prst="arc">
            <a:avLst>
              <a:gd name="adj1" fmla="val 20224508"/>
              <a:gd name="adj2" fmla="val 1360931"/>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pt-BR"/>
          </a:p>
        </p:txBody>
      </p:sp>
      <p:sp>
        <p:nvSpPr>
          <p:cNvPr id="14" name="Círculo: Vazio 13">
            <a:extLst>
              <a:ext uri="{FF2B5EF4-FFF2-40B4-BE49-F238E27FC236}">
                <a16:creationId xmlns:a16="http://schemas.microsoft.com/office/drawing/2014/main" id="{B46706F1-6102-28EC-5B77-F107FE9C4E6D}"/>
              </a:ext>
            </a:extLst>
          </p:cNvPr>
          <p:cNvSpPr/>
          <p:nvPr/>
        </p:nvSpPr>
        <p:spPr>
          <a:xfrm>
            <a:off x="2716493" y="3337560"/>
            <a:ext cx="91440" cy="91440"/>
          </a:xfrm>
          <a:prstGeom prst="donut">
            <a:avLst>
              <a:gd name="adj" fmla="val 46798"/>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mc:AlternateContent xmlns:mc="http://schemas.openxmlformats.org/markup-compatibility/2006" xmlns:a14="http://schemas.microsoft.com/office/drawing/2010/main">
        <mc:Choice Requires="a14">
          <p:sp>
            <p:nvSpPr>
              <p:cNvPr id="16" name="CaixaDeTexto 15">
                <a:extLst>
                  <a:ext uri="{FF2B5EF4-FFF2-40B4-BE49-F238E27FC236}">
                    <a16:creationId xmlns:a16="http://schemas.microsoft.com/office/drawing/2014/main" id="{793C0E1B-39CC-21A2-8DBA-8A17C20A74DC}"/>
                  </a:ext>
                </a:extLst>
              </p:cNvPr>
              <p:cNvSpPr txBox="1"/>
              <p:nvPr/>
            </p:nvSpPr>
            <p:spPr>
              <a:xfrm>
                <a:off x="2927648" y="2979630"/>
                <a:ext cx="354200" cy="33393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acc>
                            <m:accPr>
                              <m:chr m:val="⃗"/>
                              <m:ctrlPr>
                                <a:rPr lang="pt-BR" sz="1400" i="1" smtClean="0">
                                  <a:latin typeface="Cambria Math" panose="02040503050406030204" pitchFamily="18" charset="0"/>
                                </a:rPr>
                              </m:ctrlPr>
                            </m:accPr>
                            <m:e>
                              <m:r>
                                <a:rPr lang="pt-BR" sz="1400" b="0" i="1" smtClean="0">
                                  <a:latin typeface="Cambria Math" panose="02040503050406030204" pitchFamily="18" charset="0"/>
                                </a:rPr>
                                <m:t>𝐽</m:t>
                              </m:r>
                            </m:e>
                          </m:acc>
                        </m:e>
                        <m:sub>
                          <m:r>
                            <a:rPr lang="pt-BR" sz="1400" b="0" i="1" smtClean="0">
                              <a:latin typeface="Cambria Math" panose="02040503050406030204" pitchFamily="18" charset="0"/>
                            </a:rPr>
                            <m:t>𝑠</m:t>
                          </m:r>
                        </m:sub>
                      </m:sSub>
                    </m:oMath>
                  </m:oMathPara>
                </a14:m>
                <a:endParaRPr lang="pt-BR" sz="1400"/>
              </a:p>
            </p:txBody>
          </p:sp>
        </mc:Choice>
        <mc:Fallback xmlns="">
          <p:sp>
            <p:nvSpPr>
              <p:cNvPr id="16" name="CaixaDeTexto 15">
                <a:extLst>
                  <a:ext uri="{FF2B5EF4-FFF2-40B4-BE49-F238E27FC236}">
                    <a16:creationId xmlns:a16="http://schemas.microsoft.com/office/drawing/2014/main" id="{793C0E1B-39CC-21A2-8DBA-8A17C20A74DC}"/>
                  </a:ext>
                </a:extLst>
              </p:cNvPr>
              <p:cNvSpPr txBox="1">
                <a:spLocks noRot="1" noChangeAspect="1" noMove="1" noResize="1" noEditPoints="1" noAdjustHandles="1" noChangeArrowheads="1" noChangeShapeType="1" noTextEdit="1"/>
              </p:cNvSpPr>
              <p:nvPr/>
            </p:nvSpPr>
            <p:spPr>
              <a:xfrm>
                <a:off x="2927648" y="2979630"/>
                <a:ext cx="354200" cy="333938"/>
              </a:xfrm>
              <a:prstGeom prst="rect">
                <a:avLst/>
              </a:prstGeom>
              <a:blipFill>
                <a:blip r:embed="rId7"/>
                <a:stretch>
                  <a:fillRect t="-12727" r="-10345" b="-1818"/>
                </a:stretch>
              </a:blipFill>
            </p:spPr>
            <p:txBody>
              <a:bodyPr/>
              <a:lstStyle/>
              <a:p>
                <a:r>
                  <a:rPr lang="pt-BR">
                    <a:noFill/>
                  </a:rPr>
                  <a:t> </a:t>
                </a:r>
              </a:p>
            </p:txBody>
          </p:sp>
        </mc:Fallback>
      </mc:AlternateContent>
    </p:spTree>
    <p:extLst>
      <p:ext uri="{BB962C8B-B14F-4D97-AF65-F5344CB8AC3E}">
        <p14:creationId xmlns:p14="http://schemas.microsoft.com/office/powerpoint/2010/main" val="3045026756"/>
      </p:ext>
    </p:extLst>
  </p:cSld>
  <p:clrMapOvr>
    <a:masterClrMapping/>
  </p:clrMapOvr>
</p:sld>
</file>

<file path=ppt/theme/theme1.xml><?xml version="1.0" encoding="utf-8"?>
<a:theme xmlns:a="http://schemas.openxmlformats.org/drawingml/2006/main" name="Tema do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1601</TotalTime>
  <Words>1934</Words>
  <Application>Microsoft Office PowerPoint</Application>
  <PresentationFormat>Widescreen</PresentationFormat>
  <Paragraphs>343</Paragraphs>
  <Slides>20</Slides>
  <Notes>0</Notes>
  <HiddenSlides>7</HiddenSlides>
  <MMClips>0</MMClips>
  <ScaleCrop>false</ScaleCrop>
  <HeadingPairs>
    <vt:vector size="6" baseType="variant">
      <vt:variant>
        <vt:lpstr>Fontes usadas</vt:lpstr>
      </vt:variant>
      <vt:variant>
        <vt:i4>5</vt:i4>
      </vt:variant>
      <vt:variant>
        <vt:lpstr>Tema</vt:lpstr>
      </vt:variant>
      <vt:variant>
        <vt:i4>1</vt:i4>
      </vt:variant>
      <vt:variant>
        <vt:lpstr>Títulos de slides</vt:lpstr>
      </vt:variant>
      <vt:variant>
        <vt:i4>20</vt:i4>
      </vt:variant>
    </vt:vector>
  </HeadingPairs>
  <TitlesOfParts>
    <vt:vector size="26" baseType="lpstr">
      <vt:lpstr>Aptos</vt:lpstr>
      <vt:lpstr>Aptos Display</vt:lpstr>
      <vt:lpstr>Arial</vt:lpstr>
      <vt:lpstr>Arial Black</vt:lpstr>
      <vt:lpstr>Cambria Math</vt:lpstr>
      <vt:lpstr>Tema do Office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adilton junio</dc:creator>
  <cp:lastModifiedBy>adilton junio</cp:lastModifiedBy>
  <cp:revision>2</cp:revision>
  <dcterms:created xsi:type="dcterms:W3CDTF">2024-06-06T17:48:00Z</dcterms:created>
  <dcterms:modified xsi:type="dcterms:W3CDTF">2024-07-17T21:14:42Z</dcterms:modified>
</cp:coreProperties>
</file>