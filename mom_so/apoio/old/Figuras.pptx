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6" userDrawn="1">
          <p15:clr>
            <a:srgbClr val="A4A3A4"/>
          </p15:clr>
        </p15:guide>
        <p15:guide id="2" pos="2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107" d="100"/>
          <a:sy n="107" d="100"/>
        </p:scale>
        <p:origin x="672" y="102"/>
      </p:cViewPr>
      <p:guideLst>
        <p:guide orient="horz" pos="1896"/>
        <p:guide pos="22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lton junio" userId="66b3fade76ecdf97" providerId="LiveId" clId="{608EA347-4DD5-4A53-A873-EB79C7F03753}"/>
    <pc:docChg chg="delSld">
      <pc:chgData name="adilton junio" userId="66b3fade76ecdf97" providerId="LiveId" clId="{608EA347-4DD5-4A53-A873-EB79C7F03753}" dt="2024-08-25T18:18:21.325" v="0" actId="47"/>
      <pc:docMkLst>
        <pc:docMk/>
      </pc:docMkLst>
      <pc:sldChg chg="del">
        <pc:chgData name="adilton junio" userId="66b3fade76ecdf97" providerId="LiveId" clId="{608EA347-4DD5-4A53-A873-EB79C7F03753}" dt="2024-08-25T18:18:21.325" v="0" actId="47"/>
        <pc:sldMkLst>
          <pc:docMk/>
          <pc:sldMk cId="368987883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4A63D-641C-DE73-7C3A-1207C9018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E832FC-D4DC-5BD0-8D33-09082E252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67DBD9-1E4E-31FA-562B-388CA634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E6CC2-AC7B-781C-9713-3BCCD66C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0E3791-BB45-0167-9AEE-1811174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9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085BE-55AF-88BE-27A7-BF89D813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C50C24-978D-3C85-68E2-57C3725D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290FE-E5BC-45E4-6279-07ECBADB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EAC7AB-9977-3D85-0D4C-89B931C4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AC40E6-5F84-328D-DA7D-2DFB1EB5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42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6E4A8-272C-10ED-C2CB-1F5B2567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71BDC6-5834-5978-EB63-8CEAC0981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C5BC3-8AD4-A1E3-68E2-75259F20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4F2B7F-7731-FC52-7423-1AD13ED9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27B2C8-0013-81B3-690E-31A517AE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35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31582-9063-951D-667C-D122374F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67DBE6-234B-236C-EB69-FB97BA73E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3F6A77-39D9-D434-29C8-C3D986DD1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C7B818-9AA4-D0F9-0B65-F52EFD5C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4572E7-5D15-7D42-EF38-9EA36C40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58E0F8-6AAE-9D27-6E06-019F6AE6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05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3CDBA-056C-82E7-A806-499BE959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C47778-7B78-F910-2851-1E61CF419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6C57F0-512A-F129-F5C9-C11C1F94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BF276BF-4F56-1C86-9E7D-2BEA92AB5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A243FD-9B9D-602A-B587-AFCC330A6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CFAF44-BCF6-F613-F03E-685BFDBB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4EA42B-CE6F-D44F-7C0E-8E45CF10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109F83-0AC1-ADD6-79C1-6915D8A6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265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7EADE-69DC-A4BE-8ABC-B8F0ABDA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EB75F6-7ECB-9B73-7A14-9E84210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59C93C-9BE1-CA16-4006-68F427EB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A8D8C6-361D-DF25-5EA1-151D9354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19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AB69FC-7E0B-24CE-A50C-B3EBEA6D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4C1C2B-09C7-8CD9-09D7-66DED186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D539CC-8ED1-8F81-AE47-47C47AF7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60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521C0-2A7E-29F7-00B6-01CEAECD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2563E-26D4-8C8D-2DF0-6BDA2DAF7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1A9A51-D4FF-E276-4879-8BD27D157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9D222-D077-A484-543F-099DB234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45DF1F-8FCF-5983-3F83-13592A43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565C37-878D-8EF7-8E42-23F01D3D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971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1A938-755A-838B-BED7-03E1F722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490C92-11E5-2F87-9334-4C8AC205C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38B3B2-20CE-03F7-B5D1-C8F6B0E18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6896E2-7A05-6E82-02F7-1F6CDB1D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562F6F-1A2C-51A4-BA05-2CC025CA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B6572A-FA8F-ED58-8E82-8F975E28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9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3FC8F-7924-0160-FAD7-A85324B7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B613E6-30C6-2173-C1C9-BB5B5BA9B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70993-D9BB-A83F-33BA-C81C8821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97F249-1F3F-7BF9-68AC-7015E122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207F9B-5D70-9448-E2B3-419F9487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05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424580-4294-A97B-6B88-9FDC50061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260C74-8C3C-C6E8-91BB-638339E7E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8035C9-2AE5-0569-30A5-49D15353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0C641B-B199-23BA-6588-127065C7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DF61E-C021-6B7E-F566-E02ED3B3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15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DF8A63F-1A6A-DD6F-7A1B-D1C99182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B5F54F-E10C-7F3D-F522-1AD25E1C4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12D7E8-1F4E-21B5-90E3-9A50BFE53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BF836-F845-4043-9535-B2C99B84784A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03E8D0-5ECF-5A08-E68C-4DCDD9822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160F5-A781-FEF6-48E3-5D74A863A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DEA0E-85EA-456D-AFA7-CB3476B579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31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lipse 38">
            <a:extLst>
              <a:ext uri="{FF2B5EF4-FFF2-40B4-BE49-F238E27FC236}">
                <a16:creationId xmlns:a16="http://schemas.microsoft.com/office/drawing/2014/main" id="{DDC0B1C0-326B-5A6A-6367-C5197EAFD90A}"/>
              </a:ext>
            </a:extLst>
          </p:cNvPr>
          <p:cNvSpPr/>
          <p:nvPr/>
        </p:nvSpPr>
        <p:spPr>
          <a:xfrm>
            <a:off x="1631504" y="1124744"/>
            <a:ext cx="1005840" cy="100584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551B4315-1E1F-EA41-FAEE-ADF41AC59BBD}"/>
              </a:ext>
            </a:extLst>
          </p:cNvPr>
          <p:cNvCxnSpPr>
            <a:cxnSpLocks/>
            <a:stCxn id="64" idx="7"/>
            <a:endCxn id="39" idx="7"/>
          </p:cNvCxnSpPr>
          <p:nvPr/>
        </p:nvCxnSpPr>
        <p:spPr>
          <a:xfrm flipV="1">
            <a:off x="2147291" y="1272046"/>
            <a:ext cx="342751" cy="327594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5190BEF2-9F43-A48F-4ECB-F20D4FF0E227}"/>
              </a:ext>
            </a:extLst>
          </p:cNvPr>
          <p:cNvSpPr/>
          <p:nvPr/>
        </p:nvSpPr>
        <p:spPr>
          <a:xfrm>
            <a:off x="4729702" y="1126905"/>
            <a:ext cx="1005840" cy="1005840"/>
          </a:xfrm>
          <a:prstGeom prst="ellipse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868671-F1EC-D102-EEF5-BFD590B2A848}"/>
                  </a:ext>
                </a:extLst>
              </p:cNvPr>
              <p:cNvSpPr txBox="1"/>
              <p:nvPr/>
            </p:nvSpPr>
            <p:spPr>
              <a:xfrm>
                <a:off x="4240966" y="2315678"/>
                <a:ext cx="323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868671-F1EC-D102-EEF5-BFD590B2A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966" y="2315678"/>
                <a:ext cx="323165" cy="307777"/>
              </a:xfrm>
              <a:prstGeom prst="rect">
                <a:avLst/>
              </a:prstGeom>
              <a:blipFill>
                <a:blip r:embed="rId2"/>
                <a:stretch>
                  <a:fillRect t="-12000" r="-11321" b="-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66AF87F-505B-F351-950E-30F67CF80CFB}"/>
              </a:ext>
            </a:extLst>
          </p:cNvPr>
          <p:cNvCxnSpPr>
            <a:cxnSpLocks/>
          </p:cNvCxnSpPr>
          <p:nvPr/>
        </p:nvCxnSpPr>
        <p:spPr>
          <a:xfrm flipV="1">
            <a:off x="3572477" y="1636204"/>
            <a:ext cx="1637285" cy="1228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EED4D17-FDB1-7BE2-816D-3C10ECBE35BA}"/>
              </a:ext>
            </a:extLst>
          </p:cNvPr>
          <p:cNvCxnSpPr>
            <a:cxnSpLocks/>
          </p:cNvCxnSpPr>
          <p:nvPr/>
        </p:nvCxnSpPr>
        <p:spPr>
          <a:xfrm>
            <a:off x="2131127" y="1625503"/>
            <a:ext cx="507534" cy="3969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Arco 47">
            <a:extLst>
              <a:ext uri="{FF2B5EF4-FFF2-40B4-BE49-F238E27FC236}">
                <a16:creationId xmlns:a16="http://schemas.microsoft.com/office/drawing/2014/main" id="{007F8DD3-B1F6-9A7B-3872-6BC492C5A24F}"/>
              </a:ext>
            </a:extLst>
          </p:cNvPr>
          <p:cNvSpPr/>
          <p:nvPr/>
        </p:nvSpPr>
        <p:spPr>
          <a:xfrm>
            <a:off x="1654364" y="1430819"/>
            <a:ext cx="620140" cy="522273"/>
          </a:xfrm>
          <a:prstGeom prst="arc">
            <a:avLst>
              <a:gd name="adj1" fmla="val 19772002"/>
              <a:gd name="adj2" fmla="val 20795977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D134656C-2AA6-76B9-06C2-154E54EF485D}"/>
                  </a:ext>
                </a:extLst>
              </p:cNvPr>
              <p:cNvSpPr txBox="1"/>
              <p:nvPr/>
            </p:nvSpPr>
            <p:spPr>
              <a:xfrm>
                <a:off x="2169583" y="1387775"/>
                <a:ext cx="356636" cy="274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D134656C-2AA6-76B9-06C2-154E54EF4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583" y="1387775"/>
                <a:ext cx="356636" cy="274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E43FAB9-D20C-60DA-0850-2937795DDEDA}"/>
                  </a:ext>
                </a:extLst>
              </p:cNvPr>
              <p:cNvSpPr txBox="1"/>
              <p:nvPr/>
            </p:nvSpPr>
            <p:spPr>
              <a:xfrm>
                <a:off x="2044590" y="1192083"/>
                <a:ext cx="379976" cy="291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20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E43FAB9-D20C-60DA-0850-2937795DD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590" y="1192083"/>
                <a:ext cx="379976" cy="2912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B1570981-55A4-BF07-0DCD-94E7E3AB486B}"/>
              </a:ext>
            </a:extLst>
          </p:cNvPr>
          <p:cNvCxnSpPr>
            <a:cxnSpLocks/>
            <a:endCxn id="39" idx="7"/>
          </p:cNvCxnSpPr>
          <p:nvPr/>
        </p:nvCxnSpPr>
        <p:spPr>
          <a:xfrm flipH="1" flipV="1">
            <a:off x="2490042" y="1272046"/>
            <a:ext cx="1091863" cy="15926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4F3CD97-3E4C-E20C-001F-392E19689A2D}"/>
                  </a:ext>
                </a:extLst>
              </p:cNvPr>
              <p:cNvSpPr txBox="1"/>
              <p:nvPr/>
            </p:nvSpPr>
            <p:spPr>
              <a:xfrm>
                <a:off x="2880268" y="1670509"/>
                <a:ext cx="367473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4F3CD97-3E4C-E20C-001F-392E19689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68" y="1670509"/>
                <a:ext cx="367473" cy="324384"/>
              </a:xfrm>
              <a:prstGeom prst="rect">
                <a:avLst/>
              </a:prstGeom>
              <a:blipFill>
                <a:blip r:embed="rId5"/>
                <a:stretch>
                  <a:fillRect t="-9434" r="-8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Elipse 63">
            <a:extLst>
              <a:ext uri="{FF2B5EF4-FFF2-40B4-BE49-F238E27FC236}">
                <a16:creationId xmlns:a16="http://schemas.microsoft.com/office/drawing/2014/main" id="{D56D16F1-26E3-62A7-45A8-3236147FBBC2}"/>
              </a:ext>
            </a:extLst>
          </p:cNvPr>
          <p:cNvSpPr/>
          <p:nvPr/>
        </p:nvSpPr>
        <p:spPr>
          <a:xfrm>
            <a:off x="2108267" y="1592944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CF2547F-F0A6-305B-691B-2A522DF7F7AC}"/>
              </a:ext>
            </a:extLst>
          </p:cNvPr>
          <p:cNvCxnSpPr>
            <a:cxnSpLocks/>
            <a:endCxn id="2" idx="1"/>
          </p:cNvCxnSpPr>
          <p:nvPr/>
        </p:nvCxnSpPr>
        <p:spPr>
          <a:xfrm flipH="1" flipV="1">
            <a:off x="4877004" y="1274207"/>
            <a:ext cx="355618" cy="35372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4DFDEA91-4921-4551-714E-99CCCD72DE88}"/>
                  </a:ext>
                </a:extLst>
              </p:cNvPr>
              <p:cNvSpPr txBox="1"/>
              <p:nvPr/>
            </p:nvSpPr>
            <p:spPr>
              <a:xfrm>
                <a:off x="4959692" y="1231881"/>
                <a:ext cx="360612" cy="291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20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1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120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4DFDEA91-4921-4551-714E-99CCCD72D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92" y="1231881"/>
                <a:ext cx="360612" cy="291298"/>
              </a:xfrm>
              <a:prstGeom prst="rect">
                <a:avLst/>
              </a:prstGeom>
              <a:blipFill>
                <a:blip r:embed="rId6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Elipse 64">
            <a:extLst>
              <a:ext uri="{FF2B5EF4-FFF2-40B4-BE49-F238E27FC236}">
                <a16:creationId xmlns:a16="http://schemas.microsoft.com/office/drawing/2014/main" id="{0B1B13EB-D6C0-D3E4-9EEB-9763F150DFB0}"/>
              </a:ext>
            </a:extLst>
          </p:cNvPr>
          <p:cNvSpPr/>
          <p:nvPr/>
        </p:nvSpPr>
        <p:spPr>
          <a:xfrm>
            <a:off x="5209762" y="1603903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73AED458-E94F-5976-FF4D-E802E5BE41E3}"/>
                  </a:ext>
                </a:extLst>
              </p:cNvPr>
              <p:cNvSpPr txBox="1"/>
              <p:nvPr/>
            </p:nvSpPr>
            <p:spPr>
              <a:xfrm>
                <a:off x="6996100" y="1941122"/>
                <a:ext cx="1995610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/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73AED458-E94F-5976-FF4D-E802E5BE4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00" y="1941122"/>
                <a:ext cx="1995610" cy="357534"/>
              </a:xfrm>
              <a:prstGeom prst="rect">
                <a:avLst/>
              </a:prstGeom>
              <a:blipFill>
                <a:blip r:embed="rId7"/>
                <a:stretch>
                  <a:fillRect t="-11864" b="-50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C4E32A01-E66F-ED8E-4492-A04C0A3251DB}"/>
              </a:ext>
            </a:extLst>
          </p:cNvPr>
          <p:cNvCxnSpPr>
            <a:cxnSpLocks/>
          </p:cNvCxnSpPr>
          <p:nvPr/>
        </p:nvCxnSpPr>
        <p:spPr>
          <a:xfrm flipH="1" flipV="1">
            <a:off x="2156281" y="1648363"/>
            <a:ext cx="1416196" cy="121632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5F36CBA7-CBD6-7A11-866C-1131375B6A46}"/>
                  </a:ext>
                </a:extLst>
              </p:cNvPr>
              <p:cNvSpPr txBox="1"/>
              <p:nvPr/>
            </p:nvSpPr>
            <p:spPr>
              <a:xfrm>
                <a:off x="2541214" y="2213998"/>
                <a:ext cx="323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pt-BR" sz="14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5F36CBA7-CBD6-7A11-866C-1131375B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214" y="2213998"/>
                <a:ext cx="323165" cy="307777"/>
              </a:xfrm>
              <a:prstGeom prst="rect">
                <a:avLst/>
              </a:prstGeom>
              <a:blipFill>
                <a:blip r:embed="rId8"/>
                <a:stretch>
                  <a:fillRect t="-11765" r="-132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D648C49A-30D1-40B5-90CB-F71876253D90}"/>
                  </a:ext>
                </a:extLst>
              </p:cNvPr>
              <p:cNvSpPr txBox="1"/>
              <p:nvPr/>
            </p:nvSpPr>
            <p:spPr>
              <a:xfrm>
                <a:off x="6996100" y="985898"/>
                <a:ext cx="1571392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pt-BR" sz="1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D648C49A-30D1-40B5-90CB-F71876253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00" y="985898"/>
                <a:ext cx="1571392" cy="357534"/>
              </a:xfrm>
              <a:prstGeom prst="rect">
                <a:avLst/>
              </a:prstGeom>
              <a:blipFill>
                <a:blip r:embed="rId9"/>
                <a:stretch>
                  <a:fillRect t="-12069" r="-17510" b="-34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98C49C5-814C-1386-43E2-54B3C507507B}"/>
                  </a:ext>
                </a:extLst>
              </p:cNvPr>
              <p:cNvSpPr txBox="1"/>
              <p:nvPr/>
            </p:nvSpPr>
            <p:spPr>
              <a:xfrm>
                <a:off x="3313431" y="2869903"/>
                <a:ext cx="5180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98C49C5-814C-1386-43E2-54B3C5075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431" y="2869903"/>
                <a:ext cx="518091" cy="261610"/>
              </a:xfrm>
              <a:prstGeom prst="rect">
                <a:avLst/>
              </a:prstGeom>
              <a:blipFill>
                <a:blip r:embed="rId10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Elipse 51">
            <a:extLst>
              <a:ext uri="{FF2B5EF4-FFF2-40B4-BE49-F238E27FC236}">
                <a16:creationId xmlns:a16="http://schemas.microsoft.com/office/drawing/2014/main" id="{CB6A626C-42BE-26BE-2F44-A7F8680C24BF}"/>
              </a:ext>
            </a:extLst>
          </p:cNvPr>
          <p:cNvSpPr/>
          <p:nvPr/>
        </p:nvSpPr>
        <p:spPr>
          <a:xfrm>
            <a:off x="3554669" y="2828334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4F40EB66-1C14-6860-A40A-6FCB001C04C6}"/>
                  </a:ext>
                </a:extLst>
              </p:cNvPr>
              <p:cNvSpPr txBox="1"/>
              <p:nvPr/>
            </p:nvSpPr>
            <p:spPr>
              <a:xfrm>
                <a:off x="6996100" y="1426134"/>
                <a:ext cx="4340034" cy="373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</m:acc>
                      <m:r>
                        <a:rPr lang="pt-B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pt-B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pt-B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func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func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4F40EB66-1C14-6860-A40A-6FCB001C0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00" y="1426134"/>
                <a:ext cx="4340034" cy="373564"/>
              </a:xfrm>
              <a:prstGeom prst="rect">
                <a:avLst/>
              </a:prstGeom>
              <a:blipFill>
                <a:blip r:embed="rId11"/>
                <a:stretch>
                  <a:fillRect t="-8197" r="-4635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444CEE81-53DB-8BDB-330D-58E7B0AC6633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3572477" y="1274207"/>
            <a:ext cx="1304527" cy="15904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CA356078-1C43-A1EA-2F84-F8415EB8CBB4}"/>
                  </a:ext>
                </a:extLst>
              </p:cNvPr>
              <p:cNvSpPr txBox="1"/>
              <p:nvPr/>
            </p:nvSpPr>
            <p:spPr>
              <a:xfrm>
                <a:off x="3920135" y="1755451"/>
                <a:ext cx="366639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CA356078-1C43-A1EA-2F84-F8415EB8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35" y="1755451"/>
                <a:ext cx="366639" cy="324384"/>
              </a:xfrm>
              <a:prstGeom prst="rect">
                <a:avLst/>
              </a:prstGeom>
              <a:blipFill>
                <a:blip r:embed="rId12"/>
                <a:stretch>
                  <a:fillRect t="-9434" r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8497BA6C-89E3-8DC0-A90B-A4EF4DDAEBC8}"/>
              </a:ext>
            </a:extLst>
          </p:cNvPr>
          <p:cNvGrpSpPr/>
          <p:nvPr/>
        </p:nvGrpSpPr>
        <p:grpSpPr>
          <a:xfrm>
            <a:off x="6943911" y="2650604"/>
            <a:ext cx="4392223" cy="914749"/>
            <a:chOff x="6943911" y="2650604"/>
            <a:chExt cx="4392223" cy="914749"/>
          </a:xfrm>
        </p:grpSpPr>
        <p:grpSp>
          <p:nvGrpSpPr>
            <p:cNvPr id="108" name="Agrupar 107">
              <a:extLst>
                <a:ext uri="{FF2B5EF4-FFF2-40B4-BE49-F238E27FC236}">
                  <a16:creationId xmlns:a16="http://schemas.microsoft.com/office/drawing/2014/main" id="{C7366F91-043F-FD71-E6CB-A8A347854022}"/>
                </a:ext>
              </a:extLst>
            </p:cNvPr>
            <p:cNvGrpSpPr/>
            <p:nvPr/>
          </p:nvGrpSpPr>
          <p:grpSpPr>
            <a:xfrm>
              <a:off x="6979428" y="2650604"/>
              <a:ext cx="4356706" cy="871965"/>
              <a:chOff x="6979428" y="2650604"/>
              <a:chExt cx="4356706" cy="8719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CaixaDeTexto 69">
                    <a:extLst>
                      <a:ext uri="{FF2B5EF4-FFF2-40B4-BE49-F238E27FC236}">
                        <a16:creationId xmlns:a16="http://schemas.microsoft.com/office/drawing/2014/main" id="{A7DECBBD-8841-8249-3E88-FD2983F91567}"/>
                      </a:ext>
                    </a:extLst>
                  </p:cNvPr>
                  <p:cNvSpPr txBox="1"/>
                  <p:nvPr/>
                </p:nvSpPr>
                <p:spPr>
                  <a:xfrm>
                    <a:off x="6979429" y="2650604"/>
                    <a:ext cx="4356705" cy="3751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pt-BR" sz="1600"/>
                  </a:p>
                </p:txBody>
              </p:sp>
            </mc:Choice>
            <mc:Fallback xmlns="">
              <p:sp>
                <p:nvSpPr>
                  <p:cNvPr id="70" name="CaixaDeTexto 69">
                    <a:extLst>
                      <a:ext uri="{FF2B5EF4-FFF2-40B4-BE49-F238E27FC236}">
                        <a16:creationId xmlns:a16="http://schemas.microsoft.com/office/drawing/2014/main" id="{A7DECBBD-8841-8249-3E88-FD2983F915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9429" y="2650604"/>
                    <a:ext cx="4356705" cy="37516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6557" r="-5315" b="-65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CaixaDeTexto 106">
                    <a:extLst>
                      <a:ext uri="{FF2B5EF4-FFF2-40B4-BE49-F238E27FC236}">
                        <a16:creationId xmlns:a16="http://schemas.microsoft.com/office/drawing/2014/main" id="{DE0EA366-401A-0B15-ECD8-6C476D682E13}"/>
                      </a:ext>
                    </a:extLst>
                  </p:cNvPr>
                  <p:cNvSpPr txBox="1"/>
                  <p:nvPr/>
                </p:nvSpPr>
                <p:spPr>
                  <a:xfrm>
                    <a:off x="6979428" y="3147402"/>
                    <a:ext cx="4356705" cy="3751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pt-BR" sz="1600"/>
                  </a:p>
                </p:txBody>
              </p:sp>
            </mc:Choice>
            <mc:Fallback xmlns="">
              <p:sp>
                <p:nvSpPr>
                  <p:cNvPr id="107" name="CaixaDeTexto 106">
                    <a:extLst>
                      <a:ext uri="{FF2B5EF4-FFF2-40B4-BE49-F238E27FC236}">
                        <a16:creationId xmlns:a16="http://schemas.microsoft.com/office/drawing/2014/main" id="{DE0EA366-401A-0B15-ECD8-6C476D682E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9428" y="3147402"/>
                    <a:ext cx="4356705" cy="37516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6452" r="-5175" b="-48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9" name="Chave Esquerda 108">
              <a:extLst>
                <a:ext uri="{FF2B5EF4-FFF2-40B4-BE49-F238E27FC236}">
                  <a16:creationId xmlns:a16="http://schemas.microsoft.com/office/drawing/2014/main" id="{56A910FF-B773-18D5-9E1D-FB2687CE109A}"/>
                </a:ext>
              </a:extLst>
            </p:cNvPr>
            <p:cNvSpPr/>
            <p:nvPr/>
          </p:nvSpPr>
          <p:spPr>
            <a:xfrm>
              <a:off x="6943911" y="2650953"/>
              <a:ext cx="155448" cy="9144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7" name="Elipse 136">
            <a:extLst>
              <a:ext uri="{FF2B5EF4-FFF2-40B4-BE49-F238E27FC236}">
                <a16:creationId xmlns:a16="http://schemas.microsoft.com/office/drawing/2014/main" id="{A3BDCC96-FBFE-9A16-93F2-D3E161626217}"/>
              </a:ext>
            </a:extLst>
          </p:cNvPr>
          <p:cNvSpPr/>
          <p:nvPr/>
        </p:nvSpPr>
        <p:spPr>
          <a:xfrm>
            <a:off x="1527158" y="4473227"/>
            <a:ext cx="1005840" cy="100584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8" name="Conector reto 137">
            <a:extLst>
              <a:ext uri="{FF2B5EF4-FFF2-40B4-BE49-F238E27FC236}">
                <a16:creationId xmlns:a16="http://schemas.microsoft.com/office/drawing/2014/main" id="{15F96408-C88C-9F1A-DE69-23F04D233CD3}"/>
              </a:ext>
            </a:extLst>
          </p:cNvPr>
          <p:cNvCxnSpPr>
            <a:cxnSpLocks/>
            <a:stCxn id="148" idx="7"/>
            <a:endCxn id="137" idx="7"/>
          </p:cNvCxnSpPr>
          <p:nvPr/>
        </p:nvCxnSpPr>
        <p:spPr>
          <a:xfrm flipV="1">
            <a:off x="2042945" y="4620529"/>
            <a:ext cx="342751" cy="327594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9" name="Elipse 138">
            <a:extLst>
              <a:ext uri="{FF2B5EF4-FFF2-40B4-BE49-F238E27FC236}">
                <a16:creationId xmlns:a16="http://schemas.microsoft.com/office/drawing/2014/main" id="{B157CFD6-7B1E-1658-D202-9E29A2FF6E78}"/>
              </a:ext>
            </a:extLst>
          </p:cNvPr>
          <p:cNvSpPr/>
          <p:nvPr/>
        </p:nvSpPr>
        <p:spPr>
          <a:xfrm>
            <a:off x="4625356" y="4475388"/>
            <a:ext cx="1005840" cy="1005840"/>
          </a:xfrm>
          <a:prstGeom prst="ellipse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Arco 142">
            <a:extLst>
              <a:ext uri="{FF2B5EF4-FFF2-40B4-BE49-F238E27FC236}">
                <a16:creationId xmlns:a16="http://schemas.microsoft.com/office/drawing/2014/main" id="{D5CC91E1-7CB4-2B54-25A4-992F48B49800}"/>
              </a:ext>
            </a:extLst>
          </p:cNvPr>
          <p:cNvSpPr/>
          <p:nvPr/>
        </p:nvSpPr>
        <p:spPr>
          <a:xfrm>
            <a:off x="1550018" y="4779302"/>
            <a:ext cx="620140" cy="522273"/>
          </a:xfrm>
          <a:prstGeom prst="arc">
            <a:avLst>
              <a:gd name="adj1" fmla="val 19772002"/>
              <a:gd name="adj2" fmla="val 20795977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CaixaDeTexto 143">
                <a:extLst>
                  <a:ext uri="{FF2B5EF4-FFF2-40B4-BE49-F238E27FC236}">
                    <a16:creationId xmlns:a16="http://schemas.microsoft.com/office/drawing/2014/main" id="{E76BA359-1AC3-4ADA-963F-D89DB1536C34}"/>
                  </a:ext>
                </a:extLst>
              </p:cNvPr>
              <p:cNvSpPr txBox="1"/>
              <p:nvPr/>
            </p:nvSpPr>
            <p:spPr>
              <a:xfrm>
                <a:off x="2107508" y="4690638"/>
                <a:ext cx="356636" cy="274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144" name="CaixaDeTexto 143">
                <a:extLst>
                  <a:ext uri="{FF2B5EF4-FFF2-40B4-BE49-F238E27FC236}">
                    <a16:creationId xmlns:a16="http://schemas.microsoft.com/office/drawing/2014/main" id="{E76BA359-1AC3-4ADA-963F-D89DB1536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08" y="4690638"/>
                <a:ext cx="356636" cy="2746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CaixaDeTexto 144">
                <a:extLst>
                  <a:ext uri="{FF2B5EF4-FFF2-40B4-BE49-F238E27FC236}">
                    <a16:creationId xmlns:a16="http://schemas.microsoft.com/office/drawing/2014/main" id="{72E0672A-FDDF-BED8-ED2D-25B545FDDE58}"/>
                  </a:ext>
                </a:extLst>
              </p:cNvPr>
              <p:cNvSpPr txBox="1"/>
              <p:nvPr/>
            </p:nvSpPr>
            <p:spPr>
              <a:xfrm>
                <a:off x="2165878" y="4894789"/>
                <a:ext cx="379976" cy="291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200"/>
              </a:p>
            </p:txBody>
          </p:sp>
        </mc:Choice>
        <mc:Fallback xmlns="">
          <p:sp>
            <p:nvSpPr>
              <p:cNvPr id="145" name="CaixaDeTexto 144">
                <a:extLst>
                  <a:ext uri="{FF2B5EF4-FFF2-40B4-BE49-F238E27FC236}">
                    <a16:creationId xmlns:a16="http://schemas.microsoft.com/office/drawing/2014/main" id="{72E0672A-FDDF-BED8-ED2D-25B545FDD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878" y="4894789"/>
                <a:ext cx="379976" cy="2912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Conector de Seta Reta 145">
            <a:extLst>
              <a:ext uri="{FF2B5EF4-FFF2-40B4-BE49-F238E27FC236}">
                <a16:creationId xmlns:a16="http://schemas.microsoft.com/office/drawing/2014/main" id="{B537A1AE-4494-DDDF-7E23-CA216CD8B7E6}"/>
              </a:ext>
            </a:extLst>
          </p:cNvPr>
          <p:cNvCxnSpPr>
            <a:cxnSpLocks/>
            <a:stCxn id="148" idx="7"/>
            <a:endCxn id="137" idx="7"/>
          </p:cNvCxnSpPr>
          <p:nvPr/>
        </p:nvCxnSpPr>
        <p:spPr>
          <a:xfrm flipV="1">
            <a:off x="2042945" y="4620529"/>
            <a:ext cx="342751" cy="327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AE6388B5-D179-1A28-2E51-87745D17CEAA}"/>
                  </a:ext>
                </a:extLst>
              </p:cNvPr>
              <p:cNvSpPr txBox="1"/>
              <p:nvPr/>
            </p:nvSpPr>
            <p:spPr>
              <a:xfrm>
                <a:off x="1895643" y="4537724"/>
                <a:ext cx="367473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AE6388B5-D179-1A28-2E51-87745D17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643" y="4537724"/>
                <a:ext cx="367473" cy="324384"/>
              </a:xfrm>
              <a:prstGeom prst="rect">
                <a:avLst/>
              </a:prstGeom>
              <a:blipFill>
                <a:blip r:embed="rId17"/>
                <a:stretch>
                  <a:fillRect t="-9259" r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Conector de Seta Reta 148">
            <a:extLst>
              <a:ext uri="{FF2B5EF4-FFF2-40B4-BE49-F238E27FC236}">
                <a16:creationId xmlns:a16="http://schemas.microsoft.com/office/drawing/2014/main" id="{A62ED30F-0C13-1447-3565-2025591D3666}"/>
              </a:ext>
            </a:extLst>
          </p:cNvPr>
          <p:cNvCxnSpPr>
            <a:cxnSpLocks/>
            <a:endCxn id="139" idx="1"/>
          </p:cNvCxnSpPr>
          <p:nvPr/>
        </p:nvCxnSpPr>
        <p:spPr>
          <a:xfrm flipH="1" flipV="1">
            <a:off x="4772658" y="4622690"/>
            <a:ext cx="355618" cy="35372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CaixaDeTexto 149">
                <a:extLst>
                  <a:ext uri="{FF2B5EF4-FFF2-40B4-BE49-F238E27FC236}">
                    <a16:creationId xmlns:a16="http://schemas.microsoft.com/office/drawing/2014/main" id="{0550D8E6-8AFF-BD87-F245-D6EA4298D775}"/>
                  </a:ext>
                </a:extLst>
              </p:cNvPr>
              <p:cNvSpPr txBox="1"/>
              <p:nvPr/>
            </p:nvSpPr>
            <p:spPr>
              <a:xfrm>
                <a:off x="4855346" y="4580364"/>
                <a:ext cx="360612" cy="291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20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1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120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0" name="CaixaDeTexto 149">
                <a:extLst>
                  <a:ext uri="{FF2B5EF4-FFF2-40B4-BE49-F238E27FC236}">
                    <a16:creationId xmlns:a16="http://schemas.microsoft.com/office/drawing/2014/main" id="{0550D8E6-8AFF-BD87-F245-D6EA4298D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346" y="4580364"/>
                <a:ext cx="360612" cy="291298"/>
              </a:xfrm>
              <a:prstGeom prst="rect">
                <a:avLst/>
              </a:prstGeom>
              <a:blipFill>
                <a:blip r:embed="rId18"/>
                <a:stretch>
                  <a:fillRect r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Elipse 150">
            <a:extLst>
              <a:ext uri="{FF2B5EF4-FFF2-40B4-BE49-F238E27FC236}">
                <a16:creationId xmlns:a16="http://schemas.microsoft.com/office/drawing/2014/main" id="{E9021F1D-CA31-7D6A-4406-CDDEDF224CD8}"/>
              </a:ext>
            </a:extLst>
          </p:cNvPr>
          <p:cNvSpPr/>
          <p:nvPr/>
        </p:nvSpPr>
        <p:spPr>
          <a:xfrm>
            <a:off x="5105416" y="4952386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CaixaDeTexto 153">
                <a:extLst>
                  <a:ext uri="{FF2B5EF4-FFF2-40B4-BE49-F238E27FC236}">
                    <a16:creationId xmlns:a16="http://schemas.microsoft.com/office/drawing/2014/main" id="{228935A9-A1BD-9580-C131-2399C269E132}"/>
                  </a:ext>
                </a:extLst>
              </p:cNvPr>
              <p:cNvSpPr txBox="1"/>
              <p:nvPr/>
            </p:nvSpPr>
            <p:spPr>
              <a:xfrm>
                <a:off x="1767735" y="5009891"/>
                <a:ext cx="5180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154" name="CaixaDeTexto 153">
                <a:extLst>
                  <a:ext uri="{FF2B5EF4-FFF2-40B4-BE49-F238E27FC236}">
                    <a16:creationId xmlns:a16="http://schemas.microsoft.com/office/drawing/2014/main" id="{228935A9-A1BD-9580-C131-2399C269E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735" y="5009891"/>
                <a:ext cx="518091" cy="261610"/>
              </a:xfrm>
              <a:prstGeom prst="rect">
                <a:avLst/>
              </a:prstGeom>
              <a:blipFill>
                <a:blip r:embed="rId10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Agrupar 169">
            <a:extLst>
              <a:ext uri="{FF2B5EF4-FFF2-40B4-BE49-F238E27FC236}">
                <a16:creationId xmlns:a16="http://schemas.microsoft.com/office/drawing/2014/main" id="{BB73D790-27B5-1445-9E89-2BBF406FCB04}"/>
              </a:ext>
            </a:extLst>
          </p:cNvPr>
          <p:cNvGrpSpPr/>
          <p:nvPr/>
        </p:nvGrpSpPr>
        <p:grpSpPr>
          <a:xfrm>
            <a:off x="2050936" y="4812307"/>
            <a:ext cx="3054480" cy="307777"/>
            <a:chOff x="2014932" y="4810398"/>
            <a:chExt cx="3054480" cy="307777"/>
          </a:xfrm>
        </p:grpSpPr>
        <p:cxnSp>
          <p:nvCxnSpPr>
            <p:cNvPr id="141" name="Conector de Seta Reta 140">
              <a:extLst>
                <a:ext uri="{FF2B5EF4-FFF2-40B4-BE49-F238E27FC236}">
                  <a16:creationId xmlns:a16="http://schemas.microsoft.com/office/drawing/2014/main" id="{D514260F-50E9-1A3F-C48E-438997749117}"/>
                </a:ext>
              </a:extLst>
            </p:cNvPr>
            <p:cNvCxnSpPr>
              <a:cxnSpLocks/>
            </p:cNvCxnSpPr>
            <p:nvPr/>
          </p:nvCxnSpPr>
          <p:spPr>
            <a:xfrm>
              <a:off x="2014932" y="4973986"/>
              <a:ext cx="30544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5" name="Agrupar 164">
              <a:extLst>
                <a:ext uri="{FF2B5EF4-FFF2-40B4-BE49-F238E27FC236}">
                  <a16:creationId xmlns:a16="http://schemas.microsoft.com/office/drawing/2014/main" id="{B3E3E7CA-2BE4-E481-7E10-CBACD61EA127}"/>
                </a:ext>
              </a:extLst>
            </p:cNvPr>
            <p:cNvGrpSpPr/>
            <p:nvPr/>
          </p:nvGrpSpPr>
          <p:grpSpPr>
            <a:xfrm>
              <a:off x="3487118" y="4810398"/>
              <a:ext cx="323165" cy="307777"/>
              <a:chOff x="3432139" y="4750389"/>
              <a:chExt cx="323165" cy="307777"/>
            </a:xfrm>
          </p:grpSpPr>
          <p:sp>
            <p:nvSpPr>
              <p:cNvPr id="163" name="Retângulo 162">
                <a:extLst>
                  <a:ext uri="{FF2B5EF4-FFF2-40B4-BE49-F238E27FC236}">
                    <a16:creationId xmlns:a16="http://schemas.microsoft.com/office/drawing/2014/main" id="{16F0A3AB-493C-808F-67F0-ECF7FD5DFB9E}"/>
                  </a:ext>
                </a:extLst>
              </p:cNvPr>
              <p:cNvSpPr/>
              <p:nvPr/>
            </p:nvSpPr>
            <p:spPr>
              <a:xfrm>
                <a:off x="3503712" y="4761148"/>
                <a:ext cx="180020" cy="231107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8F8E8CCE-6E96-B01A-1BE5-54881D29AF3E}"/>
                      </a:ext>
                    </a:extLst>
                  </p:cNvPr>
                  <p:cNvSpPr txBox="1"/>
                  <p:nvPr/>
                </p:nvSpPr>
                <p:spPr>
                  <a:xfrm>
                    <a:off x="3432139" y="4750389"/>
                    <a:ext cx="32316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8F8E8CCE-6E96-B01A-1BE5-54881D29AF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2139" y="4750389"/>
                    <a:ext cx="323165" cy="30777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11765" r="-1132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8A2CDBCD-4BAD-47E1-E4CC-C12C2F010740}"/>
              </a:ext>
            </a:extLst>
          </p:cNvPr>
          <p:cNvGrpSpPr/>
          <p:nvPr/>
        </p:nvGrpSpPr>
        <p:grpSpPr>
          <a:xfrm>
            <a:off x="3828248" y="4526550"/>
            <a:ext cx="323165" cy="324384"/>
            <a:chOff x="3432139" y="4750389"/>
            <a:chExt cx="323165" cy="324384"/>
          </a:xfrm>
        </p:grpSpPr>
        <p:sp>
          <p:nvSpPr>
            <p:cNvPr id="168" name="Retângulo 167">
              <a:extLst>
                <a:ext uri="{FF2B5EF4-FFF2-40B4-BE49-F238E27FC236}">
                  <a16:creationId xmlns:a16="http://schemas.microsoft.com/office/drawing/2014/main" id="{46E5D5DB-43ED-4206-FBBD-AD7C5A90A2E1}"/>
                </a:ext>
              </a:extLst>
            </p:cNvPr>
            <p:cNvSpPr/>
            <p:nvPr/>
          </p:nvSpPr>
          <p:spPr>
            <a:xfrm>
              <a:off x="3503712" y="4761148"/>
              <a:ext cx="180020" cy="23110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BC9AFC3E-7134-6441-1E38-832054D739F0}"/>
                    </a:ext>
                  </a:extLst>
                </p:cNvPr>
                <p:cNvSpPr txBox="1"/>
                <p:nvPr/>
              </p:nvSpPr>
              <p:spPr>
                <a:xfrm>
                  <a:off x="3432139" y="4750389"/>
                  <a:ext cx="323165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pt-B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pt-BR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BC9AFC3E-7134-6441-1E38-832054D739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9" y="4750389"/>
                  <a:ext cx="323165" cy="324384"/>
                </a:xfrm>
                <a:prstGeom prst="rect">
                  <a:avLst/>
                </a:prstGeom>
                <a:blipFill>
                  <a:blip r:embed="rId20"/>
                  <a:stretch>
                    <a:fillRect t="-9434" r="-377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1982672A-104B-7FC0-4D03-231A458FB04C}"/>
              </a:ext>
            </a:extLst>
          </p:cNvPr>
          <p:cNvGrpSpPr/>
          <p:nvPr/>
        </p:nvGrpSpPr>
        <p:grpSpPr>
          <a:xfrm>
            <a:off x="1698324" y="3917643"/>
            <a:ext cx="687372" cy="307777"/>
            <a:chOff x="1698324" y="3917643"/>
            <a:chExt cx="687372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CaixaDeTexto 165">
                  <a:extLst>
                    <a:ext uri="{FF2B5EF4-FFF2-40B4-BE49-F238E27FC236}">
                      <a16:creationId xmlns:a16="http://schemas.microsoft.com/office/drawing/2014/main" id="{A82C9BBC-F747-C028-B620-35C7FAD20589}"/>
                    </a:ext>
                  </a:extLst>
                </p:cNvPr>
                <p:cNvSpPr txBox="1"/>
                <p:nvPr/>
              </p:nvSpPr>
              <p:spPr>
                <a:xfrm>
                  <a:off x="1698324" y="3917643"/>
                  <a:ext cx="65691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sz="1400" b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CaixaDeTexto 165">
                  <a:extLst>
                    <a:ext uri="{FF2B5EF4-FFF2-40B4-BE49-F238E27FC236}">
                      <a16:creationId xmlns:a16="http://schemas.microsoft.com/office/drawing/2014/main" id="{A82C9BBC-F747-C028-B620-35C7FAD20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8324" y="3917643"/>
                  <a:ext cx="656911" cy="307777"/>
                </a:xfrm>
                <a:prstGeom prst="rect">
                  <a:avLst/>
                </a:prstGeom>
                <a:blipFill>
                  <a:blip r:embed="rId21"/>
                  <a:stretch>
                    <a:fillRect t="-12000"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Retângulo 170">
              <a:extLst>
                <a:ext uri="{FF2B5EF4-FFF2-40B4-BE49-F238E27FC236}">
                  <a16:creationId xmlns:a16="http://schemas.microsoft.com/office/drawing/2014/main" id="{02CB6E6A-0F3A-5D69-B1CD-277FDC3037EB}"/>
                </a:ext>
              </a:extLst>
            </p:cNvPr>
            <p:cNvSpPr/>
            <p:nvPr/>
          </p:nvSpPr>
          <p:spPr>
            <a:xfrm>
              <a:off x="1698324" y="3917643"/>
              <a:ext cx="687372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56" name="Conector de Seta Reta 155">
            <a:extLst>
              <a:ext uri="{FF2B5EF4-FFF2-40B4-BE49-F238E27FC236}">
                <a16:creationId xmlns:a16="http://schemas.microsoft.com/office/drawing/2014/main" id="{04565E15-2E9E-B47D-BBFE-D082939028E0}"/>
              </a:ext>
            </a:extLst>
          </p:cNvPr>
          <p:cNvCxnSpPr>
            <a:cxnSpLocks/>
          </p:cNvCxnSpPr>
          <p:nvPr/>
        </p:nvCxnSpPr>
        <p:spPr>
          <a:xfrm flipV="1">
            <a:off x="2042010" y="4622690"/>
            <a:ext cx="2723017" cy="3415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to 141">
            <a:extLst>
              <a:ext uri="{FF2B5EF4-FFF2-40B4-BE49-F238E27FC236}">
                <a16:creationId xmlns:a16="http://schemas.microsoft.com/office/drawing/2014/main" id="{308A1BBC-82BB-C4CF-E29D-E1FB615D3E79}"/>
              </a:ext>
            </a:extLst>
          </p:cNvPr>
          <p:cNvCxnSpPr>
            <a:cxnSpLocks/>
          </p:cNvCxnSpPr>
          <p:nvPr/>
        </p:nvCxnSpPr>
        <p:spPr>
          <a:xfrm>
            <a:off x="2026781" y="4973986"/>
            <a:ext cx="507534" cy="3969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8" name="Elipse 147">
            <a:extLst>
              <a:ext uri="{FF2B5EF4-FFF2-40B4-BE49-F238E27FC236}">
                <a16:creationId xmlns:a16="http://schemas.microsoft.com/office/drawing/2014/main" id="{35391369-9161-1CA2-3441-E46D838D474D}"/>
              </a:ext>
            </a:extLst>
          </p:cNvPr>
          <p:cNvSpPr/>
          <p:nvPr/>
        </p:nvSpPr>
        <p:spPr>
          <a:xfrm>
            <a:off x="2003921" y="4941427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44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lipse 38">
            <a:extLst>
              <a:ext uri="{FF2B5EF4-FFF2-40B4-BE49-F238E27FC236}">
                <a16:creationId xmlns:a16="http://schemas.microsoft.com/office/drawing/2014/main" id="{DDC0B1C0-326B-5A6A-6367-C5197EAFD90A}"/>
              </a:ext>
            </a:extLst>
          </p:cNvPr>
          <p:cNvSpPr/>
          <p:nvPr/>
        </p:nvSpPr>
        <p:spPr>
          <a:xfrm>
            <a:off x="1631504" y="1124744"/>
            <a:ext cx="1005840" cy="1005840"/>
          </a:xfrm>
          <a:prstGeom prst="ellipse">
            <a:avLst/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190BEF2-9F43-A48F-4ECB-F20D4FF0E227}"/>
              </a:ext>
            </a:extLst>
          </p:cNvPr>
          <p:cNvSpPr/>
          <p:nvPr/>
        </p:nvSpPr>
        <p:spPr>
          <a:xfrm>
            <a:off x="4729702" y="1126905"/>
            <a:ext cx="1005840" cy="1005840"/>
          </a:xfrm>
          <a:prstGeom prst="ellips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B1570981-55A4-BF07-0DCD-94E7E3AB486B}"/>
              </a:ext>
            </a:extLst>
          </p:cNvPr>
          <p:cNvCxnSpPr>
            <a:cxnSpLocks/>
            <a:stCxn id="52" idx="1"/>
            <a:endCxn id="12" idx="5"/>
          </p:cNvCxnSpPr>
          <p:nvPr/>
        </p:nvCxnSpPr>
        <p:spPr>
          <a:xfrm flipH="1" flipV="1">
            <a:off x="2529307" y="1306536"/>
            <a:ext cx="1032058" cy="15284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4F3CD97-3E4C-E20C-001F-392E19689A2D}"/>
                  </a:ext>
                </a:extLst>
              </p:cNvPr>
              <p:cNvSpPr txBox="1"/>
              <p:nvPr/>
            </p:nvSpPr>
            <p:spPr>
              <a:xfrm>
                <a:off x="2713149" y="1898179"/>
                <a:ext cx="367473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4F3CD97-3E4C-E20C-001F-392E19689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149" y="1898179"/>
                <a:ext cx="367473" cy="324384"/>
              </a:xfrm>
              <a:prstGeom prst="rect">
                <a:avLst/>
              </a:prstGeom>
              <a:blipFill>
                <a:blip r:embed="rId2"/>
                <a:stretch>
                  <a:fillRect t="-9259" r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98C49C5-814C-1386-43E2-54B3C507507B}"/>
                  </a:ext>
                </a:extLst>
              </p:cNvPr>
              <p:cNvSpPr txBox="1"/>
              <p:nvPr/>
            </p:nvSpPr>
            <p:spPr>
              <a:xfrm>
                <a:off x="3313431" y="2869903"/>
                <a:ext cx="5180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98C49C5-814C-1386-43E2-54B3C5075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431" y="2869903"/>
                <a:ext cx="518091" cy="26161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444CEE81-53DB-8BDB-330D-58E7B0AC6633}"/>
              </a:ext>
            </a:extLst>
          </p:cNvPr>
          <p:cNvCxnSpPr>
            <a:cxnSpLocks/>
            <a:stCxn id="52" idx="7"/>
            <a:endCxn id="15" idx="3"/>
          </p:cNvCxnSpPr>
          <p:nvPr/>
        </p:nvCxnSpPr>
        <p:spPr>
          <a:xfrm flipV="1">
            <a:off x="3593693" y="1306536"/>
            <a:ext cx="1247619" cy="15284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CA356078-1C43-A1EA-2F84-F8415EB8CBB4}"/>
                  </a:ext>
                </a:extLst>
              </p:cNvPr>
              <p:cNvSpPr txBox="1"/>
              <p:nvPr/>
            </p:nvSpPr>
            <p:spPr>
              <a:xfrm>
                <a:off x="4292682" y="1777429"/>
                <a:ext cx="366639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CA356078-1C43-A1EA-2F84-F8415EB8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82" y="1777429"/>
                <a:ext cx="366639" cy="324384"/>
              </a:xfrm>
              <a:prstGeom prst="rect">
                <a:avLst/>
              </a:prstGeom>
              <a:blipFill>
                <a:blip r:embed="rId4"/>
                <a:stretch>
                  <a:fillRect t="-9434" r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8497BA6C-89E3-8DC0-A90B-A4EF4DDAEBC8}"/>
              </a:ext>
            </a:extLst>
          </p:cNvPr>
          <p:cNvGrpSpPr/>
          <p:nvPr/>
        </p:nvGrpSpPr>
        <p:grpSpPr>
          <a:xfrm>
            <a:off x="6798752" y="1432299"/>
            <a:ext cx="4392223" cy="914749"/>
            <a:chOff x="6943911" y="2650604"/>
            <a:chExt cx="4392223" cy="914749"/>
          </a:xfrm>
        </p:grpSpPr>
        <p:grpSp>
          <p:nvGrpSpPr>
            <p:cNvPr id="108" name="Agrupar 107">
              <a:extLst>
                <a:ext uri="{FF2B5EF4-FFF2-40B4-BE49-F238E27FC236}">
                  <a16:creationId xmlns:a16="http://schemas.microsoft.com/office/drawing/2014/main" id="{C7366F91-043F-FD71-E6CB-A8A347854022}"/>
                </a:ext>
              </a:extLst>
            </p:cNvPr>
            <p:cNvGrpSpPr/>
            <p:nvPr/>
          </p:nvGrpSpPr>
          <p:grpSpPr>
            <a:xfrm>
              <a:off x="6979428" y="2650604"/>
              <a:ext cx="4356706" cy="871965"/>
              <a:chOff x="6979428" y="2650604"/>
              <a:chExt cx="4356706" cy="8719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CaixaDeTexto 69">
                    <a:extLst>
                      <a:ext uri="{FF2B5EF4-FFF2-40B4-BE49-F238E27FC236}">
                        <a16:creationId xmlns:a16="http://schemas.microsoft.com/office/drawing/2014/main" id="{A7DECBBD-8841-8249-3E88-FD2983F91567}"/>
                      </a:ext>
                    </a:extLst>
                  </p:cNvPr>
                  <p:cNvSpPr txBox="1"/>
                  <p:nvPr/>
                </p:nvSpPr>
                <p:spPr>
                  <a:xfrm>
                    <a:off x="6979429" y="2650604"/>
                    <a:ext cx="4356705" cy="3751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pt-BR" sz="1600"/>
                  </a:p>
                </p:txBody>
              </p:sp>
            </mc:Choice>
            <mc:Fallback xmlns="">
              <p:sp>
                <p:nvSpPr>
                  <p:cNvPr id="70" name="CaixaDeTexto 69">
                    <a:extLst>
                      <a:ext uri="{FF2B5EF4-FFF2-40B4-BE49-F238E27FC236}">
                        <a16:creationId xmlns:a16="http://schemas.microsoft.com/office/drawing/2014/main" id="{A7DECBBD-8841-8249-3E88-FD2983F915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9429" y="2650604"/>
                    <a:ext cx="4356705" cy="37516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452" r="-5455" b="-48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CaixaDeTexto 106">
                    <a:extLst>
                      <a:ext uri="{FF2B5EF4-FFF2-40B4-BE49-F238E27FC236}">
                        <a16:creationId xmlns:a16="http://schemas.microsoft.com/office/drawing/2014/main" id="{DE0EA366-401A-0B15-ECD8-6C476D682E13}"/>
                      </a:ext>
                    </a:extLst>
                  </p:cNvPr>
                  <p:cNvSpPr txBox="1"/>
                  <p:nvPr/>
                </p:nvSpPr>
                <p:spPr>
                  <a:xfrm>
                    <a:off x="6979428" y="3147402"/>
                    <a:ext cx="4356705" cy="3751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acc>
                            <m:accPr>
                              <m:chr m:val="̂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pt-BR" sz="1600"/>
                  </a:p>
                </p:txBody>
              </p:sp>
            </mc:Choice>
            <mc:Fallback xmlns="">
              <p:sp>
                <p:nvSpPr>
                  <p:cNvPr id="107" name="CaixaDeTexto 106">
                    <a:extLst>
                      <a:ext uri="{FF2B5EF4-FFF2-40B4-BE49-F238E27FC236}">
                        <a16:creationId xmlns:a16="http://schemas.microsoft.com/office/drawing/2014/main" id="{DE0EA366-401A-0B15-ECD8-6C476D682E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9428" y="3147402"/>
                    <a:ext cx="4356705" cy="37516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452" r="-5315" b="-48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9" name="Chave Esquerda 108">
              <a:extLst>
                <a:ext uri="{FF2B5EF4-FFF2-40B4-BE49-F238E27FC236}">
                  <a16:creationId xmlns:a16="http://schemas.microsoft.com/office/drawing/2014/main" id="{56A910FF-B773-18D5-9E1D-FB2687CE109A}"/>
                </a:ext>
              </a:extLst>
            </p:cNvPr>
            <p:cNvSpPr/>
            <p:nvPr/>
          </p:nvSpPr>
          <p:spPr>
            <a:xfrm>
              <a:off x="6943911" y="2650953"/>
              <a:ext cx="155448" cy="9144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4" name="Elipse 63">
            <a:extLst>
              <a:ext uri="{FF2B5EF4-FFF2-40B4-BE49-F238E27FC236}">
                <a16:creationId xmlns:a16="http://schemas.microsoft.com/office/drawing/2014/main" id="{D56D16F1-26E3-62A7-45A8-3236147FBBC2}"/>
              </a:ext>
            </a:extLst>
          </p:cNvPr>
          <p:cNvSpPr/>
          <p:nvPr/>
        </p:nvSpPr>
        <p:spPr>
          <a:xfrm>
            <a:off x="2108267" y="1592944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4CC4BDD-6C75-2284-8648-D592C4CDAEEC}"/>
                  </a:ext>
                </a:extLst>
              </p:cNvPr>
              <p:cNvSpPr txBox="1"/>
              <p:nvPr/>
            </p:nvSpPr>
            <p:spPr>
              <a:xfrm>
                <a:off x="6744073" y="672609"/>
                <a:ext cx="2241383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pt-BR" sz="160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4CC4BDD-6C75-2284-8648-D592C4CDA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672609"/>
                <a:ext cx="2241383" cy="554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írculo: Vazio 11">
            <a:extLst>
              <a:ext uri="{FF2B5EF4-FFF2-40B4-BE49-F238E27FC236}">
                <a16:creationId xmlns:a16="http://schemas.microsoft.com/office/drawing/2014/main" id="{1594B770-A144-D6AC-7C25-7D2EE4157880}"/>
              </a:ext>
            </a:extLst>
          </p:cNvPr>
          <p:cNvSpPr/>
          <p:nvPr/>
        </p:nvSpPr>
        <p:spPr>
          <a:xfrm>
            <a:off x="2451258" y="1228487"/>
            <a:ext cx="91440" cy="91440"/>
          </a:xfrm>
          <a:prstGeom prst="donut">
            <a:avLst>
              <a:gd name="adj" fmla="val 46798"/>
            </a:avLst>
          </a:prstGeom>
          <a:solidFill>
            <a:schemeClr val="bg1"/>
          </a:solidFill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Círculo: Vazio 14">
            <a:extLst>
              <a:ext uri="{FF2B5EF4-FFF2-40B4-BE49-F238E27FC236}">
                <a16:creationId xmlns:a16="http://schemas.microsoft.com/office/drawing/2014/main" id="{7BB162BB-71C3-D658-8F8F-32EEFFFA0E13}"/>
              </a:ext>
            </a:extLst>
          </p:cNvPr>
          <p:cNvSpPr/>
          <p:nvPr/>
        </p:nvSpPr>
        <p:spPr>
          <a:xfrm>
            <a:off x="4827921" y="1228487"/>
            <a:ext cx="91440" cy="91440"/>
          </a:xfrm>
          <a:prstGeom prst="donut">
            <a:avLst>
              <a:gd name="adj" fmla="val 46798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0A2D5CEB-A6DF-E01E-7E10-D1E970DB836A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2542698" y="1274207"/>
            <a:ext cx="2285223" cy="0"/>
          </a:xfrm>
          <a:prstGeom prst="straightConnector1">
            <a:avLst/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395C7895-CD4E-B32B-4200-D5C2AEF760DC}"/>
              </a:ext>
            </a:extLst>
          </p:cNvPr>
          <p:cNvGrpSpPr/>
          <p:nvPr/>
        </p:nvGrpSpPr>
        <p:grpSpPr>
          <a:xfrm>
            <a:off x="3286644" y="949823"/>
            <a:ext cx="732321" cy="291298"/>
            <a:chOff x="3435929" y="4757047"/>
            <a:chExt cx="296344" cy="291298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BFD6B590-B523-9A0C-7A82-8B1469D11C18}"/>
                </a:ext>
              </a:extLst>
            </p:cNvPr>
            <p:cNvSpPr/>
            <p:nvPr/>
          </p:nvSpPr>
          <p:spPr>
            <a:xfrm>
              <a:off x="3456411" y="4803686"/>
              <a:ext cx="251712" cy="23110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15F53F5C-0D1C-2A33-6416-D1C7857487A1}"/>
                    </a:ext>
                  </a:extLst>
                </p:cNvPr>
                <p:cNvSpPr txBox="1"/>
                <p:nvPr/>
              </p:nvSpPr>
              <p:spPr>
                <a:xfrm>
                  <a:off x="3435929" y="4757047"/>
                  <a:ext cx="296344" cy="2912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pt-BR" sz="1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pt-BR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pt-BR" sz="1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pt-BR" sz="1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pt-BR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pt-BR" sz="120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15F53F5C-0D1C-2A33-6416-D1C7857487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929" y="4757047"/>
                  <a:ext cx="296344" cy="291298"/>
                </a:xfrm>
                <a:prstGeom prst="rect">
                  <a:avLst/>
                </a:prstGeom>
                <a:blipFill>
                  <a:blip r:embed="rId8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Elipse 29">
            <a:extLst>
              <a:ext uri="{FF2B5EF4-FFF2-40B4-BE49-F238E27FC236}">
                <a16:creationId xmlns:a16="http://schemas.microsoft.com/office/drawing/2014/main" id="{CDD99590-823C-B810-F958-3630CE025979}"/>
              </a:ext>
            </a:extLst>
          </p:cNvPr>
          <p:cNvSpPr/>
          <p:nvPr/>
        </p:nvSpPr>
        <p:spPr>
          <a:xfrm>
            <a:off x="1595918" y="4540025"/>
            <a:ext cx="1005840" cy="1005840"/>
          </a:xfrm>
          <a:prstGeom prst="ellipse">
            <a:avLst/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E3935C5C-0366-B342-D6C2-E26ED0954C31}"/>
              </a:ext>
            </a:extLst>
          </p:cNvPr>
          <p:cNvSpPr/>
          <p:nvPr/>
        </p:nvSpPr>
        <p:spPr>
          <a:xfrm>
            <a:off x="4694116" y="4542186"/>
            <a:ext cx="1005840" cy="1005840"/>
          </a:xfrm>
          <a:prstGeom prst="ellips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C6D0DF9-C6F6-4170-F668-0D43CDAD7FCF}"/>
              </a:ext>
            </a:extLst>
          </p:cNvPr>
          <p:cNvCxnSpPr>
            <a:cxnSpLocks/>
            <a:stCxn id="49" idx="7"/>
            <a:endCxn id="51" idx="3"/>
          </p:cNvCxnSpPr>
          <p:nvPr/>
        </p:nvCxnSpPr>
        <p:spPr>
          <a:xfrm flipV="1">
            <a:off x="2111705" y="4721817"/>
            <a:ext cx="317358" cy="2931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A55EBFD-4AF1-A1EC-9D2D-BA4434BACEF7}"/>
                  </a:ext>
                </a:extLst>
              </p:cNvPr>
              <p:cNvSpPr txBox="1"/>
              <p:nvPr/>
            </p:nvSpPr>
            <p:spPr>
              <a:xfrm>
                <a:off x="1918777" y="4630619"/>
                <a:ext cx="367473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A55EBFD-4AF1-A1EC-9D2D-BA4434BAC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777" y="4630619"/>
                <a:ext cx="367473" cy="324384"/>
              </a:xfrm>
              <a:prstGeom prst="rect">
                <a:avLst/>
              </a:prstGeom>
              <a:blipFill>
                <a:blip r:embed="rId9"/>
                <a:stretch>
                  <a:fillRect t="-9434" r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E2E1706-344C-279C-9A1A-98F50C95C3FE}"/>
                  </a:ext>
                </a:extLst>
              </p:cNvPr>
              <p:cNvSpPr txBox="1"/>
              <p:nvPr/>
            </p:nvSpPr>
            <p:spPr>
              <a:xfrm>
                <a:off x="1837581" y="5083468"/>
                <a:ext cx="5180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1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pt-BR" sz="110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E2E1706-344C-279C-9A1A-98F50C95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581" y="5083468"/>
                <a:ext cx="518091" cy="26161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írculo: Vazio 52">
            <a:extLst>
              <a:ext uri="{FF2B5EF4-FFF2-40B4-BE49-F238E27FC236}">
                <a16:creationId xmlns:a16="http://schemas.microsoft.com/office/drawing/2014/main" id="{6FF6E52F-6DBB-57EB-C602-8C10273426FF}"/>
              </a:ext>
            </a:extLst>
          </p:cNvPr>
          <p:cNvSpPr/>
          <p:nvPr/>
        </p:nvSpPr>
        <p:spPr>
          <a:xfrm>
            <a:off x="4792335" y="4643768"/>
            <a:ext cx="91440" cy="91440"/>
          </a:xfrm>
          <a:prstGeom prst="donut">
            <a:avLst>
              <a:gd name="adj" fmla="val 46798"/>
            </a:avLst>
          </a:prstGeom>
          <a:solidFill>
            <a:schemeClr val="bg1"/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32B37373-5C38-0192-8EDB-E919DFE93C7B}"/>
              </a:ext>
            </a:extLst>
          </p:cNvPr>
          <p:cNvCxnSpPr>
            <a:cxnSpLocks/>
            <a:stCxn id="51" idx="6"/>
            <a:endCxn id="53" idx="2"/>
          </p:cNvCxnSpPr>
          <p:nvPr/>
        </p:nvCxnSpPr>
        <p:spPr>
          <a:xfrm>
            <a:off x="2507112" y="4689488"/>
            <a:ext cx="2285223" cy="0"/>
          </a:xfrm>
          <a:prstGeom prst="straightConnector1">
            <a:avLst/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AD938466-4A1A-0E06-007F-D7BAC5505652}"/>
              </a:ext>
            </a:extLst>
          </p:cNvPr>
          <p:cNvGrpSpPr/>
          <p:nvPr/>
        </p:nvGrpSpPr>
        <p:grpSpPr>
          <a:xfrm>
            <a:off x="3251058" y="4365104"/>
            <a:ext cx="732321" cy="324384"/>
            <a:chOff x="3435929" y="4757047"/>
            <a:chExt cx="296344" cy="324384"/>
          </a:xfrm>
        </p:grpSpPr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8C191A7E-C4D1-77FD-033D-7644A258E07C}"/>
                </a:ext>
              </a:extLst>
            </p:cNvPr>
            <p:cNvSpPr/>
            <p:nvPr/>
          </p:nvSpPr>
          <p:spPr>
            <a:xfrm>
              <a:off x="3456411" y="4803686"/>
              <a:ext cx="251712" cy="23110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id="{2AE455B6-8CCF-5387-906C-CDDC3948437D}"/>
                    </a:ext>
                  </a:extLst>
                </p:cNvPr>
                <p:cNvSpPr txBox="1"/>
                <p:nvPr/>
              </p:nvSpPr>
              <p:spPr>
                <a:xfrm>
                  <a:off x="3435929" y="4757047"/>
                  <a:ext cx="296344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pt-BR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pt-B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pt-BR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pt-BR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pt-B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pt-BR" sz="140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id="{2AE455B6-8CCF-5387-906C-CDDC39484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929" y="4757047"/>
                  <a:ext cx="296344" cy="324384"/>
                </a:xfrm>
                <a:prstGeom prst="rect">
                  <a:avLst/>
                </a:prstGeom>
                <a:blipFill>
                  <a:blip r:embed="rId10"/>
                  <a:stretch>
                    <a:fillRect t="-9434" r="-1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Círculo: Vazio 50">
            <a:extLst>
              <a:ext uri="{FF2B5EF4-FFF2-40B4-BE49-F238E27FC236}">
                <a16:creationId xmlns:a16="http://schemas.microsoft.com/office/drawing/2014/main" id="{5F3DA4D8-0493-C4D1-54AC-18B0331399D6}"/>
              </a:ext>
            </a:extLst>
          </p:cNvPr>
          <p:cNvSpPr/>
          <p:nvPr/>
        </p:nvSpPr>
        <p:spPr>
          <a:xfrm>
            <a:off x="2415672" y="4643768"/>
            <a:ext cx="91440" cy="91440"/>
          </a:xfrm>
          <a:prstGeom prst="donut">
            <a:avLst>
              <a:gd name="adj" fmla="val 46798"/>
            </a:avLst>
          </a:prstGeom>
          <a:solidFill>
            <a:schemeClr val="bg1"/>
          </a:solidFill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01F4955E-C308-40AA-0F13-F830DDAF8B8E}"/>
                  </a:ext>
                </a:extLst>
              </p:cNvPr>
              <p:cNvSpPr txBox="1"/>
              <p:nvPr/>
            </p:nvSpPr>
            <p:spPr>
              <a:xfrm>
                <a:off x="4341289" y="2158212"/>
                <a:ext cx="323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pt-BR" sz="1400"/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01F4955E-C308-40AA-0F13-F830DDAF8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289" y="2158212"/>
                <a:ext cx="323165" cy="307777"/>
              </a:xfrm>
              <a:prstGeom prst="rect">
                <a:avLst/>
              </a:prstGeom>
              <a:blipFill>
                <a:blip r:embed="rId11"/>
                <a:stretch>
                  <a:fillRect t="-11765" r="-132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D7DB7881-BFAA-BDE2-7FE2-001F016DD54F}"/>
              </a:ext>
            </a:extLst>
          </p:cNvPr>
          <p:cNvCxnSpPr>
            <a:cxnSpLocks/>
            <a:stCxn id="52" idx="6"/>
            <a:endCxn id="65" idx="3"/>
          </p:cNvCxnSpPr>
          <p:nvPr/>
        </p:nvCxnSpPr>
        <p:spPr>
          <a:xfrm flipV="1">
            <a:off x="3600389" y="1642927"/>
            <a:ext cx="1616069" cy="1208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CB6A626C-42BE-26BE-2F44-A7F8680C24BF}"/>
              </a:ext>
            </a:extLst>
          </p:cNvPr>
          <p:cNvSpPr/>
          <p:nvPr/>
        </p:nvSpPr>
        <p:spPr>
          <a:xfrm>
            <a:off x="3554669" y="2828334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0B1B13EB-D6C0-D3E4-9EEB-9763F150DFB0}"/>
              </a:ext>
            </a:extLst>
          </p:cNvPr>
          <p:cNvSpPr/>
          <p:nvPr/>
        </p:nvSpPr>
        <p:spPr>
          <a:xfrm>
            <a:off x="5209762" y="1603903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B533DF2E-C9E9-BD06-6730-1B11D307FC30}"/>
              </a:ext>
            </a:extLst>
          </p:cNvPr>
          <p:cNvCxnSpPr>
            <a:cxnSpLocks/>
            <a:stCxn id="12" idx="6"/>
            <a:endCxn id="65" idx="2"/>
          </p:cNvCxnSpPr>
          <p:nvPr/>
        </p:nvCxnSpPr>
        <p:spPr>
          <a:xfrm>
            <a:off x="2542698" y="1274207"/>
            <a:ext cx="2667064" cy="352556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531F0A3C-3070-EFF3-D1E2-12B9C75B2749}"/>
              </a:ext>
            </a:extLst>
          </p:cNvPr>
          <p:cNvGrpSpPr/>
          <p:nvPr/>
        </p:nvGrpSpPr>
        <p:grpSpPr>
          <a:xfrm>
            <a:off x="3375551" y="1293800"/>
            <a:ext cx="732321" cy="285276"/>
            <a:chOff x="3402461" y="4903024"/>
            <a:chExt cx="296344" cy="285276"/>
          </a:xfrm>
        </p:grpSpPr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78C0FF04-AA56-1C88-17A3-779370DEFD1F}"/>
                </a:ext>
              </a:extLst>
            </p:cNvPr>
            <p:cNvSpPr/>
            <p:nvPr/>
          </p:nvSpPr>
          <p:spPr>
            <a:xfrm>
              <a:off x="3458112" y="4957193"/>
              <a:ext cx="179526" cy="23110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aixaDeTexto 80">
                  <a:extLst>
                    <a:ext uri="{FF2B5EF4-FFF2-40B4-BE49-F238E27FC236}">
                      <a16:creationId xmlns:a16="http://schemas.microsoft.com/office/drawing/2014/main" id="{F61CB60A-CA70-A05D-4527-CDAF8DD857B1}"/>
                    </a:ext>
                  </a:extLst>
                </p:cNvPr>
                <p:cNvSpPr txBox="1"/>
                <p:nvPr/>
              </p:nvSpPr>
              <p:spPr>
                <a:xfrm>
                  <a:off x="3402461" y="4903024"/>
                  <a:ext cx="2963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2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′′(</m:t>
                        </m:r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>
                    <a:solidFill>
                      <a:schemeClr val="accent3">
                        <a:lumMod val="20000"/>
                        <a:lumOff val="8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aixaDeTexto 80">
                  <a:extLst>
                    <a:ext uri="{FF2B5EF4-FFF2-40B4-BE49-F238E27FC236}">
                      <a16:creationId xmlns:a16="http://schemas.microsoft.com/office/drawing/2014/main" id="{F61CB60A-CA70-A05D-4527-CDAF8DD85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461" y="4903024"/>
                  <a:ext cx="296344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174"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31DD61BD-1C0D-CCF6-BF57-75F632416BE1}"/>
                  </a:ext>
                </a:extLst>
              </p:cNvPr>
              <p:cNvSpPr txBox="1"/>
              <p:nvPr/>
            </p:nvSpPr>
            <p:spPr>
              <a:xfrm>
                <a:off x="6699425" y="3524288"/>
                <a:ext cx="3501536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31DD61BD-1C0D-CCF6-BF57-75F632416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25" y="3524288"/>
                <a:ext cx="3501536" cy="357534"/>
              </a:xfrm>
              <a:prstGeom prst="rect">
                <a:avLst/>
              </a:prstGeom>
              <a:blipFill>
                <a:blip r:embed="rId13"/>
                <a:stretch>
                  <a:fillRect t="-11864" b="-33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A07E6704-4334-705D-9954-39A0755B4789}"/>
                  </a:ext>
                </a:extLst>
              </p:cNvPr>
              <p:cNvSpPr txBox="1"/>
              <p:nvPr/>
            </p:nvSpPr>
            <p:spPr>
              <a:xfrm>
                <a:off x="6699424" y="4071218"/>
                <a:ext cx="5208092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16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pt-BR" sz="1600"/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A07E6704-4334-705D-9954-39A0755B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24" y="4071218"/>
                <a:ext cx="5208092" cy="375167"/>
              </a:xfrm>
              <a:prstGeom prst="rect">
                <a:avLst/>
              </a:prstGeom>
              <a:blipFill>
                <a:blip r:embed="rId14"/>
                <a:stretch>
                  <a:fillRect t="-6557" r="-5504" b="-32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30E39637-F7B9-4C5F-A4C3-8F739FD145C4}"/>
                  </a:ext>
                </a:extLst>
              </p:cNvPr>
              <p:cNvSpPr txBox="1"/>
              <p:nvPr/>
            </p:nvSpPr>
            <p:spPr>
              <a:xfrm>
                <a:off x="6699424" y="4659152"/>
                <a:ext cx="30501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e>
                      </m:func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e>
                      </m:func>
                      <m:acc>
                        <m:accPr>
                          <m:chr m:val="̂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/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30E39637-F7B9-4C5F-A4C3-8F739FD14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24" y="4659152"/>
                <a:ext cx="3050194" cy="338554"/>
              </a:xfrm>
              <a:prstGeom prst="rect">
                <a:avLst/>
              </a:prstGeom>
              <a:blipFill>
                <a:blip r:embed="rId15"/>
                <a:stretch>
                  <a:fillRect t="-14286" r="-7000" b="-89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Agrupar 90">
            <a:extLst>
              <a:ext uri="{FF2B5EF4-FFF2-40B4-BE49-F238E27FC236}">
                <a16:creationId xmlns:a16="http://schemas.microsoft.com/office/drawing/2014/main" id="{6A25F992-7E39-CDF2-66E0-734F3CA11411}"/>
              </a:ext>
            </a:extLst>
          </p:cNvPr>
          <p:cNvGrpSpPr/>
          <p:nvPr/>
        </p:nvGrpSpPr>
        <p:grpSpPr>
          <a:xfrm>
            <a:off x="2118401" y="4895421"/>
            <a:ext cx="3055775" cy="307777"/>
            <a:chOff x="2008236" y="4834823"/>
            <a:chExt cx="3055775" cy="307777"/>
          </a:xfrm>
        </p:grpSpPr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158D0206-BF75-10B0-9923-05A3A6FC64EA}"/>
                </a:ext>
              </a:extLst>
            </p:cNvPr>
            <p:cNvCxnSpPr>
              <a:cxnSpLocks/>
              <a:stCxn id="49" idx="6"/>
              <a:endCxn id="37" idx="2"/>
            </p:cNvCxnSpPr>
            <p:nvPr/>
          </p:nvCxnSpPr>
          <p:spPr>
            <a:xfrm>
              <a:off x="2008236" y="4970487"/>
              <a:ext cx="3055775" cy="109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Agrupar 92">
              <a:extLst>
                <a:ext uri="{FF2B5EF4-FFF2-40B4-BE49-F238E27FC236}">
                  <a16:creationId xmlns:a16="http://schemas.microsoft.com/office/drawing/2014/main" id="{3216FC8A-0731-EF02-3139-D0CFDE20DC5D}"/>
                </a:ext>
              </a:extLst>
            </p:cNvPr>
            <p:cNvGrpSpPr/>
            <p:nvPr/>
          </p:nvGrpSpPr>
          <p:grpSpPr>
            <a:xfrm>
              <a:off x="3470180" y="4834823"/>
              <a:ext cx="323165" cy="307777"/>
              <a:chOff x="3415201" y="4774814"/>
              <a:chExt cx="323165" cy="307777"/>
            </a:xfrm>
          </p:grpSpPr>
          <p:sp>
            <p:nvSpPr>
              <p:cNvPr id="94" name="Retângulo 93">
                <a:extLst>
                  <a:ext uri="{FF2B5EF4-FFF2-40B4-BE49-F238E27FC236}">
                    <a16:creationId xmlns:a16="http://schemas.microsoft.com/office/drawing/2014/main" id="{1280BC8A-A0DE-003B-D8C7-F7D235C8E3A5}"/>
                  </a:ext>
                </a:extLst>
              </p:cNvPr>
              <p:cNvSpPr/>
              <p:nvPr/>
            </p:nvSpPr>
            <p:spPr>
              <a:xfrm>
                <a:off x="3498302" y="4840644"/>
                <a:ext cx="180020" cy="231107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CaixaDeTexto 94">
                    <a:extLst>
                      <a:ext uri="{FF2B5EF4-FFF2-40B4-BE49-F238E27FC236}">
                        <a16:creationId xmlns:a16="http://schemas.microsoft.com/office/drawing/2014/main" id="{1D3CCB5C-523E-3F57-192C-80B7B1E280B1}"/>
                      </a:ext>
                    </a:extLst>
                  </p:cNvPr>
                  <p:cNvSpPr txBox="1"/>
                  <p:nvPr/>
                </p:nvSpPr>
                <p:spPr>
                  <a:xfrm>
                    <a:off x="3415201" y="4774814"/>
                    <a:ext cx="32316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95" name="CaixaDeTexto 94">
                    <a:extLst>
                      <a:ext uri="{FF2B5EF4-FFF2-40B4-BE49-F238E27FC236}">
                        <a16:creationId xmlns:a16="http://schemas.microsoft.com/office/drawing/2014/main" id="{1D3CCB5C-523E-3F57-192C-80B7B1E280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5201" y="4774814"/>
                    <a:ext cx="323165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11765" r="-1320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25273311-F996-ABEC-B724-ACD4416B9BD8}"/>
              </a:ext>
            </a:extLst>
          </p:cNvPr>
          <p:cNvSpPr/>
          <p:nvPr/>
        </p:nvSpPr>
        <p:spPr>
          <a:xfrm>
            <a:off x="2072681" y="5008225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3ADE8B1B-30F8-0E8B-5B01-E0861254B642}"/>
              </a:ext>
            </a:extLst>
          </p:cNvPr>
          <p:cNvSpPr/>
          <p:nvPr/>
        </p:nvSpPr>
        <p:spPr>
          <a:xfrm>
            <a:off x="5174176" y="5019184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62A2726E-E952-5328-51BB-0319DE66EC1F}"/>
              </a:ext>
            </a:extLst>
          </p:cNvPr>
          <p:cNvGrpSpPr/>
          <p:nvPr/>
        </p:nvGrpSpPr>
        <p:grpSpPr>
          <a:xfrm>
            <a:off x="1698324" y="3917643"/>
            <a:ext cx="687372" cy="307777"/>
            <a:chOff x="1698324" y="3917643"/>
            <a:chExt cx="687372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EA2D616B-F638-AC77-473D-7797513F3AD3}"/>
                    </a:ext>
                  </a:extLst>
                </p:cNvPr>
                <p:cNvSpPr txBox="1"/>
                <p:nvPr/>
              </p:nvSpPr>
              <p:spPr>
                <a:xfrm>
                  <a:off x="1698324" y="3917643"/>
                  <a:ext cx="65691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pt-B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sz="1400" b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EA2D616B-F638-AC77-473D-7797513F3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8324" y="3917643"/>
                  <a:ext cx="656911" cy="307777"/>
                </a:xfrm>
                <a:prstGeom prst="rect">
                  <a:avLst/>
                </a:prstGeom>
                <a:blipFill>
                  <a:blip r:embed="rId16"/>
                  <a:stretch>
                    <a:fillRect t="-12000"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740903EF-F113-FF93-9934-322A07B88556}"/>
                </a:ext>
              </a:extLst>
            </p:cNvPr>
            <p:cNvSpPr/>
            <p:nvPr/>
          </p:nvSpPr>
          <p:spPr>
            <a:xfrm>
              <a:off x="1698324" y="3917643"/>
              <a:ext cx="687372" cy="3077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01" name="Conector de Seta Reta 100">
            <a:extLst>
              <a:ext uri="{FF2B5EF4-FFF2-40B4-BE49-F238E27FC236}">
                <a16:creationId xmlns:a16="http://schemas.microsoft.com/office/drawing/2014/main" id="{BBB86B4E-2639-B8B9-3857-CE0FD69AF765}"/>
              </a:ext>
            </a:extLst>
          </p:cNvPr>
          <p:cNvCxnSpPr>
            <a:cxnSpLocks/>
            <a:stCxn id="51" idx="6"/>
          </p:cNvCxnSpPr>
          <p:nvPr/>
        </p:nvCxnSpPr>
        <p:spPr>
          <a:xfrm>
            <a:off x="2507112" y="4689488"/>
            <a:ext cx="2660349" cy="347452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8A293701-90E2-B12E-07D1-048244821135}"/>
              </a:ext>
            </a:extLst>
          </p:cNvPr>
          <p:cNvGrpSpPr/>
          <p:nvPr/>
        </p:nvGrpSpPr>
        <p:grpSpPr>
          <a:xfrm>
            <a:off x="3713617" y="4720707"/>
            <a:ext cx="732321" cy="282130"/>
            <a:chOff x="3399703" y="4906170"/>
            <a:chExt cx="296344" cy="282130"/>
          </a:xfrm>
        </p:grpSpPr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id="{77B24435-BDCC-BE85-0B79-D943E4464D13}"/>
                </a:ext>
              </a:extLst>
            </p:cNvPr>
            <p:cNvSpPr/>
            <p:nvPr/>
          </p:nvSpPr>
          <p:spPr>
            <a:xfrm>
              <a:off x="3458112" y="4957193"/>
              <a:ext cx="179526" cy="23110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CaixaDeTexto 104">
                  <a:extLst>
                    <a:ext uri="{FF2B5EF4-FFF2-40B4-BE49-F238E27FC236}">
                      <a16:creationId xmlns:a16="http://schemas.microsoft.com/office/drawing/2014/main" id="{64EE7E2C-B564-2F22-26FE-1B775CA9BE8F}"/>
                    </a:ext>
                  </a:extLst>
                </p:cNvPr>
                <p:cNvSpPr txBox="1"/>
                <p:nvPr/>
              </p:nvSpPr>
              <p:spPr>
                <a:xfrm>
                  <a:off x="3399703" y="4906170"/>
                  <a:ext cx="2963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2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′′(</m:t>
                        </m:r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pt-BR" sz="12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>
                    <a:solidFill>
                      <a:schemeClr val="accent3">
                        <a:lumMod val="20000"/>
                        <a:lumOff val="8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CaixaDeTexto 104">
                  <a:extLst>
                    <a:ext uri="{FF2B5EF4-FFF2-40B4-BE49-F238E27FC236}">
                      <a16:creationId xmlns:a16="http://schemas.microsoft.com/office/drawing/2014/main" id="{64EE7E2C-B564-2F22-26FE-1B775CA9B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703" y="4906170"/>
                  <a:ext cx="296344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174"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4E8AD4E2-5829-1B8F-6CC1-CC7216CD4A95}"/>
              </a:ext>
            </a:extLst>
          </p:cNvPr>
          <p:cNvSpPr txBox="1"/>
          <p:nvPr/>
        </p:nvSpPr>
        <p:spPr>
          <a:xfrm>
            <a:off x="6744073" y="2984706"/>
            <a:ext cx="4860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/>
              <a:t>Patel’s auxiliary vector</a:t>
            </a:r>
          </a:p>
        </p:txBody>
      </p:sp>
    </p:spTree>
    <p:extLst>
      <p:ext uri="{BB962C8B-B14F-4D97-AF65-F5344CB8AC3E}">
        <p14:creationId xmlns:p14="http://schemas.microsoft.com/office/powerpoint/2010/main" val="297957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19010FE-A28D-ED13-24AD-648D44AE4C64}"/>
                  </a:ext>
                </a:extLst>
              </p:cNvPr>
              <p:cNvSpPr txBox="1"/>
              <p:nvPr/>
            </p:nvSpPr>
            <p:spPr>
              <a:xfrm>
                <a:off x="5879976" y="1524491"/>
                <a:ext cx="4660571" cy="410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19010FE-A28D-ED13-24AD-648D44AE4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1524491"/>
                <a:ext cx="4660571" cy="410497"/>
              </a:xfrm>
              <a:prstGeom prst="rect">
                <a:avLst/>
              </a:prstGeom>
              <a:blipFill>
                <a:blip r:embed="rId2"/>
                <a:stretch>
                  <a:fillRect r="-7068" b="-89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E4B653B-E909-6FDF-6EFE-AEF0DADEF3E3}"/>
                  </a:ext>
                </a:extLst>
              </p:cNvPr>
              <p:cNvSpPr txBox="1"/>
              <p:nvPr/>
            </p:nvSpPr>
            <p:spPr>
              <a:xfrm>
                <a:off x="5879976" y="800708"/>
                <a:ext cx="4860540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The outer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/>
                  <a:t> of the </a:t>
                </a:r>
                <a:r>
                  <a:rPr lang="en-US" i="1"/>
                  <a:t>p</a:t>
                </a:r>
                <a:r>
                  <a:rPr lang="en-US"/>
                  <a:t>-th solid conductor </a:t>
                </a:r>
                <a:r>
                  <a:rPr lang="pt-BR"/>
                  <a:t>is traced by </a:t>
                </a:r>
                <a:r>
                  <a:rPr lang="en-US"/>
                  <a:t>the position vector:</a:t>
                </a:r>
                <a:endParaRPr lang="pt-BR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E4B653B-E909-6FDF-6EFE-AEF0DADEF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800708"/>
                <a:ext cx="4860540" cy="667747"/>
              </a:xfrm>
              <a:prstGeom prst="rect">
                <a:avLst/>
              </a:prstGeom>
              <a:blipFill>
                <a:blip r:embed="rId3"/>
                <a:stretch>
                  <a:fillRect l="-1129" t="-2727" b="-1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FE1C83B-9FA0-F85D-AADF-72DFC9173092}"/>
                  </a:ext>
                </a:extLst>
              </p:cNvPr>
              <p:cNvSpPr txBox="1"/>
              <p:nvPr/>
            </p:nvSpPr>
            <p:spPr>
              <a:xfrm>
                <a:off x="5878066" y="3102323"/>
                <a:ext cx="4611134" cy="410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FE1C83B-9FA0-F85D-AADF-72DFC9173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066" y="3102323"/>
                <a:ext cx="4611134" cy="410497"/>
              </a:xfrm>
              <a:prstGeom prst="rect">
                <a:avLst/>
              </a:prstGeom>
              <a:blipFill>
                <a:blip r:embed="rId4"/>
                <a:stretch>
                  <a:fillRect r="-7266" b="-74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81A3500-9298-24EF-3DB2-3620D9F67319}"/>
                  </a:ext>
                </a:extLst>
              </p:cNvPr>
              <p:cNvSpPr txBox="1"/>
              <p:nvPr/>
            </p:nvSpPr>
            <p:spPr>
              <a:xfrm>
                <a:off x="5878066" y="2378540"/>
                <a:ext cx="4356484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The inner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/>
                  <a:t> of the </a:t>
                </a:r>
                <a:r>
                  <a:rPr lang="en-US" i="1"/>
                  <a:t>q</a:t>
                </a:r>
                <a:r>
                  <a:rPr lang="en-US"/>
                  <a:t>-th hollow conductor </a:t>
                </a:r>
                <a:r>
                  <a:rPr lang="pt-BR"/>
                  <a:t>is traced by </a:t>
                </a:r>
                <a:r>
                  <a:rPr lang="en-US"/>
                  <a:t>the position vector:</a:t>
                </a:r>
                <a:endParaRPr lang="pt-BR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81A3500-9298-24EF-3DB2-3620D9F6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066" y="2378540"/>
                <a:ext cx="4356484" cy="667747"/>
              </a:xfrm>
              <a:prstGeom prst="rect">
                <a:avLst/>
              </a:prstGeom>
              <a:blipFill>
                <a:blip r:embed="rId5"/>
                <a:stretch>
                  <a:fillRect l="-1119" t="-2727" r="-559" b="-1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Agrupar 55">
            <a:extLst>
              <a:ext uri="{FF2B5EF4-FFF2-40B4-BE49-F238E27FC236}">
                <a16:creationId xmlns:a16="http://schemas.microsoft.com/office/drawing/2014/main" id="{69849317-4289-4816-37C0-C235B2D0A525}"/>
              </a:ext>
            </a:extLst>
          </p:cNvPr>
          <p:cNvGrpSpPr/>
          <p:nvPr/>
        </p:nvGrpSpPr>
        <p:grpSpPr>
          <a:xfrm>
            <a:off x="2279576" y="620688"/>
            <a:ext cx="3017520" cy="3017520"/>
            <a:chOff x="2359606" y="1501140"/>
            <a:chExt cx="3017520" cy="3017520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02A6AEFF-8F1E-2710-8B54-090A6CCD236B}"/>
                </a:ext>
              </a:extLst>
            </p:cNvPr>
            <p:cNvGrpSpPr/>
            <p:nvPr/>
          </p:nvGrpSpPr>
          <p:grpSpPr>
            <a:xfrm>
              <a:off x="2359606" y="1501140"/>
              <a:ext cx="3017520" cy="3017520"/>
              <a:chOff x="2359606" y="1501140"/>
              <a:chExt cx="3017520" cy="3017520"/>
            </a:xfrm>
          </p:grpSpPr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A790BCCD-0592-6FA6-98D3-8B64D7FAE891}"/>
                  </a:ext>
                </a:extLst>
              </p:cNvPr>
              <p:cNvSpPr/>
              <p:nvPr/>
            </p:nvSpPr>
            <p:spPr>
              <a:xfrm>
                <a:off x="2359606" y="1501140"/>
                <a:ext cx="3017520" cy="301752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69114C4F-64AB-6A78-B6EE-AEA07FB686E0}"/>
                  </a:ext>
                </a:extLst>
              </p:cNvPr>
              <p:cNvSpPr/>
              <p:nvPr/>
            </p:nvSpPr>
            <p:spPr>
              <a:xfrm>
                <a:off x="2588206" y="1729740"/>
                <a:ext cx="2560320" cy="25603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C76A7462-D439-59A9-E49B-36E11E1CBD8A}"/>
                </a:ext>
              </a:extLst>
            </p:cNvPr>
            <p:cNvSpPr/>
            <p:nvPr/>
          </p:nvSpPr>
          <p:spPr>
            <a:xfrm>
              <a:off x="3365446" y="2506980"/>
              <a:ext cx="1005840" cy="100584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B725C6F1-FEB8-527C-FD07-DF78751834DF}"/>
                </a:ext>
              </a:extLst>
            </p:cNvPr>
            <p:cNvGrpSpPr/>
            <p:nvPr/>
          </p:nvGrpSpPr>
          <p:grpSpPr>
            <a:xfrm>
              <a:off x="2815378" y="2199093"/>
              <a:ext cx="1052988" cy="807024"/>
              <a:chOff x="2815378" y="2003719"/>
              <a:chExt cx="1052988" cy="8070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CaixaDeTexto 12">
                    <a:extLst>
                      <a:ext uri="{FF2B5EF4-FFF2-40B4-BE49-F238E27FC236}">
                        <a16:creationId xmlns:a16="http://schemas.microsoft.com/office/drawing/2014/main" id="{3D182A42-E5E7-B186-2FC6-5A479E3E570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888" y="2003719"/>
                    <a:ext cx="399661" cy="324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13" name="CaixaDeTexto 12">
                    <a:extLst>
                      <a:ext uri="{FF2B5EF4-FFF2-40B4-BE49-F238E27FC236}">
                        <a16:creationId xmlns:a16="http://schemas.microsoft.com/office/drawing/2014/main" id="{3D182A42-E5E7-B186-2FC6-5A479E3E57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888" y="2003719"/>
                    <a:ext cx="399661" cy="3243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2317D872-F0FF-10E8-5C7F-43824B60DF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15378" y="2101674"/>
                <a:ext cx="1052988" cy="7090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D8190230-0465-8203-2D13-F8132AE1300E}"/>
                </a:ext>
              </a:extLst>
            </p:cNvPr>
            <p:cNvGrpSpPr/>
            <p:nvPr/>
          </p:nvGrpSpPr>
          <p:grpSpPr>
            <a:xfrm>
              <a:off x="3685251" y="2482747"/>
              <a:ext cx="421513" cy="525262"/>
              <a:chOff x="3685251" y="2484638"/>
              <a:chExt cx="421513" cy="52526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6D1BC4F-CC6E-E8FD-737E-171CB0FCC9ED}"/>
                      </a:ext>
                    </a:extLst>
                  </p:cNvPr>
                  <p:cNvSpPr txBox="1"/>
                  <p:nvPr/>
                </p:nvSpPr>
                <p:spPr>
                  <a:xfrm>
                    <a:off x="3685251" y="2484638"/>
                    <a:ext cx="411715" cy="324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6D1BC4F-CC6E-E8FD-737E-171CB0FCC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5251" y="2484638"/>
                    <a:ext cx="411715" cy="32438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Conector de Seta Reta 7">
                <a:extLst>
                  <a:ext uri="{FF2B5EF4-FFF2-40B4-BE49-F238E27FC236}">
                    <a16:creationId xmlns:a16="http://schemas.microsoft.com/office/drawing/2014/main" id="{16333C01-A1EF-680C-5ACB-C3A2A8B51C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8366" y="2578740"/>
                <a:ext cx="238398" cy="4311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042E598C-E030-220C-1061-CC1FE3CDD6AB}"/>
                </a:ext>
              </a:extLst>
            </p:cNvPr>
            <p:cNvGrpSpPr/>
            <p:nvPr/>
          </p:nvGrpSpPr>
          <p:grpSpPr>
            <a:xfrm>
              <a:off x="2415168" y="2614131"/>
              <a:ext cx="1441768" cy="388639"/>
              <a:chOff x="2262768" y="2266357"/>
              <a:chExt cx="1441768" cy="3886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aixaDeTexto 17">
                    <a:extLst>
                      <a:ext uri="{FF2B5EF4-FFF2-40B4-BE49-F238E27FC236}">
                        <a16:creationId xmlns:a16="http://schemas.microsoft.com/office/drawing/2014/main" id="{94868671-F1EC-D102-EEF5-BFD590B2A848}"/>
                      </a:ext>
                    </a:extLst>
                  </p:cNvPr>
                  <p:cNvSpPr txBox="1"/>
                  <p:nvPr/>
                </p:nvSpPr>
                <p:spPr>
                  <a:xfrm>
                    <a:off x="2435806" y="2297165"/>
                    <a:ext cx="410882" cy="324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18" name="CaixaDeTexto 17">
                    <a:extLst>
                      <a:ext uri="{FF2B5EF4-FFF2-40B4-BE49-F238E27FC236}">
                        <a16:creationId xmlns:a16="http://schemas.microsoft.com/office/drawing/2014/main" id="{94868671-F1EC-D102-EEF5-BFD590B2A8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5806" y="2297165"/>
                    <a:ext cx="410882" cy="32438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866AF87F-505B-F351-950E-30F67CF80C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62768" y="2266357"/>
                <a:ext cx="1441768" cy="3886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00E83108-1D67-12BC-415F-C7F7852C4067}"/>
                </a:ext>
              </a:extLst>
            </p:cNvPr>
            <p:cNvGrpSpPr/>
            <p:nvPr/>
          </p:nvGrpSpPr>
          <p:grpSpPr>
            <a:xfrm>
              <a:off x="3388306" y="2714808"/>
              <a:ext cx="984297" cy="642184"/>
              <a:chOff x="3388306" y="2714808"/>
              <a:chExt cx="984297" cy="642184"/>
            </a:xfrm>
          </p:grpSpPr>
          <p:cxnSp>
            <p:nvCxnSpPr>
              <p:cNvPr id="31" name="Conector reto 30">
                <a:extLst>
                  <a:ext uri="{FF2B5EF4-FFF2-40B4-BE49-F238E27FC236}">
                    <a16:creationId xmlns:a16="http://schemas.microsoft.com/office/drawing/2014/main" id="{40E34457-C7BD-F071-B7A8-05CE571C8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5069" y="3007739"/>
                <a:ext cx="507534" cy="3969"/>
              </a:xfrm>
              <a:prstGeom prst="line">
                <a:avLst/>
              </a:prstGeom>
              <a:ln w="1270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6" name="Arco 35">
                <a:extLst>
                  <a:ext uri="{FF2B5EF4-FFF2-40B4-BE49-F238E27FC236}">
                    <a16:creationId xmlns:a16="http://schemas.microsoft.com/office/drawing/2014/main" id="{83766EF1-5858-97F9-F4CF-A46D5F5D86B9}"/>
                  </a:ext>
                </a:extLst>
              </p:cNvPr>
              <p:cNvSpPr/>
              <p:nvPr/>
            </p:nvSpPr>
            <p:spPr>
              <a:xfrm>
                <a:off x="3388306" y="2813055"/>
                <a:ext cx="668368" cy="543937"/>
              </a:xfrm>
              <a:prstGeom prst="arc">
                <a:avLst>
                  <a:gd name="adj1" fmla="val 19141158"/>
                  <a:gd name="adj2" fmla="val 20625809"/>
                </a:avLst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aixaDeTexto 44">
                    <a:extLst>
                      <a:ext uri="{FF2B5EF4-FFF2-40B4-BE49-F238E27FC236}">
                        <a16:creationId xmlns:a16="http://schemas.microsoft.com/office/drawing/2014/main" id="{B98586CE-3161-F8D5-0268-FDA3A4869381}"/>
                      </a:ext>
                    </a:extLst>
                  </p:cNvPr>
                  <p:cNvSpPr txBox="1"/>
                  <p:nvPr/>
                </p:nvSpPr>
                <p:spPr>
                  <a:xfrm>
                    <a:off x="3928471" y="2714808"/>
                    <a:ext cx="402803" cy="324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pt-BR" sz="1400"/>
                  </a:p>
                </p:txBody>
              </p:sp>
            </mc:Choice>
            <mc:Fallback xmlns="">
              <p:sp>
                <p:nvSpPr>
                  <p:cNvPr id="45" name="CaixaDeTexto 44">
                    <a:extLst>
                      <a:ext uri="{FF2B5EF4-FFF2-40B4-BE49-F238E27FC236}">
                        <a16:creationId xmlns:a16="http://schemas.microsoft.com/office/drawing/2014/main" id="{B98586CE-3161-F8D5-0268-FDA3A48693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8471" y="2714808"/>
                    <a:ext cx="402803" cy="32438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F76CB65A-3816-875D-BD0D-2582429129A7}"/>
                    </a:ext>
                  </a:extLst>
                </p:cNvPr>
                <p:cNvSpPr txBox="1"/>
                <p:nvPr/>
              </p:nvSpPr>
              <p:spPr>
                <a:xfrm>
                  <a:off x="3548397" y="2984688"/>
                  <a:ext cx="667169" cy="2746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1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pt-B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pt-B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100"/>
                </a:p>
              </p:txBody>
            </p:sp>
          </mc:Choice>
          <mc:Fallback xmlns="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F76CB65A-3816-875D-BD0D-258242912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397" y="2984688"/>
                  <a:ext cx="667169" cy="274627"/>
                </a:xfrm>
                <a:prstGeom prst="rect">
                  <a:avLst/>
                </a:prstGeom>
                <a:blipFill>
                  <a:blip r:embed="rId10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85BB0B71-AFDA-32E2-DA28-2E9CE38FA807}"/>
                  </a:ext>
                </a:extLst>
              </p:cNvPr>
              <p:cNvSpPr txBox="1"/>
              <p:nvPr/>
            </p:nvSpPr>
            <p:spPr>
              <a:xfrm>
                <a:off x="5807968" y="4141038"/>
                <a:ext cx="2688927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85BB0B71-AFDA-32E2-DA28-2E9CE38FA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4141038"/>
                <a:ext cx="2688927" cy="6560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aixaDeTexto 58">
            <a:extLst>
              <a:ext uri="{FF2B5EF4-FFF2-40B4-BE49-F238E27FC236}">
                <a16:creationId xmlns:a16="http://schemas.microsoft.com/office/drawing/2014/main" id="{2535DFEC-93F5-B833-596D-76FA1DCDBD93}"/>
              </a:ext>
            </a:extLst>
          </p:cNvPr>
          <p:cNvSpPr txBox="1"/>
          <p:nvPr/>
        </p:nvSpPr>
        <p:spPr>
          <a:xfrm>
            <a:off x="5878066" y="3771706"/>
            <a:ext cx="3586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/>
              <a:t>The distance between conductors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FEE6F5D0-4A78-C203-9D5C-B02650C1FFCB}"/>
                  </a:ext>
                </a:extLst>
              </p:cNvPr>
              <p:cNvSpPr txBox="1"/>
              <p:nvPr/>
            </p:nvSpPr>
            <p:spPr>
              <a:xfrm>
                <a:off x="5878066" y="4732425"/>
                <a:ext cx="1714828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FEE6F5D0-4A78-C203-9D5C-B02650C1F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066" y="4732425"/>
                <a:ext cx="1714828" cy="390748"/>
              </a:xfrm>
              <a:prstGeom prst="rect">
                <a:avLst/>
              </a:prstGeom>
              <a:blipFill>
                <a:blip r:embed="rId1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503BB47-C833-3BA3-6672-45EA462454E9}"/>
                  </a:ext>
                </a:extLst>
              </p:cNvPr>
              <p:cNvSpPr txBox="1"/>
              <p:nvPr/>
            </p:nvSpPr>
            <p:spPr>
              <a:xfrm>
                <a:off x="5878066" y="5133370"/>
                <a:ext cx="170322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503BB47-C833-3BA3-6672-45EA46245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066" y="5133370"/>
                <a:ext cx="1703222" cy="390748"/>
              </a:xfrm>
              <a:prstGeom prst="rect">
                <a:avLst/>
              </a:prstGeom>
              <a:blipFill>
                <a:blip r:embed="rId1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tângulo 61">
            <a:extLst>
              <a:ext uri="{FF2B5EF4-FFF2-40B4-BE49-F238E27FC236}">
                <a16:creationId xmlns:a16="http://schemas.microsoft.com/office/drawing/2014/main" id="{9D3C219B-D1E2-2F5C-3CE6-097F0E7848ED}"/>
              </a:ext>
            </a:extLst>
          </p:cNvPr>
          <p:cNvSpPr/>
          <p:nvPr/>
        </p:nvSpPr>
        <p:spPr>
          <a:xfrm>
            <a:off x="5878066" y="4141038"/>
            <a:ext cx="2688927" cy="65601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816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240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adilton junio</dc:creator>
  <cp:lastModifiedBy>adilton junio</cp:lastModifiedBy>
  <cp:revision>2</cp:revision>
  <dcterms:created xsi:type="dcterms:W3CDTF">2024-06-06T17:48:00Z</dcterms:created>
  <dcterms:modified xsi:type="dcterms:W3CDTF">2024-08-25T18:18:31Z</dcterms:modified>
</cp:coreProperties>
</file>