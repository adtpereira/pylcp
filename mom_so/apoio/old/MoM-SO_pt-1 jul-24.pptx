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70" r:id="rId3"/>
    <p:sldId id="267" r:id="rId4"/>
    <p:sldId id="269" r:id="rId5"/>
    <p:sldId id="272" r:id="rId6"/>
    <p:sldId id="271" r:id="rId7"/>
    <p:sldId id="275" r:id="rId8"/>
    <p:sldId id="274" r:id="rId9"/>
    <p:sldId id="276" r:id="rId10"/>
    <p:sldId id="277" r:id="rId11"/>
    <p:sldId id="278" r:id="rId12"/>
    <p:sldId id="279" r:id="rId13"/>
    <p:sldId id="280" r:id="rId14"/>
    <p:sldId id="281" r:id="rId15"/>
    <p:sldId id="282" r:id="rId16"/>
    <p:sldId id="283" r:id="rId17"/>
    <p:sldId id="284" r:id="rId18"/>
    <p:sldId id="285" r:id="rId19"/>
    <p:sldId id="287" r:id="rId20"/>
    <p:sldId id="286" r:id="rId21"/>
    <p:sldId id="288" r:id="rId22"/>
    <p:sldId id="289" r:id="rId23"/>
    <p:sldId id="290" r:id="rId24"/>
    <p:sldId id="294" r:id="rId25"/>
    <p:sldId id="295" r:id="rId26"/>
    <p:sldId id="310" r:id="rId27"/>
    <p:sldId id="297" r:id="rId28"/>
    <p:sldId id="305" r:id="rId29"/>
    <p:sldId id="308" r:id="rId30"/>
    <p:sldId id="309" r:id="rId31"/>
    <p:sldId id="304" r:id="rId32"/>
    <p:sldId id="298" r:id="rId33"/>
    <p:sldId id="299" r:id="rId34"/>
    <p:sldId id="303" r:id="rId35"/>
    <p:sldId id="311" r:id="rId36"/>
    <p:sldId id="302" r:id="rId37"/>
    <p:sldId id="300" r:id="rId38"/>
    <p:sldId id="301" r:id="rId39"/>
    <p:sldId id="268" r:id="rId40"/>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pa" id="{02D01EE2-B183-4BD3-A9B8-5CD9CA8D2CB1}">
          <p14:sldIdLst>
            <p14:sldId id="266"/>
          </p14:sldIdLst>
        </p14:section>
        <p14:section name="Agenda" id="{DFCB0F0B-2044-4348-9D00-958731F7C615}">
          <p14:sldIdLst>
            <p14:sldId id="270"/>
          </p14:sldIdLst>
        </p14:section>
        <p14:section name="Introduction" id="{5332BC59-62B1-44DA-AB05-74C3ECEAE192}">
          <p14:sldIdLst>
            <p14:sldId id="267"/>
            <p14:sldId id="269"/>
            <p14:sldId id="272"/>
            <p14:sldId id="271"/>
          </p14:sldIdLst>
        </p14:section>
        <p14:section name="Problem Statement" id="{FF25361F-8655-49CA-8C39-06FA853622D8}">
          <p14:sldIdLst>
            <p14:sldId id="275"/>
          </p14:sldIdLst>
        </p14:section>
        <p14:section name="Surface Admittance Operator" id="{7C935E5E-278D-4BA4-9819-147A2C0FCC14}">
          <p14:sldIdLst>
            <p14:sldId id="274"/>
            <p14:sldId id="276"/>
            <p14:sldId id="277"/>
            <p14:sldId id="278"/>
            <p14:sldId id="279"/>
            <p14:sldId id="280"/>
          </p14:sldIdLst>
        </p14:section>
        <p14:section name="Electric Field Integral Equation" id="{CA7477B0-61CE-4CCF-B14D-31E730CF95BA}">
          <p14:sldIdLst>
            <p14:sldId id="281"/>
            <p14:sldId id="282"/>
            <p14:sldId id="283"/>
          </p14:sldIdLst>
        </p14:section>
        <p14:section name="Discrete Green’s Function" id="{CE781CE1-6153-40D6-9C59-D937F33507CC}">
          <p14:sldIdLst>
            <p14:sldId id="284"/>
            <p14:sldId id="285"/>
            <p14:sldId id="287"/>
            <p14:sldId id="286"/>
            <p14:sldId id="288"/>
            <p14:sldId id="289"/>
            <p14:sldId id="290"/>
            <p14:sldId id="294"/>
            <p14:sldId id="295"/>
            <p14:sldId id="310"/>
          </p14:sldIdLst>
        </p14:section>
        <p14:section name="Bifilar Line" id="{32A40C8F-7CE6-45FD-AB13-5645B982E78F}">
          <p14:sldIdLst>
            <p14:sldId id="297"/>
            <p14:sldId id="305"/>
            <p14:sldId id="308"/>
            <p14:sldId id="309"/>
            <p14:sldId id="304"/>
            <p14:sldId id="298"/>
          </p14:sldIdLst>
        </p14:section>
        <p14:section name="Coaxial Cable" id="{C4E97F51-520D-4378-B9FA-476464E86FE0}">
          <p14:sldIdLst>
            <p14:sldId id="299"/>
            <p14:sldId id="303"/>
            <p14:sldId id="311"/>
            <p14:sldId id="302"/>
            <p14:sldId id="300"/>
            <p14:sldId id="301"/>
          </p14:sldIdLst>
        </p14:section>
        <p14:section name="References" id="{E867DC5C-1285-46E0-A405-55014AA085AA}">
          <p14:sldIdLst>
            <p14:sldId id="268"/>
          </p14:sldIdLst>
        </p14:section>
      </p14:sectionLst>
    </p:ext>
    <p:ext uri="{EFAFB233-063F-42B5-8137-9DF3F51BA10A}">
      <p15:sldGuideLst xmlns:p15="http://schemas.microsoft.com/office/powerpoint/2012/main">
        <p15:guide id="1" orient="horz" pos="4088" userDrawn="1">
          <p15:clr>
            <a:srgbClr val="A4A3A4"/>
          </p15:clr>
        </p15:guide>
        <p15:guide id="4" orient="horz" pos="1185" userDrawn="1">
          <p15:clr>
            <a:srgbClr val="A4A3A4"/>
          </p15:clr>
        </p15:guide>
        <p15:guide id="6" pos="3840" userDrawn="1">
          <p15:clr>
            <a:srgbClr val="A4A3A4"/>
          </p15:clr>
        </p15:guide>
        <p15:guide id="7" orient="horz" pos="22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E50579-1733-4537-B8F2-65A7B3AAE54E}" v="218" dt="2024-07-29T21:10:44.787"/>
    <p1510:client id="{EB7ABBEE-FFAC-42B3-8B20-ECFF61C046EE}" v="43" dt="2024-07-30T12:25:42.7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725" autoAdjust="0"/>
    <p:restoredTop sz="94660"/>
  </p:normalViewPr>
  <p:slideViewPr>
    <p:cSldViewPr>
      <p:cViewPr varScale="1">
        <p:scale>
          <a:sx n="107" d="100"/>
          <a:sy n="107" d="100"/>
        </p:scale>
        <p:origin x="1032" y="102"/>
      </p:cViewPr>
      <p:guideLst>
        <p:guide orient="horz" pos="4088"/>
        <p:guide orient="horz" pos="1185"/>
        <p:guide pos="3840"/>
        <p:guide orient="horz" pos="2228"/>
      </p:guideLst>
    </p:cSldViewPr>
  </p:slideViewPr>
  <p:notesTextViewPr>
    <p:cViewPr>
      <p:scale>
        <a:sx n="3" d="2"/>
        <a:sy n="3" d="2"/>
      </p:scale>
      <p:origin x="0" y="0"/>
    </p:cViewPr>
  </p:notesText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lton junio" userId="66b3fade76ecdf97" providerId="LiveId" clId="{EB7ABBEE-FFAC-42B3-8B20-ECFF61C046EE}"/>
    <pc:docChg chg="undo custSel addSld delSld modSld sldOrd addSection modSection">
      <pc:chgData name="adilton junio" userId="66b3fade76ecdf97" providerId="LiveId" clId="{EB7ABBEE-FFAC-42B3-8B20-ECFF61C046EE}" dt="2024-07-30T12:25:42.735" v="5626"/>
      <pc:docMkLst>
        <pc:docMk/>
      </pc:docMkLst>
      <pc:sldChg chg="addSp delSp modSp mod">
        <pc:chgData name="adilton junio" userId="66b3fade76ecdf97" providerId="LiveId" clId="{EB7ABBEE-FFAC-42B3-8B20-ECFF61C046EE}" dt="2024-07-27T18:39:20.168" v="3585" actId="20577"/>
        <pc:sldMkLst>
          <pc:docMk/>
          <pc:sldMk cId="2638793871" sldId="266"/>
        </pc:sldMkLst>
        <pc:spChg chg="add del mod">
          <ac:chgData name="adilton junio" userId="66b3fade76ecdf97" providerId="LiveId" clId="{EB7ABBEE-FFAC-42B3-8B20-ECFF61C046EE}" dt="2024-07-27T18:37:07.813" v="3494" actId="478"/>
          <ac:spMkLst>
            <pc:docMk/>
            <pc:sldMk cId="2638793871" sldId="266"/>
            <ac:spMk id="2" creationId="{578C0B0B-3896-2E5C-6C3A-9F2D1174B8F8}"/>
          </ac:spMkLst>
        </pc:spChg>
        <pc:spChg chg="add mod">
          <ac:chgData name="adilton junio" userId="66b3fade76ecdf97" providerId="LiveId" clId="{EB7ABBEE-FFAC-42B3-8B20-ECFF61C046EE}" dt="2024-07-27T18:39:06.952" v="3568" actId="20577"/>
          <ac:spMkLst>
            <pc:docMk/>
            <pc:sldMk cId="2638793871" sldId="266"/>
            <ac:spMk id="3" creationId="{CDDBB8D9-3058-555A-A02A-94E74F5B0FFE}"/>
          </ac:spMkLst>
        </pc:spChg>
        <pc:spChg chg="mod">
          <ac:chgData name="adilton junio" userId="66b3fade76ecdf97" providerId="LiveId" clId="{EB7ABBEE-FFAC-42B3-8B20-ECFF61C046EE}" dt="2024-07-27T18:39:20.168" v="3585" actId="20577"/>
          <ac:spMkLst>
            <pc:docMk/>
            <pc:sldMk cId="2638793871" sldId="266"/>
            <ac:spMk id="7" creationId="{31D06EC5-8553-0F5A-D878-AF0600CAF2F8}"/>
          </ac:spMkLst>
        </pc:spChg>
      </pc:sldChg>
      <pc:sldChg chg="modAnim">
        <pc:chgData name="adilton junio" userId="66b3fade76ecdf97" providerId="LiveId" clId="{EB7ABBEE-FFAC-42B3-8B20-ECFF61C046EE}" dt="2024-07-27T18:39:45.527" v="3589"/>
        <pc:sldMkLst>
          <pc:docMk/>
          <pc:sldMk cId="617235767" sldId="267"/>
        </pc:sldMkLst>
      </pc:sldChg>
      <pc:sldChg chg="addSp modSp modAnim">
        <pc:chgData name="adilton junio" userId="66b3fade76ecdf97" providerId="LiveId" clId="{EB7ABBEE-FFAC-42B3-8B20-ECFF61C046EE}" dt="2024-07-27T18:40:17.229" v="3595"/>
        <pc:sldMkLst>
          <pc:docMk/>
          <pc:sldMk cId="488082418" sldId="269"/>
        </pc:sldMkLst>
        <pc:spChg chg="mod">
          <ac:chgData name="adilton junio" userId="66b3fade76ecdf97" providerId="LiveId" clId="{EB7ABBEE-FFAC-42B3-8B20-ECFF61C046EE}" dt="2024-07-27T18:40:03.690" v="3591" actId="164"/>
          <ac:spMkLst>
            <pc:docMk/>
            <pc:sldMk cId="488082418" sldId="269"/>
            <ac:spMk id="17" creationId="{C5678170-CA2D-8AB7-0A6B-835769EDCC0C}"/>
          </ac:spMkLst>
        </pc:spChg>
        <pc:spChg chg="mod">
          <ac:chgData name="adilton junio" userId="66b3fade76ecdf97" providerId="LiveId" clId="{EB7ABBEE-FFAC-42B3-8B20-ECFF61C046EE}" dt="2024-07-27T18:40:13.336" v="3593" actId="164"/>
          <ac:spMkLst>
            <pc:docMk/>
            <pc:sldMk cId="488082418" sldId="269"/>
            <ac:spMk id="18" creationId="{55254BAB-9DE3-54E5-C42C-F5DBAE4432FF}"/>
          </ac:spMkLst>
        </pc:spChg>
        <pc:spChg chg="mod">
          <ac:chgData name="adilton junio" userId="66b3fade76ecdf97" providerId="LiveId" clId="{EB7ABBEE-FFAC-42B3-8B20-ECFF61C046EE}" dt="2024-07-27T18:40:13.336" v="3593" actId="164"/>
          <ac:spMkLst>
            <pc:docMk/>
            <pc:sldMk cId="488082418" sldId="269"/>
            <ac:spMk id="19" creationId="{839CBF87-0713-E3FD-6F4E-E3F16CE31027}"/>
          </ac:spMkLst>
        </pc:spChg>
        <pc:spChg chg="mod">
          <ac:chgData name="adilton junio" userId="66b3fade76ecdf97" providerId="LiveId" clId="{EB7ABBEE-FFAC-42B3-8B20-ECFF61C046EE}" dt="2024-07-27T18:40:13.336" v="3593" actId="164"/>
          <ac:spMkLst>
            <pc:docMk/>
            <pc:sldMk cId="488082418" sldId="269"/>
            <ac:spMk id="20" creationId="{5FE0C7CC-AE87-FA0E-B84D-749F9AD42BB8}"/>
          </ac:spMkLst>
        </pc:spChg>
        <pc:spChg chg="mod">
          <ac:chgData name="adilton junio" userId="66b3fade76ecdf97" providerId="LiveId" clId="{EB7ABBEE-FFAC-42B3-8B20-ECFF61C046EE}" dt="2024-07-27T18:40:13.336" v="3593" actId="164"/>
          <ac:spMkLst>
            <pc:docMk/>
            <pc:sldMk cId="488082418" sldId="269"/>
            <ac:spMk id="21" creationId="{92A8F3F1-BF54-4A8F-5B07-7B0AB07EE379}"/>
          </ac:spMkLst>
        </pc:spChg>
        <pc:spChg chg="mod">
          <ac:chgData name="adilton junio" userId="66b3fade76ecdf97" providerId="LiveId" clId="{EB7ABBEE-FFAC-42B3-8B20-ECFF61C046EE}" dt="2024-07-27T18:40:03.690" v="3591" actId="164"/>
          <ac:spMkLst>
            <pc:docMk/>
            <pc:sldMk cId="488082418" sldId="269"/>
            <ac:spMk id="94" creationId="{D1D8FCDA-4632-6080-1621-67CDF796C564}"/>
          </ac:spMkLst>
        </pc:spChg>
        <pc:grpChg chg="add mod">
          <ac:chgData name="adilton junio" userId="66b3fade76ecdf97" providerId="LiveId" clId="{EB7ABBEE-FFAC-42B3-8B20-ECFF61C046EE}" dt="2024-07-27T18:40:03.690" v="3591" actId="164"/>
          <ac:grpSpMkLst>
            <pc:docMk/>
            <pc:sldMk cId="488082418" sldId="269"/>
            <ac:grpSpMk id="14" creationId="{854227C0-5740-B11D-EDF4-B65C7846750E}"/>
          </ac:grpSpMkLst>
        </pc:grpChg>
        <pc:grpChg chg="add mod">
          <ac:chgData name="adilton junio" userId="66b3fade76ecdf97" providerId="LiveId" clId="{EB7ABBEE-FFAC-42B3-8B20-ECFF61C046EE}" dt="2024-07-27T18:40:13.336" v="3593" actId="164"/>
          <ac:grpSpMkLst>
            <pc:docMk/>
            <pc:sldMk cId="488082418" sldId="269"/>
            <ac:grpSpMk id="24" creationId="{1BA428BF-CC81-F200-7010-29F4A8320C2B}"/>
          </ac:grpSpMkLst>
        </pc:grpChg>
      </pc:sldChg>
      <pc:sldChg chg="modSp mod modAnim">
        <pc:chgData name="adilton junio" userId="66b3fade76ecdf97" providerId="LiveId" clId="{EB7ABBEE-FFAC-42B3-8B20-ECFF61C046EE}" dt="2024-07-27T18:39:39.388" v="3587"/>
        <pc:sldMkLst>
          <pc:docMk/>
          <pc:sldMk cId="2475942690" sldId="270"/>
        </pc:sldMkLst>
        <pc:spChg chg="mod">
          <ac:chgData name="adilton junio" userId="66b3fade76ecdf97" providerId="LiveId" clId="{EB7ABBEE-FFAC-42B3-8B20-ECFF61C046EE}" dt="2024-07-27T12:44:41.765" v="1139" actId="6549"/>
          <ac:spMkLst>
            <pc:docMk/>
            <pc:sldMk cId="2475942690" sldId="270"/>
            <ac:spMk id="94" creationId="{D1D8FCDA-4632-6080-1621-67CDF796C564}"/>
          </ac:spMkLst>
        </pc:spChg>
      </pc:sldChg>
      <pc:sldChg chg="addSp delSp modSp mod modAnim">
        <pc:chgData name="adilton junio" userId="66b3fade76ecdf97" providerId="LiveId" clId="{EB7ABBEE-FFAC-42B3-8B20-ECFF61C046EE}" dt="2024-07-27T18:43:55.544" v="3624" actId="478"/>
        <pc:sldMkLst>
          <pc:docMk/>
          <pc:sldMk cId="2338904911" sldId="271"/>
        </pc:sldMkLst>
        <pc:spChg chg="mod">
          <ac:chgData name="adilton junio" userId="66b3fade76ecdf97" providerId="LiveId" clId="{EB7ABBEE-FFAC-42B3-8B20-ECFF61C046EE}" dt="2024-07-27T18:43:06.184" v="3617" actId="164"/>
          <ac:spMkLst>
            <pc:docMk/>
            <pc:sldMk cId="2338904911" sldId="271"/>
            <ac:spMk id="3" creationId="{13F9C8CD-445A-6FC1-D186-6C08122544F0}"/>
          </ac:spMkLst>
        </pc:spChg>
        <pc:spChg chg="mod">
          <ac:chgData name="adilton junio" userId="66b3fade76ecdf97" providerId="LiveId" clId="{EB7ABBEE-FFAC-42B3-8B20-ECFF61C046EE}" dt="2024-07-27T18:43:27.194" v="3621" actId="164"/>
          <ac:spMkLst>
            <pc:docMk/>
            <pc:sldMk cId="2338904911" sldId="271"/>
            <ac:spMk id="5" creationId="{0E64F467-1CBD-0D40-C04E-6A79E9334EF1}"/>
          </ac:spMkLst>
        </pc:spChg>
        <pc:spChg chg="mod">
          <ac:chgData name="adilton junio" userId="66b3fade76ecdf97" providerId="LiveId" clId="{EB7ABBEE-FFAC-42B3-8B20-ECFF61C046EE}" dt="2024-07-27T18:41:07.460" v="3602" actId="164"/>
          <ac:spMkLst>
            <pc:docMk/>
            <pc:sldMk cId="2338904911" sldId="271"/>
            <ac:spMk id="7" creationId="{BFA81BDE-7ADF-C7A3-01F4-C3EFE2D337C7}"/>
          </ac:spMkLst>
        </pc:spChg>
        <pc:spChg chg="mod">
          <ac:chgData name="adilton junio" userId="66b3fade76ecdf97" providerId="LiveId" clId="{EB7ABBEE-FFAC-42B3-8B20-ECFF61C046EE}" dt="2024-07-27T18:43:27.194" v="3621" actId="164"/>
          <ac:spMkLst>
            <pc:docMk/>
            <pc:sldMk cId="2338904911" sldId="271"/>
            <ac:spMk id="11" creationId="{D9C0E3F8-72FE-E9CE-67CD-95E09FB8EFB1}"/>
          </ac:spMkLst>
        </pc:spChg>
        <pc:spChg chg="add mod">
          <ac:chgData name="adilton junio" userId="66b3fade76ecdf97" providerId="LiveId" clId="{EB7ABBEE-FFAC-42B3-8B20-ECFF61C046EE}" dt="2024-07-27T18:43:52.122" v="3623"/>
          <ac:spMkLst>
            <pc:docMk/>
            <pc:sldMk cId="2338904911" sldId="271"/>
            <ac:spMk id="16" creationId="{0057B22D-F6DE-2CF8-C780-4264DE08B1CC}"/>
          </ac:spMkLst>
        </pc:spChg>
        <pc:spChg chg="mod">
          <ac:chgData name="adilton junio" userId="66b3fade76ecdf97" providerId="LiveId" clId="{EB7ABBEE-FFAC-42B3-8B20-ECFF61C046EE}" dt="2024-07-27T18:42:09.577" v="3609" actId="165"/>
          <ac:spMkLst>
            <pc:docMk/>
            <pc:sldMk cId="2338904911" sldId="271"/>
            <ac:spMk id="43" creationId="{FF27E0E9-B02B-46FD-0695-A204C59D6BFA}"/>
          </ac:spMkLst>
        </pc:spChg>
        <pc:spChg chg="mod">
          <ac:chgData name="adilton junio" userId="66b3fade76ecdf97" providerId="LiveId" clId="{EB7ABBEE-FFAC-42B3-8B20-ECFF61C046EE}" dt="2024-07-27T18:42:09.577" v="3609" actId="165"/>
          <ac:spMkLst>
            <pc:docMk/>
            <pc:sldMk cId="2338904911" sldId="271"/>
            <ac:spMk id="44" creationId="{1DAE727E-37DF-0F20-A7AC-41B329D9DA10}"/>
          </ac:spMkLst>
        </pc:spChg>
        <pc:spChg chg="mod">
          <ac:chgData name="adilton junio" userId="66b3fade76ecdf97" providerId="LiveId" clId="{EB7ABBEE-FFAC-42B3-8B20-ECFF61C046EE}" dt="2024-07-27T18:42:09.577" v="3609" actId="165"/>
          <ac:spMkLst>
            <pc:docMk/>
            <pc:sldMk cId="2338904911" sldId="271"/>
            <ac:spMk id="45" creationId="{6F5665FA-86DB-F885-66BB-3C32C3670AD1}"/>
          </ac:spMkLst>
        </pc:spChg>
        <pc:spChg chg="mod">
          <ac:chgData name="adilton junio" userId="66b3fade76ecdf97" providerId="LiveId" clId="{EB7ABBEE-FFAC-42B3-8B20-ECFF61C046EE}" dt="2024-07-27T18:42:09.577" v="3609" actId="165"/>
          <ac:spMkLst>
            <pc:docMk/>
            <pc:sldMk cId="2338904911" sldId="271"/>
            <ac:spMk id="46" creationId="{CF7C7C56-BEA9-5467-8B46-02F39C810BF9}"/>
          </ac:spMkLst>
        </pc:spChg>
        <pc:spChg chg="mod">
          <ac:chgData name="adilton junio" userId="66b3fade76ecdf97" providerId="LiveId" clId="{EB7ABBEE-FFAC-42B3-8B20-ECFF61C046EE}" dt="2024-07-27T18:42:09.577" v="3609" actId="165"/>
          <ac:spMkLst>
            <pc:docMk/>
            <pc:sldMk cId="2338904911" sldId="271"/>
            <ac:spMk id="47" creationId="{C62FDDFF-C701-E04F-FFFD-3FF4C1A4080E}"/>
          </ac:spMkLst>
        </pc:spChg>
        <pc:spChg chg="mod">
          <ac:chgData name="adilton junio" userId="66b3fade76ecdf97" providerId="LiveId" clId="{EB7ABBEE-FFAC-42B3-8B20-ECFF61C046EE}" dt="2024-07-27T18:42:09.577" v="3609" actId="165"/>
          <ac:spMkLst>
            <pc:docMk/>
            <pc:sldMk cId="2338904911" sldId="271"/>
            <ac:spMk id="48" creationId="{B8D5300A-F935-9502-6A83-1BCA20036A5A}"/>
          </ac:spMkLst>
        </pc:spChg>
        <pc:spChg chg="mod">
          <ac:chgData name="adilton junio" userId="66b3fade76ecdf97" providerId="LiveId" clId="{EB7ABBEE-FFAC-42B3-8B20-ECFF61C046EE}" dt="2024-07-27T18:42:09.577" v="3609" actId="165"/>
          <ac:spMkLst>
            <pc:docMk/>
            <pc:sldMk cId="2338904911" sldId="271"/>
            <ac:spMk id="53" creationId="{928DCBBC-8B34-7DF2-3AFE-0762DF92FB49}"/>
          </ac:spMkLst>
        </pc:spChg>
        <pc:spChg chg="mod">
          <ac:chgData name="adilton junio" userId="66b3fade76ecdf97" providerId="LiveId" clId="{EB7ABBEE-FFAC-42B3-8B20-ECFF61C046EE}" dt="2024-07-27T18:42:09.577" v="3609" actId="165"/>
          <ac:spMkLst>
            <pc:docMk/>
            <pc:sldMk cId="2338904911" sldId="271"/>
            <ac:spMk id="54" creationId="{B74A0118-4CDC-520B-026A-25330566F5F0}"/>
          </ac:spMkLst>
        </pc:spChg>
        <pc:spChg chg="mod">
          <ac:chgData name="adilton junio" userId="66b3fade76ecdf97" providerId="LiveId" clId="{EB7ABBEE-FFAC-42B3-8B20-ECFF61C046EE}" dt="2024-07-27T18:42:09.577" v="3609" actId="165"/>
          <ac:spMkLst>
            <pc:docMk/>
            <pc:sldMk cId="2338904911" sldId="271"/>
            <ac:spMk id="55" creationId="{AF4C0FDB-1C12-71C9-5200-D40FD3AE6DAF}"/>
          </ac:spMkLst>
        </pc:spChg>
        <pc:spChg chg="mod">
          <ac:chgData name="adilton junio" userId="66b3fade76ecdf97" providerId="LiveId" clId="{EB7ABBEE-FFAC-42B3-8B20-ECFF61C046EE}" dt="2024-07-27T18:42:09.577" v="3609" actId="165"/>
          <ac:spMkLst>
            <pc:docMk/>
            <pc:sldMk cId="2338904911" sldId="271"/>
            <ac:spMk id="56" creationId="{23C80113-F807-A839-2E24-FADE3B0CED1B}"/>
          </ac:spMkLst>
        </pc:spChg>
        <pc:spChg chg="mod">
          <ac:chgData name="adilton junio" userId="66b3fade76ecdf97" providerId="LiveId" clId="{EB7ABBEE-FFAC-42B3-8B20-ECFF61C046EE}" dt="2024-07-27T18:42:09.577" v="3609" actId="165"/>
          <ac:spMkLst>
            <pc:docMk/>
            <pc:sldMk cId="2338904911" sldId="271"/>
            <ac:spMk id="57" creationId="{CDD7FCB6-5F78-A9B4-FC2E-E6B0BDA903A3}"/>
          </ac:spMkLst>
        </pc:spChg>
        <pc:spChg chg="mod">
          <ac:chgData name="adilton junio" userId="66b3fade76ecdf97" providerId="LiveId" clId="{EB7ABBEE-FFAC-42B3-8B20-ECFF61C046EE}" dt="2024-07-27T18:42:09.577" v="3609" actId="165"/>
          <ac:spMkLst>
            <pc:docMk/>
            <pc:sldMk cId="2338904911" sldId="271"/>
            <ac:spMk id="58" creationId="{4AB1EF8C-FE4A-39C7-0435-9A222CAE4E73}"/>
          </ac:spMkLst>
        </pc:spChg>
        <pc:spChg chg="mod">
          <ac:chgData name="adilton junio" userId="66b3fade76ecdf97" providerId="LiveId" clId="{EB7ABBEE-FFAC-42B3-8B20-ECFF61C046EE}" dt="2024-07-27T18:42:09.577" v="3609" actId="165"/>
          <ac:spMkLst>
            <pc:docMk/>
            <pc:sldMk cId="2338904911" sldId="271"/>
            <ac:spMk id="59" creationId="{5615AAEC-BE13-E7CE-BAFC-819F3C78D390}"/>
          </ac:spMkLst>
        </pc:spChg>
        <pc:spChg chg="mod">
          <ac:chgData name="adilton junio" userId="66b3fade76ecdf97" providerId="LiveId" clId="{EB7ABBEE-FFAC-42B3-8B20-ECFF61C046EE}" dt="2024-07-27T18:42:09.577" v="3609" actId="165"/>
          <ac:spMkLst>
            <pc:docMk/>
            <pc:sldMk cId="2338904911" sldId="271"/>
            <ac:spMk id="60" creationId="{8AC7919E-B3FC-0160-44F7-C379A2FFE7AA}"/>
          </ac:spMkLst>
        </pc:spChg>
        <pc:spChg chg="mod">
          <ac:chgData name="adilton junio" userId="66b3fade76ecdf97" providerId="LiveId" clId="{EB7ABBEE-FFAC-42B3-8B20-ECFF61C046EE}" dt="2024-07-27T18:42:09.577" v="3609" actId="165"/>
          <ac:spMkLst>
            <pc:docMk/>
            <pc:sldMk cId="2338904911" sldId="271"/>
            <ac:spMk id="61" creationId="{7D17BA35-5BC6-31C5-6679-105AF695AAC7}"/>
          </ac:spMkLst>
        </pc:spChg>
        <pc:spChg chg="mod">
          <ac:chgData name="adilton junio" userId="66b3fade76ecdf97" providerId="LiveId" clId="{EB7ABBEE-FFAC-42B3-8B20-ECFF61C046EE}" dt="2024-07-27T18:42:09.577" v="3609" actId="165"/>
          <ac:spMkLst>
            <pc:docMk/>
            <pc:sldMk cId="2338904911" sldId="271"/>
            <ac:spMk id="62" creationId="{83276700-E4F6-999D-BDCF-30CC12A7D502}"/>
          </ac:spMkLst>
        </pc:spChg>
        <pc:spChg chg="mod">
          <ac:chgData name="adilton junio" userId="66b3fade76ecdf97" providerId="LiveId" clId="{EB7ABBEE-FFAC-42B3-8B20-ECFF61C046EE}" dt="2024-07-27T18:42:09.577" v="3609" actId="165"/>
          <ac:spMkLst>
            <pc:docMk/>
            <pc:sldMk cId="2338904911" sldId="271"/>
            <ac:spMk id="68" creationId="{46C9E4ED-BEC7-B240-42E9-83EC377DAFAA}"/>
          </ac:spMkLst>
        </pc:spChg>
        <pc:spChg chg="mod">
          <ac:chgData name="adilton junio" userId="66b3fade76ecdf97" providerId="LiveId" clId="{EB7ABBEE-FFAC-42B3-8B20-ECFF61C046EE}" dt="2024-07-27T18:42:09.577" v="3609" actId="165"/>
          <ac:spMkLst>
            <pc:docMk/>
            <pc:sldMk cId="2338904911" sldId="271"/>
            <ac:spMk id="69" creationId="{4843AE11-D9FA-9752-01FB-CA1FE061A3C0}"/>
          </ac:spMkLst>
        </pc:spChg>
        <pc:spChg chg="mod">
          <ac:chgData name="adilton junio" userId="66b3fade76ecdf97" providerId="LiveId" clId="{EB7ABBEE-FFAC-42B3-8B20-ECFF61C046EE}" dt="2024-07-27T18:42:09.577" v="3609" actId="165"/>
          <ac:spMkLst>
            <pc:docMk/>
            <pc:sldMk cId="2338904911" sldId="271"/>
            <ac:spMk id="70" creationId="{D49DDF87-1A70-9DD1-E830-44F1724DB5F2}"/>
          </ac:spMkLst>
        </pc:spChg>
        <pc:spChg chg="mod">
          <ac:chgData name="adilton junio" userId="66b3fade76ecdf97" providerId="LiveId" clId="{EB7ABBEE-FFAC-42B3-8B20-ECFF61C046EE}" dt="2024-07-27T18:42:09.577" v="3609" actId="165"/>
          <ac:spMkLst>
            <pc:docMk/>
            <pc:sldMk cId="2338904911" sldId="271"/>
            <ac:spMk id="71" creationId="{7ADCBB2F-48A4-BC95-E387-BC674585F363}"/>
          </ac:spMkLst>
        </pc:spChg>
        <pc:spChg chg="mod">
          <ac:chgData name="adilton junio" userId="66b3fade76ecdf97" providerId="LiveId" clId="{EB7ABBEE-FFAC-42B3-8B20-ECFF61C046EE}" dt="2024-07-27T18:42:09.577" v="3609" actId="165"/>
          <ac:spMkLst>
            <pc:docMk/>
            <pc:sldMk cId="2338904911" sldId="271"/>
            <ac:spMk id="72" creationId="{ABB9605C-A33D-49DD-8981-FBD6BB7F5D35}"/>
          </ac:spMkLst>
        </pc:spChg>
        <pc:spChg chg="mod">
          <ac:chgData name="adilton junio" userId="66b3fade76ecdf97" providerId="LiveId" clId="{EB7ABBEE-FFAC-42B3-8B20-ECFF61C046EE}" dt="2024-07-27T18:42:09.577" v="3609" actId="165"/>
          <ac:spMkLst>
            <pc:docMk/>
            <pc:sldMk cId="2338904911" sldId="271"/>
            <ac:spMk id="73" creationId="{52C07B5F-FB51-234E-4C1F-0CC698EB2EDF}"/>
          </ac:spMkLst>
        </pc:spChg>
        <pc:spChg chg="mod">
          <ac:chgData name="adilton junio" userId="66b3fade76ecdf97" providerId="LiveId" clId="{EB7ABBEE-FFAC-42B3-8B20-ECFF61C046EE}" dt="2024-07-27T18:42:09.577" v="3609" actId="165"/>
          <ac:spMkLst>
            <pc:docMk/>
            <pc:sldMk cId="2338904911" sldId="271"/>
            <ac:spMk id="77" creationId="{33EE02B0-BA23-356D-41F8-107D32E33D86}"/>
          </ac:spMkLst>
        </pc:spChg>
        <pc:spChg chg="mod">
          <ac:chgData name="adilton junio" userId="66b3fade76ecdf97" providerId="LiveId" clId="{EB7ABBEE-FFAC-42B3-8B20-ECFF61C046EE}" dt="2024-07-27T18:42:09.577" v="3609" actId="165"/>
          <ac:spMkLst>
            <pc:docMk/>
            <pc:sldMk cId="2338904911" sldId="271"/>
            <ac:spMk id="78" creationId="{772AE97F-0250-3EC9-5DF3-2006BCB37F5C}"/>
          </ac:spMkLst>
        </pc:spChg>
        <pc:spChg chg="mod">
          <ac:chgData name="adilton junio" userId="66b3fade76ecdf97" providerId="LiveId" clId="{EB7ABBEE-FFAC-42B3-8B20-ECFF61C046EE}" dt="2024-07-27T18:42:09.577" v="3609" actId="165"/>
          <ac:spMkLst>
            <pc:docMk/>
            <pc:sldMk cId="2338904911" sldId="271"/>
            <ac:spMk id="79" creationId="{6DD2A9CA-DBE8-A2A0-3CE5-9F1125D74FCE}"/>
          </ac:spMkLst>
        </pc:spChg>
        <pc:spChg chg="mod">
          <ac:chgData name="adilton junio" userId="66b3fade76ecdf97" providerId="LiveId" clId="{EB7ABBEE-FFAC-42B3-8B20-ECFF61C046EE}" dt="2024-07-27T18:42:09.577" v="3609" actId="165"/>
          <ac:spMkLst>
            <pc:docMk/>
            <pc:sldMk cId="2338904911" sldId="271"/>
            <ac:spMk id="80" creationId="{700EF7A7-BD70-D51A-4375-DF7F182BBD01}"/>
          </ac:spMkLst>
        </pc:spChg>
        <pc:spChg chg="mod">
          <ac:chgData name="adilton junio" userId="66b3fade76ecdf97" providerId="LiveId" clId="{EB7ABBEE-FFAC-42B3-8B20-ECFF61C046EE}" dt="2024-07-27T18:42:09.577" v="3609" actId="165"/>
          <ac:spMkLst>
            <pc:docMk/>
            <pc:sldMk cId="2338904911" sldId="271"/>
            <ac:spMk id="81" creationId="{BD79764D-D1E3-1A1D-8733-7F0D3BC0CC89}"/>
          </ac:spMkLst>
        </pc:spChg>
        <pc:spChg chg="mod">
          <ac:chgData name="adilton junio" userId="66b3fade76ecdf97" providerId="LiveId" clId="{EB7ABBEE-FFAC-42B3-8B20-ECFF61C046EE}" dt="2024-07-27T18:42:09.577" v="3609" actId="165"/>
          <ac:spMkLst>
            <pc:docMk/>
            <pc:sldMk cId="2338904911" sldId="271"/>
            <ac:spMk id="82" creationId="{1DF4BAA2-E0C4-0C1B-3DBA-170A41BD7986}"/>
          </ac:spMkLst>
        </pc:spChg>
        <pc:spChg chg="mod">
          <ac:chgData name="adilton junio" userId="66b3fade76ecdf97" providerId="LiveId" clId="{EB7ABBEE-FFAC-42B3-8B20-ECFF61C046EE}" dt="2024-07-27T18:42:09.577" v="3609" actId="165"/>
          <ac:spMkLst>
            <pc:docMk/>
            <pc:sldMk cId="2338904911" sldId="271"/>
            <ac:spMk id="83" creationId="{4687FB89-0690-D9C6-FEDC-80182A21F1F8}"/>
          </ac:spMkLst>
        </pc:spChg>
        <pc:spChg chg="mod">
          <ac:chgData name="adilton junio" userId="66b3fade76ecdf97" providerId="LiveId" clId="{EB7ABBEE-FFAC-42B3-8B20-ECFF61C046EE}" dt="2024-07-27T18:42:09.577" v="3609" actId="165"/>
          <ac:spMkLst>
            <pc:docMk/>
            <pc:sldMk cId="2338904911" sldId="271"/>
            <ac:spMk id="84" creationId="{7DEDEA53-C3E7-70D0-B23C-9272E074F805}"/>
          </ac:spMkLst>
        </pc:spChg>
        <pc:spChg chg="mod">
          <ac:chgData name="adilton junio" userId="66b3fade76ecdf97" providerId="LiveId" clId="{EB7ABBEE-FFAC-42B3-8B20-ECFF61C046EE}" dt="2024-07-27T18:42:09.577" v="3609" actId="165"/>
          <ac:spMkLst>
            <pc:docMk/>
            <pc:sldMk cId="2338904911" sldId="271"/>
            <ac:spMk id="85" creationId="{86B0708E-38CF-4B6F-FCA3-05BFFA7104D8}"/>
          </ac:spMkLst>
        </pc:spChg>
        <pc:spChg chg="mod">
          <ac:chgData name="adilton junio" userId="66b3fade76ecdf97" providerId="LiveId" clId="{EB7ABBEE-FFAC-42B3-8B20-ECFF61C046EE}" dt="2024-07-27T18:42:09.577" v="3609" actId="165"/>
          <ac:spMkLst>
            <pc:docMk/>
            <pc:sldMk cId="2338904911" sldId="271"/>
            <ac:spMk id="86" creationId="{99018997-7312-2E66-301B-9CD78364AB2F}"/>
          </ac:spMkLst>
        </pc:spChg>
        <pc:spChg chg="mod">
          <ac:chgData name="adilton junio" userId="66b3fade76ecdf97" providerId="LiveId" clId="{EB7ABBEE-FFAC-42B3-8B20-ECFF61C046EE}" dt="2024-07-27T18:42:09.577" v="3609" actId="165"/>
          <ac:spMkLst>
            <pc:docMk/>
            <pc:sldMk cId="2338904911" sldId="271"/>
            <ac:spMk id="87" creationId="{982DA735-B387-C331-E003-2664E37E8623}"/>
          </ac:spMkLst>
        </pc:spChg>
        <pc:spChg chg="mod">
          <ac:chgData name="adilton junio" userId="66b3fade76ecdf97" providerId="LiveId" clId="{EB7ABBEE-FFAC-42B3-8B20-ECFF61C046EE}" dt="2024-07-27T18:42:09.577" v="3609" actId="165"/>
          <ac:spMkLst>
            <pc:docMk/>
            <pc:sldMk cId="2338904911" sldId="271"/>
            <ac:spMk id="88" creationId="{51FC77E0-937E-EA60-698E-B52BB93B2CFA}"/>
          </ac:spMkLst>
        </pc:spChg>
        <pc:spChg chg="add del mod">
          <ac:chgData name="adilton junio" userId="66b3fade76ecdf97" providerId="LiveId" clId="{EB7ABBEE-FFAC-42B3-8B20-ECFF61C046EE}" dt="2024-07-27T18:42:16.262" v="3611" actId="478"/>
          <ac:spMkLst>
            <pc:docMk/>
            <pc:sldMk cId="2338904911" sldId="271"/>
            <ac:spMk id="91" creationId="{622B22B7-F3C5-6196-532E-A40CD1212AB8}"/>
          </ac:spMkLst>
        </pc:spChg>
        <pc:spChg chg="mod">
          <ac:chgData name="adilton junio" userId="66b3fade76ecdf97" providerId="LiveId" clId="{EB7ABBEE-FFAC-42B3-8B20-ECFF61C046EE}" dt="2024-07-27T18:42:09.577" v="3609" actId="165"/>
          <ac:spMkLst>
            <pc:docMk/>
            <pc:sldMk cId="2338904911" sldId="271"/>
            <ac:spMk id="93" creationId="{6F28AD4E-55BD-E158-83DC-CB47A80C2B1E}"/>
          </ac:spMkLst>
        </pc:spChg>
        <pc:spChg chg="mod">
          <ac:chgData name="adilton junio" userId="66b3fade76ecdf97" providerId="LiveId" clId="{EB7ABBEE-FFAC-42B3-8B20-ECFF61C046EE}" dt="2024-07-27T18:42:09.577" v="3609" actId="165"/>
          <ac:spMkLst>
            <pc:docMk/>
            <pc:sldMk cId="2338904911" sldId="271"/>
            <ac:spMk id="95" creationId="{6CE38F45-C2C2-452C-A6E5-873FFFE19492}"/>
          </ac:spMkLst>
        </pc:spChg>
        <pc:spChg chg="del mod">
          <ac:chgData name="adilton junio" userId="66b3fade76ecdf97" providerId="LiveId" clId="{EB7ABBEE-FFAC-42B3-8B20-ECFF61C046EE}" dt="2024-07-27T18:43:55.544" v="3624" actId="478"/>
          <ac:spMkLst>
            <pc:docMk/>
            <pc:sldMk cId="2338904911" sldId="271"/>
            <ac:spMk id="97" creationId="{CF28AD52-9479-96E4-DD50-2EE167AB3D15}"/>
          </ac:spMkLst>
        </pc:spChg>
        <pc:spChg chg="mod">
          <ac:chgData name="adilton junio" userId="66b3fade76ecdf97" providerId="LiveId" clId="{EB7ABBEE-FFAC-42B3-8B20-ECFF61C046EE}" dt="2024-07-27T18:43:06.184" v="3617" actId="164"/>
          <ac:spMkLst>
            <pc:docMk/>
            <pc:sldMk cId="2338904911" sldId="271"/>
            <ac:spMk id="98" creationId="{CD181669-EADE-7436-DDA0-EF407C246450}"/>
          </ac:spMkLst>
        </pc:spChg>
        <pc:spChg chg="mod">
          <ac:chgData name="adilton junio" userId="66b3fade76ecdf97" providerId="LiveId" clId="{EB7ABBEE-FFAC-42B3-8B20-ECFF61C046EE}" dt="2024-07-27T18:42:43.949" v="3613" actId="164"/>
          <ac:spMkLst>
            <pc:docMk/>
            <pc:sldMk cId="2338904911" sldId="271"/>
            <ac:spMk id="99" creationId="{F32BF4A3-6ABD-0041-A398-9BC428E97FC5}"/>
          </ac:spMkLst>
        </pc:spChg>
        <pc:spChg chg="mod">
          <ac:chgData name="adilton junio" userId="66b3fade76ecdf97" providerId="LiveId" clId="{EB7ABBEE-FFAC-42B3-8B20-ECFF61C046EE}" dt="2024-07-27T18:41:58.398" v="3608" actId="165"/>
          <ac:spMkLst>
            <pc:docMk/>
            <pc:sldMk cId="2338904911" sldId="271"/>
            <ac:spMk id="102" creationId="{4F73448F-DC6C-EA51-A05A-9F84B61ECE86}"/>
          </ac:spMkLst>
        </pc:spChg>
        <pc:spChg chg="mod">
          <ac:chgData name="adilton junio" userId="66b3fade76ecdf97" providerId="LiveId" clId="{EB7ABBEE-FFAC-42B3-8B20-ECFF61C046EE}" dt="2024-07-27T18:41:07.460" v="3602" actId="164"/>
          <ac:spMkLst>
            <pc:docMk/>
            <pc:sldMk cId="2338904911" sldId="271"/>
            <ac:spMk id="106" creationId="{A8EFCB7C-B87A-5FE0-0BCF-E9C24C50A79B}"/>
          </ac:spMkLst>
        </pc:spChg>
        <pc:spChg chg="mod">
          <ac:chgData name="adilton junio" userId="66b3fade76ecdf97" providerId="LiveId" clId="{EB7ABBEE-FFAC-42B3-8B20-ECFF61C046EE}" dt="2024-07-27T18:41:07.460" v="3602" actId="164"/>
          <ac:spMkLst>
            <pc:docMk/>
            <pc:sldMk cId="2338904911" sldId="271"/>
            <ac:spMk id="107" creationId="{D31B653A-4652-1F60-E725-0540162C2190}"/>
          </ac:spMkLst>
        </pc:spChg>
        <pc:grpChg chg="add mod">
          <ac:chgData name="adilton junio" userId="66b3fade76ecdf97" providerId="LiveId" clId="{EB7ABBEE-FFAC-42B3-8B20-ECFF61C046EE}" dt="2024-07-27T18:41:07.460" v="3602" actId="164"/>
          <ac:grpSpMkLst>
            <pc:docMk/>
            <pc:sldMk cId="2338904911" sldId="271"/>
            <ac:grpSpMk id="10" creationId="{B20AAE23-0951-CB35-8A8E-BC9A45135D2C}"/>
          </ac:grpSpMkLst>
        </pc:grpChg>
        <pc:grpChg chg="add mod">
          <ac:chgData name="adilton junio" userId="66b3fade76ecdf97" providerId="LiveId" clId="{EB7ABBEE-FFAC-42B3-8B20-ECFF61C046EE}" dt="2024-07-27T18:42:43.949" v="3613" actId="164"/>
          <ac:grpSpMkLst>
            <pc:docMk/>
            <pc:sldMk cId="2338904911" sldId="271"/>
            <ac:grpSpMk id="12" creationId="{DC154737-A856-9DA5-3CC2-16B161A2683E}"/>
          </ac:grpSpMkLst>
        </pc:grpChg>
        <pc:grpChg chg="add mod">
          <ac:chgData name="adilton junio" userId="66b3fade76ecdf97" providerId="LiveId" clId="{EB7ABBEE-FFAC-42B3-8B20-ECFF61C046EE}" dt="2024-07-27T18:42:43.949" v="3613" actId="164"/>
          <ac:grpSpMkLst>
            <pc:docMk/>
            <pc:sldMk cId="2338904911" sldId="271"/>
            <ac:grpSpMk id="13" creationId="{B30BD937-A417-749A-6DCA-D73A44238837}"/>
          </ac:grpSpMkLst>
        </pc:grpChg>
        <pc:grpChg chg="add mod">
          <ac:chgData name="adilton junio" userId="66b3fade76ecdf97" providerId="LiveId" clId="{EB7ABBEE-FFAC-42B3-8B20-ECFF61C046EE}" dt="2024-07-27T18:43:06.184" v="3617" actId="164"/>
          <ac:grpSpMkLst>
            <pc:docMk/>
            <pc:sldMk cId="2338904911" sldId="271"/>
            <ac:grpSpMk id="14" creationId="{D76AB5ED-7AE4-B04B-3A13-5B46FA93F0D5}"/>
          </ac:grpSpMkLst>
        </pc:grpChg>
        <pc:grpChg chg="add mod">
          <ac:chgData name="adilton junio" userId="66b3fade76ecdf97" providerId="LiveId" clId="{EB7ABBEE-FFAC-42B3-8B20-ECFF61C046EE}" dt="2024-07-27T18:43:27.194" v="3621" actId="164"/>
          <ac:grpSpMkLst>
            <pc:docMk/>
            <pc:sldMk cId="2338904911" sldId="271"/>
            <ac:grpSpMk id="15" creationId="{1BE2D6CB-65E5-C357-166C-2ABCA28A7CE5}"/>
          </ac:grpSpMkLst>
        </pc:grpChg>
        <pc:grpChg chg="add del">
          <ac:chgData name="adilton junio" userId="66b3fade76ecdf97" providerId="LiveId" clId="{EB7ABBEE-FFAC-42B3-8B20-ECFF61C046EE}" dt="2024-07-27T18:41:58.398" v="3608" actId="165"/>
          <ac:grpSpMkLst>
            <pc:docMk/>
            <pc:sldMk cId="2338904911" sldId="271"/>
            <ac:grpSpMk id="19" creationId="{FF15F91E-CF68-77E3-8E97-F1862EE0D590}"/>
          </ac:grpSpMkLst>
        </pc:grpChg>
        <pc:grpChg chg="del mod topLvl">
          <ac:chgData name="adilton junio" userId="66b3fade76ecdf97" providerId="LiveId" clId="{EB7ABBEE-FFAC-42B3-8B20-ECFF61C046EE}" dt="2024-07-27T18:42:09.577" v="3609" actId="165"/>
          <ac:grpSpMkLst>
            <pc:docMk/>
            <pc:sldMk cId="2338904911" sldId="271"/>
            <ac:grpSpMk id="29" creationId="{6068577E-2FB3-F014-C6A7-DCBF178530F8}"/>
          </ac:grpSpMkLst>
        </pc:grpChg>
        <pc:grpChg chg="mod topLvl">
          <ac:chgData name="adilton junio" userId="66b3fade76ecdf97" providerId="LiveId" clId="{EB7ABBEE-FFAC-42B3-8B20-ECFF61C046EE}" dt="2024-07-27T18:42:09.577" v="3609" actId="165"/>
          <ac:grpSpMkLst>
            <pc:docMk/>
            <pc:sldMk cId="2338904911" sldId="271"/>
            <ac:grpSpMk id="30" creationId="{168DDC4B-E085-D055-3A01-2A75AEF0F540}"/>
          </ac:grpSpMkLst>
        </pc:grpChg>
        <pc:grpChg chg="mod topLvl">
          <ac:chgData name="adilton junio" userId="66b3fade76ecdf97" providerId="LiveId" clId="{EB7ABBEE-FFAC-42B3-8B20-ECFF61C046EE}" dt="2024-07-27T18:42:34.814" v="3612" actId="164"/>
          <ac:grpSpMkLst>
            <pc:docMk/>
            <pc:sldMk cId="2338904911" sldId="271"/>
            <ac:grpSpMk id="31" creationId="{6BEFE313-B14A-D407-6382-DD66DB533993}"/>
          </ac:grpSpMkLst>
        </pc:grpChg>
        <pc:grpChg chg="mod topLvl">
          <ac:chgData name="adilton junio" userId="66b3fade76ecdf97" providerId="LiveId" clId="{EB7ABBEE-FFAC-42B3-8B20-ECFF61C046EE}" dt="2024-07-27T18:42:34.814" v="3612" actId="164"/>
          <ac:grpSpMkLst>
            <pc:docMk/>
            <pc:sldMk cId="2338904911" sldId="271"/>
            <ac:grpSpMk id="32" creationId="{39E01C4A-DE56-014D-C604-4AF36AE9FE03}"/>
          </ac:grpSpMkLst>
        </pc:grpChg>
        <pc:grpChg chg="mod topLvl">
          <ac:chgData name="adilton junio" userId="66b3fade76ecdf97" providerId="LiveId" clId="{EB7ABBEE-FFAC-42B3-8B20-ECFF61C046EE}" dt="2024-07-27T18:42:34.814" v="3612" actId="164"/>
          <ac:grpSpMkLst>
            <pc:docMk/>
            <pc:sldMk cId="2338904911" sldId="271"/>
            <ac:grpSpMk id="33" creationId="{41091304-8D76-4C76-51D1-909D24952854}"/>
          </ac:grpSpMkLst>
        </pc:grpChg>
        <pc:grpChg chg="mod topLvl">
          <ac:chgData name="adilton junio" userId="66b3fade76ecdf97" providerId="LiveId" clId="{EB7ABBEE-FFAC-42B3-8B20-ECFF61C046EE}" dt="2024-07-27T18:42:34.814" v="3612" actId="164"/>
          <ac:grpSpMkLst>
            <pc:docMk/>
            <pc:sldMk cId="2338904911" sldId="271"/>
            <ac:grpSpMk id="34" creationId="{7D660E8D-787D-A022-9F06-967B1DFF2571}"/>
          </ac:grpSpMkLst>
        </pc:grpChg>
        <pc:grpChg chg="mod topLvl">
          <ac:chgData name="adilton junio" userId="66b3fade76ecdf97" providerId="LiveId" clId="{EB7ABBEE-FFAC-42B3-8B20-ECFF61C046EE}" dt="2024-07-27T18:42:34.814" v="3612" actId="164"/>
          <ac:grpSpMkLst>
            <pc:docMk/>
            <pc:sldMk cId="2338904911" sldId="271"/>
            <ac:grpSpMk id="35" creationId="{B250C30A-6CE2-1012-5635-92F7879C2CF1}"/>
          </ac:grpSpMkLst>
        </pc:grpChg>
        <pc:grpChg chg="mod topLvl">
          <ac:chgData name="adilton junio" userId="66b3fade76ecdf97" providerId="LiveId" clId="{EB7ABBEE-FFAC-42B3-8B20-ECFF61C046EE}" dt="2024-07-27T18:42:34.814" v="3612" actId="164"/>
          <ac:grpSpMkLst>
            <pc:docMk/>
            <pc:sldMk cId="2338904911" sldId="271"/>
            <ac:grpSpMk id="36" creationId="{38B9229B-2BCB-DF21-7E6F-132FE24AE70E}"/>
          </ac:grpSpMkLst>
        </pc:grpChg>
        <pc:grpChg chg="mod">
          <ac:chgData name="adilton junio" userId="66b3fade76ecdf97" providerId="LiveId" clId="{EB7ABBEE-FFAC-42B3-8B20-ECFF61C046EE}" dt="2024-07-27T18:42:09.577" v="3609" actId="165"/>
          <ac:grpSpMkLst>
            <pc:docMk/>
            <pc:sldMk cId="2338904911" sldId="271"/>
            <ac:grpSpMk id="37" creationId="{71B021F0-3D3A-6095-F6CD-9FBA64242535}"/>
          </ac:grpSpMkLst>
        </pc:grpChg>
        <pc:grpChg chg="mod">
          <ac:chgData name="adilton junio" userId="66b3fade76ecdf97" providerId="LiveId" clId="{EB7ABBEE-FFAC-42B3-8B20-ECFF61C046EE}" dt="2024-07-27T18:42:09.577" v="3609" actId="165"/>
          <ac:grpSpMkLst>
            <pc:docMk/>
            <pc:sldMk cId="2338904911" sldId="271"/>
            <ac:grpSpMk id="38" creationId="{293045BA-99E7-D671-3F8E-E14BB47FA8AA}"/>
          </ac:grpSpMkLst>
        </pc:grpChg>
        <pc:grpChg chg="mod">
          <ac:chgData name="adilton junio" userId="66b3fade76ecdf97" providerId="LiveId" clId="{EB7ABBEE-FFAC-42B3-8B20-ECFF61C046EE}" dt="2024-07-27T18:42:09.577" v="3609" actId="165"/>
          <ac:grpSpMkLst>
            <pc:docMk/>
            <pc:sldMk cId="2338904911" sldId="271"/>
            <ac:grpSpMk id="39" creationId="{EF5E9994-4109-95EA-F3B9-E6DF3FEE96BA}"/>
          </ac:grpSpMkLst>
        </pc:grpChg>
        <pc:grpChg chg="mod">
          <ac:chgData name="adilton junio" userId="66b3fade76ecdf97" providerId="LiveId" clId="{EB7ABBEE-FFAC-42B3-8B20-ECFF61C046EE}" dt="2024-07-27T18:42:09.577" v="3609" actId="165"/>
          <ac:grpSpMkLst>
            <pc:docMk/>
            <pc:sldMk cId="2338904911" sldId="271"/>
            <ac:grpSpMk id="41" creationId="{360B3166-D5C9-720C-8445-72519847650E}"/>
          </ac:grpSpMkLst>
        </pc:grpChg>
        <pc:grpChg chg="mod">
          <ac:chgData name="adilton junio" userId="66b3fade76ecdf97" providerId="LiveId" clId="{EB7ABBEE-FFAC-42B3-8B20-ECFF61C046EE}" dt="2024-07-27T18:42:09.577" v="3609" actId="165"/>
          <ac:grpSpMkLst>
            <pc:docMk/>
            <pc:sldMk cId="2338904911" sldId="271"/>
            <ac:grpSpMk id="42" creationId="{B913DE2A-DCE7-BDB8-3D45-8A84A8C4F108}"/>
          </ac:grpSpMkLst>
        </pc:grpChg>
        <pc:grpChg chg="mod">
          <ac:chgData name="adilton junio" userId="66b3fade76ecdf97" providerId="LiveId" clId="{EB7ABBEE-FFAC-42B3-8B20-ECFF61C046EE}" dt="2024-07-27T18:42:09.577" v="3609" actId="165"/>
          <ac:grpSpMkLst>
            <pc:docMk/>
            <pc:sldMk cId="2338904911" sldId="271"/>
            <ac:grpSpMk id="49" creationId="{451FE359-130F-81AA-C329-76C80F6A4AD3}"/>
          </ac:grpSpMkLst>
        </pc:grpChg>
        <pc:grpChg chg="mod">
          <ac:chgData name="adilton junio" userId="66b3fade76ecdf97" providerId="LiveId" clId="{EB7ABBEE-FFAC-42B3-8B20-ECFF61C046EE}" dt="2024-07-27T18:42:09.577" v="3609" actId="165"/>
          <ac:grpSpMkLst>
            <pc:docMk/>
            <pc:sldMk cId="2338904911" sldId="271"/>
            <ac:grpSpMk id="50" creationId="{C5831D2D-B59F-AC92-2BD4-F4D435711B40}"/>
          </ac:grpSpMkLst>
        </pc:grpChg>
        <pc:grpChg chg="mod">
          <ac:chgData name="adilton junio" userId="66b3fade76ecdf97" providerId="LiveId" clId="{EB7ABBEE-FFAC-42B3-8B20-ECFF61C046EE}" dt="2024-07-27T18:42:09.577" v="3609" actId="165"/>
          <ac:grpSpMkLst>
            <pc:docMk/>
            <pc:sldMk cId="2338904911" sldId="271"/>
            <ac:grpSpMk id="52" creationId="{C391C2C3-7034-5A05-3393-B5EE941C856D}"/>
          </ac:grpSpMkLst>
        </pc:grpChg>
        <pc:grpChg chg="mod">
          <ac:chgData name="adilton junio" userId="66b3fade76ecdf97" providerId="LiveId" clId="{EB7ABBEE-FFAC-42B3-8B20-ECFF61C046EE}" dt="2024-07-27T18:42:09.577" v="3609" actId="165"/>
          <ac:grpSpMkLst>
            <pc:docMk/>
            <pc:sldMk cId="2338904911" sldId="271"/>
            <ac:grpSpMk id="63" creationId="{84A39BD2-2E52-CE94-F777-3E8980F1AD5A}"/>
          </ac:grpSpMkLst>
        </pc:grpChg>
        <pc:grpChg chg="mod">
          <ac:chgData name="adilton junio" userId="66b3fade76ecdf97" providerId="LiveId" clId="{EB7ABBEE-FFAC-42B3-8B20-ECFF61C046EE}" dt="2024-07-27T18:42:09.577" v="3609" actId="165"/>
          <ac:grpSpMkLst>
            <pc:docMk/>
            <pc:sldMk cId="2338904911" sldId="271"/>
            <ac:grpSpMk id="64" creationId="{EBC53ECE-D9D2-4204-F676-1D740015A584}"/>
          </ac:grpSpMkLst>
        </pc:grpChg>
        <pc:grpChg chg="mod">
          <ac:chgData name="adilton junio" userId="66b3fade76ecdf97" providerId="LiveId" clId="{EB7ABBEE-FFAC-42B3-8B20-ECFF61C046EE}" dt="2024-07-27T18:42:09.577" v="3609" actId="165"/>
          <ac:grpSpMkLst>
            <pc:docMk/>
            <pc:sldMk cId="2338904911" sldId="271"/>
            <ac:grpSpMk id="65" creationId="{E8B8AEE6-23A8-79CC-232F-B30A93A38D9D}"/>
          </ac:grpSpMkLst>
        </pc:grpChg>
        <pc:grpChg chg="mod">
          <ac:chgData name="adilton junio" userId="66b3fade76ecdf97" providerId="LiveId" clId="{EB7ABBEE-FFAC-42B3-8B20-ECFF61C046EE}" dt="2024-07-27T18:42:09.577" v="3609" actId="165"/>
          <ac:grpSpMkLst>
            <pc:docMk/>
            <pc:sldMk cId="2338904911" sldId="271"/>
            <ac:grpSpMk id="66" creationId="{0A1D1C32-B085-D113-FACC-BFF3F40101D9}"/>
          </ac:grpSpMkLst>
        </pc:grpChg>
        <pc:grpChg chg="mod">
          <ac:chgData name="adilton junio" userId="66b3fade76ecdf97" providerId="LiveId" clId="{EB7ABBEE-FFAC-42B3-8B20-ECFF61C046EE}" dt="2024-07-27T18:42:09.577" v="3609" actId="165"/>
          <ac:grpSpMkLst>
            <pc:docMk/>
            <pc:sldMk cId="2338904911" sldId="271"/>
            <ac:grpSpMk id="67" creationId="{32AE42AD-E017-1AAC-B014-F1E1C88B619F}"/>
          </ac:grpSpMkLst>
        </pc:grpChg>
        <pc:grpChg chg="mod">
          <ac:chgData name="adilton junio" userId="66b3fade76ecdf97" providerId="LiveId" clId="{EB7ABBEE-FFAC-42B3-8B20-ECFF61C046EE}" dt="2024-07-27T18:42:09.577" v="3609" actId="165"/>
          <ac:grpSpMkLst>
            <pc:docMk/>
            <pc:sldMk cId="2338904911" sldId="271"/>
            <ac:grpSpMk id="74" creationId="{1FA733FE-1CBC-4390-83AE-16ED047453B2}"/>
          </ac:grpSpMkLst>
        </pc:grpChg>
        <pc:grpChg chg="mod">
          <ac:chgData name="adilton junio" userId="66b3fade76ecdf97" providerId="LiveId" clId="{EB7ABBEE-FFAC-42B3-8B20-ECFF61C046EE}" dt="2024-07-27T18:42:09.577" v="3609" actId="165"/>
          <ac:grpSpMkLst>
            <pc:docMk/>
            <pc:sldMk cId="2338904911" sldId="271"/>
            <ac:grpSpMk id="75" creationId="{11E9F967-20AC-8519-A18A-C89703C95000}"/>
          </ac:grpSpMkLst>
        </pc:grpChg>
        <pc:grpChg chg="mod">
          <ac:chgData name="adilton junio" userId="66b3fade76ecdf97" providerId="LiveId" clId="{EB7ABBEE-FFAC-42B3-8B20-ECFF61C046EE}" dt="2024-07-27T18:42:09.577" v="3609" actId="165"/>
          <ac:grpSpMkLst>
            <pc:docMk/>
            <pc:sldMk cId="2338904911" sldId="271"/>
            <ac:grpSpMk id="76" creationId="{0F51439C-8121-B17D-F18F-7C86338B6D36}"/>
          </ac:grpSpMkLst>
        </pc:grpChg>
        <pc:grpChg chg="mod topLvl">
          <ac:chgData name="adilton junio" userId="66b3fade76ecdf97" providerId="LiveId" clId="{EB7ABBEE-FFAC-42B3-8B20-ECFF61C046EE}" dt="2024-07-27T18:41:58.398" v="3608" actId="165"/>
          <ac:grpSpMkLst>
            <pc:docMk/>
            <pc:sldMk cId="2338904911" sldId="271"/>
            <ac:grpSpMk id="103" creationId="{AC79F4C6-C64A-338A-BF48-D17BF1BF30A6}"/>
          </ac:grpSpMkLst>
        </pc:grpChg>
        <pc:cxnChg chg="mod">
          <ac:chgData name="adilton junio" userId="66b3fade76ecdf97" providerId="LiveId" clId="{EB7ABBEE-FFAC-42B3-8B20-ECFF61C046EE}" dt="2024-07-27T18:42:09.577" v="3609" actId="165"/>
          <ac:cxnSpMkLst>
            <pc:docMk/>
            <pc:sldMk cId="2338904911" sldId="271"/>
            <ac:cxnSpMk id="89" creationId="{29BACBC2-A9C9-49A1-3EBE-A6BB117842D8}"/>
          </ac:cxnSpMkLst>
        </pc:cxnChg>
        <pc:cxnChg chg="mod">
          <ac:chgData name="adilton junio" userId="66b3fade76ecdf97" providerId="LiveId" clId="{EB7ABBEE-FFAC-42B3-8B20-ECFF61C046EE}" dt="2024-07-27T18:42:09.577" v="3609" actId="165"/>
          <ac:cxnSpMkLst>
            <pc:docMk/>
            <pc:sldMk cId="2338904911" sldId="271"/>
            <ac:cxnSpMk id="90" creationId="{AEA365C5-49B6-5F94-4BC5-985FD89AC779}"/>
          </ac:cxnSpMkLst>
        </pc:cxnChg>
        <pc:cxnChg chg="mod">
          <ac:chgData name="adilton junio" userId="66b3fade76ecdf97" providerId="LiveId" clId="{EB7ABBEE-FFAC-42B3-8B20-ECFF61C046EE}" dt="2024-07-27T18:41:58.398" v="3608" actId="165"/>
          <ac:cxnSpMkLst>
            <pc:docMk/>
            <pc:sldMk cId="2338904911" sldId="271"/>
            <ac:cxnSpMk id="101" creationId="{438994C0-771D-227C-7B7C-4E74F68BE0E8}"/>
          </ac:cxnSpMkLst>
        </pc:cxnChg>
      </pc:sldChg>
      <pc:sldChg chg="addSp modSp modAnim">
        <pc:chgData name="adilton junio" userId="66b3fade76ecdf97" providerId="LiveId" clId="{EB7ABBEE-FFAC-42B3-8B20-ECFF61C046EE}" dt="2024-07-27T18:40:50.177" v="3601"/>
        <pc:sldMkLst>
          <pc:docMk/>
          <pc:sldMk cId="2918556770" sldId="272"/>
        </pc:sldMkLst>
        <pc:spChg chg="mod">
          <ac:chgData name="adilton junio" userId="66b3fade76ecdf97" providerId="LiveId" clId="{EB7ABBEE-FFAC-42B3-8B20-ECFF61C046EE}" dt="2024-07-27T18:40:48.965" v="3600" actId="164"/>
          <ac:spMkLst>
            <pc:docMk/>
            <pc:sldMk cId="2918556770" sldId="272"/>
            <ac:spMk id="2" creationId="{815E988A-270E-5E07-7617-D60383B4ED3E}"/>
          </ac:spMkLst>
        </pc:spChg>
        <pc:spChg chg="mod">
          <ac:chgData name="adilton junio" userId="66b3fade76ecdf97" providerId="LiveId" clId="{EB7ABBEE-FFAC-42B3-8B20-ECFF61C046EE}" dt="2024-07-27T18:40:48.965" v="3600" actId="164"/>
          <ac:spMkLst>
            <pc:docMk/>
            <pc:sldMk cId="2918556770" sldId="272"/>
            <ac:spMk id="5" creationId="{FD6226B4-0EB5-1A39-928D-A27FA61F690F}"/>
          </ac:spMkLst>
        </pc:spChg>
        <pc:spChg chg="mod">
          <ac:chgData name="adilton junio" userId="66b3fade76ecdf97" providerId="LiveId" clId="{EB7ABBEE-FFAC-42B3-8B20-ECFF61C046EE}" dt="2024-07-27T18:40:48.965" v="3600" actId="164"/>
          <ac:spMkLst>
            <pc:docMk/>
            <pc:sldMk cId="2918556770" sldId="272"/>
            <ac:spMk id="20" creationId="{5FE0C7CC-AE87-FA0E-B84D-749F9AD42BB8}"/>
          </ac:spMkLst>
        </pc:spChg>
        <pc:spChg chg="mod">
          <ac:chgData name="adilton junio" userId="66b3fade76ecdf97" providerId="LiveId" clId="{EB7ABBEE-FFAC-42B3-8B20-ECFF61C046EE}" dt="2024-07-27T18:40:48.965" v="3600" actId="164"/>
          <ac:spMkLst>
            <pc:docMk/>
            <pc:sldMk cId="2918556770" sldId="272"/>
            <ac:spMk id="21" creationId="{92A8F3F1-BF54-4A8F-5B07-7B0AB07EE379}"/>
          </ac:spMkLst>
        </pc:spChg>
        <pc:spChg chg="mod">
          <ac:chgData name="adilton junio" userId="66b3fade76ecdf97" providerId="LiveId" clId="{EB7ABBEE-FFAC-42B3-8B20-ECFF61C046EE}" dt="2024-07-27T18:40:33.338" v="3597" actId="164"/>
          <ac:spMkLst>
            <pc:docMk/>
            <pc:sldMk cId="2918556770" sldId="272"/>
            <ac:spMk id="22" creationId="{49077367-370F-EE24-E168-4960C19983BE}"/>
          </ac:spMkLst>
        </pc:spChg>
        <pc:spChg chg="mod">
          <ac:chgData name="adilton junio" userId="66b3fade76ecdf97" providerId="LiveId" clId="{EB7ABBEE-FFAC-42B3-8B20-ECFF61C046EE}" dt="2024-07-27T18:40:48.965" v="3600" actId="164"/>
          <ac:spMkLst>
            <pc:docMk/>
            <pc:sldMk cId="2918556770" sldId="272"/>
            <ac:spMk id="96" creationId="{CC52F910-04C1-D575-C91D-B1194B0B51FB}"/>
          </ac:spMkLst>
        </pc:spChg>
        <pc:grpChg chg="add mod">
          <ac:chgData name="adilton junio" userId="66b3fade76ecdf97" providerId="LiveId" clId="{EB7ABBEE-FFAC-42B3-8B20-ECFF61C046EE}" dt="2024-07-27T18:40:33.338" v="3597" actId="164"/>
          <ac:grpSpMkLst>
            <pc:docMk/>
            <pc:sldMk cId="2918556770" sldId="272"/>
            <ac:grpSpMk id="12" creationId="{02579DA6-9229-4B30-4AE0-B26D586911E4}"/>
          </ac:grpSpMkLst>
        </pc:grpChg>
        <pc:grpChg chg="add mod">
          <ac:chgData name="adilton junio" userId="66b3fade76ecdf97" providerId="LiveId" clId="{EB7ABBEE-FFAC-42B3-8B20-ECFF61C046EE}" dt="2024-07-27T18:40:48.965" v="3600" actId="164"/>
          <ac:grpSpMkLst>
            <pc:docMk/>
            <pc:sldMk cId="2918556770" sldId="272"/>
            <ac:grpSpMk id="13" creationId="{CA2C4943-5A67-A58C-5380-A24C7891E142}"/>
          </ac:grpSpMkLst>
        </pc:grpChg>
        <pc:grpChg chg="mod">
          <ac:chgData name="adilton junio" userId="66b3fade76ecdf97" providerId="LiveId" clId="{EB7ABBEE-FFAC-42B3-8B20-ECFF61C046EE}" dt="2024-07-27T18:40:33.338" v="3597" actId="164"/>
          <ac:grpSpMkLst>
            <pc:docMk/>
            <pc:sldMk cId="2918556770" sldId="272"/>
            <ac:grpSpMk id="18" creationId="{2F90EAD1-E84D-A122-BC44-3B02D8E58B24}"/>
          </ac:grpSpMkLst>
        </pc:grpChg>
      </pc:sldChg>
      <pc:sldChg chg="addSp modSp modAnim">
        <pc:chgData name="adilton junio" userId="66b3fade76ecdf97" providerId="LiveId" clId="{EB7ABBEE-FFAC-42B3-8B20-ECFF61C046EE}" dt="2024-07-27T18:54:48.498" v="3631"/>
        <pc:sldMkLst>
          <pc:docMk/>
          <pc:sldMk cId="1630422409" sldId="274"/>
        </pc:sldMkLst>
        <pc:spChg chg="mod">
          <ac:chgData name="adilton junio" userId="66b3fade76ecdf97" providerId="LiveId" clId="{EB7ABBEE-FFAC-42B3-8B20-ECFF61C046EE}" dt="2024-07-27T18:54:38.435" v="3628" actId="164"/>
          <ac:spMkLst>
            <pc:docMk/>
            <pc:sldMk cId="1630422409" sldId="274"/>
            <ac:spMk id="3" creationId="{FCD853C1-2A6A-7471-70BB-99A945358877}"/>
          </ac:spMkLst>
        </pc:spChg>
        <pc:spChg chg="mod">
          <ac:chgData name="adilton junio" userId="66b3fade76ecdf97" providerId="LiveId" clId="{EB7ABBEE-FFAC-42B3-8B20-ECFF61C046EE}" dt="2024-07-27T18:54:38.435" v="3628" actId="164"/>
          <ac:spMkLst>
            <pc:docMk/>
            <pc:sldMk cId="1630422409" sldId="274"/>
            <ac:spMk id="69" creationId="{FC60B356-1ADE-381F-211A-58EAAC72A0C0}"/>
          </ac:spMkLst>
        </pc:spChg>
        <pc:spChg chg="mod">
          <ac:chgData name="adilton junio" userId="66b3fade76ecdf97" providerId="LiveId" clId="{EB7ABBEE-FFAC-42B3-8B20-ECFF61C046EE}" dt="2024-07-27T18:54:38.435" v="3628" actId="164"/>
          <ac:spMkLst>
            <pc:docMk/>
            <pc:sldMk cId="1630422409" sldId="274"/>
            <ac:spMk id="72" creationId="{2B2252D7-BDB0-0800-4153-D51498FB71FE}"/>
          </ac:spMkLst>
        </pc:spChg>
        <pc:grpChg chg="add mod">
          <ac:chgData name="adilton junio" userId="66b3fade76ecdf97" providerId="LiveId" clId="{EB7ABBEE-FFAC-42B3-8B20-ECFF61C046EE}" dt="2024-07-27T18:54:38.435" v="3628" actId="164"/>
          <ac:grpSpMkLst>
            <pc:docMk/>
            <pc:sldMk cId="1630422409" sldId="274"/>
            <ac:grpSpMk id="5" creationId="{79D4B713-C5F6-2AFB-BF91-54C14844767A}"/>
          </ac:grpSpMkLst>
        </pc:grpChg>
      </pc:sldChg>
      <pc:sldChg chg="addSp modSp modAnim">
        <pc:chgData name="adilton junio" userId="66b3fade76ecdf97" providerId="LiveId" clId="{EB7ABBEE-FFAC-42B3-8B20-ECFF61C046EE}" dt="2024-07-27T18:44:11.901" v="3627"/>
        <pc:sldMkLst>
          <pc:docMk/>
          <pc:sldMk cId="473031735" sldId="275"/>
        </pc:sldMkLst>
        <pc:spChg chg="mod">
          <ac:chgData name="adilton junio" userId="66b3fade76ecdf97" providerId="LiveId" clId="{EB7ABBEE-FFAC-42B3-8B20-ECFF61C046EE}" dt="2024-07-27T18:44:10.941" v="3626" actId="164"/>
          <ac:spMkLst>
            <pc:docMk/>
            <pc:sldMk cId="473031735" sldId="275"/>
            <ac:spMk id="5" creationId="{63263A39-3A4A-223D-12B9-2C6A2E4C821B}"/>
          </ac:spMkLst>
        </pc:spChg>
        <pc:spChg chg="mod">
          <ac:chgData name="adilton junio" userId="66b3fade76ecdf97" providerId="LiveId" clId="{EB7ABBEE-FFAC-42B3-8B20-ECFF61C046EE}" dt="2024-07-27T18:44:10.941" v="3626" actId="164"/>
          <ac:spMkLst>
            <pc:docMk/>
            <pc:sldMk cId="473031735" sldId="275"/>
            <ac:spMk id="15" creationId="{FE575891-7567-E326-A2A2-3838D9129D13}"/>
          </ac:spMkLst>
        </pc:spChg>
        <pc:spChg chg="mod">
          <ac:chgData name="adilton junio" userId="66b3fade76ecdf97" providerId="LiveId" clId="{EB7ABBEE-FFAC-42B3-8B20-ECFF61C046EE}" dt="2024-07-27T18:44:10.941" v="3626" actId="164"/>
          <ac:spMkLst>
            <pc:docMk/>
            <pc:sldMk cId="473031735" sldId="275"/>
            <ac:spMk id="16" creationId="{169D4B81-FB46-C3B1-0434-5690B65C6254}"/>
          </ac:spMkLst>
        </pc:spChg>
        <pc:spChg chg="mod">
          <ac:chgData name="adilton junio" userId="66b3fade76ecdf97" providerId="LiveId" clId="{EB7ABBEE-FFAC-42B3-8B20-ECFF61C046EE}" dt="2024-07-27T18:44:10.941" v="3626" actId="164"/>
          <ac:spMkLst>
            <pc:docMk/>
            <pc:sldMk cId="473031735" sldId="275"/>
            <ac:spMk id="21" creationId="{05CC984C-1DE1-3A77-41E8-3595F2044500}"/>
          </ac:spMkLst>
        </pc:spChg>
        <pc:grpChg chg="add mod">
          <ac:chgData name="adilton junio" userId="66b3fade76ecdf97" providerId="LiveId" clId="{EB7ABBEE-FFAC-42B3-8B20-ECFF61C046EE}" dt="2024-07-27T18:44:10.941" v="3626" actId="164"/>
          <ac:grpSpMkLst>
            <pc:docMk/>
            <pc:sldMk cId="473031735" sldId="275"/>
            <ac:grpSpMk id="7" creationId="{8DBF3D54-794B-FF8F-0AD5-F2E84B952057}"/>
          </ac:grpSpMkLst>
        </pc:grpChg>
      </pc:sldChg>
      <pc:sldChg chg="addSp modSp modAnim">
        <pc:chgData name="adilton junio" userId="66b3fade76ecdf97" providerId="LiveId" clId="{EB7ABBEE-FFAC-42B3-8B20-ECFF61C046EE}" dt="2024-07-27T18:55:33.498" v="3636"/>
        <pc:sldMkLst>
          <pc:docMk/>
          <pc:sldMk cId="2749496167" sldId="276"/>
        </pc:sldMkLst>
        <pc:spChg chg="mod">
          <ac:chgData name="adilton junio" userId="66b3fade76ecdf97" providerId="LiveId" clId="{EB7ABBEE-FFAC-42B3-8B20-ECFF61C046EE}" dt="2024-07-27T18:55:09.154" v="3632" actId="164"/>
          <ac:spMkLst>
            <pc:docMk/>
            <pc:sldMk cId="2749496167" sldId="276"/>
            <ac:spMk id="2" creationId="{5F4E5046-FAD1-4CA8-3416-68707FD9EB48}"/>
          </ac:spMkLst>
        </pc:spChg>
        <pc:spChg chg="mod">
          <ac:chgData name="adilton junio" userId="66b3fade76ecdf97" providerId="LiveId" clId="{EB7ABBEE-FFAC-42B3-8B20-ECFF61C046EE}" dt="2024-07-27T18:55:09.154" v="3632" actId="164"/>
          <ac:spMkLst>
            <pc:docMk/>
            <pc:sldMk cId="2749496167" sldId="276"/>
            <ac:spMk id="3" creationId="{3BFA5389-C648-E072-8A98-9F62C7AC95E2}"/>
          </ac:spMkLst>
        </pc:spChg>
        <pc:spChg chg="mod">
          <ac:chgData name="adilton junio" userId="66b3fade76ecdf97" providerId="LiveId" clId="{EB7ABBEE-FFAC-42B3-8B20-ECFF61C046EE}" dt="2024-07-27T18:55:23.702" v="3633" actId="164"/>
          <ac:spMkLst>
            <pc:docMk/>
            <pc:sldMk cId="2749496167" sldId="276"/>
            <ac:spMk id="5" creationId="{47EC93A1-8D66-50F2-3F44-1DA036EED29C}"/>
          </ac:spMkLst>
        </pc:spChg>
        <pc:spChg chg="mod">
          <ac:chgData name="adilton junio" userId="66b3fade76ecdf97" providerId="LiveId" clId="{EB7ABBEE-FFAC-42B3-8B20-ECFF61C046EE}" dt="2024-07-27T18:55:23.702" v="3633" actId="164"/>
          <ac:spMkLst>
            <pc:docMk/>
            <pc:sldMk cId="2749496167" sldId="276"/>
            <ac:spMk id="7" creationId="{D96D10D0-D58C-B778-D303-CD2BD1C13C16}"/>
          </ac:spMkLst>
        </pc:spChg>
        <pc:spChg chg="mod">
          <ac:chgData name="adilton junio" userId="66b3fade76ecdf97" providerId="LiveId" clId="{EB7ABBEE-FFAC-42B3-8B20-ECFF61C046EE}" dt="2024-07-27T18:55:32.567" v="3635" actId="164"/>
          <ac:spMkLst>
            <pc:docMk/>
            <pc:sldMk cId="2749496167" sldId="276"/>
            <ac:spMk id="10" creationId="{D86EA7A2-A1C0-1258-B263-A2F345916762}"/>
          </ac:spMkLst>
        </pc:spChg>
        <pc:spChg chg="mod">
          <ac:chgData name="adilton junio" userId="66b3fade76ecdf97" providerId="LiveId" clId="{EB7ABBEE-FFAC-42B3-8B20-ECFF61C046EE}" dt="2024-07-27T18:55:32.567" v="3635" actId="164"/>
          <ac:spMkLst>
            <pc:docMk/>
            <pc:sldMk cId="2749496167" sldId="276"/>
            <ac:spMk id="11" creationId="{66802B92-6147-8246-DAFF-70970DA63A8A}"/>
          </ac:spMkLst>
        </pc:spChg>
        <pc:spChg chg="mod">
          <ac:chgData name="adilton junio" userId="66b3fade76ecdf97" providerId="LiveId" clId="{EB7ABBEE-FFAC-42B3-8B20-ECFF61C046EE}" dt="2024-07-27T18:55:32.567" v="3635" actId="164"/>
          <ac:spMkLst>
            <pc:docMk/>
            <pc:sldMk cId="2749496167" sldId="276"/>
            <ac:spMk id="12" creationId="{A5E1EE2E-2929-C14A-5422-046D2B505A32}"/>
          </ac:spMkLst>
        </pc:spChg>
        <pc:spChg chg="mod">
          <ac:chgData name="adilton junio" userId="66b3fade76ecdf97" providerId="LiveId" clId="{EB7ABBEE-FFAC-42B3-8B20-ECFF61C046EE}" dt="2024-07-27T18:55:32.567" v="3635" actId="164"/>
          <ac:spMkLst>
            <pc:docMk/>
            <pc:sldMk cId="2749496167" sldId="276"/>
            <ac:spMk id="15" creationId="{8CD82189-DC25-C31F-6720-1BB13040DA89}"/>
          </ac:spMkLst>
        </pc:spChg>
        <pc:spChg chg="mod">
          <ac:chgData name="adilton junio" userId="66b3fade76ecdf97" providerId="LiveId" clId="{EB7ABBEE-FFAC-42B3-8B20-ECFF61C046EE}" dt="2024-07-27T18:55:32.567" v="3635" actId="164"/>
          <ac:spMkLst>
            <pc:docMk/>
            <pc:sldMk cId="2749496167" sldId="276"/>
            <ac:spMk id="70" creationId="{9B1CA937-986C-2942-F587-D7D1777D1C93}"/>
          </ac:spMkLst>
        </pc:spChg>
        <pc:grpChg chg="add mod">
          <ac:chgData name="adilton junio" userId="66b3fade76ecdf97" providerId="LiveId" clId="{EB7ABBEE-FFAC-42B3-8B20-ECFF61C046EE}" dt="2024-07-27T18:55:09.154" v="3632" actId="164"/>
          <ac:grpSpMkLst>
            <pc:docMk/>
            <pc:sldMk cId="2749496167" sldId="276"/>
            <ac:grpSpMk id="16" creationId="{2A1EACC1-7F0E-6B2F-A6F4-EE9B0092D3D4}"/>
          </ac:grpSpMkLst>
        </pc:grpChg>
        <pc:grpChg chg="add mod">
          <ac:chgData name="adilton junio" userId="66b3fade76ecdf97" providerId="LiveId" clId="{EB7ABBEE-FFAC-42B3-8B20-ECFF61C046EE}" dt="2024-07-27T18:55:23.702" v="3633" actId="164"/>
          <ac:grpSpMkLst>
            <pc:docMk/>
            <pc:sldMk cId="2749496167" sldId="276"/>
            <ac:grpSpMk id="17" creationId="{2F1114CA-8C4C-2714-6DA7-02BF146CE1E1}"/>
          </ac:grpSpMkLst>
        </pc:grpChg>
        <pc:grpChg chg="add mod">
          <ac:chgData name="adilton junio" userId="66b3fade76ecdf97" providerId="LiveId" clId="{EB7ABBEE-FFAC-42B3-8B20-ECFF61C046EE}" dt="2024-07-27T18:55:32.567" v="3635" actId="164"/>
          <ac:grpSpMkLst>
            <pc:docMk/>
            <pc:sldMk cId="2749496167" sldId="276"/>
            <ac:grpSpMk id="18" creationId="{4C344B39-F150-0562-4714-713B03E6F944}"/>
          </ac:grpSpMkLst>
        </pc:grpChg>
      </pc:sldChg>
      <pc:sldChg chg="addSp modSp modAnim">
        <pc:chgData name="adilton junio" userId="66b3fade76ecdf97" providerId="LiveId" clId="{EB7ABBEE-FFAC-42B3-8B20-ECFF61C046EE}" dt="2024-07-27T18:55:59.848" v="3641"/>
        <pc:sldMkLst>
          <pc:docMk/>
          <pc:sldMk cId="518384142" sldId="277"/>
        </pc:sldMkLst>
        <pc:spChg chg="mod">
          <ac:chgData name="adilton junio" userId="66b3fade76ecdf97" providerId="LiveId" clId="{EB7ABBEE-FFAC-42B3-8B20-ECFF61C046EE}" dt="2024-07-27T18:55:59.060" v="3640" actId="164"/>
          <ac:spMkLst>
            <pc:docMk/>
            <pc:sldMk cId="518384142" sldId="277"/>
            <ac:spMk id="2" creationId="{51BAFE5B-9882-7D88-CF15-32FF36FA252C}"/>
          </ac:spMkLst>
        </pc:spChg>
        <pc:spChg chg="mod">
          <ac:chgData name="adilton junio" userId="66b3fade76ecdf97" providerId="LiveId" clId="{EB7ABBEE-FFAC-42B3-8B20-ECFF61C046EE}" dt="2024-07-27T18:55:59.060" v="3640" actId="164"/>
          <ac:spMkLst>
            <pc:docMk/>
            <pc:sldMk cId="518384142" sldId="277"/>
            <ac:spMk id="3" creationId="{7B305DCE-2540-6FFB-DD07-5D1F64AD9DD5}"/>
          </ac:spMkLst>
        </pc:spChg>
        <pc:spChg chg="mod">
          <ac:chgData name="adilton junio" userId="66b3fade76ecdf97" providerId="LiveId" clId="{EB7ABBEE-FFAC-42B3-8B20-ECFF61C046EE}" dt="2024-07-27T18:55:42.108" v="3637" actId="164"/>
          <ac:spMkLst>
            <pc:docMk/>
            <pc:sldMk cId="518384142" sldId="277"/>
            <ac:spMk id="7" creationId="{3075CA50-8CE0-7E74-29C9-CEAA40519F92}"/>
          </ac:spMkLst>
        </pc:spChg>
        <pc:spChg chg="mod">
          <ac:chgData name="adilton junio" userId="66b3fade76ecdf97" providerId="LiveId" clId="{EB7ABBEE-FFAC-42B3-8B20-ECFF61C046EE}" dt="2024-07-27T18:55:42.108" v="3637" actId="164"/>
          <ac:spMkLst>
            <pc:docMk/>
            <pc:sldMk cId="518384142" sldId="277"/>
            <ac:spMk id="69" creationId="{FC60B356-1ADE-381F-211A-58EAAC72A0C0}"/>
          </ac:spMkLst>
        </pc:spChg>
        <pc:spChg chg="mod">
          <ac:chgData name="adilton junio" userId="66b3fade76ecdf97" providerId="LiveId" clId="{EB7ABBEE-FFAC-42B3-8B20-ECFF61C046EE}" dt="2024-07-27T18:55:42.108" v="3637" actId="164"/>
          <ac:spMkLst>
            <pc:docMk/>
            <pc:sldMk cId="518384142" sldId="277"/>
            <ac:spMk id="72" creationId="{2B2252D7-BDB0-0800-4153-D51498FB71FE}"/>
          </ac:spMkLst>
        </pc:spChg>
        <pc:grpChg chg="add mod">
          <ac:chgData name="adilton junio" userId="66b3fade76ecdf97" providerId="LiveId" clId="{EB7ABBEE-FFAC-42B3-8B20-ECFF61C046EE}" dt="2024-07-27T18:55:42.108" v="3637" actId="164"/>
          <ac:grpSpMkLst>
            <pc:docMk/>
            <pc:sldMk cId="518384142" sldId="277"/>
            <ac:grpSpMk id="10" creationId="{75A3D167-FC04-1082-B6B5-5EBD1D92AC54}"/>
          </ac:grpSpMkLst>
        </pc:grpChg>
        <pc:grpChg chg="add mod">
          <ac:chgData name="adilton junio" userId="66b3fade76ecdf97" providerId="LiveId" clId="{EB7ABBEE-FFAC-42B3-8B20-ECFF61C046EE}" dt="2024-07-27T18:55:59.060" v="3640" actId="164"/>
          <ac:grpSpMkLst>
            <pc:docMk/>
            <pc:sldMk cId="518384142" sldId="277"/>
            <ac:grpSpMk id="11" creationId="{A1C38DC7-FBE5-CB58-9AAF-68A24E2248F3}"/>
          </ac:grpSpMkLst>
        </pc:grpChg>
      </pc:sldChg>
      <pc:sldChg chg="addSp modSp modAnim">
        <pc:chgData name="adilton junio" userId="66b3fade76ecdf97" providerId="LiveId" clId="{EB7ABBEE-FFAC-42B3-8B20-ECFF61C046EE}" dt="2024-07-30T12:25:42.735" v="5626"/>
        <pc:sldMkLst>
          <pc:docMk/>
          <pc:sldMk cId="4288203392" sldId="278"/>
        </pc:sldMkLst>
        <pc:spChg chg="mod">
          <ac:chgData name="adilton junio" userId="66b3fade76ecdf97" providerId="LiveId" clId="{EB7ABBEE-FFAC-42B3-8B20-ECFF61C046EE}" dt="2024-07-27T19:02:40.751" v="3642" actId="164"/>
          <ac:spMkLst>
            <pc:docMk/>
            <pc:sldMk cId="4288203392" sldId="278"/>
            <ac:spMk id="11" creationId="{5D62F853-91CD-03F9-8832-E48B9134B710}"/>
          </ac:spMkLst>
        </pc:spChg>
        <pc:spChg chg="mod">
          <ac:chgData name="adilton junio" userId="66b3fade76ecdf97" providerId="LiveId" clId="{EB7ABBEE-FFAC-42B3-8B20-ECFF61C046EE}" dt="2024-07-27T19:03:01.094" v="3646" actId="164"/>
          <ac:spMkLst>
            <pc:docMk/>
            <pc:sldMk cId="4288203392" sldId="278"/>
            <ac:spMk id="28" creationId="{A15C927B-3422-F1A0-EEB8-DBA02555C9B5}"/>
          </ac:spMkLst>
        </pc:spChg>
        <pc:spChg chg="mod">
          <ac:chgData name="adilton junio" userId="66b3fade76ecdf97" providerId="LiveId" clId="{EB7ABBEE-FFAC-42B3-8B20-ECFF61C046EE}" dt="2024-07-27T19:03:01.094" v="3646" actId="164"/>
          <ac:spMkLst>
            <pc:docMk/>
            <pc:sldMk cId="4288203392" sldId="278"/>
            <ac:spMk id="34" creationId="{60DA8235-591F-55FE-F9E2-AFF701BBDB95}"/>
          </ac:spMkLst>
        </pc:spChg>
        <pc:grpChg chg="add mod">
          <ac:chgData name="adilton junio" userId="66b3fade76ecdf97" providerId="LiveId" clId="{EB7ABBEE-FFAC-42B3-8B20-ECFF61C046EE}" dt="2024-07-27T19:02:40.751" v="3642" actId="164"/>
          <ac:grpSpMkLst>
            <pc:docMk/>
            <pc:sldMk cId="4288203392" sldId="278"/>
            <ac:grpSpMk id="12" creationId="{2E4E7385-8E4C-909B-F293-0384338551EB}"/>
          </ac:grpSpMkLst>
        </pc:grpChg>
        <pc:grpChg chg="add mod">
          <ac:chgData name="adilton junio" userId="66b3fade76ecdf97" providerId="LiveId" clId="{EB7ABBEE-FFAC-42B3-8B20-ECFF61C046EE}" dt="2024-07-27T19:03:01.094" v="3646" actId="164"/>
          <ac:grpSpMkLst>
            <pc:docMk/>
            <pc:sldMk cId="4288203392" sldId="278"/>
            <ac:grpSpMk id="13" creationId="{56A37413-E32C-476E-454E-86D09EED708D}"/>
          </ac:grpSpMkLst>
        </pc:grpChg>
        <pc:picChg chg="mod">
          <ac:chgData name="adilton junio" userId="66b3fade76ecdf97" providerId="LiveId" clId="{EB7ABBEE-FFAC-42B3-8B20-ECFF61C046EE}" dt="2024-07-27T19:02:40.751" v="3642" actId="164"/>
          <ac:picMkLst>
            <pc:docMk/>
            <pc:sldMk cId="4288203392" sldId="278"/>
            <ac:picMk id="18" creationId="{D71D12F1-159A-B1FC-AB79-D11B7B21EE77}"/>
          </ac:picMkLst>
        </pc:picChg>
      </pc:sldChg>
      <pc:sldChg chg="addSp delSp modSp mod modAnim">
        <pc:chgData name="adilton junio" userId="66b3fade76ecdf97" providerId="LiveId" clId="{EB7ABBEE-FFAC-42B3-8B20-ECFF61C046EE}" dt="2024-07-27T20:07:23.983" v="4254"/>
        <pc:sldMkLst>
          <pc:docMk/>
          <pc:sldMk cId="942069452" sldId="280"/>
        </pc:sldMkLst>
        <pc:spChg chg="add mod">
          <ac:chgData name="adilton junio" userId="66b3fade76ecdf97" providerId="LiveId" clId="{EB7ABBEE-FFAC-42B3-8B20-ECFF61C046EE}" dt="2024-07-27T20:07:19.301" v="4253" actId="164"/>
          <ac:spMkLst>
            <pc:docMk/>
            <pc:sldMk cId="942069452" sldId="280"/>
            <ac:spMk id="7" creationId="{7814374F-DA00-422E-7A39-11138696E30A}"/>
          </ac:spMkLst>
        </pc:spChg>
        <pc:spChg chg="mod">
          <ac:chgData name="adilton junio" userId="66b3fade76ecdf97" providerId="LiveId" clId="{EB7ABBEE-FFAC-42B3-8B20-ECFF61C046EE}" dt="2024-07-27T19:03:50.376" v="3653" actId="164"/>
          <ac:spMkLst>
            <pc:docMk/>
            <pc:sldMk cId="942069452" sldId="280"/>
            <ac:spMk id="10" creationId="{00F59AF1-A885-285E-7083-E5E2D4B1F00C}"/>
          </ac:spMkLst>
        </pc:spChg>
        <pc:spChg chg="mod">
          <ac:chgData name="adilton junio" userId="66b3fade76ecdf97" providerId="LiveId" clId="{EB7ABBEE-FFAC-42B3-8B20-ECFF61C046EE}" dt="2024-07-27T19:03:50.376" v="3653" actId="164"/>
          <ac:spMkLst>
            <pc:docMk/>
            <pc:sldMk cId="942069452" sldId="280"/>
            <ac:spMk id="17" creationId="{6CD08D51-2273-AF57-C7BA-599C5CC23C35}"/>
          </ac:spMkLst>
        </pc:spChg>
        <pc:spChg chg="mod">
          <ac:chgData name="adilton junio" userId="66b3fade76ecdf97" providerId="LiveId" clId="{EB7ABBEE-FFAC-42B3-8B20-ECFF61C046EE}" dt="2024-07-27T19:03:50.376" v="3653" actId="164"/>
          <ac:spMkLst>
            <pc:docMk/>
            <pc:sldMk cId="942069452" sldId="280"/>
            <ac:spMk id="48" creationId="{9EFD82CC-AB35-FA12-36EE-8EF805E477A1}"/>
          </ac:spMkLst>
        </pc:spChg>
        <pc:spChg chg="mod">
          <ac:chgData name="adilton junio" userId="66b3fade76ecdf97" providerId="LiveId" clId="{EB7ABBEE-FFAC-42B3-8B20-ECFF61C046EE}" dt="2024-07-27T19:03:50.376" v="3653" actId="164"/>
          <ac:spMkLst>
            <pc:docMk/>
            <pc:sldMk cId="942069452" sldId="280"/>
            <ac:spMk id="49" creationId="{AE455C1F-9EF1-E8A2-D8B1-295562EE37B0}"/>
          </ac:spMkLst>
        </pc:spChg>
        <pc:spChg chg="mod">
          <ac:chgData name="adilton junio" userId="66b3fade76ecdf97" providerId="LiveId" clId="{EB7ABBEE-FFAC-42B3-8B20-ECFF61C046EE}" dt="2024-07-27T19:03:50.376" v="3653" actId="164"/>
          <ac:spMkLst>
            <pc:docMk/>
            <pc:sldMk cId="942069452" sldId="280"/>
            <ac:spMk id="72" creationId="{A0DE604E-C84F-EAFA-4FA1-F7FC4E671D22}"/>
          </ac:spMkLst>
        </pc:spChg>
        <pc:spChg chg="mod">
          <ac:chgData name="adilton junio" userId="66b3fade76ecdf97" providerId="LiveId" clId="{EB7ABBEE-FFAC-42B3-8B20-ECFF61C046EE}" dt="2024-07-27T19:03:50.376" v="3653" actId="164"/>
          <ac:spMkLst>
            <pc:docMk/>
            <pc:sldMk cId="942069452" sldId="280"/>
            <ac:spMk id="86" creationId="{E886A292-326E-B7FA-8FCE-8F572A808D99}"/>
          </ac:spMkLst>
        </pc:spChg>
        <pc:spChg chg="mod">
          <ac:chgData name="adilton junio" userId="66b3fade76ecdf97" providerId="LiveId" clId="{EB7ABBEE-FFAC-42B3-8B20-ECFF61C046EE}" dt="2024-07-27T19:03:50.376" v="3653" actId="164"/>
          <ac:spMkLst>
            <pc:docMk/>
            <pc:sldMk cId="942069452" sldId="280"/>
            <ac:spMk id="87" creationId="{25F8E8E1-B801-574E-38BC-CF8C449AE2B3}"/>
          </ac:spMkLst>
        </pc:spChg>
        <pc:spChg chg="add del mod">
          <ac:chgData name="adilton junio" userId="66b3fade76ecdf97" providerId="LiveId" clId="{EB7ABBEE-FFAC-42B3-8B20-ECFF61C046EE}" dt="2024-07-27T20:07:05.361" v="4245" actId="478"/>
          <ac:spMkLst>
            <pc:docMk/>
            <pc:sldMk cId="942069452" sldId="280"/>
            <ac:spMk id="88" creationId="{B5AF6105-5354-083B-07E3-CFBE433AC7A3}"/>
          </ac:spMkLst>
        </pc:spChg>
        <pc:spChg chg="mod">
          <ac:chgData name="adilton junio" userId="66b3fade76ecdf97" providerId="LiveId" clId="{EB7ABBEE-FFAC-42B3-8B20-ECFF61C046EE}" dt="2024-07-27T20:07:11.341" v="4251" actId="1038"/>
          <ac:spMkLst>
            <pc:docMk/>
            <pc:sldMk cId="942069452" sldId="280"/>
            <ac:spMk id="105" creationId="{0FD7C22D-A8EB-F3E1-30E1-82227D2B3989}"/>
          </ac:spMkLst>
        </pc:spChg>
        <pc:grpChg chg="add mod">
          <ac:chgData name="adilton junio" userId="66b3fade76ecdf97" providerId="LiveId" clId="{EB7ABBEE-FFAC-42B3-8B20-ECFF61C046EE}" dt="2024-07-27T20:07:19.301" v="4253" actId="164"/>
          <ac:grpSpMkLst>
            <pc:docMk/>
            <pc:sldMk cId="942069452" sldId="280"/>
            <ac:grpSpMk id="3" creationId="{6AB734E3-7FDA-65D7-915C-31C575BC6805}"/>
          </ac:grpSpMkLst>
        </pc:grpChg>
        <pc:grpChg chg="add mod">
          <ac:chgData name="adilton junio" userId="66b3fade76ecdf97" providerId="LiveId" clId="{EB7ABBEE-FFAC-42B3-8B20-ECFF61C046EE}" dt="2024-07-27T20:07:19.301" v="4253" actId="164"/>
          <ac:grpSpMkLst>
            <pc:docMk/>
            <pc:sldMk cId="942069452" sldId="280"/>
            <ac:grpSpMk id="12" creationId="{15E4860A-5348-E6A3-EE15-DA1BA516A42B}"/>
          </ac:grpSpMkLst>
        </pc:grpChg>
        <pc:cxnChg chg="mod">
          <ac:chgData name="adilton junio" userId="66b3fade76ecdf97" providerId="LiveId" clId="{EB7ABBEE-FFAC-42B3-8B20-ECFF61C046EE}" dt="2024-07-27T19:03:50.376" v="3653" actId="164"/>
          <ac:cxnSpMkLst>
            <pc:docMk/>
            <pc:sldMk cId="942069452" sldId="280"/>
            <ac:cxnSpMk id="58" creationId="{D945C55D-3848-1373-B102-5C37F05427A9}"/>
          </ac:cxnSpMkLst>
        </pc:cxnChg>
        <pc:cxnChg chg="mod">
          <ac:chgData name="adilton junio" userId="66b3fade76ecdf97" providerId="LiveId" clId="{EB7ABBEE-FFAC-42B3-8B20-ECFF61C046EE}" dt="2024-07-27T19:03:50.376" v="3653" actId="164"/>
          <ac:cxnSpMkLst>
            <pc:docMk/>
            <pc:sldMk cId="942069452" sldId="280"/>
            <ac:cxnSpMk id="70" creationId="{96710692-2685-604B-8381-B74C26191C82}"/>
          </ac:cxnSpMkLst>
        </pc:cxnChg>
        <pc:cxnChg chg="mod">
          <ac:chgData name="adilton junio" userId="66b3fade76ecdf97" providerId="LiveId" clId="{EB7ABBEE-FFAC-42B3-8B20-ECFF61C046EE}" dt="2024-07-27T19:03:50.376" v="3653" actId="164"/>
          <ac:cxnSpMkLst>
            <pc:docMk/>
            <pc:sldMk cId="942069452" sldId="280"/>
            <ac:cxnSpMk id="96" creationId="{299CA8EB-97A8-D228-77CA-129CB38A5A2F}"/>
          </ac:cxnSpMkLst>
        </pc:cxnChg>
        <pc:cxnChg chg="mod">
          <ac:chgData name="adilton junio" userId="66b3fade76ecdf97" providerId="LiveId" clId="{EB7ABBEE-FFAC-42B3-8B20-ECFF61C046EE}" dt="2024-07-27T19:03:50.376" v="3653" actId="164"/>
          <ac:cxnSpMkLst>
            <pc:docMk/>
            <pc:sldMk cId="942069452" sldId="280"/>
            <ac:cxnSpMk id="100" creationId="{2D114163-D9CF-5D61-9D3B-997208C115AC}"/>
          </ac:cxnSpMkLst>
        </pc:cxnChg>
        <pc:cxnChg chg="mod">
          <ac:chgData name="adilton junio" userId="66b3fade76ecdf97" providerId="LiveId" clId="{EB7ABBEE-FFAC-42B3-8B20-ECFF61C046EE}" dt="2024-07-27T19:03:50.376" v="3653" actId="164"/>
          <ac:cxnSpMkLst>
            <pc:docMk/>
            <pc:sldMk cId="942069452" sldId="280"/>
            <ac:cxnSpMk id="102" creationId="{F7485E65-2DC9-E888-38BA-9161DCB5FEE2}"/>
          </ac:cxnSpMkLst>
        </pc:cxnChg>
        <pc:cxnChg chg="mod">
          <ac:chgData name="adilton junio" userId="66b3fade76ecdf97" providerId="LiveId" clId="{EB7ABBEE-FFAC-42B3-8B20-ECFF61C046EE}" dt="2024-07-27T19:03:50.376" v="3653" actId="164"/>
          <ac:cxnSpMkLst>
            <pc:docMk/>
            <pc:sldMk cId="942069452" sldId="280"/>
            <ac:cxnSpMk id="104" creationId="{DF2CF84B-2D60-4D3F-E249-6FC0B0074AB3}"/>
          </ac:cxnSpMkLst>
        </pc:cxnChg>
        <pc:cxnChg chg="mod">
          <ac:chgData name="adilton junio" userId="66b3fade76ecdf97" providerId="LiveId" clId="{EB7ABBEE-FFAC-42B3-8B20-ECFF61C046EE}" dt="2024-07-27T19:03:50.376" v="3653" actId="164"/>
          <ac:cxnSpMkLst>
            <pc:docMk/>
            <pc:sldMk cId="942069452" sldId="280"/>
            <ac:cxnSpMk id="111" creationId="{F8631A54-C828-83DC-2328-6BC19344F967}"/>
          </ac:cxnSpMkLst>
        </pc:cxnChg>
        <pc:cxnChg chg="mod">
          <ac:chgData name="adilton junio" userId="66b3fade76ecdf97" providerId="LiveId" clId="{EB7ABBEE-FFAC-42B3-8B20-ECFF61C046EE}" dt="2024-07-27T20:07:11.341" v="4251" actId="1038"/>
          <ac:cxnSpMkLst>
            <pc:docMk/>
            <pc:sldMk cId="942069452" sldId="280"/>
            <ac:cxnSpMk id="116" creationId="{735F2BF1-C6B8-AE5E-FF48-02134FF63963}"/>
          </ac:cxnSpMkLst>
        </pc:cxnChg>
      </pc:sldChg>
      <pc:sldChg chg="addSp modSp mod modAnim">
        <pc:chgData name="adilton junio" userId="66b3fade76ecdf97" providerId="LiveId" clId="{EB7ABBEE-FFAC-42B3-8B20-ECFF61C046EE}" dt="2024-07-27T19:14:15.536" v="3892" actId="1036"/>
        <pc:sldMkLst>
          <pc:docMk/>
          <pc:sldMk cId="2053630702" sldId="281"/>
        </pc:sldMkLst>
        <pc:spChg chg="mod">
          <ac:chgData name="adilton junio" userId="66b3fade76ecdf97" providerId="LiveId" clId="{EB7ABBEE-FFAC-42B3-8B20-ECFF61C046EE}" dt="2024-07-27T19:04:20.050" v="3655" actId="164"/>
          <ac:spMkLst>
            <pc:docMk/>
            <pc:sldMk cId="2053630702" sldId="281"/>
            <ac:spMk id="3" creationId="{FC7BF6EB-E00D-7E0D-3F84-3147A5BB41DE}"/>
          </ac:spMkLst>
        </pc:spChg>
        <pc:spChg chg="mod">
          <ac:chgData name="adilton junio" userId="66b3fade76ecdf97" providerId="LiveId" clId="{EB7ABBEE-FFAC-42B3-8B20-ECFF61C046EE}" dt="2024-07-27T19:04:20.050" v="3655" actId="164"/>
          <ac:spMkLst>
            <pc:docMk/>
            <pc:sldMk cId="2053630702" sldId="281"/>
            <ac:spMk id="10" creationId="{27E47613-2086-8889-2DA3-636737A44255}"/>
          </ac:spMkLst>
        </pc:spChg>
        <pc:spChg chg="mod">
          <ac:chgData name="adilton junio" userId="66b3fade76ecdf97" providerId="LiveId" clId="{EB7ABBEE-FFAC-42B3-8B20-ECFF61C046EE}" dt="2024-07-27T19:04:20.050" v="3655" actId="164"/>
          <ac:spMkLst>
            <pc:docMk/>
            <pc:sldMk cId="2053630702" sldId="281"/>
            <ac:spMk id="11" creationId="{E9DD0510-2C0C-9065-7A68-228BD95F2AB2}"/>
          </ac:spMkLst>
        </pc:spChg>
        <pc:spChg chg="mod">
          <ac:chgData name="adilton junio" userId="66b3fade76ecdf97" providerId="LiveId" clId="{EB7ABBEE-FFAC-42B3-8B20-ECFF61C046EE}" dt="2024-07-27T19:04:20.050" v="3655" actId="164"/>
          <ac:spMkLst>
            <pc:docMk/>
            <pc:sldMk cId="2053630702" sldId="281"/>
            <ac:spMk id="12" creationId="{E8174C7E-53F8-CB03-B52A-3A7136E340D3}"/>
          </ac:spMkLst>
        </pc:spChg>
        <pc:spChg chg="mod">
          <ac:chgData name="adilton junio" userId="66b3fade76ecdf97" providerId="LiveId" clId="{EB7ABBEE-FFAC-42B3-8B20-ECFF61C046EE}" dt="2024-07-27T19:13:53.751" v="3864" actId="20577"/>
          <ac:spMkLst>
            <pc:docMk/>
            <pc:sldMk cId="2053630702" sldId="281"/>
            <ac:spMk id="14" creationId="{1D3744D2-3268-3825-E90C-D882D5915201}"/>
          </ac:spMkLst>
        </pc:spChg>
        <pc:spChg chg="mod">
          <ac:chgData name="adilton junio" userId="66b3fade76ecdf97" providerId="LiveId" clId="{EB7ABBEE-FFAC-42B3-8B20-ECFF61C046EE}" dt="2024-07-27T19:04:20.050" v="3655" actId="164"/>
          <ac:spMkLst>
            <pc:docMk/>
            <pc:sldMk cId="2053630702" sldId="281"/>
            <ac:spMk id="15" creationId="{86092138-BD00-A438-4A5E-61F36D663977}"/>
          </ac:spMkLst>
        </pc:spChg>
        <pc:spChg chg="mod">
          <ac:chgData name="adilton junio" userId="66b3fade76ecdf97" providerId="LiveId" clId="{EB7ABBEE-FFAC-42B3-8B20-ECFF61C046EE}" dt="2024-07-27T19:04:20.050" v="3655" actId="164"/>
          <ac:spMkLst>
            <pc:docMk/>
            <pc:sldMk cId="2053630702" sldId="281"/>
            <ac:spMk id="16" creationId="{6616F89B-4506-6B3F-79BB-044E327DC70B}"/>
          </ac:spMkLst>
        </pc:spChg>
        <pc:spChg chg="mod">
          <ac:chgData name="adilton junio" userId="66b3fade76ecdf97" providerId="LiveId" clId="{EB7ABBEE-FFAC-42B3-8B20-ECFF61C046EE}" dt="2024-07-27T19:04:20.050" v="3655" actId="164"/>
          <ac:spMkLst>
            <pc:docMk/>
            <pc:sldMk cId="2053630702" sldId="281"/>
            <ac:spMk id="18" creationId="{415B0D8E-C1BD-B522-EC7F-7F1954A89333}"/>
          </ac:spMkLst>
        </pc:spChg>
        <pc:spChg chg="mod">
          <ac:chgData name="adilton junio" userId="66b3fade76ecdf97" providerId="LiveId" clId="{EB7ABBEE-FFAC-42B3-8B20-ECFF61C046EE}" dt="2024-07-27T19:04:20.050" v="3655" actId="164"/>
          <ac:spMkLst>
            <pc:docMk/>
            <pc:sldMk cId="2053630702" sldId="281"/>
            <ac:spMk id="19" creationId="{353D303B-B035-D8BA-8D64-E4E682F56D3B}"/>
          </ac:spMkLst>
        </pc:spChg>
        <pc:spChg chg="mod">
          <ac:chgData name="adilton junio" userId="66b3fade76ecdf97" providerId="LiveId" clId="{EB7ABBEE-FFAC-42B3-8B20-ECFF61C046EE}" dt="2024-07-27T19:04:20.050" v="3655" actId="164"/>
          <ac:spMkLst>
            <pc:docMk/>
            <pc:sldMk cId="2053630702" sldId="281"/>
            <ac:spMk id="20" creationId="{9A43987F-E7D5-225D-1A27-E0B450B9249F}"/>
          </ac:spMkLst>
        </pc:spChg>
        <pc:spChg chg="mod">
          <ac:chgData name="adilton junio" userId="66b3fade76ecdf97" providerId="LiveId" clId="{EB7ABBEE-FFAC-42B3-8B20-ECFF61C046EE}" dt="2024-07-27T19:05:57.224" v="3662" actId="164"/>
          <ac:spMkLst>
            <pc:docMk/>
            <pc:sldMk cId="2053630702" sldId="281"/>
            <ac:spMk id="24" creationId="{53BD7D7D-B52E-2B8A-1996-E3CCD928A4F8}"/>
          </ac:spMkLst>
        </pc:spChg>
        <pc:spChg chg="mod">
          <ac:chgData name="adilton junio" userId="66b3fade76ecdf97" providerId="LiveId" clId="{EB7ABBEE-FFAC-42B3-8B20-ECFF61C046EE}" dt="2024-07-27T19:05:57.224" v="3662" actId="164"/>
          <ac:spMkLst>
            <pc:docMk/>
            <pc:sldMk cId="2053630702" sldId="281"/>
            <ac:spMk id="26" creationId="{93DD0F9A-89C8-D9DF-AE72-D16BFF9F5D13}"/>
          </ac:spMkLst>
        </pc:spChg>
        <pc:spChg chg="mod">
          <ac:chgData name="adilton junio" userId="66b3fade76ecdf97" providerId="LiveId" clId="{EB7ABBEE-FFAC-42B3-8B20-ECFF61C046EE}" dt="2024-07-27T19:05:57.224" v="3662" actId="164"/>
          <ac:spMkLst>
            <pc:docMk/>
            <pc:sldMk cId="2053630702" sldId="281"/>
            <ac:spMk id="27" creationId="{AE1D638E-B05C-4489-6A35-F46D56C9BB75}"/>
          </ac:spMkLst>
        </pc:spChg>
        <pc:spChg chg="mod">
          <ac:chgData name="adilton junio" userId="66b3fade76ecdf97" providerId="LiveId" clId="{EB7ABBEE-FFAC-42B3-8B20-ECFF61C046EE}" dt="2024-07-27T19:04:29.210" v="3656" actId="164"/>
          <ac:spMkLst>
            <pc:docMk/>
            <pc:sldMk cId="2053630702" sldId="281"/>
            <ac:spMk id="35" creationId="{120F725B-3414-4F72-505D-C3B7EBFD2D0A}"/>
          </ac:spMkLst>
        </pc:spChg>
        <pc:spChg chg="mod">
          <ac:chgData name="adilton junio" userId="66b3fade76ecdf97" providerId="LiveId" clId="{EB7ABBEE-FFAC-42B3-8B20-ECFF61C046EE}" dt="2024-07-27T19:04:29.210" v="3656" actId="164"/>
          <ac:spMkLst>
            <pc:docMk/>
            <pc:sldMk cId="2053630702" sldId="281"/>
            <ac:spMk id="37" creationId="{0CAF2F66-E424-C1B0-5270-A8EACDB9A98F}"/>
          </ac:spMkLst>
        </pc:spChg>
        <pc:spChg chg="mod">
          <ac:chgData name="adilton junio" userId="66b3fade76ecdf97" providerId="LiveId" clId="{EB7ABBEE-FFAC-42B3-8B20-ECFF61C046EE}" dt="2024-07-27T19:04:20.050" v="3655" actId="164"/>
          <ac:spMkLst>
            <pc:docMk/>
            <pc:sldMk cId="2053630702" sldId="281"/>
            <ac:spMk id="46" creationId="{0BA273BB-12B4-7B2D-3C3B-88DA6761AE3A}"/>
          </ac:spMkLst>
        </pc:spChg>
        <pc:spChg chg="mod">
          <ac:chgData name="adilton junio" userId="66b3fade76ecdf97" providerId="LiveId" clId="{EB7ABBEE-FFAC-42B3-8B20-ECFF61C046EE}" dt="2024-07-27T19:04:20.050" v="3655" actId="164"/>
          <ac:spMkLst>
            <pc:docMk/>
            <pc:sldMk cId="2053630702" sldId="281"/>
            <ac:spMk id="53" creationId="{9D306FAD-7E02-104C-B79C-EDB6ACFE4449}"/>
          </ac:spMkLst>
        </pc:spChg>
        <pc:spChg chg="mod">
          <ac:chgData name="adilton junio" userId="66b3fade76ecdf97" providerId="LiveId" clId="{EB7ABBEE-FFAC-42B3-8B20-ECFF61C046EE}" dt="2024-07-27T19:04:20.050" v="3655" actId="164"/>
          <ac:spMkLst>
            <pc:docMk/>
            <pc:sldMk cId="2053630702" sldId="281"/>
            <ac:spMk id="58" creationId="{55C1FAED-F330-68C9-DD31-83A89821F693}"/>
          </ac:spMkLst>
        </pc:spChg>
        <pc:spChg chg="mod">
          <ac:chgData name="adilton junio" userId="66b3fade76ecdf97" providerId="LiveId" clId="{EB7ABBEE-FFAC-42B3-8B20-ECFF61C046EE}" dt="2024-07-27T19:14:11.857" v="3884" actId="1036"/>
          <ac:spMkLst>
            <pc:docMk/>
            <pc:sldMk cId="2053630702" sldId="281"/>
            <ac:spMk id="69" creationId="{FC60B356-1ADE-381F-211A-58EAAC72A0C0}"/>
          </ac:spMkLst>
        </pc:spChg>
        <pc:spChg chg="mod">
          <ac:chgData name="adilton junio" userId="66b3fade76ecdf97" providerId="LiveId" clId="{EB7ABBEE-FFAC-42B3-8B20-ECFF61C046EE}" dt="2024-07-27T19:14:15.536" v="3892" actId="1036"/>
          <ac:spMkLst>
            <pc:docMk/>
            <pc:sldMk cId="2053630702" sldId="281"/>
            <ac:spMk id="72" creationId="{2B2252D7-BDB0-0800-4153-D51498FB71FE}"/>
          </ac:spMkLst>
        </pc:spChg>
        <pc:spChg chg="mod">
          <ac:chgData name="adilton junio" userId="66b3fade76ecdf97" providerId="LiveId" clId="{EB7ABBEE-FFAC-42B3-8B20-ECFF61C046EE}" dt="2024-07-27T19:13:53.751" v="3864" actId="20577"/>
          <ac:spMkLst>
            <pc:docMk/>
            <pc:sldMk cId="2053630702" sldId="281"/>
            <ac:spMk id="73" creationId="{65843819-16A7-23E6-11AF-74F186A3000C}"/>
          </ac:spMkLst>
        </pc:spChg>
        <pc:grpChg chg="add mod">
          <ac:chgData name="adilton junio" userId="66b3fade76ecdf97" providerId="LiveId" clId="{EB7ABBEE-FFAC-42B3-8B20-ECFF61C046EE}" dt="2024-07-27T19:04:20.050" v="3655" actId="164"/>
          <ac:grpSpMkLst>
            <pc:docMk/>
            <pc:sldMk cId="2053630702" sldId="281"/>
            <ac:grpSpMk id="21" creationId="{EB44BEF3-A4C6-BB7F-FF58-DAFA6D61E231}"/>
          </ac:grpSpMkLst>
        </pc:grpChg>
        <pc:grpChg chg="add mod">
          <ac:chgData name="adilton junio" userId="66b3fade76ecdf97" providerId="LiveId" clId="{EB7ABBEE-FFAC-42B3-8B20-ECFF61C046EE}" dt="2024-07-27T19:04:29.210" v="3656" actId="164"/>
          <ac:grpSpMkLst>
            <pc:docMk/>
            <pc:sldMk cId="2053630702" sldId="281"/>
            <ac:grpSpMk id="22" creationId="{E445E0D7-5EED-66A1-BEB1-5ED5C2ABB559}"/>
          </ac:grpSpMkLst>
        </pc:grpChg>
        <pc:grpChg chg="add mod">
          <ac:chgData name="adilton junio" userId="66b3fade76ecdf97" providerId="LiveId" clId="{EB7ABBEE-FFAC-42B3-8B20-ECFF61C046EE}" dt="2024-07-27T19:13:53.751" v="3864" actId="20577"/>
          <ac:grpSpMkLst>
            <pc:docMk/>
            <pc:sldMk cId="2053630702" sldId="281"/>
            <ac:grpSpMk id="23" creationId="{8BD72A79-59DA-AF80-7311-94D897C6DC68}"/>
          </ac:grpSpMkLst>
        </pc:grpChg>
        <pc:grpChg chg="add mod">
          <ac:chgData name="adilton junio" userId="66b3fade76ecdf97" providerId="LiveId" clId="{EB7ABBEE-FFAC-42B3-8B20-ECFF61C046EE}" dt="2024-07-27T19:05:57.224" v="3662" actId="164"/>
          <ac:grpSpMkLst>
            <pc:docMk/>
            <pc:sldMk cId="2053630702" sldId="281"/>
            <ac:grpSpMk id="25" creationId="{3C66D591-F84B-D338-1B81-26D53004AA22}"/>
          </ac:grpSpMkLst>
        </pc:grpChg>
        <pc:grpChg chg="mod">
          <ac:chgData name="adilton junio" userId="66b3fade76ecdf97" providerId="LiveId" clId="{EB7ABBEE-FFAC-42B3-8B20-ECFF61C046EE}" dt="2024-07-27T19:04:20.050" v="3655" actId="164"/>
          <ac:grpSpMkLst>
            <pc:docMk/>
            <pc:sldMk cId="2053630702" sldId="281"/>
            <ac:grpSpMk id="34" creationId="{AEEF91CA-45FB-D1F1-080F-8302C4AF77B5}"/>
          </ac:grpSpMkLst>
        </pc:grpChg>
        <pc:cxnChg chg="mod">
          <ac:chgData name="adilton junio" userId="66b3fade76ecdf97" providerId="LiveId" clId="{EB7ABBEE-FFAC-42B3-8B20-ECFF61C046EE}" dt="2024-07-27T19:04:20.050" v="3655" actId="164"/>
          <ac:cxnSpMkLst>
            <pc:docMk/>
            <pc:sldMk cId="2053630702" sldId="281"/>
            <ac:cxnSpMk id="5" creationId="{54F71E4B-75EB-F637-034E-CAB06CB4CE21}"/>
          </ac:cxnSpMkLst>
        </pc:cxnChg>
        <pc:cxnChg chg="mod">
          <ac:chgData name="adilton junio" userId="66b3fade76ecdf97" providerId="LiveId" clId="{EB7ABBEE-FFAC-42B3-8B20-ECFF61C046EE}" dt="2024-07-27T19:04:20.050" v="3655" actId="164"/>
          <ac:cxnSpMkLst>
            <pc:docMk/>
            <pc:sldMk cId="2053630702" sldId="281"/>
            <ac:cxnSpMk id="7" creationId="{8C19D695-CCF3-5C67-A0D8-DF1B321042AE}"/>
          </ac:cxnSpMkLst>
        </pc:cxnChg>
        <pc:cxnChg chg="mod">
          <ac:chgData name="adilton junio" userId="66b3fade76ecdf97" providerId="LiveId" clId="{EB7ABBEE-FFAC-42B3-8B20-ECFF61C046EE}" dt="2024-07-27T19:04:20.050" v="3655" actId="164"/>
          <ac:cxnSpMkLst>
            <pc:docMk/>
            <pc:sldMk cId="2053630702" sldId="281"/>
            <ac:cxnSpMk id="13" creationId="{77C55F1C-5BD5-DF76-2F5F-1ED7DF903812}"/>
          </ac:cxnSpMkLst>
        </pc:cxnChg>
        <pc:cxnChg chg="mod">
          <ac:chgData name="adilton junio" userId="66b3fade76ecdf97" providerId="LiveId" clId="{EB7ABBEE-FFAC-42B3-8B20-ECFF61C046EE}" dt="2024-07-27T19:04:20.050" v="3655" actId="164"/>
          <ac:cxnSpMkLst>
            <pc:docMk/>
            <pc:sldMk cId="2053630702" sldId="281"/>
            <ac:cxnSpMk id="17" creationId="{8F91AF59-2EF3-64DF-7896-03F59E9EA565}"/>
          </ac:cxnSpMkLst>
        </pc:cxnChg>
      </pc:sldChg>
      <pc:sldChg chg="addSp delSp modSp mod modAnim">
        <pc:chgData name="adilton junio" userId="66b3fade76ecdf97" providerId="LiveId" clId="{EB7ABBEE-FFAC-42B3-8B20-ECFF61C046EE}" dt="2024-07-30T12:19:38.586" v="5585"/>
        <pc:sldMkLst>
          <pc:docMk/>
          <pc:sldMk cId="709303475" sldId="282"/>
        </pc:sldMkLst>
        <pc:spChg chg="mod">
          <ac:chgData name="adilton junio" userId="66b3fade76ecdf97" providerId="LiveId" clId="{EB7ABBEE-FFAC-42B3-8B20-ECFF61C046EE}" dt="2024-07-27T19:06:41.901" v="3668" actId="164"/>
          <ac:spMkLst>
            <pc:docMk/>
            <pc:sldMk cId="709303475" sldId="282"/>
            <ac:spMk id="3" creationId="{D6E2BBEE-A50B-3756-DF69-8E4189A5A928}"/>
          </ac:spMkLst>
        </pc:spChg>
        <pc:spChg chg="mod">
          <ac:chgData name="adilton junio" userId="66b3fade76ecdf97" providerId="LiveId" clId="{EB7ABBEE-FFAC-42B3-8B20-ECFF61C046EE}" dt="2024-07-27T19:06:31.088" v="3666" actId="164"/>
          <ac:spMkLst>
            <pc:docMk/>
            <pc:sldMk cId="709303475" sldId="282"/>
            <ac:spMk id="21" creationId="{BF8FFA2B-2776-DE3F-679E-227563589BD9}"/>
          </ac:spMkLst>
        </pc:spChg>
        <pc:spChg chg="mod">
          <ac:chgData name="adilton junio" userId="66b3fade76ecdf97" providerId="LiveId" clId="{EB7ABBEE-FFAC-42B3-8B20-ECFF61C046EE}" dt="2024-07-27T19:06:31.088" v="3666" actId="164"/>
          <ac:spMkLst>
            <pc:docMk/>
            <pc:sldMk cId="709303475" sldId="282"/>
            <ac:spMk id="22" creationId="{29CCD146-9179-887E-B55D-A39C4FE7F7F6}"/>
          </ac:spMkLst>
        </pc:spChg>
        <pc:spChg chg="del">
          <ac:chgData name="adilton junio" userId="66b3fade76ecdf97" providerId="LiveId" clId="{EB7ABBEE-FFAC-42B3-8B20-ECFF61C046EE}" dt="2024-07-30T12:18:58.346" v="5545" actId="478"/>
          <ac:spMkLst>
            <pc:docMk/>
            <pc:sldMk cId="709303475" sldId="282"/>
            <ac:spMk id="23" creationId="{4871CC2C-EA83-BD61-5E01-2D1DEA80B420}"/>
          </ac:spMkLst>
        </pc:spChg>
        <pc:spChg chg="mod">
          <ac:chgData name="adilton junio" userId="66b3fade76ecdf97" providerId="LiveId" clId="{EB7ABBEE-FFAC-42B3-8B20-ECFF61C046EE}" dt="2024-07-27T19:06:41.901" v="3668" actId="164"/>
          <ac:spMkLst>
            <pc:docMk/>
            <pc:sldMk cId="709303475" sldId="282"/>
            <ac:spMk id="68" creationId="{CBA9979A-1C76-3565-1FE7-302B634F70A5}"/>
          </ac:spMkLst>
        </pc:spChg>
        <pc:spChg chg="mod">
          <ac:chgData name="adilton junio" userId="66b3fade76ecdf97" providerId="LiveId" clId="{EB7ABBEE-FFAC-42B3-8B20-ECFF61C046EE}" dt="2024-07-27T19:06:20.510" v="3665" actId="164"/>
          <ac:spMkLst>
            <pc:docMk/>
            <pc:sldMk cId="709303475" sldId="282"/>
            <ac:spMk id="69" creationId="{FC60B356-1ADE-381F-211A-58EAAC72A0C0}"/>
          </ac:spMkLst>
        </pc:spChg>
        <pc:spChg chg="mod">
          <ac:chgData name="adilton junio" userId="66b3fade76ecdf97" providerId="LiveId" clId="{EB7ABBEE-FFAC-42B3-8B20-ECFF61C046EE}" dt="2024-07-27T19:06:41.901" v="3668" actId="164"/>
          <ac:spMkLst>
            <pc:docMk/>
            <pc:sldMk cId="709303475" sldId="282"/>
            <ac:spMk id="70" creationId="{78B341C4-2B1A-F076-C254-B6068E0B7310}"/>
          </ac:spMkLst>
        </pc:spChg>
        <pc:spChg chg="mod">
          <ac:chgData name="adilton junio" userId="66b3fade76ecdf97" providerId="LiveId" clId="{EB7ABBEE-FFAC-42B3-8B20-ECFF61C046EE}" dt="2024-07-27T19:06:20.510" v="3665" actId="164"/>
          <ac:spMkLst>
            <pc:docMk/>
            <pc:sldMk cId="709303475" sldId="282"/>
            <ac:spMk id="72" creationId="{2B2252D7-BDB0-0800-4153-D51498FB71FE}"/>
          </ac:spMkLst>
        </pc:spChg>
        <pc:grpChg chg="add mod">
          <ac:chgData name="adilton junio" userId="66b3fade76ecdf97" providerId="LiveId" clId="{EB7ABBEE-FFAC-42B3-8B20-ECFF61C046EE}" dt="2024-07-30T12:19:35.474" v="5582" actId="164"/>
          <ac:grpSpMkLst>
            <pc:docMk/>
            <pc:sldMk cId="709303475" sldId="282"/>
            <ac:grpSpMk id="5" creationId="{31262079-805D-06CD-A00C-C41735C65169}"/>
          </ac:grpSpMkLst>
        </pc:grpChg>
        <pc:grpChg chg="add mod">
          <ac:chgData name="adilton junio" userId="66b3fade76ecdf97" providerId="LiveId" clId="{EB7ABBEE-FFAC-42B3-8B20-ECFF61C046EE}" dt="2024-07-27T19:06:20.510" v="3665" actId="164"/>
          <ac:grpSpMkLst>
            <pc:docMk/>
            <pc:sldMk cId="709303475" sldId="282"/>
            <ac:grpSpMk id="5" creationId="{55E224CD-CDD5-7295-238B-DC3E0DEAF107}"/>
          </ac:grpSpMkLst>
        </pc:grpChg>
        <pc:grpChg chg="add mod">
          <ac:chgData name="adilton junio" userId="66b3fade76ecdf97" providerId="LiveId" clId="{EB7ABBEE-FFAC-42B3-8B20-ECFF61C046EE}" dt="2024-07-30T12:19:35.474" v="5582" actId="164"/>
          <ac:grpSpMkLst>
            <pc:docMk/>
            <pc:sldMk cId="709303475" sldId="282"/>
            <ac:grpSpMk id="7" creationId="{341B8275-99E3-BE26-A299-818FF7489D05}"/>
          </ac:grpSpMkLst>
        </pc:grpChg>
        <pc:grpChg chg="add mod">
          <ac:chgData name="adilton junio" userId="66b3fade76ecdf97" providerId="LiveId" clId="{EB7ABBEE-FFAC-42B3-8B20-ECFF61C046EE}" dt="2024-07-27T19:06:41.901" v="3668" actId="164"/>
          <ac:grpSpMkLst>
            <pc:docMk/>
            <pc:sldMk cId="709303475" sldId="282"/>
            <ac:grpSpMk id="10" creationId="{1692ED15-9D4D-1790-FE11-B3B901E6EA4F}"/>
          </ac:grpSpMkLst>
        </pc:grpChg>
        <pc:grpChg chg="mod">
          <ac:chgData name="adilton junio" userId="66b3fade76ecdf97" providerId="LiveId" clId="{EB7ABBEE-FFAC-42B3-8B20-ECFF61C046EE}" dt="2024-07-30T12:19:35.474" v="5582" actId="164"/>
          <ac:grpSpMkLst>
            <pc:docMk/>
            <pc:sldMk cId="709303475" sldId="282"/>
            <ac:grpSpMk id="66" creationId="{D1C253F6-0F54-16EE-6D6F-4C230A354028}"/>
          </ac:grpSpMkLst>
        </pc:grpChg>
      </pc:sldChg>
      <pc:sldChg chg="addSp delSp modSp mod modAnim">
        <pc:chgData name="adilton junio" userId="66b3fade76ecdf97" providerId="LiveId" clId="{EB7ABBEE-FFAC-42B3-8B20-ECFF61C046EE}" dt="2024-07-27T19:18:10.591" v="3969" actId="1038"/>
        <pc:sldMkLst>
          <pc:docMk/>
          <pc:sldMk cId="1493695729" sldId="283"/>
        </pc:sldMkLst>
        <pc:spChg chg="mod">
          <ac:chgData name="adilton junio" userId="66b3fade76ecdf97" providerId="LiveId" clId="{EB7ABBEE-FFAC-42B3-8B20-ECFF61C046EE}" dt="2024-07-27T19:11:01.179" v="3754" actId="164"/>
          <ac:spMkLst>
            <pc:docMk/>
            <pc:sldMk cId="1493695729" sldId="283"/>
            <ac:spMk id="3" creationId="{ECEB0223-961C-9ED0-FE6E-DB237DC6B2CE}"/>
          </ac:spMkLst>
        </pc:spChg>
        <pc:spChg chg="add del mod">
          <ac:chgData name="adilton junio" userId="66b3fade76ecdf97" providerId="LiveId" clId="{EB7ABBEE-FFAC-42B3-8B20-ECFF61C046EE}" dt="2024-07-27T19:08:02.534" v="3679" actId="478"/>
          <ac:spMkLst>
            <pc:docMk/>
            <pc:sldMk cId="1493695729" sldId="283"/>
            <ac:spMk id="7" creationId="{040C1815-C893-1230-08B5-9110B31C1C55}"/>
          </ac:spMkLst>
        </pc:spChg>
        <pc:spChg chg="mod">
          <ac:chgData name="adilton junio" userId="66b3fade76ecdf97" providerId="LiveId" clId="{EB7ABBEE-FFAC-42B3-8B20-ECFF61C046EE}" dt="2024-07-27T19:15:21.218" v="3957" actId="1076"/>
          <ac:spMkLst>
            <pc:docMk/>
            <pc:sldMk cId="1493695729" sldId="283"/>
            <ac:spMk id="38" creationId="{80555AE1-ECDF-CA6E-07DA-93B78ADB38C5}"/>
          </ac:spMkLst>
        </pc:spChg>
        <pc:spChg chg="mod">
          <ac:chgData name="adilton junio" userId="66b3fade76ecdf97" providerId="LiveId" clId="{EB7ABBEE-FFAC-42B3-8B20-ECFF61C046EE}" dt="2024-07-27T19:18:06.544" v="3964" actId="1036"/>
          <ac:spMkLst>
            <pc:docMk/>
            <pc:sldMk cId="1493695729" sldId="283"/>
            <ac:spMk id="41" creationId="{D4455AD6-940A-835D-90BA-9BF3620BADF0}"/>
          </ac:spMkLst>
        </pc:spChg>
        <pc:spChg chg="mod">
          <ac:chgData name="adilton junio" userId="66b3fade76ecdf97" providerId="LiveId" clId="{EB7ABBEE-FFAC-42B3-8B20-ECFF61C046EE}" dt="2024-07-27T19:11:01.179" v="3754" actId="164"/>
          <ac:spMkLst>
            <pc:docMk/>
            <pc:sldMk cId="1493695729" sldId="283"/>
            <ac:spMk id="46" creationId="{6CE3F873-CFD4-78FC-4F2E-CB254F51C454}"/>
          </ac:spMkLst>
        </pc:spChg>
        <pc:spChg chg="mod">
          <ac:chgData name="adilton junio" userId="66b3fade76ecdf97" providerId="LiveId" clId="{EB7ABBEE-FFAC-42B3-8B20-ECFF61C046EE}" dt="2024-07-27T19:14:42.689" v="3934" actId="1035"/>
          <ac:spMkLst>
            <pc:docMk/>
            <pc:sldMk cId="1493695729" sldId="283"/>
            <ac:spMk id="47" creationId="{8F3CC78F-F5C4-6AD3-67A2-893E206B51FF}"/>
          </ac:spMkLst>
        </pc:spChg>
        <pc:spChg chg="mod">
          <ac:chgData name="adilton junio" userId="66b3fade76ecdf97" providerId="LiveId" clId="{EB7ABBEE-FFAC-42B3-8B20-ECFF61C046EE}" dt="2024-07-27T19:12:28.223" v="3849" actId="14100"/>
          <ac:spMkLst>
            <pc:docMk/>
            <pc:sldMk cId="1493695729" sldId="283"/>
            <ac:spMk id="49" creationId="{74F00A24-348B-E5A7-2721-AE25A6F8FA34}"/>
          </ac:spMkLst>
        </pc:spChg>
        <pc:spChg chg="mod">
          <ac:chgData name="adilton junio" userId="66b3fade76ecdf97" providerId="LiveId" clId="{EB7ABBEE-FFAC-42B3-8B20-ECFF61C046EE}" dt="2024-07-27T19:12:38.851" v="3853" actId="14100"/>
          <ac:spMkLst>
            <pc:docMk/>
            <pc:sldMk cId="1493695729" sldId="283"/>
            <ac:spMk id="51" creationId="{D7410D5C-FA9C-5B17-2578-7758DA61F673}"/>
          </ac:spMkLst>
        </pc:spChg>
        <pc:spChg chg="mod">
          <ac:chgData name="adilton junio" userId="66b3fade76ecdf97" providerId="LiveId" clId="{EB7ABBEE-FFAC-42B3-8B20-ECFF61C046EE}" dt="2024-07-27T19:11:01.179" v="3754" actId="164"/>
          <ac:spMkLst>
            <pc:docMk/>
            <pc:sldMk cId="1493695729" sldId="283"/>
            <ac:spMk id="52" creationId="{8D68BDB9-6218-01C7-DCF0-ABD8AB5002F4}"/>
          </ac:spMkLst>
        </pc:spChg>
        <pc:spChg chg="mod">
          <ac:chgData name="adilton junio" userId="66b3fade76ecdf97" providerId="LiveId" clId="{EB7ABBEE-FFAC-42B3-8B20-ECFF61C046EE}" dt="2024-07-27T19:09:25.031" v="3701" actId="164"/>
          <ac:spMkLst>
            <pc:docMk/>
            <pc:sldMk cId="1493695729" sldId="283"/>
            <ac:spMk id="53" creationId="{398F99E4-B5A7-6CDD-02C2-169D126C6ED8}"/>
          </ac:spMkLst>
        </pc:spChg>
        <pc:spChg chg="mod">
          <ac:chgData name="adilton junio" userId="66b3fade76ecdf97" providerId="LiveId" clId="{EB7ABBEE-FFAC-42B3-8B20-ECFF61C046EE}" dt="2024-07-27T19:09:25.031" v="3701" actId="164"/>
          <ac:spMkLst>
            <pc:docMk/>
            <pc:sldMk cId="1493695729" sldId="283"/>
            <ac:spMk id="58" creationId="{083C315A-3BF7-4F69-C2F4-35E564A4B9FC}"/>
          </ac:spMkLst>
        </pc:spChg>
        <pc:spChg chg="mod">
          <ac:chgData name="adilton junio" userId="66b3fade76ecdf97" providerId="LiveId" clId="{EB7ABBEE-FFAC-42B3-8B20-ECFF61C046EE}" dt="2024-07-27T19:14:45.417" v="3942" actId="1035"/>
          <ac:spMkLst>
            <pc:docMk/>
            <pc:sldMk cId="1493695729" sldId="283"/>
            <ac:spMk id="60" creationId="{BAFC1A89-B747-BA6C-AE26-BE7AE41FEF49}"/>
          </ac:spMkLst>
        </pc:spChg>
        <pc:spChg chg="mod">
          <ac:chgData name="adilton junio" userId="66b3fade76ecdf97" providerId="LiveId" clId="{EB7ABBEE-FFAC-42B3-8B20-ECFF61C046EE}" dt="2024-07-27T19:15:57.469" v="3963" actId="6549"/>
          <ac:spMkLst>
            <pc:docMk/>
            <pc:sldMk cId="1493695729" sldId="283"/>
            <ac:spMk id="70" creationId="{78B341C4-2B1A-F076-C254-B6068E0B7310}"/>
          </ac:spMkLst>
        </pc:spChg>
        <pc:grpChg chg="mod">
          <ac:chgData name="adilton junio" userId="66b3fade76ecdf97" providerId="LiveId" clId="{EB7ABBEE-FFAC-42B3-8B20-ECFF61C046EE}" dt="2024-07-27T19:14:52.858" v="3955" actId="1036"/>
          <ac:grpSpMkLst>
            <pc:docMk/>
            <pc:sldMk cId="1493695729" sldId="283"/>
            <ac:grpSpMk id="5" creationId="{C2D72D7D-6594-8519-12DC-7CC8AC0EBBDA}"/>
          </ac:grpSpMkLst>
        </pc:grpChg>
        <pc:grpChg chg="add mod">
          <ac:chgData name="adilton junio" userId="66b3fade76ecdf97" providerId="LiveId" clId="{EB7ABBEE-FFAC-42B3-8B20-ECFF61C046EE}" dt="2024-07-27T19:18:07.718" v="3965" actId="1035"/>
          <ac:grpSpMkLst>
            <pc:docMk/>
            <pc:sldMk cId="1493695729" sldId="283"/>
            <ac:grpSpMk id="10" creationId="{A0AD6854-6CB6-FEA5-222C-F65F0E764922}"/>
          </ac:grpSpMkLst>
        </pc:grpChg>
        <pc:grpChg chg="add mod">
          <ac:chgData name="adilton junio" userId="66b3fade76ecdf97" providerId="LiveId" clId="{EB7ABBEE-FFAC-42B3-8B20-ECFF61C046EE}" dt="2024-07-27T19:18:10.591" v="3969" actId="1038"/>
          <ac:grpSpMkLst>
            <pc:docMk/>
            <pc:sldMk cId="1493695729" sldId="283"/>
            <ac:grpSpMk id="11" creationId="{CEB7F8C0-8341-B952-863F-0E3BC3310E54}"/>
          </ac:grpSpMkLst>
        </pc:grpChg>
        <pc:grpChg chg="add mod">
          <ac:chgData name="adilton junio" userId="66b3fade76ecdf97" providerId="LiveId" clId="{EB7ABBEE-FFAC-42B3-8B20-ECFF61C046EE}" dt="2024-07-27T19:11:01.179" v="3754" actId="164"/>
          <ac:grpSpMkLst>
            <pc:docMk/>
            <pc:sldMk cId="1493695729" sldId="283"/>
            <ac:grpSpMk id="12" creationId="{57EB3CE9-4474-6FC1-05DC-BA35C505E577}"/>
          </ac:grpSpMkLst>
        </pc:grpChg>
      </pc:sldChg>
      <pc:sldChg chg="addSp modSp modAnim">
        <pc:chgData name="adilton junio" userId="66b3fade76ecdf97" providerId="LiveId" clId="{EB7ABBEE-FFAC-42B3-8B20-ECFF61C046EE}" dt="2024-07-27T19:18:36.560" v="3974"/>
        <pc:sldMkLst>
          <pc:docMk/>
          <pc:sldMk cId="3344201209" sldId="284"/>
        </pc:sldMkLst>
        <pc:spChg chg="mod">
          <ac:chgData name="adilton junio" userId="66b3fade76ecdf97" providerId="LiveId" clId="{EB7ABBEE-FFAC-42B3-8B20-ECFF61C046EE}" dt="2024-07-27T19:18:35.572" v="3973" actId="164"/>
          <ac:spMkLst>
            <pc:docMk/>
            <pc:sldMk cId="3344201209" sldId="284"/>
            <ac:spMk id="13" creationId="{68997FA5-A91D-0242-EA20-777EEF54C76F}"/>
          </ac:spMkLst>
        </pc:spChg>
        <pc:spChg chg="mod">
          <ac:chgData name="adilton junio" userId="66b3fade76ecdf97" providerId="LiveId" clId="{EB7ABBEE-FFAC-42B3-8B20-ECFF61C046EE}" dt="2024-07-27T19:18:35.572" v="3973" actId="164"/>
          <ac:spMkLst>
            <pc:docMk/>
            <pc:sldMk cId="3344201209" sldId="284"/>
            <ac:spMk id="46" creationId="{6CE3F873-CFD4-78FC-4F2E-CB254F51C454}"/>
          </ac:spMkLst>
        </pc:spChg>
        <pc:grpChg chg="add mod">
          <ac:chgData name="adilton junio" userId="66b3fade76ecdf97" providerId="LiveId" clId="{EB7ABBEE-FFAC-42B3-8B20-ECFF61C046EE}" dt="2024-07-27T19:18:35.572" v="3973" actId="164"/>
          <ac:grpSpMkLst>
            <pc:docMk/>
            <pc:sldMk cId="3344201209" sldId="284"/>
            <ac:grpSpMk id="3" creationId="{5F1AEA9A-F00E-D52F-0243-D28C1FF701EA}"/>
          </ac:grpSpMkLst>
        </pc:grpChg>
      </pc:sldChg>
      <pc:sldChg chg="addSp modSp modAnim">
        <pc:chgData name="adilton junio" userId="66b3fade76ecdf97" providerId="LiveId" clId="{EB7ABBEE-FFAC-42B3-8B20-ECFF61C046EE}" dt="2024-07-27T19:19:11.477" v="3980"/>
        <pc:sldMkLst>
          <pc:docMk/>
          <pc:sldMk cId="622350872" sldId="285"/>
        </pc:sldMkLst>
        <pc:spChg chg="mod">
          <ac:chgData name="adilton junio" userId="66b3fade76ecdf97" providerId="LiveId" clId="{EB7ABBEE-FFAC-42B3-8B20-ECFF61C046EE}" dt="2024-07-27T19:18:58.048" v="3977" actId="164"/>
          <ac:spMkLst>
            <pc:docMk/>
            <pc:sldMk cId="622350872" sldId="285"/>
            <ac:spMk id="16" creationId="{174C316B-4019-BE52-C404-DBF6AB73CC86}"/>
          </ac:spMkLst>
        </pc:spChg>
        <pc:spChg chg="mod">
          <ac:chgData name="adilton junio" userId="66b3fade76ecdf97" providerId="LiveId" clId="{EB7ABBEE-FFAC-42B3-8B20-ECFF61C046EE}" dt="2024-07-27T19:18:58.048" v="3977" actId="164"/>
          <ac:spMkLst>
            <pc:docMk/>
            <pc:sldMk cId="622350872" sldId="285"/>
            <ac:spMk id="19" creationId="{A46022D1-002B-8051-89AB-4CEA7874EADE}"/>
          </ac:spMkLst>
        </pc:spChg>
        <pc:spChg chg="mod">
          <ac:chgData name="adilton junio" userId="66b3fade76ecdf97" providerId="LiveId" clId="{EB7ABBEE-FFAC-42B3-8B20-ECFF61C046EE}" dt="2024-07-27T19:19:06.381" v="3979" actId="164"/>
          <ac:spMkLst>
            <pc:docMk/>
            <pc:sldMk cId="622350872" sldId="285"/>
            <ac:spMk id="20" creationId="{8DD3A614-D63A-1332-2EDD-B6915E37C43D}"/>
          </ac:spMkLst>
        </pc:spChg>
        <pc:spChg chg="mod">
          <ac:chgData name="adilton junio" userId="66b3fade76ecdf97" providerId="LiveId" clId="{EB7ABBEE-FFAC-42B3-8B20-ECFF61C046EE}" dt="2024-07-27T19:19:06.381" v="3979" actId="164"/>
          <ac:spMkLst>
            <pc:docMk/>
            <pc:sldMk cId="622350872" sldId="285"/>
            <ac:spMk id="23" creationId="{F21B5024-3A60-44C9-8781-66132ACC9721}"/>
          </ac:spMkLst>
        </pc:spChg>
        <pc:grpChg chg="add mod">
          <ac:chgData name="adilton junio" userId="66b3fade76ecdf97" providerId="LiveId" clId="{EB7ABBEE-FFAC-42B3-8B20-ECFF61C046EE}" dt="2024-07-27T19:18:58.048" v="3977" actId="164"/>
          <ac:grpSpMkLst>
            <pc:docMk/>
            <pc:sldMk cId="622350872" sldId="285"/>
            <ac:grpSpMk id="7" creationId="{35E0D99C-3540-432D-4D8C-39738F109992}"/>
          </ac:grpSpMkLst>
        </pc:grpChg>
        <pc:grpChg chg="add mod">
          <ac:chgData name="adilton junio" userId="66b3fade76ecdf97" providerId="LiveId" clId="{EB7ABBEE-FFAC-42B3-8B20-ECFF61C046EE}" dt="2024-07-27T19:19:06.381" v="3979" actId="164"/>
          <ac:grpSpMkLst>
            <pc:docMk/>
            <pc:sldMk cId="622350872" sldId="285"/>
            <ac:grpSpMk id="10" creationId="{F2907404-0AA8-E010-3575-5D7D00BB5E00}"/>
          </ac:grpSpMkLst>
        </pc:grpChg>
      </pc:sldChg>
      <pc:sldChg chg="addSp modSp mod modAnim">
        <pc:chgData name="adilton junio" userId="66b3fade76ecdf97" providerId="LiveId" clId="{EB7ABBEE-FFAC-42B3-8B20-ECFF61C046EE}" dt="2024-07-27T20:14:35.015" v="4356" actId="20577"/>
        <pc:sldMkLst>
          <pc:docMk/>
          <pc:sldMk cId="1716276764" sldId="286"/>
        </pc:sldMkLst>
        <pc:spChg chg="mod">
          <ac:chgData name="adilton junio" userId="66b3fade76ecdf97" providerId="LiveId" clId="{EB7ABBEE-FFAC-42B3-8B20-ECFF61C046EE}" dt="2024-07-27T19:23:55.781" v="4023" actId="164"/>
          <ac:spMkLst>
            <pc:docMk/>
            <pc:sldMk cId="1716276764" sldId="286"/>
            <ac:spMk id="3" creationId="{CB21541A-CC20-30C3-9CD1-04E9A6F1E8A5}"/>
          </ac:spMkLst>
        </pc:spChg>
        <pc:spChg chg="mod">
          <ac:chgData name="adilton junio" userId="66b3fade76ecdf97" providerId="LiveId" clId="{EB7ABBEE-FFAC-42B3-8B20-ECFF61C046EE}" dt="2024-07-27T20:14:28.282" v="4346" actId="20577"/>
          <ac:spMkLst>
            <pc:docMk/>
            <pc:sldMk cId="1716276764" sldId="286"/>
            <ac:spMk id="5" creationId="{DC422E7E-28A2-EB24-90B9-E1802DEE0B6E}"/>
          </ac:spMkLst>
        </pc:spChg>
        <pc:spChg chg="mod">
          <ac:chgData name="adilton junio" userId="66b3fade76ecdf97" providerId="LiveId" clId="{EB7ABBEE-FFAC-42B3-8B20-ECFF61C046EE}" dt="2024-07-27T19:24:13.997" v="4028" actId="164"/>
          <ac:spMkLst>
            <pc:docMk/>
            <pc:sldMk cId="1716276764" sldId="286"/>
            <ac:spMk id="7" creationId="{A8FF83A0-2842-A6AB-38C4-99607C5F3464}"/>
          </ac:spMkLst>
        </pc:spChg>
        <pc:spChg chg="mod">
          <ac:chgData name="adilton junio" userId="66b3fade76ecdf97" providerId="LiveId" clId="{EB7ABBEE-FFAC-42B3-8B20-ECFF61C046EE}" dt="2024-07-27T19:25:52.156" v="4047" actId="1036"/>
          <ac:spMkLst>
            <pc:docMk/>
            <pc:sldMk cId="1716276764" sldId="286"/>
            <ac:spMk id="10" creationId="{B4F68EDF-C538-EE2A-3DD8-6982F6CFC80C}"/>
          </ac:spMkLst>
        </pc:spChg>
        <pc:spChg chg="mod">
          <ac:chgData name="adilton junio" userId="66b3fade76ecdf97" providerId="LiveId" clId="{EB7ABBEE-FFAC-42B3-8B20-ECFF61C046EE}" dt="2024-07-27T20:14:35.015" v="4356" actId="20577"/>
          <ac:spMkLst>
            <pc:docMk/>
            <pc:sldMk cId="1716276764" sldId="286"/>
            <ac:spMk id="11" creationId="{EE9F3953-B771-A257-6B14-70DE73E14F3B}"/>
          </ac:spMkLst>
        </pc:spChg>
        <pc:spChg chg="mod">
          <ac:chgData name="adilton junio" userId="66b3fade76ecdf97" providerId="LiveId" clId="{EB7ABBEE-FFAC-42B3-8B20-ECFF61C046EE}" dt="2024-07-27T20:14:35.015" v="4356" actId="20577"/>
          <ac:spMkLst>
            <pc:docMk/>
            <pc:sldMk cId="1716276764" sldId="286"/>
            <ac:spMk id="12" creationId="{E44ED59F-5AF4-7BB1-626B-BC117C20EA99}"/>
          </ac:spMkLst>
        </pc:spChg>
        <pc:spChg chg="mod">
          <ac:chgData name="adilton junio" userId="66b3fade76ecdf97" providerId="LiveId" clId="{EB7ABBEE-FFAC-42B3-8B20-ECFF61C046EE}" dt="2024-07-27T19:24:13.997" v="4028" actId="164"/>
          <ac:spMkLst>
            <pc:docMk/>
            <pc:sldMk cId="1716276764" sldId="286"/>
            <ac:spMk id="13" creationId="{BCECED92-9F3C-5366-4993-D0EBC2796819}"/>
          </ac:spMkLst>
        </pc:spChg>
        <pc:spChg chg="mod">
          <ac:chgData name="adilton junio" userId="66b3fade76ecdf97" providerId="LiveId" clId="{EB7ABBEE-FFAC-42B3-8B20-ECFF61C046EE}" dt="2024-07-27T19:24:08.448" v="4026" actId="164"/>
          <ac:spMkLst>
            <pc:docMk/>
            <pc:sldMk cId="1716276764" sldId="286"/>
            <ac:spMk id="15" creationId="{56714BC3-94B4-AE53-DBBD-2094D6FC0102}"/>
          </ac:spMkLst>
        </pc:spChg>
        <pc:spChg chg="add mod">
          <ac:chgData name="adilton junio" userId="66b3fade76ecdf97" providerId="LiveId" clId="{EB7ABBEE-FFAC-42B3-8B20-ECFF61C046EE}" dt="2024-07-27T20:14:02.991" v="4333" actId="20577"/>
          <ac:spMkLst>
            <pc:docMk/>
            <pc:sldMk cId="1716276764" sldId="286"/>
            <ac:spMk id="16" creationId="{C4EE6B54-1A03-B09E-5980-AD2E5543B945}"/>
          </ac:spMkLst>
        </pc:spChg>
        <pc:spChg chg="add mod">
          <ac:chgData name="adilton junio" userId="66b3fade76ecdf97" providerId="LiveId" clId="{EB7ABBEE-FFAC-42B3-8B20-ECFF61C046EE}" dt="2024-07-27T20:14:02.991" v="4333" actId="20577"/>
          <ac:spMkLst>
            <pc:docMk/>
            <pc:sldMk cId="1716276764" sldId="286"/>
            <ac:spMk id="21" creationId="{2E850C88-EF1C-68CD-0F29-860C82771E10}"/>
          </ac:spMkLst>
        </pc:spChg>
        <pc:spChg chg="mod">
          <ac:chgData name="adilton junio" userId="66b3fade76ecdf97" providerId="LiveId" clId="{EB7ABBEE-FFAC-42B3-8B20-ECFF61C046EE}" dt="2024-07-27T19:23:55.781" v="4023" actId="164"/>
          <ac:spMkLst>
            <pc:docMk/>
            <pc:sldMk cId="1716276764" sldId="286"/>
            <ac:spMk id="70" creationId="{78B341C4-2B1A-F076-C254-B6068E0B7310}"/>
          </ac:spMkLst>
        </pc:spChg>
        <pc:grpChg chg="add mod">
          <ac:chgData name="adilton junio" userId="66b3fade76ecdf97" providerId="LiveId" clId="{EB7ABBEE-FFAC-42B3-8B20-ECFF61C046EE}" dt="2024-07-27T20:14:35.015" v="4356" actId="20577"/>
          <ac:grpSpMkLst>
            <pc:docMk/>
            <pc:sldMk cId="1716276764" sldId="286"/>
            <ac:grpSpMk id="17" creationId="{FBAE3100-2AD9-62FD-7AD9-B0D9C5AB8D2D}"/>
          </ac:grpSpMkLst>
        </pc:grpChg>
        <pc:grpChg chg="add mod">
          <ac:chgData name="adilton junio" userId="66b3fade76ecdf97" providerId="LiveId" clId="{EB7ABBEE-FFAC-42B3-8B20-ECFF61C046EE}" dt="2024-07-27T19:24:08.448" v="4026" actId="164"/>
          <ac:grpSpMkLst>
            <pc:docMk/>
            <pc:sldMk cId="1716276764" sldId="286"/>
            <ac:grpSpMk id="18" creationId="{EEDA6BE6-6EE3-BE3D-2BC7-5EE9A6A64282}"/>
          </ac:grpSpMkLst>
        </pc:grpChg>
        <pc:grpChg chg="add mod">
          <ac:chgData name="adilton junio" userId="66b3fade76ecdf97" providerId="LiveId" clId="{EB7ABBEE-FFAC-42B3-8B20-ECFF61C046EE}" dt="2024-07-27T19:24:08.448" v="4026" actId="164"/>
          <ac:grpSpMkLst>
            <pc:docMk/>
            <pc:sldMk cId="1716276764" sldId="286"/>
            <ac:grpSpMk id="19" creationId="{07C92B19-4447-6B11-4F8B-3FDCEC7318E5}"/>
          </ac:grpSpMkLst>
        </pc:grpChg>
        <pc:grpChg chg="add mod">
          <ac:chgData name="adilton junio" userId="66b3fade76ecdf97" providerId="LiveId" clId="{EB7ABBEE-FFAC-42B3-8B20-ECFF61C046EE}" dt="2024-07-27T19:24:13.997" v="4028" actId="164"/>
          <ac:grpSpMkLst>
            <pc:docMk/>
            <pc:sldMk cId="1716276764" sldId="286"/>
            <ac:grpSpMk id="20" creationId="{F1048E1D-79EF-5422-23D0-FACF8EA1392C}"/>
          </ac:grpSpMkLst>
        </pc:grpChg>
        <pc:grpChg chg="add mod">
          <ac:chgData name="adilton junio" userId="66b3fade76ecdf97" providerId="LiveId" clId="{EB7ABBEE-FFAC-42B3-8B20-ECFF61C046EE}" dt="2024-07-27T20:14:02.991" v="4333" actId="20577"/>
          <ac:grpSpMkLst>
            <pc:docMk/>
            <pc:sldMk cId="1716276764" sldId="286"/>
            <ac:grpSpMk id="22" creationId="{1D2C48C6-5043-F618-3CBA-2AFEBCAADBFC}"/>
          </ac:grpSpMkLst>
        </pc:grpChg>
      </pc:sldChg>
      <pc:sldChg chg="addSp delSp modSp mod modAnim">
        <pc:chgData name="adilton junio" userId="66b3fade76ecdf97" providerId="LiveId" clId="{EB7ABBEE-FFAC-42B3-8B20-ECFF61C046EE}" dt="2024-07-27T20:13:36.750" v="4323" actId="20577"/>
        <pc:sldMkLst>
          <pc:docMk/>
          <pc:sldMk cId="3763899619" sldId="287"/>
        </pc:sldMkLst>
        <pc:spChg chg="mod">
          <ac:chgData name="adilton junio" userId="66b3fade76ecdf97" providerId="LiveId" clId="{EB7ABBEE-FFAC-42B3-8B20-ECFF61C046EE}" dt="2024-07-27T19:19:29.507" v="3981" actId="164"/>
          <ac:spMkLst>
            <pc:docMk/>
            <pc:sldMk cId="3763899619" sldId="287"/>
            <ac:spMk id="3" creationId="{6CE3F873-CFD4-78FC-4F2E-CB254F51C454}"/>
          </ac:spMkLst>
        </pc:spChg>
        <pc:spChg chg="mod">
          <ac:chgData name="adilton junio" userId="66b3fade76ecdf97" providerId="LiveId" clId="{EB7ABBEE-FFAC-42B3-8B20-ECFF61C046EE}" dt="2024-07-27T19:19:48.155" v="3987" actId="164"/>
          <ac:spMkLst>
            <pc:docMk/>
            <pc:sldMk cId="3763899619" sldId="287"/>
            <ac:spMk id="10" creationId="{6DEF6BC8-5495-6F89-790B-7F154E5FD9F6}"/>
          </ac:spMkLst>
        </pc:spChg>
        <pc:spChg chg="mod">
          <ac:chgData name="adilton junio" userId="66b3fade76ecdf97" providerId="LiveId" clId="{EB7ABBEE-FFAC-42B3-8B20-ECFF61C046EE}" dt="2024-07-27T19:19:48.155" v="3987" actId="164"/>
          <ac:spMkLst>
            <pc:docMk/>
            <pc:sldMk cId="3763899619" sldId="287"/>
            <ac:spMk id="11" creationId="{DBDE1482-29EB-D4CA-CC30-B15EF1203BCD}"/>
          </ac:spMkLst>
        </pc:spChg>
        <pc:spChg chg="mod">
          <ac:chgData name="adilton junio" userId="66b3fade76ecdf97" providerId="LiveId" clId="{EB7ABBEE-FFAC-42B3-8B20-ECFF61C046EE}" dt="2024-07-27T19:19:29.507" v="3981" actId="164"/>
          <ac:spMkLst>
            <pc:docMk/>
            <pc:sldMk cId="3763899619" sldId="287"/>
            <ac:spMk id="16" creationId="{BA821975-BA86-006B-FAAE-3FC6F7103A5C}"/>
          </ac:spMkLst>
        </pc:spChg>
        <pc:spChg chg="mod">
          <ac:chgData name="adilton junio" userId="66b3fade76ecdf97" providerId="LiveId" clId="{EB7ABBEE-FFAC-42B3-8B20-ECFF61C046EE}" dt="2024-07-27T20:13:36.750" v="4323" actId="20577"/>
          <ac:spMkLst>
            <pc:docMk/>
            <pc:sldMk cId="3763899619" sldId="287"/>
            <ac:spMk id="18" creationId="{7105BD8F-0BCA-8124-9BC2-99358E877A50}"/>
          </ac:spMkLst>
        </pc:spChg>
        <pc:spChg chg="mod">
          <ac:chgData name="adilton junio" userId="66b3fade76ecdf97" providerId="LiveId" clId="{EB7ABBEE-FFAC-42B3-8B20-ECFF61C046EE}" dt="2024-07-27T19:19:29.507" v="3981" actId="164"/>
          <ac:spMkLst>
            <pc:docMk/>
            <pc:sldMk cId="3763899619" sldId="287"/>
            <ac:spMk id="19" creationId="{D81F4D81-A5A4-E3B7-8064-ADE62601D1BA}"/>
          </ac:spMkLst>
        </pc:spChg>
        <pc:spChg chg="add del">
          <ac:chgData name="adilton junio" userId="66b3fade76ecdf97" providerId="LiveId" clId="{EB7ABBEE-FFAC-42B3-8B20-ECFF61C046EE}" dt="2024-07-27T19:19:59.240" v="3990" actId="22"/>
          <ac:spMkLst>
            <pc:docMk/>
            <pc:sldMk cId="3763899619" sldId="287"/>
            <ac:spMk id="22" creationId="{8336A2CA-D914-3F34-5B65-4F44BA5CD5EE}"/>
          </ac:spMkLst>
        </pc:spChg>
        <pc:spChg chg="add del mod">
          <ac:chgData name="adilton junio" userId="66b3fade76ecdf97" providerId="LiveId" clId="{EB7ABBEE-FFAC-42B3-8B20-ECFF61C046EE}" dt="2024-07-27T19:20:24.068" v="4003" actId="478"/>
          <ac:spMkLst>
            <pc:docMk/>
            <pc:sldMk cId="3763899619" sldId="287"/>
            <ac:spMk id="23" creationId="{95B0253F-3CBB-89AA-B8B3-FC9BDDB566B6}"/>
          </ac:spMkLst>
        </pc:spChg>
        <pc:grpChg chg="add mod">
          <ac:chgData name="adilton junio" userId="66b3fade76ecdf97" providerId="LiveId" clId="{EB7ABBEE-FFAC-42B3-8B20-ECFF61C046EE}" dt="2024-07-27T19:19:29.507" v="3981" actId="164"/>
          <ac:grpSpMkLst>
            <pc:docMk/>
            <pc:sldMk cId="3763899619" sldId="287"/>
            <ac:grpSpMk id="12" creationId="{FEA0DB02-A22E-7E8F-8EB0-82B9DA3DF7DF}"/>
          </ac:grpSpMkLst>
        </pc:grpChg>
        <pc:grpChg chg="add mod">
          <ac:chgData name="adilton junio" userId="66b3fade76ecdf97" providerId="LiveId" clId="{EB7ABBEE-FFAC-42B3-8B20-ECFF61C046EE}" dt="2024-07-27T19:19:48.155" v="3987" actId="164"/>
          <ac:grpSpMkLst>
            <pc:docMk/>
            <pc:sldMk cId="3763899619" sldId="287"/>
            <ac:grpSpMk id="13" creationId="{10AFBC53-7D6A-7905-BF14-2F705BBCE24C}"/>
          </ac:grpSpMkLst>
        </pc:grpChg>
      </pc:sldChg>
      <pc:sldChg chg="addSp delSp modSp mod delAnim modAnim">
        <pc:chgData name="adilton junio" userId="66b3fade76ecdf97" providerId="LiveId" clId="{EB7ABBEE-FFAC-42B3-8B20-ECFF61C046EE}" dt="2024-07-27T21:10:28.568" v="5213"/>
        <pc:sldMkLst>
          <pc:docMk/>
          <pc:sldMk cId="6677423" sldId="288"/>
        </pc:sldMkLst>
        <pc:spChg chg="mod">
          <ac:chgData name="adilton junio" userId="66b3fade76ecdf97" providerId="LiveId" clId="{EB7ABBEE-FFAC-42B3-8B20-ECFF61C046EE}" dt="2024-07-27T19:26:31.760" v="4049" actId="1076"/>
          <ac:spMkLst>
            <pc:docMk/>
            <pc:sldMk cId="6677423" sldId="288"/>
            <ac:spMk id="14" creationId="{15E9442C-91FF-5FDD-0C98-735AD5A16404}"/>
          </ac:spMkLst>
        </pc:spChg>
        <pc:spChg chg="mod">
          <ac:chgData name="adilton junio" userId="66b3fade76ecdf97" providerId="LiveId" clId="{EB7ABBEE-FFAC-42B3-8B20-ECFF61C046EE}" dt="2024-07-27T19:26:37.827" v="4050" actId="164"/>
          <ac:spMkLst>
            <pc:docMk/>
            <pc:sldMk cId="6677423" sldId="288"/>
            <ac:spMk id="16" creationId="{AFD9189A-2BE5-D38F-EAC9-897DBB27CB4F}"/>
          </ac:spMkLst>
        </pc:spChg>
        <pc:spChg chg="mod">
          <ac:chgData name="adilton junio" userId="66b3fade76ecdf97" providerId="LiveId" clId="{EB7ABBEE-FFAC-42B3-8B20-ECFF61C046EE}" dt="2024-07-27T19:26:37.827" v="4050" actId="164"/>
          <ac:spMkLst>
            <pc:docMk/>
            <pc:sldMk cId="6677423" sldId="288"/>
            <ac:spMk id="17" creationId="{0104B427-1942-E8BF-7069-96674B7E32EB}"/>
          </ac:spMkLst>
        </pc:spChg>
        <pc:spChg chg="mod">
          <ac:chgData name="adilton junio" userId="66b3fade76ecdf97" providerId="LiveId" clId="{EB7ABBEE-FFAC-42B3-8B20-ECFF61C046EE}" dt="2024-07-27T19:26:37.827" v="4050" actId="164"/>
          <ac:spMkLst>
            <pc:docMk/>
            <pc:sldMk cId="6677423" sldId="288"/>
            <ac:spMk id="18" creationId="{0F83DEF8-2C35-2A05-08F0-167D281AF300}"/>
          </ac:spMkLst>
        </pc:spChg>
        <pc:spChg chg="mod">
          <ac:chgData name="adilton junio" userId="66b3fade76ecdf97" providerId="LiveId" clId="{EB7ABBEE-FFAC-42B3-8B20-ECFF61C046EE}" dt="2024-07-27T19:26:37.827" v="4050" actId="164"/>
          <ac:spMkLst>
            <pc:docMk/>
            <pc:sldMk cId="6677423" sldId="288"/>
            <ac:spMk id="19" creationId="{D0A972E1-BB6D-9DFA-F3C4-DCF13D01C7DA}"/>
          </ac:spMkLst>
        </pc:spChg>
        <pc:spChg chg="mod">
          <ac:chgData name="adilton junio" userId="66b3fade76ecdf97" providerId="LiveId" clId="{EB7ABBEE-FFAC-42B3-8B20-ECFF61C046EE}" dt="2024-07-27T19:26:37.827" v="4050" actId="164"/>
          <ac:spMkLst>
            <pc:docMk/>
            <pc:sldMk cId="6677423" sldId="288"/>
            <ac:spMk id="22" creationId="{5B0008BA-8F0E-61F9-9492-19AD42C038E6}"/>
          </ac:spMkLst>
        </pc:spChg>
        <pc:spChg chg="mod">
          <ac:chgData name="adilton junio" userId="66b3fade76ecdf97" providerId="LiveId" clId="{EB7ABBEE-FFAC-42B3-8B20-ECFF61C046EE}" dt="2024-07-27T19:26:37.827" v="4050" actId="164"/>
          <ac:spMkLst>
            <pc:docMk/>
            <pc:sldMk cId="6677423" sldId="288"/>
            <ac:spMk id="23" creationId="{AD8E39AF-5118-CAB2-A315-25A090D01D45}"/>
          </ac:spMkLst>
        </pc:spChg>
        <pc:spChg chg="mod">
          <ac:chgData name="adilton junio" userId="66b3fade76ecdf97" providerId="LiveId" clId="{EB7ABBEE-FFAC-42B3-8B20-ECFF61C046EE}" dt="2024-07-27T19:26:37.827" v="4050" actId="164"/>
          <ac:spMkLst>
            <pc:docMk/>
            <pc:sldMk cId="6677423" sldId="288"/>
            <ac:spMk id="24" creationId="{46C0E6ED-E295-2C16-06C3-C85389A36693}"/>
          </ac:spMkLst>
        </pc:spChg>
        <pc:spChg chg="del mod">
          <ac:chgData name="adilton junio" userId="66b3fade76ecdf97" providerId="LiveId" clId="{EB7ABBEE-FFAC-42B3-8B20-ECFF61C046EE}" dt="2024-07-27T20:07:41.144" v="4255" actId="478"/>
          <ac:spMkLst>
            <pc:docMk/>
            <pc:sldMk cId="6677423" sldId="288"/>
            <ac:spMk id="25" creationId="{9AFBBC26-DDEC-B28C-60F8-27F8AD1B64BA}"/>
          </ac:spMkLst>
        </pc:spChg>
        <pc:spChg chg="mod">
          <ac:chgData name="adilton junio" userId="66b3fade76ecdf97" providerId="LiveId" clId="{EB7ABBEE-FFAC-42B3-8B20-ECFF61C046EE}" dt="2024-07-27T20:08:01.081" v="4265" actId="1038"/>
          <ac:spMkLst>
            <pc:docMk/>
            <pc:sldMk cId="6677423" sldId="288"/>
            <ac:spMk id="30" creationId="{28A9D5B9-AD3A-A006-DAA1-8827878461E5}"/>
          </ac:spMkLst>
        </pc:spChg>
        <pc:spChg chg="mod topLvl">
          <ac:chgData name="adilton junio" userId="66b3fade76ecdf97" providerId="LiveId" clId="{EB7ABBEE-FFAC-42B3-8B20-ECFF61C046EE}" dt="2024-07-27T20:18:40.621" v="4464" actId="20577"/>
          <ac:spMkLst>
            <pc:docMk/>
            <pc:sldMk cId="6677423" sldId="288"/>
            <ac:spMk id="34" creationId="{91DAB5D4-1CDA-34CB-C9F5-6C3A0B489D10}"/>
          </ac:spMkLst>
        </pc:spChg>
        <pc:spChg chg="mod topLvl">
          <ac:chgData name="adilton junio" userId="66b3fade76ecdf97" providerId="LiveId" clId="{EB7ABBEE-FFAC-42B3-8B20-ECFF61C046EE}" dt="2024-07-27T20:18:40.621" v="4464" actId="20577"/>
          <ac:spMkLst>
            <pc:docMk/>
            <pc:sldMk cId="6677423" sldId="288"/>
            <ac:spMk id="36" creationId="{E28D8F21-0999-054A-2FF4-502FD287F60E}"/>
          </ac:spMkLst>
        </pc:spChg>
        <pc:spChg chg="add mod">
          <ac:chgData name="adilton junio" userId="66b3fade76ecdf97" providerId="LiveId" clId="{EB7ABBEE-FFAC-42B3-8B20-ECFF61C046EE}" dt="2024-07-27T19:39:13.799" v="4066"/>
          <ac:spMkLst>
            <pc:docMk/>
            <pc:sldMk cId="6677423" sldId="288"/>
            <ac:spMk id="37" creationId="{DD110ACC-FB49-D514-3621-408DFC01F668}"/>
          </ac:spMkLst>
        </pc:spChg>
        <pc:spChg chg="add mod topLvl">
          <ac:chgData name="adilton junio" userId="66b3fade76ecdf97" providerId="LiveId" clId="{EB7ABBEE-FFAC-42B3-8B20-ECFF61C046EE}" dt="2024-07-27T20:18:40.621" v="4464" actId="20577"/>
          <ac:spMkLst>
            <pc:docMk/>
            <pc:sldMk cId="6677423" sldId="288"/>
            <ac:spMk id="38" creationId="{3D995C56-D5D5-8A47-E9A8-BC59D38B5835}"/>
          </ac:spMkLst>
        </pc:spChg>
        <pc:spChg chg="del mod topLvl">
          <ac:chgData name="adilton junio" userId="66b3fade76ecdf97" providerId="LiveId" clId="{EB7ABBEE-FFAC-42B3-8B20-ECFF61C046EE}" dt="2024-07-27T20:45:56.367" v="4898" actId="478"/>
          <ac:spMkLst>
            <pc:docMk/>
            <pc:sldMk cId="6677423" sldId="288"/>
            <ac:spMk id="46" creationId="{0BB3695B-227D-9F20-945D-044DF5352231}"/>
          </ac:spMkLst>
        </pc:spChg>
        <pc:spChg chg="mod topLvl">
          <ac:chgData name="adilton junio" userId="66b3fade76ecdf97" providerId="LiveId" clId="{EB7ABBEE-FFAC-42B3-8B20-ECFF61C046EE}" dt="2024-07-27T20:18:40.621" v="4464" actId="20577"/>
          <ac:spMkLst>
            <pc:docMk/>
            <pc:sldMk cId="6677423" sldId="288"/>
            <ac:spMk id="53" creationId="{A21F8065-6A42-6FC6-1701-E4D003ADC596}"/>
          </ac:spMkLst>
        </pc:spChg>
        <pc:spChg chg="add del mod">
          <ac:chgData name="adilton junio" userId="66b3fade76ecdf97" providerId="LiveId" clId="{EB7ABBEE-FFAC-42B3-8B20-ECFF61C046EE}" dt="2024-07-27T19:45:41.660" v="4132" actId="478"/>
          <ac:spMkLst>
            <pc:docMk/>
            <pc:sldMk cId="6677423" sldId="288"/>
            <ac:spMk id="58" creationId="{2B52F846-9597-AEE8-8518-78E4A4B6BDD3}"/>
          </ac:spMkLst>
        </pc:spChg>
        <pc:spChg chg="mod topLvl">
          <ac:chgData name="adilton junio" userId="66b3fade76ecdf97" providerId="LiveId" clId="{EB7ABBEE-FFAC-42B3-8B20-ECFF61C046EE}" dt="2024-07-27T20:18:40.621" v="4464" actId="20577"/>
          <ac:spMkLst>
            <pc:docMk/>
            <pc:sldMk cId="6677423" sldId="288"/>
            <ac:spMk id="72" creationId="{848CDCD1-D423-7485-E511-7F57E262827D}"/>
          </ac:spMkLst>
        </pc:spChg>
        <pc:spChg chg="mod topLvl">
          <ac:chgData name="adilton junio" userId="66b3fade76ecdf97" providerId="LiveId" clId="{EB7ABBEE-FFAC-42B3-8B20-ECFF61C046EE}" dt="2024-07-27T20:37:53.691" v="4705" actId="403"/>
          <ac:spMkLst>
            <pc:docMk/>
            <pc:sldMk cId="6677423" sldId="288"/>
            <ac:spMk id="78" creationId="{50436D93-7110-5429-5BEA-897ABE3F45C9}"/>
          </ac:spMkLst>
        </pc:spChg>
        <pc:spChg chg="del mod topLvl">
          <ac:chgData name="adilton junio" userId="66b3fade76ecdf97" providerId="LiveId" clId="{EB7ABBEE-FFAC-42B3-8B20-ECFF61C046EE}" dt="2024-07-27T19:48:05.062" v="4156" actId="478"/>
          <ac:spMkLst>
            <pc:docMk/>
            <pc:sldMk cId="6677423" sldId="288"/>
            <ac:spMk id="79" creationId="{A898ADC5-C816-6E73-5625-E5136A1C7860}"/>
          </ac:spMkLst>
        </pc:spChg>
        <pc:spChg chg="add del">
          <ac:chgData name="adilton junio" userId="66b3fade76ecdf97" providerId="LiveId" clId="{EB7ABBEE-FFAC-42B3-8B20-ECFF61C046EE}" dt="2024-07-27T19:48:03.276" v="4155" actId="22"/>
          <ac:spMkLst>
            <pc:docMk/>
            <pc:sldMk cId="6677423" sldId="288"/>
            <ac:spMk id="85" creationId="{212C36EA-9A7D-DE80-449C-3C81DFBDD566}"/>
          </ac:spMkLst>
        </pc:spChg>
        <pc:spChg chg="add mod">
          <ac:chgData name="adilton junio" userId="66b3fade76ecdf97" providerId="LiveId" clId="{EB7ABBEE-FFAC-42B3-8B20-ECFF61C046EE}" dt="2024-07-27T20:37:53.691" v="4705" actId="403"/>
          <ac:spMkLst>
            <pc:docMk/>
            <pc:sldMk cId="6677423" sldId="288"/>
            <ac:spMk id="87" creationId="{A894AD91-CD28-1072-65CA-1FAD508ED5C6}"/>
          </ac:spMkLst>
        </pc:spChg>
        <pc:spChg chg="add mod topLvl">
          <ac:chgData name="adilton junio" userId="66b3fade76ecdf97" providerId="LiveId" clId="{EB7ABBEE-FFAC-42B3-8B20-ECFF61C046EE}" dt="2024-07-27T20:18:40.621" v="4464" actId="20577"/>
          <ac:spMkLst>
            <pc:docMk/>
            <pc:sldMk cId="6677423" sldId="288"/>
            <ac:spMk id="90" creationId="{770792B0-D57E-D4BB-C7B1-141A1EF4FDC9}"/>
          </ac:spMkLst>
        </pc:spChg>
        <pc:spChg chg="add mod">
          <ac:chgData name="adilton junio" userId="66b3fade76ecdf97" providerId="LiveId" clId="{EB7ABBEE-FFAC-42B3-8B20-ECFF61C046EE}" dt="2024-07-27T20:03:51.122" v="4177"/>
          <ac:spMkLst>
            <pc:docMk/>
            <pc:sldMk cId="6677423" sldId="288"/>
            <ac:spMk id="91" creationId="{4BC10317-AB59-2F67-A03D-28184937A283}"/>
          </ac:spMkLst>
        </pc:spChg>
        <pc:spChg chg="add mod">
          <ac:chgData name="adilton junio" userId="66b3fade76ecdf97" providerId="LiveId" clId="{EB7ABBEE-FFAC-42B3-8B20-ECFF61C046EE}" dt="2024-07-27T20:08:07.513" v="4267" actId="164"/>
          <ac:spMkLst>
            <pc:docMk/>
            <pc:sldMk cId="6677423" sldId="288"/>
            <ac:spMk id="106" creationId="{CB54E8F0-8682-9AD9-DE1F-34433F993BA6}"/>
          </ac:spMkLst>
        </pc:spChg>
        <pc:spChg chg="mod topLvl">
          <ac:chgData name="adilton junio" userId="66b3fade76ecdf97" providerId="LiveId" clId="{EB7ABBEE-FFAC-42B3-8B20-ECFF61C046EE}" dt="2024-07-27T20:46:07.491" v="4906" actId="403"/>
          <ac:spMkLst>
            <pc:docMk/>
            <pc:sldMk cId="6677423" sldId="288"/>
            <ac:spMk id="119" creationId="{70DA2BCC-488D-68AE-EE2F-3C1CDBFB5230}"/>
          </ac:spMkLst>
        </pc:spChg>
        <pc:spChg chg="add del">
          <ac:chgData name="adilton junio" userId="66b3fade76ecdf97" providerId="LiveId" clId="{EB7ABBEE-FFAC-42B3-8B20-ECFF61C046EE}" dt="2024-07-27T20:45:59.941" v="4900" actId="22"/>
          <ac:spMkLst>
            <pc:docMk/>
            <pc:sldMk cId="6677423" sldId="288"/>
            <ac:spMk id="120" creationId="{16363828-FA0C-5760-6465-76042E2DC96A}"/>
          </ac:spMkLst>
        </pc:spChg>
        <pc:spChg chg="mod topLvl">
          <ac:chgData name="adilton junio" userId="66b3fade76ecdf97" providerId="LiveId" clId="{EB7ABBEE-FFAC-42B3-8B20-ECFF61C046EE}" dt="2024-07-27T20:18:40.621" v="4464" actId="20577"/>
          <ac:spMkLst>
            <pc:docMk/>
            <pc:sldMk cId="6677423" sldId="288"/>
            <ac:spMk id="123" creationId="{A10D267D-BFAE-24C9-601F-3B7E23AAFEF2}"/>
          </ac:spMkLst>
        </pc:spChg>
        <pc:grpChg chg="add mod">
          <ac:chgData name="adilton junio" userId="66b3fade76ecdf97" providerId="LiveId" clId="{EB7ABBEE-FFAC-42B3-8B20-ECFF61C046EE}" dt="2024-07-27T20:08:07.513" v="4267" actId="164"/>
          <ac:grpSpMkLst>
            <pc:docMk/>
            <pc:sldMk cId="6677423" sldId="288"/>
            <ac:grpSpMk id="3" creationId="{52EE70D5-2A73-DBB5-DDE4-769758F77E56}"/>
          </ac:grpSpMkLst>
        </pc:grpChg>
        <pc:grpChg chg="add del mod">
          <ac:chgData name="adilton junio" userId="66b3fade76ecdf97" providerId="LiveId" clId="{EB7ABBEE-FFAC-42B3-8B20-ECFF61C046EE}" dt="2024-07-27T19:36:40.848" v="4053" actId="165"/>
          <ac:grpSpMkLst>
            <pc:docMk/>
            <pc:sldMk cId="6677423" sldId="288"/>
            <ac:grpSpMk id="5" creationId="{F118EB8F-F4BF-7923-7DBA-5F9F982F388A}"/>
          </ac:grpSpMkLst>
        </pc:grpChg>
        <pc:grpChg chg="add del mod topLvl">
          <ac:chgData name="adilton junio" userId="66b3fade76ecdf97" providerId="LiveId" clId="{EB7ABBEE-FFAC-42B3-8B20-ECFF61C046EE}" dt="2024-07-27T20:45:56.367" v="4898" actId="478"/>
          <ac:grpSpMkLst>
            <pc:docMk/>
            <pc:sldMk cId="6677423" sldId="288"/>
            <ac:grpSpMk id="39" creationId="{5F389D79-685E-AEB8-69CE-61B4969B10D6}"/>
          </ac:grpSpMkLst>
        </pc:grpChg>
        <pc:grpChg chg="add del mod">
          <ac:chgData name="adilton junio" userId="66b3fade76ecdf97" providerId="LiveId" clId="{EB7ABBEE-FFAC-42B3-8B20-ECFF61C046EE}" dt="2024-07-27T20:04:35.335" v="4190" actId="165"/>
          <ac:grpSpMkLst>
            <pc:docMk/>
            <pc:sldMk cId="6677423" sldId="288"/>
            <ac:grpSpMk id="76" creationId="{981944C4-A3CF-E3F2-111D-3B38F507FFBE}"/>
          </ac:grpSpMkLst>
        </pc:grpChg>
        <pc:grpChg chg="add del mod">
          <ac:chgData name="adilton junio" userId="66b3fade76ecdf97" providerId="LiveId" clId="{EB7ABBEE-FFAC-42B3-8B20-ECFF61C046EE}" dt="2024-07-27T19:48:05.062" v="4156" actId="478"/>
          <ac:grpSpMkLst>
            <pc:docMk/>
            <pc:sldMk cId="6677423" sldId="288"/>
            <ac:grpSpMk id="77" creationId="{9B225B54-F732-1F85-7D36-7A1D740C7C03}"/>
          </ac:grpSpMkLst>
        </pc:grpChg>
        <pc:grpChg chg="add mod">
          <ac:chgData name="adilton junio" userId="66b3fade76ecdf97" providerId="LiveId" clId="{EB7ABBEE-FFAC-42B3-8B20-ECFF61C046EE}" dt="2024-07-27T20:37:53.691" v="4705" actId="403"/>
          <ac:grpSpMkLst>
            <pc:docMk/>
            <pc:sldMk cId="6677423" sldId="288"/>
            <ac:grpSpMk id="88" creationId="{F0557FCA-2860-904F-747C-3D8323CC7298}"/>
          </ac:grpSpMkLst>
        </pc:grpChg>
        <pc:grpChg chg="add del mod">
          <ac:chgData name="adilton junio" userId="66b3fade76ecdf97" providerId="LiveId" clId="{EB7ABBEE-FFAC-42B3-8B20-ECFF61C046EE}" dt="2024-07-27T20:05:46.507" v="4227" actId="165"/>
          <ac:grpSpMkLst>
            <pc:docMk/>
            <pc:sldMk cId="6677423" sldId="288"/>
            <ac:grpSpMk id="94" creationId="{F8CEE106-133A-6633-B68B-5E4032D11E8E}"/>
          </ac:grpSpMkLst>
        </pc:grpChg>
        <pc:grpChg chg="add mod">
          <ac:chgData name="adilton junio" userId="66b3fade76ecdf97" providerId="LiveId" clId="{EB7ABBEE-FFAC-42B3-8B20-ECFF61C046EE}" dt="2024-07-27T20:37:42.385" v="4700" actId="1037"/>
          <ac:grpSpMkLst>
            <pc:docMk/>
            <pc:sldMk cId="6677423" sldId="288"/>
            <ac:grpSpMk id="110" creationId="{332131C4-9703-B280-0148-942C12244D63}"/>
          </ac:grpSpMkLst>
        </pc:grpChg>
        <pc:grpChg chg="add mod">
          <ac:chgData name="adilton junio" userId="66b3fade76ecdf97" providerId="LiveId" clId="{EB7ABBEE-FFAC-42B3-8B20-ECFF61C046EE}" dt="2024-07-27T20:37:42.385" v="4700" actId="1037"/>
          <ac:grpSpMkLst>
            <pc:docMk/>
            <pc:sldMk cId="6677423" sldId="288"/>
            <ac:grpSpMk id="111" creationId="{E4E2CA2E-3CDC-4157-CB11-9F1ACB364375}"/>
          </ac:grpSpMkLst>
        </pc:grpChg>
        <pc:cxnChg chg="mod">
          <ac:chgData name="adilton junio" userId="66b3fade76ecdf97" providerId="LiveId" clId="{EB7ABBEE-FFAC-42B3-8B20-ECFF61C046EE}" dt="2024-07-27T19:26:37.827" v="4050" actId="164"/>
          <ac:cxnSpMkLst>
            <pc:docMk/>
            <pc:sldMk cId="6677423" sldId="288"/>
            <ac:cxnSpMk id="20" creationId="{746E3BAF-36B2-8646-BF22-8E465777221A}"/>
          </ac:cxnSpMkLst>
        </pc:cxnChg>
        <pc:cxnChg chg="mod">
          <ac:chgData name="adilton junio" userId="66b3fade76ecdf97" providerId="LiveId" clId="{EB7ABBEE-FFAC-42B3-8B20-ECFF61C046EE}" dt="2024-07-27T19:26:37.827" v="4050" actId="164"/>
          <ac:cxnSpMkLst>
            <pc:docMk/>
            <pc:sldMk cId="6677423" sldId="288"/>
            <ac:cxnSpMk id="21" creationId="{FC48719D-9EA2-A4D8-E0C2-3DAB0B1D4C24}"/>
          </ac:cxnSpMkLst>
        </pc:cxnChg>
        <pc:cxnChg chg="mod">
          <ac:chgData name="adilton junio" userId="66b3fade76ecdf97" providerId="LiveId" clId="{EB7ABBEE-FFAC-42B3-8B20-ECFF61C046EE}" dt="2024-07-27T19:26:37.827" v="4050" actId="164"/>
          <ac:cxnSpMkLst>
            <pc:docMk/>
            <pc:sldMk cId="6677423" sldId="288"/>
            <ac:cxnSpMk id="26" creationId="{8D791CCD-7FDA-0C42-F355-0B9A1CB80301}"/>
          </ac:cxnSpMkLst>
        </pc:cxnChg>
        <pc:cxnChg chg="mod">
          <ac:chgData name="adilton junio" userId="66b3fade76ecdf97" providerId="LiveId" clId="{EB7ABBEE-FFAC-42B3-8B20-ECFF61C046EE}" dt="2024-07-27T19:26:37.827" v="4050" actId="164"/>
          <ac:cxnSpMkLst>
            <pc:docMk/>
            <pc:sldMk cId="6677423" sldId="288"/>
            <ac:cxnSpMk id="27" creationId="{43A01D66-8320-1175-11FD-B8A372DD30B5}"/>
          </ac:cxnSpMkLst>
        </pc:cxnChg>
        <pc:cxnChg chg="mod">
          <ac:chgData name="adilton junio" userId="66b3fade76ecdf97" providerId="LiveId" clId="{EB7ABBEE-FFAC-42B3-8B20-ECFF61C046EE}" dt="2024-07-27T19:26:37.827" v="4050" actId="164"/>
          <ac:cxnSpMkLst>
            <pc:docMk/>
            <pc:sldMk cId="6677423" sldId="288"/>
            <ac:cxnSpMk id="28" creationId="{247FF784-3A16-CF74-41DC-C844843F8BD6}"/>
          </ac:cxnSpMkLst>
        </pc:cxnChg>
        <pc:cxnChg chg="mod">
          <ac:chgData name="adilton junio" userId="66b3fade76ecdf97" providerId="LiveId" clId="{EB7ABBEE-FFAC-42B3-8B20-ECFF61C046EE}" dt="2024-07-27T19:26:37.827" v="4050" actId="164"/>
          <ac:cxnSpMkLst>
            <pc:docMk/>
            <pc:sldMk cId="6677423" sldId="288"/>
            <ac:cxnSpMk id="29" creationId="{FB0A4008-2E82-AFD1-616C-A3FAEBFA1739}"/>
          </ac:cxnSpMkLst>
        </pc:cxnChg>
        <pc:cxnChg chg="mod">
          <ac:chgData name="adilton junio" userId="66b3fade76ecdf97" providerId="LiveId" clId="{EB7ABBEE-FFAC-42B3-8B20-ECFF61C046EE}" dt="2024-07-27T19:26:37.827" v="4050" actId="164"/>
          <ac:cxnSpMkLst>
            <pc:docMk/>
            <pc:sldMk cId="6677423" sldId="288"/>
            <ac:cxnSpMk id="31" creationId="{184AF9D8-30FD-9068-6A0A-CA6DAB1A1FBC}"/>
          </ac:cxnSpMkLst>
        </pc:cxnChg>
        <pc:cxnChg chg="mod">
          <ac:chgData name="adilton junio" userId="66b3fade76ecdf97" providerId="LiveId" clId="{EB7ABBEE-FFAC-42B3-8B20-ECFF61C046EE}" dt="2024-07-27T20:08:01.081" v="4265" actId="1038"/>
          <ac:cxnSpMkLst>
            <pc:docMk/>
            <pc:sldMk cId="6677423" sldId="288"/>
            <ac:cxnSpMk id="32" creationId="{D5B12F51-E93D-AEDE-0D01-39D0EF29E2D1}"/>
          </ac:cxnSpMkLst>
        </pc:cxnChg>
        <pc:cxnChg chg="add mod topLvl">
          <ac:chgData name="adilton junio" userId="66b3fade76ecdf97" providerId="LiveId" clId="{EB7ABBEE-FFAC-42B3-8B20-ECFF61C046EE}" dt="2024-07-27T20:37:42.385" v="4700" actId="1037"/>
          <ac:cxnSpMkLst>
            <pc:docMk/>
            <pc:sldMk cId="6677423" sldId="288"/>
            <ac:cxnSpMk id="48" creationId="{C27C2CBC-9CEE-A7BB-536D-C90DD8897A80}"/>
          </ac:cxnSpMkLst>
        </pc:cxnChg>
        <pc:cxnChg chg="mod topLvl">
          <ac:chgData name="adilton junio" userId="66b3fade76ecdf97" providerId="LiveId" clId="{EB7ABBEE-FFAC-42B3-8B20-ECFF61C046EE}" dt="2024-07-27T20:37:42.385" v="4700" actId="1037"/>
          <ac:cxnSpMkLst>
            <pc:docMk/>
            <pc:sldMk cId="6677423" sldId="288"/>
            <ac:cxnSpMk id="55" creationId="{18AAC834-BCF2-7C41-C188-60A953C05B04}"/>
          </ac:cxnSpMkLst>
        </pc:cxnChg>
        <pc:cxnChg chg="add mod topLvl">
          <ac:chgData name="adilton junio" userId="66b3fade76ecdf97" providerId="LiveId" clId="{EB7ABBEE-FFAC-42B3-8B20-ECFF61C046EE}" dt="2024-07-27T20:18:40.621" v="4464" actId="20577"/>
          <ac:cxnSpMkLst>
            <pc:docMk/>
            <pc:sldMk cId="6677423" sldId="288"/>
            <ac:cxnSpMk id="60" creationId="{49C27D6B-C511-F881-48A5-76AFC988DFB7}"/>
          </ac:cxnSpMkLst>
        </pc:cxnChg>
        <pc:cxnChg chg="mod topLvl">
          <ac:chgData name="adilton junio" userId="66b3fade76ecdf97" providerId="LiveId" clId="{EB7ABBEE-FFAC-42B3-8B20-ECFF61C046EE}" dt="2024-07-27T20:18:40.621" v="4464" actId="20577"/>
          <ac:cxnSpMkLst>
            <pc:docMk/>
            <pc:sldMk cId="6677423" sldId="288"/>
            <ac:cxnSpMk id="68" creationId="{66155D89-1231-F95E-C9C7-EED74D0D1A34}"/>
          </ac:cxnSpMkLst>
        </pc:cxnChg>
        <pc:cxnChg chg="add mod topLvl">
          <ac:chgData name="adilton junio" userId="66b3fade76ecdf97" providerId="LiveId" clId="{EB7ABBEE-FFAC-42B3-8B20-ECFF61C046EE}" dt="2024-07-27T20:18:40.621" v="4464" actId="20577"/>
          <ac:cxnSpMkLst>
            <pc:docMk/>
            <pc:sldMk cId="6677423" sldId="288"/>
            <ac:cxnSpMk id="69" creationId="{65B9735C-8345-98F7-C973-3695A2076C02}"/>
          </ac:cxnSpMkLst>
        </pc:cxnChg>
        <pc:cxnChg chg="del mod topLvl">
          <ac:chgData name="adilton junio" userId="66b3fade76ecdf97" providerId="LiveId" clId="{EB7ABBEE-FFAC-42B3-8B20-ECFF61C046EE}" dt="2024-07-27T19:45:33.492" v="4130" actId="478"/>
          <ac:cxnSpMkLst>
            <pc:docMk/>
            <pc:sldMk cId="6677423" sldId="288"/>
            <ac:cxnSpMk id="71" creationId="{687850E7-8B51-4A62-3203-2DC7C9F47792}"/>
          </ac:cxnSpMkLst>
        </pc:cxnChg>
        <pc:cxnChg chg="add mod topLvl">
          <ac:chgData name="adilton junio" userId="66b3fade76ecdf97" providerId="LiveId" clId="{EB7ABBEE-FFAC-42B3-8B20-ECFF61C046EE}" dt="2024-07-27T20:18:40.621" v="4464" actId="20577"/>
          <ac:cxnSpMkLst>
            <pc:docMk/>
            <pc:sldMk cId="6677423" sldId="288"/>
            <ac:cxnSpMk id="73" creationId="{D7C05529-F035-DAFF-46A1-DD152C091293}"/>
          </ac:cxnSpMkLst>
        </pc:cxnChg>
        <pc:cxnChg chg="add mod topLvl">
          <ac:chgData name="adilton junio" userId="66b3fade76ecdf97" providerId="LiveId" clId="{EB7ABBEE-FFAC-42B3-8B20-ECFF61C046EE}" dt="2024-07-27T20:18:40.621" v="4464" actId="20577"/>
          <ac:cxnSpMkLst>
            <pc:docMk/>
            <pc:sldMk cId="6677423" sldId="288"/>
            <ac:cxnSpMk id="75" creationId="{8297A437-EF5F-2D8C-5C83-49A62B9D20A4}"/>
          </ac:cxnSpMkLst>
        </pc:cxnChg>
        <pc:cxnChg chg="del mod topLvl">
          <ac:chgData name="adilton junio" userId="66b3fade76ecdf97" providerId="LiveId" clId="{EB7ABBEE-FFAC-42B3-8B20-ECFF61C046EE}" dt="2024-07-27T19:36:42.268" v="4054" actId="478"/>
          <ac:cxnSpMkLst>
            <pc:docMk/>
            <pc:sldMk cId="6677423" sldId="288"/>
            <ac:cxnSpMk id="109" creationId="{A8E40065-E1EC-8B6A-0A08-A1A39BE1A482}"/>
          </ac:cxnSpMkLst>
        </pc:cxnChg>
        <pc:cxnChg chg="mod topLvl">
          <ac:chgData name="adilton junio" userId="66b3fade76ecdf97" providerId="LiveId" clId="{EB7ABBEE-FFAC-42B3-8B20-ECFF61C046EE}" dt="2024-07-27T20:37:42.385" v="4700" actId="1037"/>
          <ac:cxnSpMkLst>
            <pc:docMk/>
            <pc:sldMk cId="6677423" sldId="288"/>
            <ac:cxnSpMk id="121" creationId="{B0F40FC3-18FB-4474-40EE-ED69E3A7FD2C}"/>
          </ac:cxnSpMkLst>
        </pc:cxnChg>
        <pc:cxnChg chg="add del mod topLvl">
          <ac:chgData name="adilton junio" userId="66b3fade76ecdf97" providerId="LiveId" clId="{EB7ABBEE-FFAC-42B3-8B20-ECFF61C046EE}" dt="2024-07-27T19:45:29.288" v="4128" actId="478"/>
          <ac:cxnSpMkLst>
            <pc:docMk/>
            <pc:sldMk cId="6677423" sldId="288"/>
            <ac:cxnSpMk id="124" creationId="{9BF6B621-E4C2-E051-62B7-90950D5933DE}"/>
          </ac:cxnSpMkLst>
        </pc:cxnChg>
        <pc:cxnChg chg="mod topLvl">
          <ac:chgData name="adilton junio" userId="66b3fade76ecdf97" providerId="LiveId" clId="{EB7ABBEE-FFAC-42B3-8B20-ECFF61C046EE}" dt="2024-07-27T20:18:40.621" v="4464" actId="20577"/>
          <ac:cxnSpMkLst>
            <pc:docMk/>
            <pc:sldMk cId="6677423" sldId="288"/>
            <ac:cxnSpMk id="126" creationId="{103FC956-3232-A25B-9648-9C11680A3D72}"/>
          </ac:cxnSpMkLst>
        </pc:cxnChg>
        <pc:cxnChg chg="del mod topLvl">
          <ac:chgData name="adilton junio" userId="66b3fade76ecdf97" providerId="LiveId" clId="{EB7ABBEE-FFAC-42B3-8B20-ECFF61C046EE}" dt="2024-07-27T19:45:27.620" v="4127" actId="478"/>
          <ac:cxnSpMkLst>
            <pc:docMk/>
            <pc:sldMk cId="6677423" sldId="288"/>
            <ac:cxnSpMk id="128" creationId="{4685D118-A83E-7946-9632-63BAB5E13D9B}"/>
          </ac:cxnSpMkLst>
        </pc:cxnChg>
      </pc:sldChg>
      <pc:sldChg chg="addSp modSp modAnim">
        <pc:chgData name="adilton junio" userId="66b3fade76ecdf97" providerId="LiveId" clId="{EB7ABBEE-FFAC-42B3-8B20-ECFF61C046EE}" dt="2024-07-30T12:22:47.706" v="5612"/>
        <pc:sldMkLst>
          <pc:docMk/>
          <pc:sldMk cId="580419983" sldId="289"/>
        </pc:sldMkLst>
        <pc:spChg chg="mod">
          <ac:chgData name="adilton junio" userId="66b3fade76ecdf97" providerId="LiveId" clId="{EB7ABBEE-FFAC-42B3-8B20-ECFF61C046EE}" dt="2024-07-27T20:25:25.392" v="4466"/>
          <ac:spMkLst>
            <pc:docMk/>
            <pc:sldMk cId="580419983" sldId="289"/>
            <ac:spMk id="5" creationId="{E784AAF5-8832-C5D8-60B3-3249C187F9C9}"/>
          </ac:spMkLst>
        </pc:spChg>
        <pc:spChg chg="mod">
          <ac:chgData name="adilton junio" userId="66b3fade76ecdf97" providerId="LiveId" clId="{EB7ABBEE-FFAC-42B3-8B20-ECFF61C046EE}" dt="2024-07-27T22:45:58.858" v="5450" actId="164"/>
          <ac:spMkLst>
            <pc:docMk/>
            <pc:sldMk cId="580419983" sldId="289"/>
            <ac:spMk id="14" creationId="{FF78DFCF-F2D8-3173-8647-1D93A8286BAF}"/>
          </ac:spMkLst>
        </pc:spChg>
        <pc:spChg chg="mod">
          <ac:chgData name="adilton junio" userId="66b3fade76ecdf97" providerId="LiveId" clId="{EB7ABBEE-FFAC-42B3-8B20-ECFF61C046EE}" dt="2024-07-27T22:45:58.858" v="5450" actId="164"/>
          <ac:spMkLst>
            <pc:docMk/>
            <pc:sldMk cId="580419983" sldId="289"/>
            <ac:spMk id="17" creationId="{C4CE686B-974E-BB97-5EF9-65EA17FBB029}"/>
          </ac:spMkLst>
        </pc:spChg>
        <pc:spChg chg="mod">
          <ac:chgData name="adilton junio" userId="66b3fade76ecdf97" providerId="LiveId" clId="{EB7ABBEE-FFAC-42B3-8B20-ECFF61C046EE}" dt="2024-07-27T22:46:10.800" v="5452" actId="164"/>
          <ac:spMkLst>
            <pc:docMk/>
            <pc:sldMk cId="580419983" sldId="289"/>
            <ac:spMk id="18" creationId="{081A7E8F-FBBB-E7B9-1830-A6BF795996E5}"/>
          </ac:spMkLst>
        </pc:spChg>
        <pc:spChg chg="mod">
          <ac:chgData name="adilton junio" userId="66b3fade76ecdf97" providerId="LiveId" clId="{EB7ABBEE-FFAC-42B3-8B20-ECFF61C046EE}" dt="2024-07-27T22:46:10.800" v="5452" actId="164"/>
          <ac:spMkLst>
            <pc:docMk/>
            <pc:sldMk cId="580419983" sldId="289"/>
            <ac:spMk id="19" creationId="{0DCA8E34-A076-A7E0-381D-F3ACA1AE8222}"/>
          </ac:spMkLst>
        </pc:spChg>
        <pc:spChg chg="mod">
          <ac:chgData name="adilton junio" userId="66b3fade76ecdf97" providerId="LiveId" clId="{EB7ABBEE-FFAC-42B3-8B20-ECFF61C046EE}" dt="2024-07-27T22:46:25.605" v="5454" actId="164"/>
          <ac:spMkLst>
            <pc:docMk/>
            <pc:sldMk cId="580419983" sldId="289"/>
            <ac:spMk id="20" creationId="{9E37712A-FAE9-A84F-271C-3958B38F5E3A}"/>
          </ac:spMkLst>
        </pc:spChg>
        <pc:spChg chg="mod">
          <ac:chgData name="adilton junio" userId="66b3fade76ecdf97" providerId="LiveId" clId="{EB7ABBEE-FFAC-42B3-8B20-ECFF61C046EE}" dt="2024-07-27T22:46:25.605" v="5454" actId="164"/>
          <ac:spMkLst>
            <pc:docMk/>
            <pc:sldMk cId="580419983" sldId="289"/>
            <ac:spMk id="21" creationId="{4C942BC6-4908-AF5E-3E5D-339F8C1DCA37}"/>
          </ac:spMkLst>
        </pc:spChg>
        <pc:spChg chg="mod">
          <ac:chgData name="adilton junio" userId="66b3fade76ecdf97" providerId="LiveId" clId="{EB7ABBEE-FFAC-42B3-8B20-ECFF61C046EE}" dt="2024-07-30T12:22:43.749" v="5604" actId="164"/>
          <ac:spMkLst>
            <pc:docMk/>
            <pc:sldMk cId="580419983" sldId="289"/>
            <ac:spMk id="23" creationId="{DFBC1D1E-782B-72BB-D769-6A8ABF7FD979}"/>
          </ac:spMkLst>
        </pc:spChg>
        <pc:spChg chg="mod">
          <ac:chgData name="adilton junio" userId="66b3fade76ecdf97" providerId="LiveId" clId="{EB7ABBEE-FFAC-42B3-8B20-ECFF61C046EE}" dt="2024-07-27T22:47:05.914" v="5458" actId="164"/>
          <ac:spMkLst>
            <pc:docMk/>
            <pc:sldMk cId="580419983" sldId="289"/>
            <ac:spMk id="24" creationId="{48E64D3E-E220-823B-0B74-E6CCD9241650}"/>
          </ac:spMkLst>
        </pc:spChg>
        <pc:spChg chg="mod">
          <ac:chgData name="adilton junio" userId="66b3fade76ecdf97" providerId="LiveId" clId="{EB7ABBEE-FFAC-42B3-8B20-ECFF61C046EE}" dt="2024-07-27T22:47:05.914" v="5458" actId="164"/>
          <ac:spMkLst>
            <pc:docMk/>
            <pc:sldMk cId="580419983" sldId="289"/>
            <ac:spMk id="25" creationId="{16B37226-E8E1-B2AF-A9A3-BC5B4BDB13B7}"/>
          </ac:spMkLst>
        </pc:spChg>
        <pc:spChg chg="mod">
          <ac:chgData name="adilton junio" userId="66b3fade76ecdf97" providerId="LiveId" clId="{EB7ABBEE-FFAC-42B3-8B20-ECFF61C046EE}" dt="2024-07-27T22:47:05.914" v="5458" actId="164"/>
          <ac:spMkLst>
            <pc:docMk/>
            <pc:sldMk cId="580419983" sldId="289"/>
            <ac:spMk id="26" creationId="{EF016933-E4EB-4391-1679-52827799F2E8}"/>
          </ac:spMkLst>
        </pc:spChg>
        <pc:grpChg chg="add mod">
          <ac:chgData name="adilton junio" userId="66b3fade76ecdf97" providerId="LiveId" clId="{EB7ABBEE-FFAC-42B3-8B20-ECFF61C046EE}" dt="2024-07-27T22:45:58.858" v="5450" actId="164"/>
          <ac:grpSpMkLst>
            <pc:docMk/>
            <pc:sldMk cId="580419983" sldId="289"/>
            <ac:grpSpMk id="10" creationId="{0B915ED7-FD25-B978-B3F8-B057CF33CD56}"/>
          </ac:grpSpMkLst>
        </pc:grpChg>
        <pc:grpChg chg="add mod">
          <ac:chgData name="adilton junio" userId="66b3fade76ecdf97" providerId="LiveId" clId="{EB7ABBEE-FFAC-42B3-8B20-ECFF61C046EE}" dt="2024-07-27T22:46:10.800" v="5452" actId="164"/>
          <ac:grpSpMkLst>
            <pc:docMk/>
            <pc:sldMk cId="580419983" sldId="289"/>
            <ac:grpSpMk id="11" creationId="{5C6391A9-7AE7-A7DB-97C7-838D231A8B55}"/>
          </ac:grpSpMkLst>
        </pc:grpChg>
        <pc:grpChg chg="add mod">
          <ac:chgData name="adilton junio" userId="66b3fade76ecdf97" providerId="LiveId" clId="{EB7ABBEE-FFAC-42B3-8B20-ECFF61C046EE}" dt="2024-07-30T12:22:43.749" v="5604" actId="164"/>
          <ac:grpSpMkLst>
            <pc:docMk/>
            <pc:sldMk cId="580419983" sldId="289"/>
            <ac:grpSpMk id="13" creationId="{C787F4B9-290A-53BF-6A1D-51EA955FC696}"/>
          </ac:grpSpMkLst>
        </pc:grpChg>
        <pc:grpChg chg="add mod">
          <ac:chgData name="adilton junio" userId="66b3fade76ecdf97" providerId="LiveId" clId="{EB7ABBEE-FFAC-42B3-8B20-ECFF61C046EE}" dt="2024-07-27T22:47:05.914" v="5458" actId="164"/>
          <ac:grpSpMkLst>
            <pc:docMk/>
            <pc:sldMk cId="580419983" sldId="289"/>
            <ac:grpSpMk id="27" creationId="{9EBEACC2-D60B-2C1C-81BF-A861B4958183}"/>
          </ac:grpSpMkLst>
        </pc:grpChg>
        <pc:grpChg chg="add mod">
          <ac:chgData name="adilton junio" userId="66b3fade76ecdf97" providerId="LiveId" clId="{EB7ABBEE-FFAC-42B3-8B20-ECFF61C046EE}" dt="2024-07-30T12:22:43.749" v="5604" actId="164"/>
          <ac:grpSpMkLst>
            <pc:docMk/>
            <pc:sldMk cId="580419983" sldId="289"/>
            <ac:grpSpMk id="28" creationId="{14F584F9-0C76-FD6A-AC16-77763E17E13C}"/>
          </ac:grpSpMkLst>
        </pc:grpChg>
      </pc:sldChg>
      <pc:sldChg chg="addSp modSp mod modAnim">
        <pc:chgData name="adilton junio" userId="66b3fade76ecdf97" providerId="LiveId" clId="{EB7ABBEE-FFAC-42B3-8B20-ECFF61C046EE}" dt="2024-07-30T12:22:25.723" v="5603"/>
        <pc:sldMkLst>
          <pc:docMk/>
          <pc:sldMk cId="1995195482" sldId="290"/>
        </pc:sldMkLst>
        <pc:spChg chg="mod">
          <ac:chgData name="adilton junio" userId="66b3fade76ecdf97" providerId="LiveId" clId="{EB7ABBEE-FFAC-42B3-8B20-ECFF61C046EE}" dt="2024-07-30T12:22:21.432" v="5596" actId="164"/>
          <ac:spMkLst>
            <pc:docMk/>
            <pc:sldMk cId="1995195482" sldId="290"/>
            <ac:spMk id="32" creationId="{F36BB651-0A20-F8B0-CBA7-5217A4A18993}"/>
          </ac:spMkLst>
        </pc:spChg>
        <pc:spChg chg="mod">
          <ac:chgData name="adilton junio" userId="66b3fade76ecdf97" providerId="LiveId" clId="{EB7ABBEE-FFAC-42B3-8B20-ECFF61C046EE}" dt="2024-07-27T22:47:43.111" v="5468" actId="14100"/>
          <ac:spMkLst>
            <pc:docMk/>
            <pc:sldMk cId="1995195482" sldId="290"/>
            <ac:spMk id="33" creationId="{4216A76C-0355-3521-1B20-EEC5F6912AA6}"/>
          </ac:spMkLst>
        </pc:spChg>
        <pc:spChg chg="mod">
          <ac:chgData name="adilton junio" userId="66b3fade76ecdf97" providerId="LiveId" clId="{EB7ABBEE-FFAC-42B3-8B20-ECFF61C046EE}" dt="2024-07-27T22:48:15.220" v="5472" actId="164"/>
          <ac:spMkLst>
            <pc:docMk/>
            <pc:sldMk cId="1995195482" sldId="290"/>
            <ac:spMk id="35" creationId="{6F301873-6EA2-77F3-3936-1DFB4D028717}"/>
          </ac:spMkLst>
        </pc:spChg>
        <pc:spChg chg="mod">
          <ac:chgData name="adilton junio" userId="66b3fade76ecdf97" providerId="LiveId" clId="{EB7ABBEE-FFAC-42B3-8B20-ECFF61C046EE}" dt="2024-07-27T22:49:30.888" v="5493" actId="20577"/>
          <ac:spMkLst>
            <pc:docMk/>
            <pc:sldMk cId="1995195482" sldId="290"/>
            <ac:spMk id="36" creationId="{21EF64CA-835B-7353-E0E8-898E69F94FD8}"/>
          </ac:spMkLst>
        </pc:spChg>
        <pc:spChg chg="mod">
          <ac:chgData name="adilton junio" userId="66b3fade76ecdf97" providerId="LiveId" clId="{EB7ABBEE-FFAC-42B3-8B20-ECFF61C046EE}" dt="2024-07-27T22:48:49.566" v="5478" actId="164"/>
          <ac:spMkLst>
            <pc:docMk/>
            <pc:sldMk cId="1995195482" sldId="290"/>
            <ac:spMk id="37" creationId="{AB6629BA-34EF-2168-2A73-2CAF29A3F9CD}"/>
          </ac:spMkLst>
        </pc:spChg>
        <pc:spChg chg="mod">
          <ac:chgData name="adilton junio" userId="66b3fade76ecdf97" providerId="LiveId" clId="{EB7ABBEE-FFAC-42B3-8B20-ECFF61C046EE}" dt="2024-07-30T12:21:47.679" v="5586" actId="164"/>
          <ac:spMkLst>
            <pc:docMk/>
            <pc:sldMk cId="1995195482" sldId="290"/>
            <ac:spMk id="38" creationId="{249E7232-84ED-41DD-982A-82835E50CF1F}"/>
          </ac:spMkLst>
        </pc:spChg>
        <pc:spChg chg="mod">
          <ac:chgData name="adilton junio" userId="66b3fade76ecdf97" providerId="LiveId" clId="{EB7ABBEE-FFAC-42B3-8B20-ECFF61C046EE}" dt="2024-07-27T22:49:26.428" v="5487" actId="164"/>
          <ac:spMkLst>
            <pc:docMk/>
            <pc:sldMk cId="1995195482" sldId="290"/>
            <ac:spMk id="40" creationId="{C7CDA22E-5F75-C07B-4026-CF7AF6ED30D4}"/>
          </ac:spMkLst>
        </pc:spChg>
        <pc:spChg chg="mod">
          <ac:chgData name="adilton junio" userId="66b3fade76ecdf97" providerId="LiveId" clId="{EB7ABBEE-FFAC-42B3-8B20-ECFF61C046EE}" dt="2024-07-27T22:48:49.566" v="5478" actId="164"/>
          <ac:spMkLst>
            <pc:docMk/>
            <pc:sldMk cId="1995195482" sldId="290"/>
            <ac:spMk id="41" creationId="{EEC98B50-5F9B-FE3C-96ED-B158D62DBB3C}"/>
          </ac:spMkLst>
        </pc:spChg>
        <pc:spChg chg="mod">
          <ac:chgData name="adilton junio" userId="66b3fade76ecdf97" providerId="LiveId" clId="{EB7ABBEE-FFAC-42B3-8B20-ECFF61C046EE}" dt="2024-07-27T22:48:15.220" v="5472" actId="164"/>
          <ac:spMkLst>
            <pc:docMk/>
            <pc:sldMk cId="1995195482" sldId="290"/>
            <ac:spMk id="42" creationId="{C0C4A6AE-F4BF-14BA-0896-3CFA47335EEC}"/>
          </ac:spMkLst>
        </pc:spChg>
        <pc:spChg chg="mod">
          <ac:chgData name="adilton junio" userId="66b3fade76ecdf97" providerId="LiveId" clId="{EB7ABBEE-FFAC-42B3-8B20-ECFF61C046EE}" dt="2024-07-27T22:48:49.566" v="5478" actId="164"/>
          <ac:spMkLst>
            <pc:docMk/>
            <pc:sldMk cId="1995195482" sldId="290"/>
            <ac:spMk id="43" creationId="{69389CBF-9B95-B48C-48B1-CD6A27A34D2A}"/>
          </ac:spMkLst>
        </pc:spChg>
        <pc:spChg chg="mod">
          <ac:chgData name="adilton junio" userId="66b3fade76ecdf97" providerId="LiveId" clId="{EB7ABBEE-FFAC-42B3-8B20-ECFF61C046EE}" dt="2024-07-27T22:49:26.428" v="5487" actId="164"/>
          <ac:spMkLst>
            <pc:docMk/>
            <pc:sldMk cId="1995195482" sldId="290"/>
            <ac:spMk id="44" creationId="{0044D90A-A02D-A1F8-91F5-CCE89695DB5E}"/>
          </ac:spMkLst>
        </pc:spChg>
        <pc:spChg chg="mod">
          <ac:chgData name="adilton junio" userId="66b3fade76ecdf97" providerId="LiveId" clId="{EB7ABBEE-FFAC-42B3-8B20-ECFF61C046EE}" dt="2024-07-27T22:49:45.152" v="5496" actId="164"/>
          <ac:spMkLst>
            <pc:docMk/>
            <pc:sldMk cId="1995195482" sldId="290"/>
            <ac:spMk id="45" creationId="{8161928A-540D-B66D-6403-D84E56C57AA9}"/>
          </ac:spMkLst>
        </pc:spChg>
        <pc:spChg chg="mod">
          <ac:chgData name="adilton junio" userId="66b3fade76ecdf97" providerId="LiveId" clId="{EB7ABBEE-FFAC-42B3-8B20-ECFF61C046EE}" dt="2024-07-27T22:49:45.152" v="5496" actId="164"/>
          <ac:spMkLst>
            <pc:docMk/>
            <pc:sldMk cId="1995195482" sldId="290"/>
            <ac:spMk id="46" creationId="{06ABEA69-54A2-08D5-3E67-341F8D7017BF}"/>
          </ac:spMkLst>
        </pc:spChg>
        <pc:spChg chg="mod">
          <ac:chgData name="adilton junio" userId="66b3fade76ecdf97" providerId="LiveId" clId="{EB7ABBEE-FFAC-42B3-8B20-ECFF61C046EE}" dt="2024-07-27T22:49:45.152" v="5496" actId="164"/>
          <ac:spMkLst>
            <pc:docMk/>
            <pc:sldMk cId="1995195482" sldId="290"/>
            <ac:spMk id="47" creationId="{4EBC944D-0E05-7253-41E1-B990233A5F50}"/>
          </ac:spMkLst>
        </pc:spChg>
        <pc:grpChg chg="add mod">
          <ac:chgData name="adilton junio" userId="66b3fade76ecdf97" providerId="LiveId" clId="{EB7ABBEE-FFAC-42B3-8B20-ECFF61C046EE}" dt="2024-07-30T12:22:21.432" v="5596" actId="164"/>
          <ac:grpSpMkLst>
            <pc:docMk/>
            <pc:sldMk cId="1995195482" sldId="290"/>
            <ac:grpSpMk id="3" creationId="{C91CAD22-278E-13D6-46CC-9F6672B25840}"/>
          </ac:grpSpMkLst>
        </pc:grpChg>
        <pc:grpChg chg="add mod">
          <ac:chgData name="adilton junio" userId="66b3fade76ecdf97" providerId="LiveId" clId="{EB7ABBEE-FFAC-42B3-8B20-ECFF61C046EE}" dt="2024-07-30T12:21:47.679" v="5586" actId="164"/>
          <ac:grpSpMkLst>
            <pc:docMk/>
            <pc:sldMk cId="1995195482" sldId="290"/>
            <ac:grpSpMk id="5" creationId="{A33CBBB6-CB9E-8363-FAAD-FD66474D302C}"/>
          </ac:grpSpMkLst>
        </pc:grpChg>
        <pc:grpChg chg="add mod">
          <ac:chgData name="adilton junio" userId="66b3fade76ecdf97" providerId="LiveId" clId="{EB7ABBEE-FFAC-42B3-8B20-ECFF61C046EE}" dt="2024-07-27T22:49:26.428" v="5487" actId="164"/>
          <ac:grpSpMkLst>
            <pc:docMk/>
            <pc:sldMk cId="1995195482" sldId="290"/>
            <ac:grpSpMk id="7" creationId="{A23834C0-CB55-9B56-1997-8F8A68AFA1F7}"/>
          </ac:grpSpMkLst>
        </pc:grpChg>
        <pc:grpChg chg="add mod">
          <ac:chgData name="adilton junio" userId="66b3fade76ecdf97" providerId="LiveId" clId="{EB7ABBEE-FFAC-42B3-8B20-ECFF61C046EE}" dt="2024-07-27T22:49:45.152" v="5496" actId="164"/>
          <ac:grpSpMkLst>
            <pc:docMk/>
            <pc:sldMk cId="1995195482" sldId="290"/>
            <ac:grpSpMk id="11" creationId="{FCC0ED5F-7D01-2B27-4A8C-98DF7D49813B}"/>
          </ac:grpSpMkLst>
        </pc:grpChg>
        <pc:grpChg chg="add mod">
          <ac:chgData name="adilton junio" userId="66b3fade76ecdf97" providerId="LiveId" clId="{EB7ABBEE-FFAC-42B3-8B20-ECFF61C046EE}" dt="2024-07-30T12:21:47.679" v="5586" actId="164"/>
          <ac:grpSpMkLst>
            <pc:docMk/>
            <pc:sldMk cId="1995195482" sldId="290"/>
            <ac:grpSpMk id="12" creationId="{40C2EFAB-EBF8-AD97-A87A-20EE8A48309C}"/>
          </ac:grpSpMkLst>
        </pc:grpChg>
        <pc:grpChg chg="add mod">
          <ac:chgData name="adilton junio" userId="66b3fade76ecdf97" providerId="LiveId" clId="{EB7ABBEE-FFAC-42B3-8B20-ECFF61C046EE}" dt="2024-07-30T12:22:21.432" v="5596" actId="164"/>
          <ac:grpSpMkLst>
            <pc:docMk/>
            <pc:sldMk cId="1995195482" sldId="290"/>
            <ac:grpSpMk id="13" creationId="{F03936B8-1F38-2811-D513-D5586FADE405}"/>
          </ac:grpSpMkLst>
        </pc:grpChg>
      </pc:sldChg>
      <pc:sldChg chg="addSp modSp modAnim">
        <pc:chgData name="adilton junio" userId="66b3fade76ecdf97" providerId="LiveId" clId="{EB7ABBEE-FFAC-42B3-8B20-ECFF61C046EE}" dt="2024-07-27T22:50:30.327" v="5504"/>
        <pc:sldMkLst>
          <pc:docMk/>
          <pc:sldMk cId="609989728" sldId="294"/>
        </pc:sldMkLst>
        <pc:spChg chg="mod">
          <ac:chgData name="adilton junio" userId="66b3fade76ecdf97" providerId="LiveId" clId="{EB7ABBEE-FFAC-42B3-8B20-ECFF61C046EE}" dt="2024-07-27T22:50:20.033" v="5501" actId="164"/>
          <ac:spMkLst>
            <pc:docMk/>
            <pc:sldMk cId="609989728" sldId="294"/>
            <ac:spMk id="11" creationId="{96F4F071-F7BA-F817-D815-3DBB2A7FC13F}"/>
          </ac:spMkLst>
        </pc:spChg>
        <pc:spChg chg="mod">
          <ac:chgData name="adilton junio" userId="66b3fade76ecdf97" providerId="LiveId" clId="{EB7ABBEE-FFAC-42B3-8B20-ECFF61C046EE}" dt="2024-07-27T22:50:20.033" v="5501" actId="164"/>
          <ac:spMkLst>
            <pc:docMk/>
            <pc:sldMk cId="609989728" sldId="294"/>
            <ac:spMk id="13" creationId="{3CD90516-EDDF-D128-3535-353C70C31494}"/>
          </ac:spMkLst>
        </pc:spChg>
        <pc:spChg chg="mod">
          <ac:chgData name="adilton junio" userId="66b3fade76ecdf97" providerId="LiveId" clId="{EB7ABBEE-FFAC-42B3-8B20-ECFF61C046EE}" dt="2024-07-27T22:50:29.504" v="5503" actId="164"/>
          <ac:spMkLst>
            <pc:docMk/>
            <pc:sldMk cId="609989728" sldId="294"/>
            <ac:spMk id="27" creationId="{987B891E-5411-A661-E7C3-3495A51E130B}"/>
          </ac:spMkLst>
        </pc:spChg>
        <pc:spChg chg="mod">
          <ac:chgData name="adilton junio" userId="66b3fade76ecdf97" providerId="LiveId" clId="{EB7ABBEE-FFAC-42B3-8B20-ECFF61C046EE}" dt="2024-07-27T22:50:29.504" v="5503" actId="164"/>
          <ac:spMkLst>
            <pc:docMk/>
            <pc:sldMk cId="609989728" sldId="294"/>
            <ac:spMk id="28" creationId="{66100F78-C5D7-A403-419C-93047F709B4F}"/>
          </ac:spMkLst>
        </pc:spChg>
        <pc:spChg chg="mod">
          <ac:chgData name="adilton junio" userId="66b3fade76ecdf97" providerId="LiveId" clId="{EB7ABBEE-FFAC-42B3-8B20-ECFF61C046EE}" dt="2024-07-27T22:50:29.504" v="5503" actId="164"/>
          <ac:spMkLst>
            <pc:docMk/>
            <pc:sldMk cId="609989728" sldId="294"/>
            <ac:spMk id="29" creationId="{E67362DF-34E7-DAA4-D24F-40FB780979F5}"/>
          </ac:spMkLst>
        </pc:spChg>
        <pc:spChg chg="mod">
          <ac:chgData name="adilton junio" userId="66b3fade76ecdf97" providerId="LiveId" clId="{EB7ABBEE-FFAC-42B3-8B20-ECFF61C046EE}" dt="2024-07-27T22:50:29.504" v="5503" actId="164"/>
          <ac:spMkLst>
            <pc:docMk/>
            <pc:sldMk cId="609989728" sldId="294"/>
            <ac:spMk id="30" creationId="{E00E947C-A73E-5306-ED37-459668394D34}"/>
          </ac:spMkLst>
        </pc:spChg>
        <pc:spChg chg="mod">
          <ac:chgData name="adilton junio" userId="66b3fade76ecdf97" providerId="LiveId" clId="{EB7ABBEE-FFAC-42B3-8B20-ECFF61C046EE}" dt="2024-07-27T22:50:29.504" v="5503" actId="164"/>
          <ac:spMkLst>
            <pc:docMk/>
            <pc:sldMk cId="609989728" sldId="294"/>
            <ac:spMk id="31" creationId="{C2CE47C6-DEAC-571D-C9FC-94BDEB1C73DE}"/>
          </ac:spMkLst>
        </pc:spChg>
        <pc:grpChg chg="add mod">
          <ac:chgData name="adilton junio" userId="66b3fade76ecdf97" providerId="LiveId" clId="{EB7ABBEE-FFAC-42B3-8B20-ECFF61C046EE}" dt="2024-07-27T22:50:20.033" v="5501" actId="164"/>
          <ac:grpSpMkLst>
            <pc:docMk/>
            <pc:sldMk cId="609989728" sldId="294"/>
            <ac:grpSpMk id="3" creationId="{C4B550B5-1642-3B87-A414-ADBA39F95AB7}"/>
          </ac:grpSpMkLst>
        </pc:grpChg>
        <pc:grpChg chg="add mod">
          <ac:chgData name="adilton junio" userId="66b3fade76ecdf97" providerId="LiveId" clId="{EB7ABBEE-FFAC-42B3-8B20-ECFF61C046EE}" dt="2024-07-27T22:50:29.504" v="5503" actId="164"/>
          <ac:grpSpMkLst>
            <pc:docMk/>
            <pc:sldMk cId="609989728" sldId="294"/>
            <ac:grpSpMk id="5" creationId="{AE305179-D69B-9174-1B01-3A439D0B1733}"/>
          </ac:grpSpMkLst>
        </pc:grpChg>
      </pc:sldChg>
      <pc:sldChg chg="addSp delSp modSp mod modAnim">
        <pc:chgData name="adilton junio" userId="66b3fade76ecdf97" providerId="LiveId" clId="{EB7ABBEE-FFAC-42B3-8B20-ECFF61C046EE}" dt="2024-07-30T12:23:34.510" v="5621"/>
        <pc:sldMkLst>
          <pc:docMk/>
          <pc:sldMk cId="3309868588" sldId="295"/>
        </pc:sldMkLst>
        <pc:spChg chg="mod">
          <ac:chgData name="adilton junio" userId="66b3fade76ecdf97" providerId="LiveId" clId="{EB7ABBEE-FFAC-42B3-8B20-ECFF61C046EE}" dt="2024-07-27T22:52:25.743" v="5509"/>
          <ac:spMkLst>
            <pc:docMk/>
            <pc:sldMk cId="3309868588" sldId="295"/>
            <ac:spMk id="3" creationId="{72809E10-80A8-13F9-1702-A91766264365}"/>
          </ac:spMkLst>
        </pc:spChg>
        <pc:spChg chg="mod">
          <ac:chgData name="adilton junio" userId="66b3fade76ecdf97" providerId="LiveId" clId="{EB7ABBEE-FFAC-42B3-8B20-ECFF61C046EE}" dt="2024-07-27T22:51:38.923" v="5507" actId="164"/>
          <ac:spMkLst>
            <pc:docMk/>
            <pc:sldMk cId="3309868588" sldId="295"/>
            <ac:spMk id="5" creationId="{9EF378B8-E408-D35D-3908-9C32E9D35CFF}"/>
          </ac:spMkLst>
        </pc:spChg>
        <pc:spChg chg="add mod">
          <ac:chgData name="adilton junio" userId="66b3fade76ecdf97" providerId="LiveId" clId="{EB7ABBEE-FFAC-42B3-8B20-ECFF61C046EE}" dt="2024-07-27T22:51:38.923" v="5507" actId="164"/>
          <ac:spMkLst>
            <pc:docMk/>
            <pc:sldMk cId="3309868588" sldId="295"/>
            <ac:spMk id="7" creationId="{3FF62544-298F-18A1-2B7D-075A3D6C0966}"/>
          </ac:spMkLst>
        </pc:spChg>
        <pc:spChg chg="add mod">
          <ac:chgData name="adilton junio" userId="66b3fade76ecdf97" providerId="LiveId" clId="{EB7ABBEE-FFAC-42B3-8B20-ECFF61C046EE}" dt="2024-07-27T22:52:35.228" v="5510" actId="164"/>
          <ac:spMkLst>
            <pc:docMk/>
            <pc:sldMk cId="3309868588" sldId="295"/>
            <ac:spMk id="10" creationId="{1D302527-BF7D-5B8F-9410-1CB22D4C5DF2}"/>
          </ac:spMkLst>
        </pc:spChg>
        <pc:spChg chg="add mod">
          <ac:chgData name="adilton junio" userId="66b3fade76ecdf97" providerId="LiveId" clId="{EB7ABBEE-FFAC-42B3-8B20-ECFF61C046EE}" dt="2024-07-27T22:52:35.228" v="5510" actId="164"/>
          <ac:spMkLst>
            <pc:docMk/>
            <pc:sldMk cId="3309868588" sldId="295"/>
            <ac:spMk id="11" creationId="{C9202CEC-ECC0-77F1-B0FA-5599A3A9FE55}"/>
          </ac:spMkLst>
        </pc:spChg>
        <pc:spChg chg="mod">
          <ac:chgData name="adilton junio" userId="66b3fade76ecdf97" providerId="LiveId" clId="{EB7ABBEE-FFAC-42B3-8B20-ECFF61C046EE}" dt="2024-07-27T20:39:47.802" v="4758"/>
          <ac:spMkLst>
            <pc:docMk/>
            <pc:sldMk cId="3309868588" sldId="295"/>
            <ac:spMk id="12" creationId="{EB3CCF7E-DD5B-74CD-F977-70679BB003E4}"/>
          </ac:spMkLst>
        </pc:spChg>
        <pc:spChg chg="add mod">
          <ac:chgData name="adilton junio" userId="66b3fade76ecdf97" providerId="LiveId" clId="{EB7ABBEE-FFAC-42B3-8B20-ECFF61C046EE}" dt="2024-07-21T18:54:48.873" v="50"/>
          <ac:spMkLst>
            <pc:docMk/>
            <pc:sldMk cId="3309868588" sldId="295"/>
            <ac:spMk id="13" creationId="{0E361E3A-F3CE-2A54-6E9B-A2381C65208B}"/>
          </ac:spMkLst>
        </pc:spChg>
        <pc:spChg chg="add mod">
          <ac:chgData name="adilton junio" userId="66b3fade76ecdf97" providerId="LiveId" clId="{EB7ABBEE-FFAC-42B3-8B20-ECFF61C046EE}" dt="2024-07-27T22:52:47.649" v="5514" actId="164"/>
          <ac:spMkLst>
            <pc:docMk/>
            <pc:sldMk cId="3309868588" sldId="295"/>
            <ac:spMk id="13" creationId="{6198EC52-3C6E-1766-22F5-B8EBFA7F661E}"/>
          </ac:spMkLst>
        </pc:spChg>
        <pc:spChg chg="add mod">
          <ac:chgData name="adilton junio" userId="66b3fade76ecdf97" providerId="LiveId" clId="{EB7ABBEE-FFAC-42B3-8B20-ECFF61C046EE}" dt="2024-07-27T22:52:47.649" v="5514" actId="164"/>
          <ac:spMkLst>
            <pc:docMk/>
            <pc:sldMk cId="3309868588" sldId="295"/>
            <ac:spMk id="14" creationId="{2989AF3E-FE4B-553F-9303-C84BB5988A9A}"/>
          </ac:spMkLst>
        </pc:spChg>
        <pc:spChg chg="add mod">
          <ac:chgData name="adilton junio" userId="66b3fade76ecdf97" providerId="LiveId" clId="{EB7ABBEE-FFAC-42B3-8B20-ECFF61C046EE}" dt="2024-07-21T18:54:48.873" v="50"/>
          <ac:spMkLst>
            <pc:docMk/>
            <pc:sldMk cId="3309868588" sldId="295"/>
            <ac:spMk id="14" creationId="{53F7CB49-F497-C54D-53DF-7C38EBD7761D}"/>
          </ac:spMkLst>
        </pc:spChg>
        <pc:spChg chg="add mod">
          <ac:chgData name="adilton junio" userId="66b3fade76ecdf97" providerId="LiveId" clId="{EB7ABBEE-FFAC-42B3-8B20-ECFF61C046EE}" dt="2024-07-27T22:52:41.326" v="5512" actId="164"/>
          <ac:spMkLst>
            <pc:docMk/>
            <pc:sldMk cId="3309868588" sldId="295"/>
            <ac:spMk id="15" creationId="{673027A3-9382-CCD6-909A-C8D1B4686248}"/>
          </ac:spMkLst>
        </pc:spChg>
        <pc:spChg chg="add mod">
          <ac:chgData name="adilton junio" userId="66b3fade76ecdf97" providerId="LiveId" clId="{EB7ABBEE-FFAC-42B3-8B20-ECFF61C046EE}" dt="2024-07-27T22:52:41.326" v="5512" actId="164"/>
          <ac:spMkLst>
            <pc:docMk/>
            <pc:sldMk cId="3309868588" sldId="295"/>
            <ac:spMk id="16" creationId="{E4FC19CD-5A1A-FE9F-4E22-FC2AF04F2C2F}"/>
          </ac:spMkLst>
        </pc:spChg>
        <pc:spChg chg="add del mod">
          <ac:chgData name="adilton junio" userId="66b3fade76ecdf97" providerId="LiveId" clId="{EB7ABBEE-FFAC-42B3-8B20-ECFF61C046EE}" dt="2024-07-21T19:02:55.329" v="118" actId="478"/>
          <ac:spMkLst>
            <pc:docMk/>
            <pc:sldMk cId="3309868588" sldId="295"/>
            <ac:spMk id="17" creationId="{00476AA1-65D4-D9EB-9C53-6E60C81F00F3}"/>
          </ac:spMkLst>
        </pc:spChg>
        <pc:spChg chg="add mod">
          <ac:chgData name="adilton junio" userId="66b3fade76ecdf97" providerId="LiveId" clId="{EB7ABBEE-FFAC-42B3-8B20-ECFF61C046EE}" dt="2024-07-30T12:23:16.454" v="5613" actId="164"/>
          <ac:spMkLst>
            <pc:docMk/>
            <pc:sldMk cId="3309868588" sldId="295"/>
            <ac:spMk id="18" creationId="{21FC8F52-485B-95A5-E69E-5EFD58811C77}"/>
          </ac:spMkLst>
        </pc:spChg>
        <pc:spChg chg="add mod">
          <ac:chgData name="adilton junio" userId="66b3fade76ecdf97" providerId="LiveId" clId="{EB7ABBEE-FFAC-42B3-8B20-ECFF61C046EE}" dt="2024-07-27T22:52:47.649" v="5514" actId="164"/>
          <ac:spMkLst>
            <pc:docMk/>
            <pc:sldMk cId="3309868588" sldId="295"/>
            <ac:spMk id="19" creationId="{D40163AE-2615-A371-567C-44892AD388C1}"/>
          </ac:spMkLst>
        </pc:spChg>
        <pc:spChg chg="add mod">
          <ac:chgData name="adilton junio" userId="66b3fade76ecdf97" providerId="LiveId" clId="{EB7ABBEE-FFAC-42B3-8B20-ECFF61C046EE}" dt="2024-07-30T12:23:28.267" v="5617" actId="164"/>
          <ac:spMkLst>
            <pc:docMk/>
            <pc:sldMk cId="3309868588" sldId="295"/>
            <ac:spMk id="20" creationId="{249E3CEE-2677-41A4-6039-831AF2204F01}"/>
          </ac:spMkLst>
        </pc:spChg>
        <pc:spChg chg="add mod">
          <ac:chgData name="adilton junio" userId="66b3fade76ecdf97" providerId="LiveId" clId="{EB7ABBEE-FFAC-42B3-8B20-ECFF61C046EE}" dt="2024-07-27T20:52:25.122" v="5032" actId="164"/>
          <ac:spMkLst>
            <pc:docMk/>
            <pc:sldMk cId="3309868588" sldId="295"/>
            <ac:spMk id="21" creationId="{5ABB60D7-0C03-674A-E12A-F88B9DAB2207}"/>
          </ac:spMkLst>
        </pc:spChg>
        <pc:spChg chg="add del mod">
          <ac:chgData name="adilton junio" userId="66b3fade76ecdf97" providerId="LiveId" clId="{EB7ABBEE-FFAC-42B3-8B20-ECFF61C046EE}" dt="2024-07-21T20:07:28.185" v="286" actId="478"/>
          <ac:spMkLst>
            <pc:docMk/>
            <pc:sldMk cId="3309868588" sldId="295"/>
            <ac:spMk id="22" creationId="{E50D0DA5-B9FA-098A-E637-4931C47647BA}"/>
          </ac:spMkLst>
        </pc:spChg>
        <pc:spChg chg="add mod">
          <ac:chgData name="adilton junio" userId="66b3fade76ecdf97" providerId="LiveId" clId="{EB7ABBEE-FFAC-42B3-8B20-ECFF61C046EE}" dt="2024-07-27T20:52:25.122" v="5032" actId="164"/>
          <ac:spMkLst>
            <pc:docMk/>
            <pc:sldMk cId="3309868588" sldId="295"/>
            <ac:spMk id="23" creationId="{BB0DCD58-3160-7A1F-2D85-BF7B18360147}"/>
          </ac:spMkLst>
        </pc:spChg>
        <pc:grpChg chg="add mod">
          <ac:chgData name="adilton junio" userId="66b3fade76ecdf97" providerId="LiveId" clId="{EB7ABBEE-FFAC-42B3-8B20-ECFF61C046EE}" dt="2024-07-27T22:52:47.649" v="5514" actId="164"/>
          <ac:grpSpMkLst>
            <pc:docMk/>
            <pc:sldMk cId="3309868588" sldId="295"/>
            <ac:grpSpMk id="17" creationId="{80537584-8832-29CB-6496-5AC45A3959FB}"/>
          </ac:grpSpMkLst>
        </pc:grpChg>
        <pc:grpChg chg="add mod">
          <ac:chgData name="adilton junio" userId="66b3fade76ecdf97" providerId="LiveId" clId="{EB7ABBEE-FFAC-42B3-8B20-ECFF61C046EE}" dt="2024-07-27T22:51:38.923" v="5507" actId="164"/>
          <ac:grpSpMkLst>
            <pc:docMk/>
            <pc:sldMk cId="3309868588" sldId="295"/>
            <ac:grpSpMk id="22" creationId="{4D3C42CD-F291-9C6C-827A-CED6200FA338}"/>
          </ac:grpSpMkLst>
        </pc:grpChg>
        <pc:grpChg chg="add mod">
          <ac:chgData name="adilton junio" userId="66b3fade76ecdf97" providerId="LiveId" clId="{EB7ABBEE-FFAC-42B3-8B20-ECFF61C046EE}" dt="2024-07-30T12:23:16.454" v="5613" actId="164"/>
          <ac:grpSpMkLst>
            <pc:docMk/>
            <pc:sldMk cId="3309868588" sldId="295"/>
            <ac:grpSpMk id="24" creationId="{8993033A-7173-3841-094D-902002142E23}"/>
          </ac:grpSpMkLst>
        </pc:grpChg>
        <pc:grpChg chg="add mod">
          <ac:chgData name="adilton junio" userId="66b3fade76ecdf97" providerId="LiveId" clId="{EB7ABBEE-FFAC-42B3-8B20-ECFF61C046EE}" dt="2024-07-30T12:23:28.267" v="5617" actId="164"/>
          <ac:grpSpMkLst>
            <pc:docMk/>
            <pc:sldMk cId="3309868588" sldId="295"/>
            <ac:grpSpMk id="25" creationId="{349F87CF-38AD-811F-7724-A68E6E77BCB1}"/>
          </ac:grpSpMkLst>
        </pc:grpChg>
        <pc:grpChg chg="add mod">
          <ac:chgData name="adilton junio" userId="66b3fade76ecdf97" providerId="LiveId" clId="{EB7ABBEE-FFAC-42B3-8B20-ECFF61C046EE}" dt="2024-07-27T22:52:47.649" v="5514" actId="164"/>
          <ac:grpSpMkLst>
            <pc:docMk/>
            <pc:sldMk cId="3309868588" sldId="295"/>
            <ac:grpSpMk id="26" creationId="{393A9FD2-3C95-3592-39FB-75CA149C7B03}"/>
          </ac:grpSpMkLst>
        </pc:grpChg>
        <pc:grpChg chg="add mod">
          <ac:chgData name="adilton junio" userId="66b3fade76ecdf97" providerId="LiveId" clId="{EB7ABBEE-FFAC-42B3-8B20-ECFF61C046EE}" dt="2024-07-30T12:23:16.454" v="5613" actId="164"/>
          <ac:grpSpMkLst>
            <pc:docMk/>
            <pc:sldMk cId="3309868588" sldId="295"/>
            <ac:grpSpMk id="27" creationId="{514C6F51-DF2B-0C85-A96B-CADD22087283}"/>
          </ac:grpSpMkLst>
        </pc:grpChg>
        <pc:grpChg chg="add mod">
          <ac:chgData name="adilton junio" userId="66b3fade76ecdf97" providerId="LiveId" clId="{EB7ABBEE-FFAC-42B3-8B20-ECFF61C046EE}" dt="2024-07-30T12:23:28.267" v="5617" actId="164"/>
          <ac:grpSpMkLst>
            <pc:docMk/>
            <pc:sldMk cId="3309868588" sldId="295"/>
            <ac:grpSpMk id="28" creationId="{D9090D7D-4398-FD8E-6FDF-B45A6AE313F6}"/>
          </ac:grpSpMkLst>
        </pc:grpChg>
      </pc:sldChg>
      <pc:sldChg chg="addSp delSp modSp add del mod">
        <pc:chgData name="adilton junio" userId="66b3fade76ecdf97" providerId="LiveId" clId="{EB7ABBEE-FFAC-42B3-8B20-ECFF61C046EE}" dt="2024-07-21T20:43:37.906" v="728" actId="47"/>
        <pc:sldMkLst>
          <pc:docMk/>
          <pc:sldMk cId="1036656880" sldId="296"/>
        </pc:sldMkLst>
        <pc:spChg chg="mod">
          <ac:chgData name="adilton junio" userId="66b3fade76ecdf97" providerId="LiveId" clId="{EB7ABBEE-FFAC-42B3-8B20-ECFF61C046EE}" dt="2024-07-21T20:10:34.644" v="356" actId="20577"/>
          <ac:spMkLst>
            <pc:docMk/>
            <pc:sldMk cId="1036656880" sldId="296"/>
            <ac:spMk id="2" creationId="{210C4684-E1A1-C731-9947-6934CF464A62}"/>
          </ac:spMkLst>
        </pc:spChg>
        <pc:spChg chg="del">
          <ac:chgData name="adilton junio" userId="66b3fade76ecdf97" providerId="LiveId" clId="{EB7ABBEE-FFAC-42B3-8B20-ECFF61C046EE}" dt="2024-07-21T20:10:46.726" v="381" actId="478"/>
          <ac:spMkLst>
            <pc:docMk/>
            <pc:sldMk cId="1036656880" sldId="296"/>
            <ac:spMk id="3" creationId="{72809E10-80A8-13F9-1702-A91766264365}"/>
          </ac:spMkLst>
        </pc:spChg>
        <pc:spChg chg="del">
          <ac:chgData name="adilton junio" userId="66b3fade76ecdf97" providerId="LiveId" clId="{EB7ABBEE-FFAC-42B3-8B20-ECFF61C046EE}" dt="2024-07-21T20:10:46.726" v="381" actId="478"/>
          <ac:spMkLst>
            <pc:docMk/>
            <pc:sldMk cId="1036656880" sldId="296"/>
            <ac:spMk id="5" creationId="{9EF378B8-E408-D35D-3908-9C32E9D35CFF}"/>
          </ac:spMkLst>
        </pc:spChg>
        <pc:spChg chg="del">
          <ac:chgData name="adilton junio" userId="66b3fade76ecdf97" providerId="LiveId" clId="{EB7ABBEE-FFAC-42B3-8B20-ECFF61C046EE}" dt="2024-07-21T20:10:46.726" v="381" actId="478"/>
          <ac:spMkLst>
            <pc:docMk/>
            <pc:sldMk cId="1036656880" sldId="296"/>
            <ac:spMk id="7" creationId="{3FF62544-298F-18A1-2B7D-075A3D6C0966}"/>
          </ac:spMkLst>
        </pc:spChg>
        <pc:spChg chg="del">
          <ac:chgData name="adilton junio" userId="66b3fade76ecdf97" providerId="LiveId" clId="{EB7ABBEE-FFAC-42B3-8B20-ECFF61C046EE}" dt="2024-07-21T20:10:46.726" v="381" actId="478"/>
          <ac:spMkLst>
            <pc:docMk/>
            <pc:sldMk cId="1036656880" sldId="296"/>
            <ac:spMk id="10" creationId="{1D302527-BF7D-5B8F-9410-1CB22D4C5DF2}"/>
          </ac:spMkLst>
        </pc:spChg>
        <pc:spChg chg="del">
          <ac:chgData name="adilton junio" userId="66b3fade76ecdf97" providerId="LiveId" clId="{EB7ABBEE-FFAC-42B3-8B20-ECFF61C046EE}" dt="2024-07-21T20:10:46.726" v="381" actId="478"/>
          <ac:spMkLst>
            <pc:docMk/>
            <pc:sldMk cId="1036656880" sldId="296"/>
            <ac:spMk id="11" creationId="{C9202CEC-ECC0-77F1-B0FA-5599A3A9FE55}"/>
          </ac:spMkLst>
        </pc:spChg>
        <pc:spChg chg="del">
          <ac:chgData name="adilton junio" userId="66b3fade76ecdf97" providerId="LiveId" clId="{EB7ABBEE-FFAC-42B3-8B20-ECFF61C046EE}" dt="2024-07-21T20:10:46.726" v="381" actId="478"/>
          <ac:spMkLst>
            <pc:docMk/>
            <pc:sldMk cId="1036656880" sldId="296"/>
            <ac:spMk id="12" creationId="{EB3CCF7E-DD5B-74CD-F977-70679BB003E4}"/>
          </ac:spMkLst>
        </pc:spChg>
        <pc:spChg chg="add mod">
          <ac:chgData name="adilton junio" userId="66b3fade76ecdf97" providerId="LiveId" clId="{EB7ABBEE-FFAC-42B3-8B20-ECFF61C046EE}" dt="2024-07-21T20:29:29.225" v="603" actId="404"/>
          <ac:spMkLst>
            <pc:docMk/>
            <pc:sldMk cId="1036656880" sldId="296"/>
            <ac:spMk id="13" creationId="{92A18466-CDCC-82EE-17A8-5DFEC2C59BB0}"/>
          </ac:spMkLst>
        </pc:spChg>
        <pc:spChg chg="del">
          <ac:chgData name="adilton junio" userId="66b3fade76ecdf97" providerId="LiveId" clId="{EB7ABBEE-FFAC-42B3-8B20-ECFF61C046EE}" dt="2024-07-21T20:10:46.726" v="381" actId="478"/>
          <ac:spMkLst>
            <pc:docMk/>
            <pc:sldMk cId="1036656880" sldId="296"/>
            <ac:spMk id="15" creationId="{673027A3-9382-CCD6-909A-C8D1B4686248}"/>
          </ac:spMkLst>
        </pc:spChg>
        <pc:spChg chg="del">
          <ac:chgData name="adilton junio" userId="66b3fade76ecdf97" providerId="LiveId" clId="{EB7ABBEE-FFAC-42B3-8B20-ECFF61C046EE}" dt="2024-07-21T20:10:46.726" v="381" actId="478"/>
          <ac:spMkLst>
            <pc:docMk/>
            <pc:sldMk cId="1036656880" sldId="296"/>
            <ac:spMk id="16" creationId="{E4FC19CD-5A1A-FE9F-4E22-FC2AF04F2C2F}"/>
          </ac:spMkLst>
        </pc:spChg>
        <pc:spChg chg="add mod">
          <ac:chgData name="adilton junio" userId="66b3fade76ecdf97" providerId="LiveId" clId="{EB7ABBEE-FFAC-42B3-8B20-ECFF61C046EE}" dt="2024-07-21T20:29:29.225" v="603" actId="404"/>
          <ac:spMkLst>
            <pc:docMk/>
            <pc:sldMk cId="1036656880" sldId="296"/>
            <ac:spMk id="17" creationId="{812EE95F-831D-FC4D-FC78-06CCA0E7DBCF}"/>
          </ac:spMkLst>
        </pc:spChg>
        <pc:spChg chg="del">
          <ac:chgData name="adilton junio" userId="66b3fade76ecdf97" providerId="LiveId" clId="{EB7ABBEE-FFAC-42B3-8B20-ECFF61C046EE}" dt="2024-07-21T20:10:46.726" v="381" actId="478"/>
          <ac:spMkLst>
            <pc:docMk/>
            <pc:sldMk cId="1036656880" sldId="296"/>
            <ac:spMk id="18" creationId="{21FC8F52-485B-95A5-E69E-5EFD58811C77}"/>
          </ac:spMkLst>
        </pc:spChg>
        <pc:spChg chg="del">
          <ac:chgData name="adilton junio" userId="66b3fade76ecdf97" providerId="LiveId" clId="{EB7ABBEE-FFAC-42B3-8B20-ECFF61C046EE}" dt="2024-07-21T20:10:46.726" v="381" actId="478"/>
          <ac:spMkLst>
            <pc:docMk/>
            <pc:sldMk cId="1036656880" sldId="296"/>
            <ac:spMk id="19" creationId="{D40163AE-2615-A371-567C-44892AD388C1}"/>
          </ac:spMkLst>
        </pc:spChg>
        <pc:spChg chg="del">
          <ac:chgData name="adilton junio" userId="66b3fade76ecdf97" providerId="LiveId" clId="{EB7ABBEE-FFAC-42B3-8B20-ECFF61C046EE}" dt="2024-07-21T20:10:46.726" v="381" actId="478"/>
          <ac:spMkLst>
            <pc:docMk/>
            <pc:sldMk cId="1036656880" sldId="296"/>
            <ac:spMk id="20" creationId="{249E3CEE-2677-41A4-6039-831AF2204F01}"/>
          </ac:spMkLst>
        </pc:spChg>
        <pc:spChg chg="del">
          <ac:chgData name="adilton junio" userId="66b3fade76ecdf97" providerId="LiveId" clId="{EB7ABBEE-FFAC-42B3-8B20-ECFF61C046EE}" dt="2024-07-21T20:10:46.726" v="381" actId="478"/>
          <ac:spMkLst>
            <pc:docMk/>
            <pc:sldMk cId="1036656880" sldId="296"/>
            <ac:spMk id="21" creationId="{5ABB60D7-0C03-674A-E12A-F88B9DAB2207}"/>
          </ac:spMkLst>
        </pc:spChg>
        <pc:spChg chg="add del mod">
          <ac:chgData name="adilton junio" userId="66b3fade76ecdf97" providerId="LiveId" clId="{EB7ABBEE-FFAC-42B3-8B20-ECFF61C046EE}" dt="2024-07-21T20:13:44.362" v="390" actId="478"/>
          <ac:spMkLst>
            <pc:docMk/>
            <pc:sldMk cId="1036656880" sldId="296"/>
            <ac:spMk id="22" creationId="{15FA263C-8F96-34D6-1F2A-E78C6FEB5830}"/>
          </ac:spMkLst>
        </pc:spChg>
        <pc:spChg chg="del">
          <ac:chgData name="adilton junio" userId="66b3fade76ecdf97" providerId="LiveId" clId="{EB7ABBEE-FFAC-42B3-8B20-ECFF61C046EE}" dt="2024-07-21T20:10:46.726" v="381" actId="478"/>
          <ac:spMkLst>
            <pc:docMk/>
            <pc:sldMk cId="1036656880" sldId="296"/>
            <ac:spMk id="23" creationId="{BB0DCD58-3160-7A1F-2D85-BF7B18360147}"/>
          </ac:spMkLst>
        </pc:spChg>
        <pc:spChg chg="add del mod">
          <ac:chgData name="adilton junio" userId="66b3fade76ecdf97" providerId="LiveId" clId="{EB7ABBEE-FFAC-42B3-8B20-ECFF61C046EE}" dt="2024-07-21T20:13:42.726" v="389" actId="478"/>
          <ac:spMkLst>
            <pc:docMk/>
            <pc:sldMk cId="1036656880" sldId="296"/>
            <ac:spMk id="24" creationId="{BAB3AA74-C6FE-79CA-B961-42A567C82B5F}"/>
          </ac:spMkLst>
        </pc:spChg>
        <pc:spChg chg="add del mod">
          <ac:chgData name="adilton junio" userId="66b3fade76ecdf97" providerId="LiveId" clId="{EB7ABBEE-FFAC-42B3-8B20-ECFF61C046EE}" dt="2024-07-21T20:13:40.904" v="388" actId="478"/>
          <ac:spMkLst>
            <pc:docMk/>
            <pc:sldMk cId="1036656880" sldId="296"/>
            <ac:spMk id="25" creationId="{DF28497D-ED81-AFF5-2673-D1643E141AD2}"/>
          </ac:spMkLst>
        </pc:spChg>
        <pc:spChg chg="add del mod">
          <ac:chgData name="adilton junio" userId="66b3fade76ecdf97" providerId="LiveId" clId="{EB7ABBEE-FFAC-42B3-8B20-ECFF61C046EE}" dt="2024-07-21T20:14:10.996" v="398" actId="478"/>
          <ac:spMkLst>
            <pc:docMk/>
            <pc:sldMk cId="1036656880" sldId="296"/>
            <ac:spMk id="27" creationId="{64784EB3-1DCD-9FBB-0446-960228E01213}"/>
          </ac:spMkLst>
        </pc:spChg>
        <pc:spChg chg="add del mod">
          <ac:chgData name="adilton junio" userId="66b3fade76ecdf97" providerId="LiveId" clId="{EB7ABBEE-FFAC-42B3-8B20-ECFF61C046EE}" dt="2024-07-21T20:14:12.776" v="400" actId="478"/>
          <ac:spMkLst>
            <pc:docMk/>
            <pc:sldMk cId="1036656880" sldId="296"/>
            <ac:spMk id="29" creationId="{4B1959A3-DB5D-8C0C-A469-11294653E1EE}"/>
          </ac:spMkLst>
        </pc:spChg>
        <pc:spChg chg="add del mod">
          <ac:chgData name="adilton junio" userId="66b3fade76ecdf97" providerId="LiveId" clId="{EB7ABBEE-FFAC-42B3-8B20-ECFF61C046EE}" dt="2024-07-21T20:29:29.225" v="603" actId="404"/>
          <ac:spMkLst>
            <pc:docMk/>
            <pc:sldMk cId="1036656880" sldId="296"/>
            <ac:spMk id="30" creationId="{63E2950E-3B55-FF88-CAEE-915F11466CE1}"/>
          </ac:spMkLst>
        </pc:spChg>
        <pc:spChg chg="add del mod">
          <ac:chgData name="adilton junio" userId="66b3fade76ecdf97" providerId="LiveId" clId="{EB7ABBEE-FFAC-42B3-8B20-ECFF61C046EE}" dt="2024-07-21T20:13:48.329" v="391" actId="478"/>
          <ac:spMkLst>
            <pc:docMk/>
            <pc:sldMk cId="1036656880" sldId="296"/>
            <ac:spMk id="31" creationId="{F2767F27-8E1A-5F99-9505-641372195DFA}"/>
          </ac:spMkLst>
        </pc:spChg>
        <pc:spChg chg="mod">
          <ac:chgData name="adilton junio" userId="66b3fade76ecdf97" providerId="LiveId" clId="{EB7ABBEE-FFAC-42B3-8B20-ECFF61C046EE}" dt="2024-07-21T20:13:24.169" v="382"/>
          <ac:spMkLst>
            <pc:docMk/>
            <pc:sldMk cId="1036656880" sldId="296"/>
            <ac:spMk id="35" creationId="{9E99F93E-8999-1432-B47B-1179985D752A}"/>
          </ac:spMkLst>
        </pc:spChg>
        <pc:spChg chg="mod">
          <ac:chgData name="adilton junio" userId="66b3fade76ecdf97" providerId="LiveId" clId="{EB7ABBEE-FFAC-42B3-8B20-ECFF61C046EE}" dt="2024-07-21T20:13:24.169" v="382"/>
          <ac:spMkLst>
            <pc:docMk/>
            <pc:sldMk cId="1036656880" sldId="296"/>
            <ac:spMk id="36" creationId="{1A174E83-4BA7-6510-483E-33BF1A576707}"/>
          </ac:spMkLst>
        </pc:spChg>
        <pc:spChg chg="mod">
          <ac:chgData name="adilton junio" userId="66b3fade76ecdf97" providerId="LiveId" clId="{EB7ABBEE-FFAC-42B3-8B20-ECFF61C046EE}" dt="2024-07-21T20:13:24.169" v="382"/>
          <ac:spMkLst>
            <pc:docMk/>
            <pc:sldMk cId="1036656880" sldId="296"/>
            <ac:spMk id="38" creationId="{A6C45528-C8C5-CDD3-4F78-2C500263E9FB}"/>
          </ac:spMkLst>
        </pc:spChg>
        <pc:spChg chg="mod">
          <ac:chgData name="adilton junio" userId="66b3fade76ecdf97" providerId="LiveId" clId="{EB7ABBEE-FFAC-42B3-8B20-ECFF61C046EE}" dt="2024-07-21T20:13:24.169" v="382"/>
          <ac:spMkLst>
            <pc:docMk/>
            <pc:sldMk cId="1036656880" sldId="296"/>
            <ac:spMk id="39" creationId="{F9FF65D8-E620-7C5A-BF86-A57E8405B1BC}"/>
          </ac:spMkLst>
        </pc:spChg>
        <pc:spChg chg="add del mod">
          <ac:chgData name="adilton junio" userId="66b3fade76ecdf97" providerId="LiveId" clId="{EB7ABBEE-FFAC-42B3-8B20-ECFF61C046EE}" dt="2024-07-21T20:29:29.225" v="603" actId="404"/>
          <ac:spMkLst>
            <pc:docMk/>
            <pc:sldMk cId="1036656880" sldId="296"/>
            <ac:spMk id="42" creationId="{F040E09F-278C-2E4D-EA66-CD26FDC9549E}"/>
          </ac:spMkLst>
        </pc:spChg>
        <pc:spChg chg="add mod">
          <ac:chgData name="adilton junio" userId="66b3fade76ecdf97" providerId="LiveId" clId="{EB7ABBEE-FFAC-42B3-8B20-ECFF61C046EE}" dt="2024-07-21T20:30:03.736" v="614" actId="1076"/>
          <ac:spMkLst>
            <pc:docMk/>
            <pc:sldMk cId="1036656880" sldId="296"/>
            <ac:spMk id="53" creationId="{BD8E85F4-E7E6-0D19-B231-CF417C101B69}"/>
          </ac:spMkLst>
        </pc:spChg>
        <pc:spChg chg="add mod">
          <ac:chgData name="adilton junio" userId="66b3fade76ecdf97" providerId="LiveId" clId="{EB7ABBEE-FFAC-42B3-8B20-ECFF61C046EE}" dt="2024-07-21T20:29:33.047" v="604" actId="1076"/>
          <ac:spMkLst>
            <pc:docMk/>
            <pc:sldMk cId="1036656880" sldId="296"/>
            <ac:spMk id="55" creationId="{C209E32B-364B-B9A8-9643-77B33B7CC145}"/>
          </ac:spMkLst>
        </pc:spChg>
        <pc:spChg chg="mod">
          <ac:chgData name="adilton junio" userId="66b3fade76ecdf97" providerId="LiveId" clId="{EB7ABBEE-FFAC-42B3-8B20-ECFF61C046EE}" dt="2024-07-21T20:30:00.654" v="613" actId="1076"/>
          <ac:spMkLst>
            <pc:docMk/>
            <pc:sldMk cId="1036656880" sldId="296"/>
            <ac:spMk id="61" creationId="{ADCF016C-6DA0-EFE8-CF87-D5BFF46D14AD}"/>
          </ac:spMkLst>
        </pc:spChg>
        <pc:spChg chg="add mod">
          <ac:chgData name="adilton junio" userId="66b3fade76ecdf97" providerId="LiveId" clId="{EB7ABBEE-FFAC-42B3-8B20-ECFF61C046EE}" dt="2024-07-21T20:30:23.685" v="617" actId="1076"/>
          <ac:spMkLst>
            <pc:docMk/>
            <pc:sldMk cId="1036656880" sldId="296"/>
            <ac:spMk id="63" creationId="{0D3FA61D-BBAE-66C8-03C9-673E425B53E2}"/>
          </ac:spMkLst>
        </pc:spChg>
        <pc:spChg chg="add mod">
          <ac:chgData name="adilton junio" userId="66b3fade76ecdf97" providerId="LiveId" clId="{EB7ABBEE-FFAC-42B3-8B20-ECFF61C046EE}" dt="2024-07-21T20:30:20.766" v="616" actId="1076"/>
          <ac:spMkLst>
            <pc:docMk/>
            <pc:sldMk cId="1036656880" sldId="296"/>
            <ac:spMk id="64" creationId="{76363AD0-F7A9-36D6-CA69-29C1DE4253C0}"/>
          </ac:spMkLst>
        </pc:spChg>
        <pc:spChg chg="add mod">
          <ac:chgData name="adilton junio" userId="66b3fade76ecdf97" providerId="LiveId" clId="{EB7ABBEE-FFAC-42B3-8B20-ECFF61C046EE}" dt="2024-07-21T20:29:49.804" v="610" actId="1076"/>
          <ac:spMkLst>
            <pc:docMk/>
            <pc:sldMk cId="1036656880" sldId="296"/>
            <ac:spMk id="65" creationId="{D4F551A5-2181-3135-7496-32F394325D4A}"/>
          </ac:spMkLst>
        </pc:spChg>
        <pc:spChg chg="add mod">
          <ac:chgData name="adilton junio" userId="66b3fade76ecdf97" providerId="LiveId" clId="{EB7ABBEE-FFAC-42B3-8B20-ECFF61C046EE}" dt="2024-07-21T20:29:56.229" v="612" actId="1076"/>
          <ac:spMkLst>
            <pc:docMk/>
            <pc:sldMk cId="1036656880" sldId="296"/>
            <ac:spMk id="66" creationId="{7F111B65-93B8-9777-CF49-729E3398B29C}"/>
          </ac:spMkLst>
        </pc:spChg>
        <pc:spChg chg="add mod">
          <ac:chgData name="adilton junio" userId="66b3fade76ecdf97" providerId="LiveId" clId="{EB7ABBEE-FFAC-42B3-8B20-ECFF61C046EE}" dt="2024-07-21T20:32:58.764" v="642" actId="164"/>
          <ac:spMkLst>
            <pc:docMk/>
            <pc:sldMk cId="1036656880" sldId="296"/>
            <ac:spMk id="72" creationId="{9D3C9934-751B-7E33-684D-BBDD4A3B5B1B}"/>
          </ac:spMkLst>
        </pc:spChg>
        <pc:spChg chg="mod">
          <ac:chgData name="adilton junio" userId="66b3fade76ecdf97" providerId="LiveId" clId="{EB7ABBEE-FFAC-42B3-8B20-ECFF61C046EE}" dt="2024-07-21T20:10:42.667" v="380" actId="20577"/>
          <ac:spMkLst>
            <pc:docMk/>
            <pc:sldMk cId="1036656880" sldId="296"/>
            <ac:spMk id="92" creationId="{389AD4BA-DE4A-1658-2487-F94C2EEF6666}"/>
          </ac:spMkLst>
        </pc:spChg>
        <pc:grpChg chg="add del mod">
          <ac:chgData name="adilton junio" userId="66b3fade76ecdf97" providerId="LiveId" clId="{EB7ABBEE-FFAC-42B3-8B20-ECFF61C046EE}" dt="2024-07-21T20:13:29.936" v="384" actId="478"/>
          <ac:grpSpMkLst>
            <pc:docMk/>
            <pc:sldMk cId="1036656880" sldId="296"/>
            <ac:grpSpMk id="32" creationId="{F9968D9E-2C61-4E6C-30F9-D8A99A1A800A}"/>
          </ac:grpSpMkLst>
        </pc:grpChg>
        <pc:grpChg chg="mod">
          <ac:chgData name="adilton junio" userId="66b3fade76ecdf97" providerId="LiveId" clId="{EB7ABBEE-FFAC-42B3-8B20-ECFF61C046EE}" dt="2024-07-21T20:13:24.169" v="382"/>
          <ac:grpSpMkLst>
            <pc:docMk/>
            <pc:sldMk cId="1036656880" sldId="296"/>
            <ac:grpSpMk id="34" creationId="{AF115C23-9992-2D50-1A47-89F47FD0D336}"/>
          </ac:grpSpMkLst>
        </pc:grpChg>
        <pc:grpChg chg="add del mod">
          <ac:chgData name="adilton junio" userId="66b3fade76ecdf97" providerId="LiveId" clId="{EB7ABBEE-FFAC-42B3-8B20-ECFF61C046EE}" dt="2024-07-21T20:13:32.630" v="386" actId="478"/>
          <ac:grpSpMkLst>
            <pc:docMk/>
            <pc:sldMk cId="1036656880" sldId="296"/>
            <ac:grpSpMk id="37" creationId="{C88431B8-CE64-FD98-BF0F-18EB746997A7}"/>
          </ac:grpSpMkLst>
        </pc:grpChg>
        <pc:grpChg chg="add mod">
          <ac:chgData name="adilton junio" userId="66b3fade76ecdf97" providerId="LiveId" clId="{EB7ABBEE-FFAC-42B3-8B20-ECFF61C046EE}" dt="2024-07-21T20:29:29.225" v="603" actId="404"/>
          <ac:grpSpMkLst>
            <pc:docMk/>
            <pc:sldMk cId="1036656880" sldId="296"/>
            <ac:grpSpMk id="52" creationId="{4BFA026F-A868-442F-F9FC-7631D9DBE0F5}"/>
          </ac:grpSpMkLst>
        </pc:grpChg>
        <pc:grpChg chg="add mod">
          <ac:chgData name="adilton junio" userId="66b3fade76ecdf97" providerId="LiveId" clId="{EB7ABBEE-FFAC-42B3-8B20-ECFF61C046EE}" dt="2024-07-21T20:29:29.225" v="603" actId="404"/>
          <ac:grpSpMkLst>
            <pc:docMk/>
            <pc:sldMk cId="1036656880" sldId="296"/>
            <ac:grpSpMk id="58" creationId="{86CA725B-EEE2-2778-2B33-7BEC0E4CE9B7}"/>
          </ac:grpSpMkLst>
        </pc:grpChg>
        <pc:grpChg chg="add mod">
          <ac:chgData name="adilton junio" userId="66b3fade76ecdf97" providerId="LiveId" clId="{EB7ABBEE-FFAC-42B3-8B20-ECFF61C046EE}" dt="2024-07-21T20:29:29.225" v="603" actId="404"/>
          <ac:grpSpMkLst>
            <pc:docMk/>
            <pc:sldMk cId="1036656880" sldId="296"/>
            <ac:grpSpMk id="59" creationId="{1852367C-74A5-2117-2908-834B9ABF3BB5}"/>
          </ac:grpSpMkLst>
        </pc:grpChg>
        <pc:grpChg chg="add mod">
          <ac:chgData name="adilton junio" userId="66b3fade76ecdf97" providerId="LiveId" clId="{EB7ABBEE-FFAC-42B3-8B20-ECFF61C046EE}" dt="2024-07-21T20:36:21.976" v="658" actId="1037"/>
          <ac:grpSpMkLst>
            <pc:docMk/>
            <pc:sldMk cId="1036656880" sldId="296"/>
            <ac:grpSpMk id="67" creationId="{930E2CE6-1032-1DF6-A985-90CF4989AB2B}"/>
          </ac:grpSpMkLst>
        </pc:grpChg>
        <pc:grpChg chg="add mod">
          <ac:chgData name="adilton junio" userId="66b3fade76ecdf97" providerId="LiveId" clId="{EB7ABBEE-FFAC-42B3-8B20-ECFF61C046EE}" dt="2024-07-21T20:32:58.764" v="642" actId="164"/>
          <ac:grpSpMkLst>
            <pc:docMk/>
            <pc:sldMk cId="1036656880" sldId="296"/>
            <ac:grpSpMk id="73" creationId="{6259D298-4372-8E4E-54B5-F43FCFCFE086}"/>
          </ac:grpSpMkLst>
        </pc:grpChg>
        <pc:picChg chg="add mod modCrop">
          <ac:chgData name="adilton junio" userId="66b3fade76ecdf97" providerId="LiveId" clId="{EB7ABBEE-FFAC-42B3-8B20-ECFF61C046EE}" dt="2024-07-21T20:32:58.764" v="642" actId="164"/>
          <ac:picMkLst>
            <pc:docMk/>
            <pc:sldMk cId="1036656880" sldId="296"/>
            <ac:picMk id="69" creationId="{BE928D1C-AC8B-F923-80C1-C79847D0BD95}"/>
          </ac:picMkLst>
        </pc:picChg>
        <pc:picChg chg="add mod modCrop">
          <ac:chgData name="adilton junio" userId="66b3fade76ecdf97" providerId="LiveId" clId="{EB7ABBEE-FFAC-42B3-8B20-ECFF61C046EE}" dt="2024-07-21T20:33:54.665" v="648" actId="732"/>
          <ac:picMkLst>
            <pc:docMk/>
            <pc:sldMk cId="1036656880" sldId="296"/>
            <ac:picMk id="71" creationId="{98548C5C-FF4C-6630-93C6-B16368D95A53}"/>
          </ac:picMkLst>
        </pc:picChg>
        <pc:cxnChg chg="add del mod">
          <ac:chgData name="adilton junio" userId="66b3fade76ecdf97" providerId="LiveId" clId="{EB7ABBEE-FFAC-42B3-8B20-ECFF61C046EE}" dt="2024-07-21T20:14:11.817" v="399" actId="478"/>
          <ac:cxnSpMkLst>
            <pc:docMk/>
            <pc:sldMk cId="1036656880" sldId="296"/>
            <ac:cxnSpMk id="14" creationId="{3A6F2A9F-2D72-5ADE-359B-227DF73322D9}"/>
          </ac:cxnSpMkLst>
        </pc:cxnChg>
        <pc:cxnChg chg="add del mod">
          <ac:chgData name="adilton junio" userId="66b3fade76ecdf97" providerId="LiveId" clId="{EB7ABBEE-FFAC-42B3-8B20-ECFF61C046EE}" dt="2024-07-21T20:14:10.138" v="397" actId="478"/>
          <ac:cxnSpMkLst>
            <pc:docMk/>
            <pc:sldMk cId="1036656880" sldId="296"/>
            <ac:cxnSpMk id="26" creationId="{76D5CEDE-F40E-491C-1FAD-54A15D3BA7A1}"/>
          </ac:cxnSpMkLst>
        </pc:cxnChg>
        <pc:cxnChg chg="add del mod">
          <ac:chgData name="adilton junio" userId="66b3fade76ecdf97" providerId="LiveId" clId="{EB7ABBEE-FFAC-42B3-8B20-ECFF61C046EE}" dt="2024-07-21T20:14:27.976" v="428" actId="478"/>
          <ac:cxnSpMkLst>
            <pc:docMk/>
            <pc:sldMk cId="1036656880" sldId="296"/>
            <ac:cxnSpMk id="28" creationId="{FB973F18-85D8-0248-7A3D-9057009243A0}"/>
          </ac:cxnSpMkLst>
        </pc:cxnChg>
        <pc:cxnChg chg="mod">
          <ac:chgData name="adilton junio" userId="66b3fade76ecdf97" providerId="LiveId" clId="{EB7ABBEE-FFAC-42B3-8B20-ECFF61C046EE}" dt="2024-07-21T20:13:24.169" v="382"/>
          <ac:cxnSpMkLst>
            <pc:docMk/>
            <pc:sldMk cId="1036656880" sldId="296"/>
            <ac:cxnSpMk id="33" creationId="{05F2CD05-0406-07DE-B17E-9949BA2C7753}"/>
          </ac:cxnSpMkLst>
        </pc:cxnChg>
        <pc:cxnChg chg="add del mod">
          <ac:chgData name="adilton junio" userId="66b3fade76ecdf97" providerId="LiveId" clId="{EB7ABBEE-FFAC-42B3-8B20-ECFF61C046EE}" dt="2024-07-21T20:13:30.896" v="385" actId="478"/>
          <ac:cxnSpMkLst>
            <pc:docMk/>
            <pc:sldMk cId="1036656880" sldId="296"/>
            <ac:cxnSpMk id="40" creationId="{AC01C96D-CD87-ECDD-0A0C-E930983039AB}"/>
          </ac:cxnSpMkLst>
        </pc:cxnChg>
        <pc:cxnChg chg="add del mod">
          <ac:chgData name="adilton junio" userId="66b3fade76ecdf97" providerId="LiveId" clId="{EB7ABBEE-FFAC-42B3-8B20-ECFF61C046EE}" dt="2024-07-21T20:13:39.145" v="387" actId="478"/>
          <ac:cxnSpMkLst>
            <pc:docMk/>
            <pc:sldMk cId="1036656880" sldId="296"/>
            <ac:cxnSpMk id="41" creationId="{64C9841C-0880-3B24-CCCE-B7892BC214A7}"/>
          </ac:cxnSpMkLst>
        </pc:cxnChg>
        <pc:cxnChg chg="add mod">
          <ac:chgData name="adilton junio" userId="66b3fade76ecdf97" providerId="LiveId" clId="{EB7ABBEE-FFAC-42B3-8B20-ECFF61C046EE}" dt="2024-07-21T20:29:29.225" v="603" actId="404"/>
          <ac:cxnSpMkLst>
            <pc:docMk/>
            <pc:sldMk cId="1036656880" sldId="296"/>
            <ac:cxnSpMk id="44" creationId="{7B69B615-68A8-0880-4ACF-BCA6B5DA86F3}"/>
          </ac:cxnSpMkLst>
        </pc:cxnChg>
        <pc:cxnChg chg="add mod">
          <ac:chgData name="adilton junio" userId="66b3fade76ecdf97" providerId="LiveId" clId="{EB7ABBEE-FFAC-42B3-8B20-ECFF61C046EE}" dt="2024-07-21T20:29:29.225" v="603" actId="404"/>
          <ac:cxnSpMkLst>
            <pc:docMk/>
            <pc:sldMk cId="1036656880" sldId="296"/>
            <ac:cxnSpMk id="48" creationId="{CD746603-9666-48BD-FD84-79BEA79C6EC6}"/>
          </ac:cxnSpMkLst>
        </pc:cxnChg>
        <pc:cxnChg chg="add mod">
          <ac:chgData name="adilton junio" userId="66b3fade76ecdf97" providerId="LiveId" clId="{EB7ABBEE-FFAC-42B3-8B20-ECFF61C046EE}" dt="2024-07-21T20:29:29.225" v="603" actId="404"/>
          <ac:cxnSpMkLst>
            <pc:docMk/>
            <pc:sldMk cId="1036656880" sldId="296"/>
            <ac:cxnSpMk id="49" creationId="{07D9234E-2A5D-C007-E354-7BCCDC4919BF}"/>
          </ac:cxnSpMkLst>
        </pc:cxnChg>
        <pc:cxnChg chg="add mod">
          <ac:chgData name="adilton junio" userId="66b3fade76ecdf97" providerId="LiveId" clId="{EB7ABBEE-FFAC-42B3-8B20-ECFF61C046EE}" dt="2024-07-21T20:29:29.225" v="603" actId="404"/>
          <ac:cxnSpMkLst>
            <pc:docMk/>
            <pc:sldMk cId="1036656880" sldId="296"/>
            <ac:cxnSpMk id="54" creationId="{4BFF477B-E37D-5847-A169-F8F04B04CCBC}"/>
          </ac:cxnSpMkLst>
        </pc:cxnChg>
        <pc:cxnChg chg="mod">
          <ac:chgData name="adilton junio" userId="66b3fade76ecdf97" providerId="LiveId" clId="{EB7ABBEE-FFAC-42B3-8B20-ECFF61C046EE}" dt="2024-07-21T20:29:29.225" v="603" actId="404"/>
          <ac:cxnSpMkLst>
            <pc:docMk/>
            <pc:sldMk cId="1036656880" sldId="296"/>
            <ac:cxnSpMk id="60" creationId="{40596013-00EC-3066-62FA-6A4E2E8C2CFB}"/>
          </ac:cxnSpMkLst>
        </pc:cxnChg>
      </pc:sldChg>
      <pc:sldChg chg="addSp delSp modSp add mod ord modAnim">
        <pc:chgData name="adilton junio" userId="66b3fade76ecdf97" providerId="LiveId" clId="{EB7ABBEE-FFAC-42B3-8B20-ECFF61C046EE}" dt="2024-07-27T22:53:52.919" v="5527"/>
        <pc:sldMkLst>
          <pc:docMk/>
          <pc:sldMk cId="2771550805" sldId="297"/>
        </pc:sldMkLst>
        <pc:spChg chg="add mod ord">
          <ac:chgData name="adilton junio" userId="66b3fade76ecdf97" providerId="LiveId" clId="{EB7ABBEE-FFAC-42B3-8B20-ECFF61C046EE}" dt="2024-07-21T20:39:29.206" v="707" actId="164"/>
          <ac:spMkLst>
            <pc:docMk/>
            <pc:sldMk cId="2771550805" sldId="297"/>
            <ac:spMk id="3" creationId="{B40F7ACA-6FC0-F7F9-73A3-908D823ED7D3}"/>
          </ac:spMkLst>
        </pc:spChg>
        <pc:spChg chg="add mod">
          <ac:chgData name="adilton junio" userId="66b3fade76ecdf97" providerId="LiveId" clId="{EB7ABBEE-FFAC-42B3-8B20-ECFF61C046EE}" dt="2024-07-21T20:39:29.206" v="707" actId="164"/>
          <ac:spMkLst>
            <pc:docMk/>
            <pc:sldMk cId="2771550805" sldId="297"/>
            <ac:spMk id="5" creationId="{78E868B1-D7F2-0274-FD4D-C4416085B4E9}"/>
          </ac:spMkLst>
        </pc:spChg>
        <pc:spChg chg="mod">
          <ac:chgData name="adilton junio" userId="66b3fade76ecdf97" providerId="LiveId" clId="{EB7ABBEE-FFAC-42B3-8B20-ECFF61C046EE}" dt="2024-07-21T20:39:55.860" v="717"/>
          <ac:spMkLst>
            <pc:docMk/>
            <pc:sldMk cId="2771550805" sldId="297"/>
            <ac:spMk id="11" creationId="{F859AFDF-88E7-77BB-1B95-297278A2DE91}"/>
          </ac:spMkLst>
        </pc:spChg>
        <pc:spChg chg="mod">
          <ac:chgData name="adilton junio" userId="66b3fade76ecdf97" providerId="LiveId" clId="{EB7ABBEE-FFAC-42B3-8B20-ECFF61C046EE}" dt="2024-07-21T20:39:55.860" v="717"/>
          <ac:spMkLst>
            <pc:docMk/>
            <pc:sldMk cId="2771550805" sldId="297"/>
            <ac:spMk id="12" creationId="{0EF517A4-9664-59AE-270C-0D8C839A5C00}"/>
          </ac:spMkLst>
        </pc:spChg>
        <pc:spChg chg="add mod topLvl">
          <ac:chgData name="adilton junio" userId="66b3fade76ecdf97" providerId="LiveId" clId="{EB7ABBEE-FFAC-42B3-8B20-ECFF61C046EE}" dt="2024-07-27T14:14:11.849" v="1510" actId="164"/>
          <ac:spMkLst>
            <pc:docMk/>
            <pc:sldMk cId="2771550805" sldId="297"/>
            <ac:spMk id="13" creationId="{B1E40D3F-4FE4-935B-4CD2-80439497C24D}"/>
          </ac:spMkLst>
        </pc:spChg>
        <pc:spChg chg="add mod topLvl">
          <ac:chgData name="adilton junio" userId="66b3fade76ecdf97" providerId="LiveId" clId="{EB7ABBEE-FFAC-42B3-8B20-ECFF61C046EE}" dt="2024-07-27T14:14:11.849" v="1510" actId="164"/>
          <ac:spMkLst>
            <pc:docMk/>
            <pc:sldMk cId="2771550805" sldId="297"/>
            <ac:spMk id="14" creationId="{9E202FB1-0E27-DE65-4B6B-0DF872AEE369}"/>
          </ac:spMkLst>
        </pc:spChg>
        <pc:spChg chg="mod topLvl">
          <ac:chgData name="adilton junio" userId="66b3fade76ecdf97" providerId="LiveId" clId="{EB7ABBEE-FFAC-42B3-8B20-ECFF61C046EE}" dt="2024-07-27T12:44:09.382" v="1133" actId="403"/>
          <ac:spMkLst>
            <pc:docMk/>
            <pc:sldMk cId="2771550805" sldId="297"/>
            <ac:spMk id="15" creationId="{BA637B0A-A738-20CA-40AA-63B856901DA2}"/>
          </ac:spMkLst>
        </pc:spChg>
        <pc:spChg chg="mod topLvl">
          <ac:chgData name="adilton junio" userId="66b3fade76ecdf97" providerId="LiveId" clId="{EB7ABBEE-FFAC-42B3-8B20-ECFF61C046EE}" dt="2024-07-27T12:44:09.382" v="1133" actId="403"/>
          <ac:spMkLst>
            <pc:docMk/>
            <pc:sldMk cId="2771550805" sldId="297"/>
            <ac:spMk id="16" creationId="{09761677-ADDD-FD61-1B19-9A5DAD0ECBD9}"/>
          </ac:spMkLst>
        </pc:spChg>
        <pc:spChg chg="mod topLvl">
          <ac:chgData name="adilton junio" userId="66b3fade76ecdf97" providerId="LiveId" clId="{EB7ABBEE-FFAC-42B3-8B20-ECFF61C046EE}" dt="2024-07-27T12:44:09.382" v="1133" actId="403"/>
          <ac:spMkLst>
            <pc:docMk/>
            <pc:sldMk cId="2771550805" sldId="297"/>
            <ac:spMk id="18" creationId="{32803960-956F-32D0-E6DA-092AAFF9923D}"/>
          </ac:spMkLst>
        </pc:spChg>
        <pc:spChg chg="mod topLvl">
          <ac:chgData name="adilton junio" userId="66b3fade76ecdf97" providerId="LiveId" clId="{EB7ABBEE-FFAC-42B3-8B20-ECFF61C046EE}" dt="2024-07-27T12:44:09.382" v="1133" actId="403"/>
          <ac:spMkLst>
            <pc:docMk/>
            <pc:sldMk cId="2771550805" sldId="297"/>
            <ac:spMk id="19" creationId="{A4F40DCD-B092-F6E4-8AEC-25D16C18A91F}"/>
          </ac:spMkLst>
        </pc:spChg>
        <pc:spChg chg="mod topLvl">
          <ac:chgData name="adilton junio" userId="66b3fade76ecdf97" providerId="LiveId" clId="{EB7ABBEE-FFAC-42B3-8B20-ECFF61C046EE}" dt="2024-07-27T12:44:09.382" v="1133" actId="403"/>
          <ac:spMkLst>
            <pc:docMk/>
            <pc:sldMk cId="2771550805" sldId="297"/>
            <ac:spMk id="23" creationId="{B4C844DE-31AB-09F9-8CF7-B79298809E3F}"/>
          </ac:spMkLst>
        </pc:spChg>
        <pc:spChg chg="mod topLvl">
          <ac:chgData name="adilton junio" userId="66b3fade76ecdf97" providerId="LiveId" clId="{EB7ABBEE-FFAC-42B3-8B20-ECFF61C046EE}" dt="2024-07-27T12:44:20.078" v="1135" actId="1076"/>
          <ac:spMkLst>
            <pc:docMk/>
            <pc:sldMk cId="2771550805" sldId="297"/>
            <ac:spMk id="26" creationId="{2C4FA4B6-499D-6787-2F7B-6FBFD53D33C0}"/>
          </ac:spMkLst>
        </pc:spChg>
        <pc:spChg chg="mod topLvl">
          <ac:chgData name="adilton junio" userId="66b3fade76ecdf97" providerId="LiveId" clId="{EB7ABBEE-FFAC-42B3-8B20-ECFF61C046EE}" dt="2024-07-27T12:44:15.030" v="1134" actId="1076"/>
          <ac:spMkLst>
            <pc:docMk/>
            <pc:sldMk cId="2771550805" sldId="297"/>
            <ac:spMk id="27" creationId="{AD09161C-F78A-F386-0C2D-E8DBCC1A7D03}"/>
          </ac:spMkLst>
        </pc:spChg>
        <pc:spChg chg="mod topLvl">
          <ac:chgData name="adilton junio" userId="66b3fade76ecdf97" providerId="LiveId" clId="{EB7ABBEE-FFAC-42B3-8B20-ECFF61C046EE}" dt="2024-07-27T12:44:09.382" v="1133" actId="403"/>
          <ac:spMkLst>
            <pc:docMk/>
            <pc:sldMk cId="2771550805" sldId="297"/>
            <ac:spMk id="28" creationId="{F80E93F2-4D49-D1DF-554E-21BA1F97DE25}"/>
          </ac:spMkLst>
        </pc:spChg>
        <pc:spChg chg="mod topLvl">
          <ac:chgData name="adilton junio" userId="66b3fade76ecdf97" providerId="LiveId" clId="{EB7ABBEE-FFAC-42B3-8B20-ECFF61C046EE}" dt="2024-07-27T12:44:09.382" v="1133" actId="403"/>
          <ac:spMkLst>
            <pc:docMk/>
            <pc:sldMk cId="2771550805" sldId="297"/>
            <ac:spMk id="29" creationId="{498E5691-A9DD-CB56-28E6-8B0B67B970E0}"/>
          </ac:spMkLst>
        </pc:spChg>
        <pc:spChg chg="add mod topLvl">
          <ac:chgData name="adilton junio" userId="66b3fade76ecdf97" providerId="LiveId" clId="{EB7ABBEE-FFAC-42B3-8B20-ECFF61C046EE}" dt="2024-07-27T14:14:17.369" v="1516" actId="1036"/>
          <ac:spMkLst>
            <pc:docMk/>
            <pc:sldMk cId="2771550805" sldId="297"/>
            <ac:spMk id="30" creationId="{8026FAAA-72B8-2987-E3C1-EB602908BFF5}"/>
          </ac:spMkLst>
        </pc:spChg>
        <pc:spChg chg="mod">
          <ac:chgData name="adilton junio" userId="66b3fade76ecdf97" providerId="LiveId" clId="{EB7ABBEE-FFAC-42B3-8B20-ECFF61C046EE}" dt="2024-07-27T12:44:09.382" v="1133" actId="403"/>
          <ac:spMkLst>
            <pc:docMk/>
            <pc:sldMk cId="2771550805" sldId="297"/>
            <ac:spMk id="32" creationId="{3DEE1305-69BB-8742-0700-083A80B82530}"/>
          </ac:spMkLst>
        </pc:spChg>
        <pc:spChg chg="mod">
          <ac:chgData name="adilton junio" userId="66b3fade76ecdf97" providerId="LiveId" clId="{EB7ABBEE-FFAC-42B3-8B20-ECFF61C046EE}" dt="2024-07-27T12:44:09.382" v="1133" actId="403"/>
          <ac:spMkLst>
            <pc:docMk/>
            <pc:sldMk cId="2771550805" sldId="297"/>
            <ac:spMk id="34" creationId="{21DA15BB-1756-728D-1D7D-C1794FE758E7}"/>
          </ac:spMkLst>
        </pc:spChg>
        <pc:spChg chg="add del mod">
          <ac:chgData name="adilton junio" userId="66b3fade76ecdf97" providerId="LiveId" clId="{EB7ABBEE-FFAC-42B3-8B20-ECFF61C046EE}" dt="2024-07-27T12:48:32.070" v="1142" actId="478"/>
          <ac:spMkLst>
            <pc:docMk/>
            <pc:sldMk cId="2771550805" sldId="297"/>
            <ac:spMk id="38" creationId="{419B74C7-8E9A-30B8-663F-805FB675EE86}"/>
          </ac:spMkLst>
        </pc:spChg>
        <pc:spChg chg="add del mod">
          <ac:chgData name="adilton junio" userId="66b3fade76ecdf97" providerId="LiveId" clId="{EB7ABBEE-FFAC-42B3-8B20-ECFF61C046EE}" dt="2024-07-27T12:48:36.825" v="1146" actId="478"/>
          <ac:spMkLst>
            <pc:docMk/>
            <pc:sldMk cId="2771550805" sldId="297"/>
            <ac:spMk id="39" creationId="{AC091AF3-D47A-4E77-4723-A635752298C6}"/>
          </ac:spMkLst>
        </pc:spChg>
        <pc:spChg chg="mod">
          <ac:chgData name="adilton junio" userId="66b3fade76ecdf97" providerId="LiveId" clId="{EB7ABBEE-FFAC-42B3-8B20-ECFF61C046EE}" dt="2024-07-27T14:13:34.678" v="1487" actId="165"/>
          <ac:spMkLst>
            <pc:docMk/>
            <pc:sldMk cId="2771550805" sldId="297"/>
            <ac:spMk id="41" creationId="{47E905D0-4AED-4EA5-0EA9-E58AC044C120}"/>
          </ac:spMkLst>
        </pc:spChg>
        <pc:spChg chg="add mod topLvl">
          <ac:chgData name="adilton junio" userId="66b3fade76ecdf97" providerId="LiveId" clId="{EB7ABBEE-FFAC-42B3-8B20-ECFF61C046EE}" dt="2024-07-27T14:14:11.849" v="1510" actId="164"/>
          <ac:spMkLst>
            <pc:docMk/>
            <pc:sldMk cId="2771550805" sldId="297"/>
            <ac:spMk id="43" creationId="{B06BD3A3-04DF-3BA7-18F6-03C981D15656}"/>
          </ac:spMkLst>
        </pc:spChg>
        <pc:spChg chg="add mod topLvl">
          <ac:chgData name="adilton junio" userId="66b3fade76ecdf97" providerId="LiveId" clId="{EB7ABBEE-FFAC-42B3-8B20-ECFF61C046EE}" dt="2024-07-27T14:14:11.849" v="1510" actId="164"/>
          <ac:spMkLst>
            <pc:docMk/>
            <pc:sldMk cId="2771550805" sldId="297"/>
            <ac:spMk id="45" creationId="{DC83F05C-4A3A-C15D-4631-1D3C2A20473F}"/>
          </ac:spMkLst>
        </pc:spChg>
        <pc:spChg chg="add mod topLvl">
          <ac:chgData name="adilton junio" userId="66b3fade76ecdf97" providerId="LiveId" clId="{EB7ABBEE-FFAC-42B3-8B20-ECFF61C046EE}" dt="2024-07-27T14:14:19.553" v="1518" actId="1037"/>
          <ac:spMkLst>
            <pc:docMk/>
            <pc:sldMk cId="2771550805" sldId="297"/>
            <ac:spMk id="46" creationId="{DD18F88B-D90E-F7EC-2F27-55E3A20C1B1E}"/>
          </ac:spMkLst>
        </pc:spChg>
        <pc:spChg chg="add del mod">
          <ac:chgData name="adilton junio" userId="66b3fade76ecdf97" providerId="LiveId" clId="{EB7ABBEE-FFAC-42B3-8B20-ECFF61C046EE}" dt="2024-07-27T12:48:38.515" v="1147" actId="478"/>
          <ac:spMkLst>
            <pc:docMk/>
            <pc:sldMk cId="2771550805" sldId="297"/>
            <ac:spMk id="47" creationId="{DE7639DE-BF9F-1E4F-5105-91E80858279C}"/>
          </ac:spMkLst>
        </pc:spChg>
        <pc:spChg chg="mod">
          <ac:chgData name="adilton junio" userId="66b3fade76ecdf97" providerId="LiveId" clId="{EB7ABBEE-FFAC-42B3-8B20-ECFF61C046EE}" dt="2024-07-27T14:13:34.678" v="1487" actId="165"/>
          <ac:spMkLst>
            <pc:docMk/>
            <pc:sldMk cId="2771550805" sldId="297"/>
            <ac:spMk id="50" creationId="{CCAAE736-B8D0-6FB9-4F93-D5AF13048187}"/>
          </ac:spMkLst>
        </pc:spChg>
        <pc:spChg chg="mod">
          <ac:chgData name="adilton junio" userId="66b3fade76ecdf97" providerId="LiveId" clId="{EB7ABBEE-FFAC-42B3-8B20-ECFF61C046EE}" dt="2024-07-27T14:13:34.678" v="1487" actId="165"/>
          <ac:spMkLst>
            <pc:docMk/>
            <pc:sldMk cId="2771550805" sldId="297"/>
            <ac:spMk id="51" creationId="{54D1A8C8-45B1-4D58-6756-A2BC585C4500}"/>
          </ac:spMkLst>
        </pc:spChg>
        <pc:spChg chg="mod">
          <ac:chgData name="adilton junio" userId="66b3fade76ecdf97" providerId="LiveId" clId="{EB7ABBEE-FFAC-42B3-8B20-ECFF61C046EE}" dt="2024-07-27T14:13:34.678" v="1487" actId="165"/>
          <ac:spMkLst>
            <pc:docMk/>
            <pc:sldMk cId="2771550805" sldId="297"/>
            <ac:spMk id="52" creationId="{01CCD84D-5F2B-2ACF-2054-822CAE2993D2}"/>
          </ac:spMkLst>
        </pc:spChg>
        <pc:spChg chg="mod">
          <ac:chgData name="adilton junio" userId="66b3fade76ecdf97" providerId="LiveId" clId="{EB7ABBEE-FFAC-42B3-8B20-ECFF61C046EE}" dt="2024-07-27T12:48:25.865" v="1140"/>
          <ac:spMkLst>
            <pc:docMk/>
            <pc:sldMk cId="2771550805" sldId="297"/>
            <ac:spMk id="54" creationId="{34E95803-A76C-85F1-35EA-8267274768CE}"/>
          </ac:spMkLst>
        </pc:spChg>
        <pc:spChg chg="mod">
          <ac:chgData name="adilton junio" userId="66b3fade76ecdf97" providerId="LiveId" clId="{EB7ABBEE-FFAC-42B3-8B20-ECFF61C046EE}" dt="2024-07-27T12:48:25.865" v="1140"/>
          <ac:spMkLst>
            <pc:docMk/>
            <pc:sldMk cId="2771550805" sldId="297"/>
            <ac:spMk id="55" creationId="{027C0E43-7171-F0F3-D834-A51DFA24D0E1}"/>
          </ac:spMkLst>
        </pc:spChg>
        <pc:spChg chg="add del mod">
          <ac:chgData name="adilton junio" userId="66b3fade76ecdf97" providerId="LiveId" clId="{EB7ABBEE-FFAC-42B3-8B20-ECFF61C046EE}" dt="2024-07-27T12:48:33.543" v="1143" actId="478"/>
          <ac:spMkLst>
            <pc:docMk/>
            <pc:sldMk cId="2771550805" sldId="297"/>
            <ac:spMk id="56" creationId="{0AB40E23-0E7F-6489-46E7-5DDE3C458337}"/>
          </ac:spMkLst>
        </pc:spChg>
        <pc:spChg chg="mod">
          <ac:chgData name="adilton junio" userId="66b3fade76ecdf97" providerId="LiveId" clId="{EB7ABBEE-FFAC-42B3-8B20-ECFF61C046EE}" dt="2024-07-27T14:13:34.678" v="1487" actId="165"/>
          <ac:spMkLst>
            <pc:docMk/>
            <pc:sldMk cId="2771550805" sldId="297"/>
            <ac:spMk id="59" creationId="{BABB723B-F436-7566-C6E4-E9DBC0ACDB14}"/>
          </ac:spMkLst>
        </pc:spChg>
        <pc:spChg chg="mod">
          <ac:chgData name="adilton junio" userId="66b3fade76ecdf97" providerId="LiveId" clId="{EB7ABBEE-FFAC-42B3-8B20-ECFF61C046EE}" dt="2024-07-27T14:13:34.678" v="1487" actId="165"/>
          <ac:spMkLst>
            <pc:docMk/>
            <pc:sldMk cId="2771550805" sldId="297"/>
            <ac:spMk id="60" creationId="{A000AB3E-D18F-92BB-F8F5-DB00FB875FF7}"/>
          </ac:spMkLst>
        </pc:spChg>
        <pc:spChg chg="mod">
          <ac:chgData name="adilton junio" userId="66b3fade76ecdf97" providerId="LiveId" clId="{EB7ABBEE-FFAC-42B3-8B20-ECFF61C046EE}" dt="2024-07-27T14:13:34.678" v="1487" actId="165"/>
          <ac:spMkLst>
            <pc:docMk/>
            <pc:sldMk cId="2771550805" sldId="297"/>
            <ac:spMk id="61" creationId="{8AA1926F-607B-54AC-C3EC-90800ECD33E3}"/>
          </ac:spMkLst>
        </pc:spChg>
        <pc:spChg chg="add del mod">
          <ac:chgData name="adilton junio" userId="66b3fade76ecdf97" providerId="LiveId" clId="{EB7ABBEE-FFAC-42B3-8B20-ECFF61C046EE}" dt="2024-07-27T14:46:56.221" v="1981" actId="478"/>
          <ac:spMkLst>
            <pc:docMk/>
            <pc:sldMk cId="2771550805" sldId="297"/>
            <ac:spMk id="64" creationId="{EC91293F-18E8-B541-A5CD-ADC2761E92C6}"/>
          </ac:spMkLst>
        </pc:spChg>
        <pc:spChg chg="add mod">
          <ac:chgData name="adilton junio" userId="66b3fade76ecdf97" providerId="LiveId" clId="{EB7ABBEE-FFAC-42B3-8B20-ECFF61C046EE}" dt="2024-07-27T22:53:15.299" v="5518" actId="164"/>
          <ac:spMkLst>
            <pc:docMk/>
            <pc:sldMk cId="2771550805" sldId="297"/>
            <ac:spMk id="65" creationId="{0E428D25-3742-22C5-FF9F-4C4D094A338C}"/>
          </ac:spMkLst>
        </pc:spChg>
        <pc:spChg chg="add mod">
          <ac:chgData name="adilton junio" userId="66b3fade76ecdf97" providerId="LiveId" clId="{EB7ABBEE-FFAC-42B3-8B20-ECFF61C046EE}" dt="2024-07-27T22:53:15.299" v="5518" actId="164"/>
          <ac:spMkLst>
            <pc:docMk/>
            <pc:sldMk cId="2771550805" sldId="297"/>
            <ac:spMk id="66" creationId="{031916C2-A8F1-AD1A-3D76-05D56F68A829}"/>
          </ac:spMkLst>
        </pc:spChg>
        <pc:spChg chg="add del mod">
          <ac:chgData name="adilton junio" userId="66b3fade76ecdf97" providerId="LiveId" clId="{EB7ABBEE-FFAC-42B3-8B20-ECFF61C046EE}" dt="2024-07-27T12:52:49.470" v="1175" actId="478"/>
          <ac:spMkLst>
            <pc:docMk/>
            <pc:sldMk cId="2771550805" sldId="297"/>
            <ac:spMk id="67" creationId="{207236CA-6438-AF7F-63AF-5761BAA00BA0}"/>
          </ac:spMkLst>
        </pc:spChg>
        <pc:spChg chg="add mod">
          <ac:chgData name="adilton junio" userId="66b3fade76ecdf97" providerId="LiveId" clId="{EB7ABBEE-FFAC-42B3-8B20-ECFF61C046EE}" dt="2024-07-27T14:14:57.063" v="1564" actId="1035"/>
          <ac:spMkLst>
            <pc:docMk/>
            <pc:sldMk cId="2771550805" sldId="297"/>
            <ac:spMk id="68" creationId="{40C130BB-790C-6D8F-261E-974D3D8BB3F1}"/>
          </ac:spMkLst>
        </pc:spChg>
        <pc:spChg chg="add mod">
          <ac:chgData name="adilton junio" userId="66b3fade76ecdf97" providerId="LiveId" clId="{EB7ABBEE-FFAC-42B3-8B20-ECFF61C046EE}" dt="2024-07-27T12:52:32.230" v="1168"/>
          <ac:spMkLst>
            <pc:docMk/>
            <pc:sldMk cId="2771550805" sldId="297"/>
            <ac:spMk id="70" creationId="{06C13EF8-C1DD-A3A5-1F33-48E0599B97DE}"/>
          </ac:spMkLst>
        </pc:spChg>
        <pc:spChg chg="add del mod">
          <ac:chgData name="adilton junio" userId="66b3fade76ecdf97" providerId="LiveId" clId="{EB7ABBEE-FFAC-42B3-8B20-ECFF61C046EE}" dt="2024-07-27T12:56:19.169" v="1212" actId="478"/>
          <ac:spMkLst>
            <pc:docMk/>
            <pc:sldMk cId="2771550805" sldId="297"/>
            <ac:spMk id="74" creationId="{84EAF713-956D-1B87-1B2C-3AEFD984BCA6}"/>
          </ac:spMkLst>
        </pc:spChg>
        <pc:spChg chg="add mod">
          <ac:chgData name="adilton junio" userId="66b3fade76ecdf97" providerId="LiveId" clId="{EB7ABBEE-FFAC-42B3-8B20-ECFF61C046EE}" dt="2024-07-27T14:14:57.063" v="1564" actId="1035"/>
          <ac:spMkLst>
            <pc:docMk/>
            <pc:sldMk cId="2771550805" sldId="297"/>
            <ac:spMk id="75" creationId="{564C3C1E-B5E5-873C-98DF-C3212B3E6E9C}"/>
          </ac:spMkLst>
        </pc:spChg>
        <pc:spChg chg="add del mod">
          <ac:chgData name="adilton junio" userId="66b3fade76ecdf97" providerId="LiveId" clId="{EB7ABBEE-FFAC-42B3-8B20-ECFF61C046EE}" dt="2024-07-27T13:59:02.453" v="1281" actId="478"/>
          <ac:spMkLst>
            <pc:docMk/>
            <pc:sldMk cId="2771550805" sldId="297"/>
            <ac:spMk id="76" creationId="{7D8E253D-2F39-9864-E26C-9CAC7185340C}"/>
          </ac:spMkLst>
        </pc:spChg>
        <pc:spChg chg="add mod">
          <ac:chgData name="adilton junio" userId="66b3fade76ecdf97" providerId="LiveId" clId="{EB7ABBEE-FFAC-42B3-8B20-ECFF61C046EE}" dt="2024-07-27T14:17:42.580" v="1671" actId="1035"/>
          <ac:spMkLst>
            <pc:docMk/>
            <pc:sldMk cId="2771550805" sldId="297"/>
            <ac:spMk id="77" creationId="{58102323-AED6-B265-C844-79F66F96CA9D}"/>
          </ac:spMkLst>
        </pc:spChg>
        <pc:spChg chg="add mod">
          <ac:chgData name="adilton junio" userId="66b3fade76ecdf97" providerId="LiveId" clId="{EB7ABBEE-FFAC-42B3-8B20-ECFF61C046EE}" dt="2024-07-27T14:17:44.369" v="1678" actId="1035"/>
          <ac:spMkLst>
            <pc:docMk/>
            <pc:sldMk cId="2771550805" sldId="297"/>
            <ac:spMk id="78" creationId="{5DAAC337-904D-A636-90D5-1BD803A9FF4B}"/>
          </ac:spMkLst>
        </pc:spChg>
        <pc:spChg chg="add mod">
          <ac:chgData name="adilton junio" userId="66b3fade76ecdf97" providerId="LiveId" clId="{EB7ABBEE-FFAC-42B3-8B20-ECFF61C046EE}" dt="2024-07-27T22:53:48.866" v="5525" actId="164"/>
          <ac:spMkLst>
            <pc:docMk/>
            <pc:sldMk cId="2771550805" sldId="297"/>
            <ac:spMk id="79" creationId="{A97900C8-C475-5429-5C59-59D02FC33F9D}"/>
          </ac:spMkLst>
        </pc:spChg>
        <pc:spChg chg="add mod">
          <ac:chgData name="adilton junio" userId="66b3fade76ecdf97" providerId="LiveId" clId="{EB7ABBEE-FFAC-42B3-8B20-ECFF61C046EE}" dt="2024-07-27T22:53:48.866" v="5525" actId="164"/>
          <ac:spMkLst>
            <pc:docMk/>
            <pc:sldMk cId="2771550805" sldId="297"/>
            <ac:spMk id="80" creationId="{1BADAB1D-3698-2200-D127-E0C68B63A8BD}"/>
          </ac:spMkLst>
        </pc:spChg>
        <pc:spChg chg="add mod">
          <ac:chgData name="adilton junio" userId="66b3fade76ecdf97" providerId="LiveId" clId="{EB7ABBEE-FFAC-42B3-8B20-ECFF61C046EE}" dt="2024-07-27T14:22:10.485" v="1740" actId="1036"/>
          <ac:spMkLst>
            <pc:docMk/>
            <pc:sldMk cId="2771550805" sldId="297"/>
            <ac:spMk id="82" creationId="{1F814CF6-2371-1B99-9C50-AFD5328B438E}"/>
          </ac:spMkLst>
        </pc:spChg>
        <pc:spChg chg="add mod">
          <ac:chgData name="adilton junio" userId="66b3fade76ecdf97" providerId="LiveId" clId="{EB7ABBEE-FFAC-42B3-8B20-ECFF61C046EE}" dt="2024-07-27T22:53:07.816" v="5516" actId="164"/>
          <ac:spMkLst>
            <pc:docMk/>
            <pc:sldMk cId="2771550805" sldId="297"/>
            <ac:spMk id="83" creationId="{6C733285-2FD8-6F8A-356C-D635E731DC8C}"/>
          </ac:spMkLst>
        </pc:spChg>
        <pc:spChg chg="add mod">
          <ac:chgData name="adilton junio" userId="66b3fade76ecdf97" providerId="LiveId" clId="{EB7ABBEE-FFAC-42B3-8B20-ECFF61C046EE}" dt="2024-07-27T22:53:07.816" v="5516" actId="164"/>
          <ac:spMkLst>
            <pc:docMk/>
            <pc:sldMk cId="2771550805" sldId="297"/>
            <ac:spMk id="84" creationId="{17E56603-1369-C45D-A48E-0AD1817FCEB6}"/>
          </ac:spMkLst>
        </pc:spChg>
        <pc:spChg chg="add mod">
          <ac:chgData name="adilton junio" userId="66b3fade76ecdf97" providerId="LiveId" clId="{EB7ABBEE-FFAC-42B3-8B20-ECFF61C046EE}" dt="2024-07-27T22:53:07.816" v="5516" actId="164"/>
          <ac:spMkLst>
            <pc:docMk/>
            <pc:sldMk cId="2771550805" sldId="297"/>
            <ac:spMk id="85" creationId="{E91BEBE3-5599-75ED-75A4-E4D38B5494DE}"/>
          </ac:spMkLst>
        </pc:spChg>
        <pc:spChg chg="mod">
          <ac:chgData name="adilton junio" userId="66b3fade76ecdf97" providerId="LiveId" clId="{EB7ABBEE-FFAC-42B3-8B20-ECFF61C046EE}" dt="2024-07-27T14:46:58.393" v="1982"/>
          <ac:spMkLst>
            <pc:docMk/>
            <pc:sldMk cId="2771550805" sldId="297"/>
            <ac:spMk id="88" creationId="{D5D8A401-B5C3-DC24-3BBD-28FCB8155DF2}"/>
          </ac:spMkLst>
        </pc:spChg>
        <pc:spChg chg="mod">
          <ac:chgData name="adilton junio" userId="66b3fade76ecdf97" providerId="LiveId" clId="{EB7ABBEE-FFAC-42B3-8B20-ECFF61C046EE}" dt="2024-07-27T14:46:58.393" v="1982"/>
          <ac:spMkLst>
            <pc:docMk/>
            <pc:sldMk cId="2771550805" sldId="297"/>
            <ac:spMk id="89" creationId="{E78875A1-57F8-7952-D434-1E6FF90487B9}"/>
          </ac:spMkLst>
        </pc:spChg>
        <pc:spChg chg="mod">
          <ac:chgData name="adilton junio" userId="66b3fade76ecdf97" providerId="LiveId" clId="{EB7ABBEE-FFAC-42B3-8B20-ECFF61C046EE}" dt="2024-07-27T14:46:58.393" v="1982"/>
          <ac:spMkLst>
            <pc:docMk/>
            <pc:sldMk cId="2771550805" sldId="297"/>
            <ac:spMk id="90" creationId="{9A077294-5386-C64C-E674-4A93651A8CE8}"/>
          </ac:spMkLst>
        </pc:spChg>
        <pc:spChg chg="mod">
          <ac:chgData name="adilton junio" userId="66b3fade76ecdf97" providerId="LiveId" clId="{EB7ABBEE-FFAC-42B3-8B20-ECFF61C046EE}" dt="2024-07-27T14:46:58.393" v="1982"/>
          <ac:spMkLst>
            <pc:docMk/>
            <pc:sldMk cId="2771550805" sldId="297"/>
            <ac:spMk id="94" creationId="{07C18911-87AB-30F9-8E0E-15C0074BE0A8}"/>
          </ac:spMkLst>
        </pc:spChg>
        <pc:spChg chg="mod">
          <ac:chgData name="adilton junio" userId="66b3fade76ecdf97" providerId="LiveId" clId="{EB7ABBEE-FFAC-42B3-8B20-ECFF61C046EE}" dt="2024-07-27T14:46:58.393" v="1982"/>
          <ac:spMkLst>
            <pc:docMk/>
            <pc:sldMk cId="2771550805" sldId="297"/>
            <ac:spMk id="95" creationId="{3576D591-05FE-D1CA-39BC-36CE8D8F79B4}"/>
          </ac:spMkLst>
        </pc:spChg>
        <pc:spChg chg="mod">
          <ac:chgData name="adilton junio" userId="66b3fade76ecdf97" providerId="LiveId" clId="{EB7ABBEE-FFAC-42B3-8B20-ECFF61C046EE}" dt="2024-07-27T14:46:58.393" v="1982"/>
          <ac:spMkLst>
            <pc:docMk/>
            <pc:sldMk cId="2771550805" sldId="297"/>
            <ac:spMk id="96" creationId="{4DE58BBF-3389-62B4-21E8-DADB85DA86BB}"/>
          </ac:spMkLst>
        </pc:spChg>
        <pc:spChg chg="add mod">
          <ac:chgData name="adilton junio" userId="66b3fade76ecdf97" providerId="LiveId" clId="{EB7ABBEE-FFAC-42B3-8B20-ECFF61C046EE}" dt="2024-07-27T22:53:07.816" v="5516" actId="164"/>
          <ac:spMkLst>
            <pc:docMk/>
            <pc:sldMk cId="2771550805" sldId="297"/>
            <ac:spMk id="97" creationId="{39B47C87-2971-2A6A-277C-CB435FBDDC9C}"/>
          </ac:spMkLst>
        </pc:spChg>
        <pc:spChg chg="mod">
          <ac:chgData name="adilton junio" userId="66b3fade76ecdf97" providerId="LiveId" clId="{EB7ABBEE-FFAC-42B3-8B20-ECFF61C046EE}" dt="2024-07-27T14:46:58.393" v="1982"/>
          <ac:spMkLst>
            <pc:docMk/>
            <pc:sldMk cId="2771550805" sldId="297"/>
            <ac:spMk id="99" creationId="{8FEA27C4-49DE-EE75-AD96-9A661B1E245C}"/>
          </ac:spMkLst>
        </pc:spChg>
        <pc:spChg chg="mod">
          <ac:chgData name="adilton junio" userId="66b3fade76ecdf97" providerId="LiveId" clId="{EB7ABBEE-FFAC-42B3-8B20-ECFF61C046EE}" dt="2024-07-27T14:46:58.393" v="1982"/>
          <ac:spMkLst>
            <pc:docMk/>
            <pc:sldMk cId="2771550805" sldId="297"/>
            <ac:spMk id="100" creationId="{04D3DFF1-D811-116D-803F-172CB128D369}"/>
          </ac:spMkLst>
        </pc:spChg>
        <pc:spChg chg="mod">
          <ac:chgData name="adilton junio" userId="66b3fade76ecdf97" providerId="LiveId" clId="{EB7ABBEE-FFAC-42B3-8B20-ECFF61C046EE}" dt="2024-07-27T14:46:58.393" v="1982"/>
          <ac:spMkLst>
            <pc:docMk/>
            <pc:sldMk cId="2771550805" sldId="297"/>
            <ac:spMk id="101" creationId="{4218DB02-E5A1-4478-771E-E743F5902B28}"/>
          </ac:spMkLst>
        </pc:spChg>
        <pc:spChg chg="mod">
          <ac:chgData name="adilton junio" userId="66b3fade76ecdf97" providerId="LiveId" clId="{EB7ABBEE-FFAC-42B3-8B20-ECFF61C046EE}" dt="2024-07-27T14:46:58.393" v="1982"/>
          <ac:spMkLst>
            <pc:docMk/>
            <pc:sldMk cId="2771550805" sldId="297"/>
            <ac:spMk id="102" creationId="{180FFF0A-87F6-D9EC-A65B-AC08603CDB64}"/>
          </ac:spMkLst>
        </pc:spChg>
        <pc:spChg chg="mod">
          <ac:chgData name="adilton junio" userId="66b3fade76ecdf97" providerId="LiveId" clId="{EB7ABBEE-FFAC-42B3-8B20-ECFF61C046EE}" dt="2024-07-27T14:46:58.393" v="1982"/>
          <ac:spMkLst>
            <pc:docMk/>
            <pc:sldMk cId="2771550805" sldId="297"/>
            <ac:spMk id="106" creationId="{AB23A52E-CDF1-B9F7-E984-3075DA272977}"/>
          </ac:spMkLst>
        </pc:spChg>
        <pc:spChg chg="del mod">
          <ac:chgData name="adilton junio" userId="66b3fade76ecdf97" providerId="LiveId" clId="{EB7ABBEE-FFAC-42B3-8B20-ECFF61C046EE}" dt="2024-07-27T14:47:09.614" v="1985" actId="478"/>
          <ac:spMkLst>
            <pc:docMk/>
            <pc:sldMk cId="2771550805" sldId="297"/>
            <ac:spMk id="109" creationId="{E0A9989E-519F-7083-7C56-CB68F92E4730}"/>
          </ac:spMkLst>
        </pc:spChg>
        <pc:spChg chg="del mod">
          <ac:chgData name="adilton junio" userId="66b3fade76ecdf97" providerId="LiveId" clId="{EB7ABBEE-FFAC-42B3-8B20-ECFF61C046EE}" dt="2024-07-27T14:47:07.695" v="1984" actId="478"/>
          <ac:spMkLst>
            <pc:docMk/>
            <pc:sldMk cId="2771550805" sldId="297"/>
            <ac:spMk id="110" creationId="{B6A8BC78-6E01-07DC-1000-C3B6EE124DE3}"/>
          </ac:spMkLst>
        </pc:spChg>
        <pc:spChg chg="mod">
          <ac:chgData name="adilton junio" userId="66b3fade76ecdf97" providerId="LiveId" clId="{EB7ABBEE-FFAC-42B3-8B20-ECFF61C046EE}" dt="2024-07-27T14:46:58.393" v="1982"/>
          <ac:spMkLst>
            <pc:docMk/>
            <pc:sldMk cId="2771550805" sldId="297"/>
            <ac:spMk id="112" creationId="{DB0A6258-D238-8E57-00D1-8B772005C149}"/>
          </ac:spMkLst>
        </pc:spChg>
        <pc:spChg chg="mod">
          <ac:chgData name="adilton junio" userId="66b3fade76ecdf97" providerId="LiveId" clId="{EB7ABBEE-FFAC-42B3-8B20-ECFF61C046EE}" dt="2024-07-27T14:46:58.393" v="1982"/>
          <ac:spMkLst>
            <pc:docMk/>
            <pc:sldMk cId="2771550805" sldId="297"/>
            <ac:spMk id="114" creationId="{0F0F852B-34C7-7201-89C3-1FC7E8FF3A6B}"/>
          </ac:spMkLst>
        </pc:spChg>
        <pc:grpChg chg="add del mod">
          <ac:chgData name="adilton junio" userId="66b3fade76ecdf97" providerId="LiveId" clId="{EB7ABBEE-FFAC-42B3-8B20-ECFF61C046EE}" dt="2024-07-27T12:43:50.958" v="1130" actId="478"/>
          <ac:grpSpMkLst>
            <pc:docMk/>
            <pc:sldMk cId="2771550805" sldId="297"/>
            <ac:grpSpMk id="7" creationId="{13B2D9B9-E0CB-8F71-A186-E0181FF06A11}"/>
          </ac:grpSpMkLst>
        </pc:grpChg>
        <pc:grpChg chg="add del mod">
          <ac:chgData name="adilton junio" userId="66b3fade76ecdf97" providerId="LiveId" clId="{EB7ABBEE-FFAC-42B3-8B20-ECFF61C046EE}" dt="2024-07-27T12:43:50.958" v="1130" actId="478"/>
          <ac:grpSpMkLst>
            <pc:docMk/>
            <pc:sldMk cId="2771550805" sldId="297"/>
            <ac:grpSpMk id="10" creationId="{3A290E40-F056-0C55-ED18-A8AD31B33071}"/>
          </ac:grpSpMkLst>
        </pc:grpChg>
        <pc:grpChg chg="add del mod">
          <ac:chgData name="adilton junio" userId="66b3fade76ecdf97" providerId="LiveId" clId="{EB7ABBEE-FFAC-42B3-8B20-ECFF61C046EE}" dt="2024-07-21T20:46:00.255" v="780" actId="165"/>
          <ac:grpSpMkLst>
            <pc:docMk/>
            <pc:sldMk cId="2771550805" sldId="297"/>
            <ac:grpSpMk id="14" creationId="{7656ABD6-1D20-5429-E46A-49955CFE80BD}"/>
          </ac:grpSpMkLst>
        </pc:grpChg>
        <pc:grpChg chg="mod topLvl">
          <ac:chgData name="adilton junio" userId="66b3fade76ecdf97" providerId="LiveId" clId="{EB7ABBEE-FFAC-42B3-8B20-ECFF61C046EE}" dt="2024-07-27T12:44:09.382" v="1133" actId="403"/>
          <ac:grpSpMkLst>
            <pc:docMk/>
            <pc:sldMk cId="2771550805" sldId="297"/>
            <ac:grpSpMk id="24" creationId="{0E411B90-FC6A-7FE1-1C30-81773C5246FF}"/>
          </ac:grpSpMkLst>
        </pc:grpChg>
        <pc:grpChg chg="mod topLvl">
          <ac:chgData name="adilton junio" userId="66b3fade76ecdf97" providerId="LiveId" clId="{EB7ABBEE-FFAC-42B3-8B20-ECFF61C046EE}" dt="2024-07-27T12:44:09.382" v="1133" actId="403"/>
          <ac:grpSpMkLst>
            <pc:docMk/>
            <pc:sldMk cId="2771550805" sldId="297"/>
            <ac:grpSpMk id="25" creationId="{E978E7E2-F56D-CF4F-DE20-1AB60F8E7372}"/>
          </ac:grpSpMkLst>
        </pc:grpChg>
        <pc:grpChg chg="add mod">
          <ac:chgData name="adilton junio" userId="66b3fade76ecdf97" providerId="LiveId" clId="{EB7ABBEE-FFAC-42B3-8B20-ECFF61C046EE}" dt="2024-07-27T14:12:31.462" v="1474" actId="1035"/>
          <ac:grpSpMkLst>
            <pc:docMk/>
            <pc:sldMk cId="2771550805" sldId="297"/>
            <ac:grpSpMk id="36" creationId="{3FE3492E-D514-81EB-5BDB-044328DB9DF9}"/>
          </ac:grpSpMkLst>
        </pc:grpChg>
        <pc:grpChg chg="del">
          <ac:chgData name="adilton junio" userId="66b3fade76ecdf97" providerId="LiveId" clId="{EB7ABBEE-FFAC-42B3-8B20-ECFF61C046EE}" dt="2024-07-27T12:43:48.906" v="1129" actId="478"/>
          <ac:grpSpMkLst>
            <pc:docMk/>
            <pc:sldMk cId="2771550805" sldId="297"/>
            <ac:grpSpMk id="37" creationId="{DC6DB741-547A-8C6B-0E4E-DC93E3754B78}"/>
          </ac:grpSpMkLst>
        </pc:grpChg>
        <pc:grpChg chg="add mod topLvl">
          <ac:chgData name="adilton junio" userId="66b3fade76ecdf97" providerId="LiveId" clId="{EB7ABBEE-FFAC-42B3-8B20-ECFF61C046EE}" dt="2024-07-27T14:14:11.849" v="1510" actId="164"/>
          <ac:grpSpMkLst>
            <pc:docMk/>
            <pc:sldMk cId="2771550805" sldId="297"/>
            <ac:grpSpMk id="40" creationId="{E6496EF5-B75D-8E1A-B703-C1795F661F31}"/>
          </ac:grpSpMkLst>
        </pc:grpChg>
        <pc:grpChg chg="add mod topLvl">
          <ac:chgData name="adilton junio" userId="66b3fade76ecdf97" providerId="LiveId" clId="{EB7ABBEE-FFAC-42B3-8B20-ECFF61C046EE}" dt="2024-07-27T14:14:11.849" v="1510" actId="164"/>
          <ac:grpSpMkLst>
            <pc:docMk/>
            <pc:sldMk cId="2771550805" sldId="297"/>
            <ac:grpSpMk id="48" creationId="{392F5D22-86DA-911E-571B-6D4C9288CDA3}"/>
          </ac:grpSpMkLst>
        </pc:grpChg>
        <pc:grpChg chg="mod">
          <ac:chgData name="adilton junio" userId="66b3fade76ecdf97" providerId="LiveId" clId="{EB7ABBEE-FFAC-42B3-8B20-ECFF61C046EE}" dt="2024-07-27T14:13:34.678" v="1487" actId="165"/>
          <ac:grpSpMkLst>
            <pc:docMk/>
            <pc:sldMk cId="2771550805" sldId="297"/>
            <ac:grpSpMk id="49" creationId="{5FEEC642-9982-C301-57CC-849114046999}"/>
          </ac:grpSpMkLst>
        </pc:grpChg>
        <pc:grpChg chg="add del mod">
          <ac:chgData name="adilton junio" userId="66b3fade76ecdf97" providerId="LiveId" clId="{EB7ABBEE-FFAC-42B3-8B20-ECFF61C046EE}" dt="2024-07-27T12:48:34.393" v="1144" actId="478"/>
          <ac:grpSpMkLst>
            <pc:docMk/>
            <pc:sldMk cId="2771550805" sldId="297"/>
            <ac:grpSpMk id="53" creationId="{FB0F282F-F826-C0F9-D94B-024D756015EF}"/>
          </ac:grpSpMkLst>
        </pc:grpChg>
        <pc:grpChg chg="add mod topLvl">
          <ac:chgData name="adilton junio" userId="66b3fade76ecdf97" providerId="LiveId" clId="{EB7ABBEE-FFAC-42B3-8B20-ECFF61C046EE}" dt="2024-07-27T14:14:11.849" v="1510" actId="164"/>
          <ac:grpSpMkLst>
            <pc:docMk/>
            <pc:sldMk cId="2771550805" sldId="297"/>
            <ac:grpSpMk id="57" creationId="{ABD87001-94A2-FEE0-ADBE-A11481EB9C44}"/>
          </ac:grpSpMkLst>
        </pc:grpChg>
        <pc:grpChg chg="mod">
          <ac:chgData name="adilton junio" userId="66b3fade76ecdf97" providerId="LiveId" clId="{EB7ABBEE-FFAC-42B3-8B20-ECFF61C046EE}" dt="2024-07-27T14:13:34.678" v="1487" actId="165"/>
          <ac:grpSpMkLst>
            <pc:docMk/>
            <pc:sldMk cId="2771550805" sldId="297"/>
            <ac:grpSpMk id="58" creationId="{C796E931-C6B7-36F2-557C-0092648BC2B8}"/>
          </ac:grpSpMkLst>
        </pc:grpChg>
        <pc:grpChg chg="add del mod">
          <ac:chgData name="adilton junio" userId="66b3fade76ecdf97" providerId="LiveId" clId="{EB7ABBEE-FFAC-42B3-8B20-ECFF61C046EE}" dt="2024-07-27T14:13:34.678" v="1487" actId="165"/>
          <ac:grpSpMkLst>
            <pc:docMk/>
            <pc:sldMk cId="2771550805" sldId="297"/>
            <ac:grpSpMk id="62" creationId="{7A050517-7B1F-80A4-9C1C-FD1973E13CCD}"/>
          </ac:grpSpMkLst>
        </pc:grpChg>
        <pc:grpChg chg="del">
          <ac:chgData name="adilton junio" userId="66b3fade76ecdf97" providerId="LiveId" clId="{EB7ABBEE-FFAC-42B3-8B20-ECFF61C046EE}" dt="2024-07-21T20:45:53.075" v="778" actId="478"/>
          <ac:grpSpMkLst>
            <pc:docMk/>
            <pc:sldMk cId="2771550805" sldId="297"/>
            <ac:grpSpMk id="67" creationId="{930E2CE6-1032-1DF6-A985-90CF4989AB2B}"/>
          </ac:grpSpMkLst>
        </pc:grpChg>
        <pc:grpChg chg="mod">
          <ac:chgData name="adilton junio" userId="66b3fade76ecdf97" providerId="LiveId" clId="{EB7ABBEE-FFAC-42B3-8B20-ECFF61C046EE}" dt="2024-07-21T20:39:04.905" v="699" actId="1076"/>
          <ac:grpSpMkLst>
            <pc:docMk/>
            <pc:sldMk cId="2771550805" sldId="297"/>
            <ac:grpSpMk id="73" creationId="{6259D298-4372-8E4E-54B5-F43FCFCFE086}"/>
          </ac:grpSpMkLst>
        </pc:grpChg>
        <pc:grpChg chg="add del mod">
          <ac:chgData name="adilton junio" userId="66b3fade76ecdf97" providerId="LiveId" clId="{EB7ABBEE-FFAC-42B3-8B20-ECFF61C046EE}" dt="2024-07-27T14:46:56.221" v="1981" actId="478"/>
          <ac:grpSpMkLst>
            <pc:docMk/>
            <pc:sldMk cId="2771550805" sldId="297"/>
            <ac:grpSpMk id="81" creationId="{F59DD8EB-8165-A7A7-A329-E3DE44DCE085}"/>
          </ac:grpSpMkLst>
        </pc:grpChg>
        <pc:grpChg chg="add mod ord">
          <ac:chgData name="adilton junio" userId="66b3fade76ecdf97" providerId="LiveId" clId="{EB7ABBEE-FFAC-42B3-8B20-ECFF61C046EE}" dt="2024-07-27T22:53:07.816" v="5516" actId="164"/>
          <ac:grpSpMkLst>
            <pc:docMk/>
            <pc:sldMk cId="2771550805" sldId="297"/>
            <ac:grpSpMk id="86" creationId="{380A337A-EEA8-5F07-97F0-50AA9BB8BD58}"/>
          </ac:grpSpMkLst>
        </pc:grpChg>
        <pc:grpChg chg="mod">
          <ac:chgData name="adilton junio" userId="66b3fade76ecdf97" providerId="LiveId" clId="{EB7ABBEE-FFAC-42B3-8B20-ECFF61C046EE}" dt="2024-07-27T14:46:58.393" v="1982"/>
          <ac:grpSpMkLst>
            <pc:docMk/>
            <pc:sldMk cId="2771550805" sldId="297"/>
            <ac:grpSpMk id="87" creationId="{6C9048F1-53BF-B425-8F88-9C64A460F649}"/>
          </ac:grpSpMkLst>
        </pc:grpChg>
        <pc:grpChg chg="add mod ord">
          <ac:chgData name="adilton junio" userId="66b3fade76ecdf97" providerId="LiveId" clId="{EB7ABBEE-FFAC-42B3-8B20-ECFF61C046EE}" dt="2024-07-27T22:53:07.816" v="5516" actId="164"/>
          <ac:grpSpMkLst>
            <pc:docMk/>
            <pc:sldMk cId="2771550805" sldId="297"/>
            <ac:grpSpMk id="91" creationId="{CBB219FD-2A6C-A888-34D7-124274695229}"/>
          </ac:grpSpMkLst>
        </pc:grpChg>
        <pc:grpChg chg="mod">
          <ac:chgData name="adilton junio" userId="66b3fade76ecdf97" providerId="LiveId" clId="{EB7ABBEE-FFAC-42B3-8B20-ECFF61C046EE}" dt="2024-07-27T14:46:58.393" v="1982"/>
          <ac:grpSpMkLst>
            <pc:docMk/>
            <pc:sldMk cId="2771550805" sldId="297"/>
            <ac:grpSpMk id="93" creationId="{34792C66-9DE9-E05E-C185-25086664A96F}"/>
          </ac:grpSpMkLst>
        </pc:grpChg>
        <pc:grpChg chg="add mod">
          <ac:chgData name="adilton junio" userId="66b3fade76ecdf97" providerId="LiveId" clId="{EB7ABBEE-FFAC-42B3-8B20-ECFF61C046EE}" dt="2024-07-27T22:53:07.816" v="5516" actId="164"/>
          <ac:grpSpMkLst>
            <pc:docMk/>
            <pc:sldMk cId="2771550805" sldId="297"/>
            <ac:grpSpMk id="98" creationId="{84F34AC7-E833-3114-2D52-096CB625084D}"/>
          </ac:grpSpMkLst>
        </pc:grpChg>
        <pc:grpChg chg="mod">
          <ac:chgData name="adilton junio" userId="66b3fade76ecdf97" providerId="LiveId" clId="{EB7ABBEE-FFAC-42B3-8B20-ECFF61C046EE}" dt="2024-07-27T14:46:58.393" v="1982"/>
          <ac:grpSpMkLst>
            <pc:docMk/>
            <pc:sldMk cId="2771550805" sldId="297"/>
            <ac:grpSpMk id="107" creationId="{77D20325-E25D-5D90-ACFA-979B9D59C3D3}"/>
          </ac:grpSpMkLst>
        </pc:grpChg>
        <pc:grpChg chg="mod">
          <ac:chgData name="adilton junio" userId="66b3fade76ecdf97" providerId="LiveId" clId="{EB7ABBEE-FFAC-42B3-8B20-ECFF61C046EE}" dt="2024-07-27T14:46:58.393" v="1982"/>
          <ac:grpSpMkLst>
            <pc:docMk/>
            <pc:sldMk cId="2771550805" sldId="297"/>
            <ac:grpSpMk id="108" creationId="{C9203307-0F1C-F660-DEE2-711356E83885}"/>
          </ac:grpSpMkLst>
        </pc:grpChg>
        <pc:grpChg chg="add mod">
          <ac:chgData name="adilton junio" userId="66b3fade76ecdf97" providerId="LiveId" clId="{EB7ABBEE-FFAC-42B3-8B20-ECFF61C046EE}" dt="2024-07-27T22:53:07.816" v="5516" actId="164"/>
          <ac:grpSpMkLst>
            <pc:docMk/>
            <pc:sldMk cId="2771550805" sldId="297"/>
            <ac:grpSpMk id="115" creationId="{E2280DB5-364F-BA87-36C5-8D4B616157A8}"/>
          </ac:grpSpMkLst>
        </pc:grpChg>
        <pc:grpChg chg="add mod">
          <ac:chgData name="adilton junio" userId="66b3fade76ecdf97" providerId="LiveId" clId="{EB7ABBEE-FFAC-42B3-8B20-ECFF61C046EE}" dt="2024-07-27T22:53:15.299" v="5518" actId="164"/>
          <ac:grpSpMkLst>
            <pc:docMk/>
            <pc:sldMk cId="2771550805" sldId="297"/>
            <ac:grpSpMk id="116" creationId="{3FB660EE-1DF3-BC11-2D5B-172BDF7B986A}"/>
          </ac:grpSpMkLst>
        </pc:grpChg>
        <pc:grpChg chg="add mod">
          <ac:chgData name="adilton junio" userId="66b3fade76ecdf97" providerId="LiveId" clId="{EB7ABBEE-FFAC-42B3-8B20-ECFF61C046EE}" dt="2024-07-27T22:53:48.866" v="5525" actId="164"/>
          <ac:grpSpMkLst>
            <pc:docMk/>
            <pc:sldMk cId="2771550805" sldId="297"/>
            <ac:grpSpMk id="117" creationId="{8C9076A3-9360-2F0A-91AC-197812BF23CC}"/>
          </ac:grpSpMkLst>
        </pc:grpChg>
        <pc:picChg chg="mod">
          <ac:chgData name="adilton junio" userId="66b3fade76ecdf97" providerId="LiveId" clId="{EB7ABBEE-FFAC-42B3-8B20-ECFF61C046EE}" dt="2024-07-21T20:52:15.859" v="875" actId="1035"/>
          <ac:picMkLst>
            <pc:docMk/>
            <pc:sldMk cId="2771550805" sldId="297"/>
            <ac:picMk id="71" creationId="{98548C5C-FF4C-6630-93C6-B16368D95A53}"/>
          </ac:picMkLst>
        </pc:picChg>
        <pc:cxnChg chg="add mod topLvl">
          <ac:chgData name="adilton junio" userId="66b3fade76ecdf97" providerId="LiveId" clId="{EB7ABBEE-FFAC-42B3-8B20-ECFF61C046EE}" dt="2024-07-27T14:46:56.221" v="1981" actId="478"/>
          <ac:cxnSpMkLst>
            <pc:docMk/>
            <pc:sldMk cId="2771550805" sldId="297"/>
            <ac:cxnSpMk id="17" creationId="{1304AE98-0070-674F-2621-EDD4EFD80758}"/>
          </ac:cxnSpMkLst>
        </pc:cxnChg>
        <pc:cxnChg chg="mod topLvl">
          <ac:chgData name="adilton junio" userId="66b3fade76ecdf97" providerId="LiveId" clId="{EB7ABBEE-FFAC-42B3-8B20-ECFF61C046EE}" dt="2024-07-27T12:44:09.382" v="1133" actId="403"/>
          <ac:cxnSpMkLst>
            <pc:docMk/>
            <pc:sldMk cId="2771550805" sldId="297"/>
            <ac:cxnSpMk id="20" creationId="{1FF31AF6-3E57-796A-3687-FE74204D86A9}"/>
          </ac:cxnSpMkLst>
        </pc:cxnChg>
        <pc:cxnChg chg="mod topLvl">
          <ac:chgData name="adilton junio" userId="66b3fade76ecdf97" providerId="LiveId" clId="{EB7ABBEE-FFAC-42B3-8B20-ECFF61C046EE}" dt="2024-07-27T12:44:09.382" v="1133" actId="403"/>
          <ac:cxnSpMkLst>
            <pc:docMk/>
            <pc:sldMk cId="2771550805" sldId="297"/>
            <ac:cxnSpMk id="21" creationId="{265C2742-3590-6D6A-89B8-2212B6A847FE}"/>
          </ac:cxnSpMkLst>
        </pc:cxnChg>
        <pc:cxnChg chg="mod topLvl">
          <ac:chgData name="adilton junio" userId="66b3fade76ecdf97" providerId="LiveId" clId="{EB7ABBEE-FFAC-42B3-8B20-ECFF61C046EE}" dt="2024-07-27T12:44:09.382" v="1133" actId="403"/>
          <ac:cxnSpMkLst>
            <pc:docMk/>
            <pc:sldMk cId="2771550805" sldId="297"/>
            <ac:cxnSpMk id="22" creationId="{FC25529B-F83C-5E19-9C8F-4AD2DEA8FFDC}"/>
          </ac:cxnSpMkLst>
        </pc:cxnChg>
        <pc:cxnChg chg="mod">
          <ac:chgData name="adilton junio" userId="66b3fade76ecdf97" providerId="LiveId" clId="{EB7ABBEE-FFAC-42B3-8B20-ECFF61C046EE}" dt="2024-07-27T12:44:09.382" v="1133" actId="403"/>
          <ac:cxnSpMkLst>
            <pc:docMk/>
            <pc:sldMk cId="2771550805" sldId="297"/>
            <ac:cxnSpMk id="31" creationId="{F230F752-9082-D123-32A5-435338E4D059}"/>
          </ac:cxnSpMkLst>
        </pc:cxnChg>
        <pc:cxnChg chg="mod">
          <ac:chgData name="adilton junio" userId="66b3fade76ecdf97" providerId="LiveId" clId="{EB7ABBEE-FFAC-42B3-8B20-ECFF61C046EE}" dt="2024-07-27T12:44:09.382" v="1133" actId="403"/>
          <ac:cxnSpMkLst>
            <pc:docMk/>
            <pc:sldMk cId="2771550805" sldId="297"/>
            <ac:cxnSpMk id="33" creationId="{CF771486-C284-9A43-44A0-55265DAF91FC}"/>
          </ac:cxnSpMkLst>
        </pc:cxnChg>
        <pc:cxnChg chg="mod">
          <ac:chgData name="adilton junio" userId="66b3fade76ecdf97" providerId="LiveId" clId="{EB7ABBEE-FFAC-42B3-8B20-ECFF61C046EE}" dt="2024-07-27T14:13:50.907" v="1508" actId="1076"/>
          <ac:cxnSpMkLst>
            <pc:docMk/>
            <pc:sldMk cId="2771550805" sldId="297"/>
            <ac:cxnSpMk id="42" creationId="{BE0EFB52-0E8D-829E-97D1-D9B5BBEB325E}"/>
          </ac:cxnSpMkLst>
        </pc:cxnChg>
        <pc:cxnChg chg="add del mod">
          <ac:chgData name="adilton junio" userId="66b3fade76ecdf97" providerId="LiveId" clId="{EB7ABBEE-FFAC-42B3-8B20-ECFF61C046EE}" dt="2024-07-27T12:48:35.885" v="1145" actId="478"/>
          <ac:cxnSpMkLst>
            <pc:docMk/>
            <pc:sldMk cId="2771550805" sldId="297"/>
            <ac:cxnSpMk id="44" creationId="{A263B4B1-A13D-EBC4-0B07-FE2C51E3E082}"/>
          </ac:cxnSpMkLst>
        </pc:cxnChg>
        <pc:cxnChg chg="mod">
          <ac:chgData name="adilton junio" userId="66b3fade76ecdf97" providerId="LiveId" clId="{EB7ABBEE-FFAC-42B3-8B20-ECFF61C046EE}" dt="2024-07-21T20:45:53.075" v="778" actId="478"/>
          <ac:cxnSpMkLst>
            <pc:docMk/>
            <pc:sldMk cId="2771550805" sldId="297"/>
            <ac:cxnSpMk id="54" creationId="{4BFF477B-E37D-5847-A169-F8F04B04CCBC}"/>
          </ac:cxnSpMkLst>
        </pc:cxnChg>
        <pc:cxnChg chg="mod">
          <ac:chgData name="adilton junio" userId="66b3fade76ecdf97" providerId="LiveId" clId="{EB7ABBEE-FFAC-42B3-8B20-ECFF61C046EE}" dt="2024-07-21T20:45:53.075" v="778" actId="478"/>
          <ac:cxnSpMkLst>
            <pc:docMk/>
            <pc:sldMk cId="2771550805" sldId="297"/>
            <ac:cxnSpMk id="60" creationId="{40596013-00EC-3066-62FA-6A4E2E8C2CFB}"/>
          </ac:cxnSpMkLst>
        </pc:cxnChg>
        <pc:cxnChg chg="mod">
          <ac:chgData name="adilton junio" userId="66b3fade76ecdf97" providerId="LiveId" clId="{EB7ABBEE-FFAC-42B3-8B20-ECFF61C046EE}" dt="2024-07-27T14:46:58.393" v="1982"/>
          <ac:cxnSpMkLst>
            <pc:docMk/>
            <pc:sldMk cId="2771550805" sldId="297"/>
            <ac:cxnSpMk id="103" creationId="{40CA3607-3ED9-ABE6-7222-A4045F14BB9A}"/>
          </ac:cxnSpMkLst>
        </pc:cxnChg>
        <pc:cxnChg chg="mod">
          <ac:chgData name="adilton junio" userId="66b3fade76ecdf97" providerId="LiveId" clId="{EB7ABBEE-FFAC-42B3-8B20-ECFF61C046EE}" dt="2024-07-27T14:46:58.393" v="1982"/>
          <ac:cxnSpMkLst>
            <pc:docMk/>
            <pc:sldMk cId="2771550805" sldId="297"/>
            <ac:cxnSpMk id="104" creationId="{DFDE2619-C8C8-B646-2965-0D9A4736E670}"/>
          </ac:cxnSpMkLst>
        </pc:cxnChg>
        <pc:cxnChg chg="mod">
          <ac:chgData name="adilton junio" userId="66b3fade76ecdf97" providerId="LiveId" clId="{EB7ABBEE-FFAC-42B3-8B20-ECFF61C046EE}" dt="2024-07-27T14:46:58.393" v="1982"/>
          <ac:cxnSpMkLst>
            <pc:docMk/>
            <pc:sldMk cId="2771550805" sldId="297"/>
            <ac:cxnSpMk id="105" creationId="{8BCB6EF0-2E66-072E-0FC7-4636E79908D9}"/>
          </ac:cxnSpMkLst>
        </pc:cxnChg>
        <pc:cxnChg chg="mod">
          <ac:chgData name="adilton junio" userId="66b3fade76ecdf97" providerId="LiveId" clId="{EB7ABBEE-FFAC-42B3-8B20-ECFF61C046EE}" dt="2024-07-27T14:46:58.393" v="1982"/>
          <ac:cxnSpMkLst>
            <pc:docMk/>
            <pc:sldMk cId="2771550805" sldId="297"/>
            <ac:cxnSpMk id="111" creationId="{3E33F3DF-3A96-8B3F-BD98-A00A1CC1C5DF}"/>
          </ac:cxnSpMkLst>
        </pc:cxnChg>
        <pc:cxnChg chg="mod">
          <ac:chgData name="adilton junio" userId="66b3fade76ecdf97" providerId="LiveId" clId="{EB7ABBEE-FFAC-42B3-8B20-ECFF61C046EE}" dt="2024-07-27T14:46:58.393" v="1982"/>
          <ac:cxnSpMkLst>
            <pc:docMk/>
            <pc:sldMk cId="2771550805" sldId="297"/>
            <ac:cxnSpMk id="113" creationId="{F0E45C82-2612-2192-ED30-FF3FCB37432B}"/>
          </ac:cxnSpMkLst>
        </pc:cxnChg>
      </pc:sldChg>
      <pc:sldChg chg="addSp delSp modSp add mod ord">
        <pc:chgData name="adilton junio" userId="66b3fade76ecdf97" providerId="LiveId" clId="{EB7ABBEE-FFAC-42B3-8B20-ECFF61C046EE}" dt="2024-07-27T12:44:31.861" v="1137"/>
        <pc:sldMkLst>
          <pc:docMk/>
          <pc:sldMk cId="2205380317" sldId="298"/>
        </pc:sldMkLst>
        <pc:spChg chg="mod">
          <ac:chgData name="adilton junio" userId="66b3fade76ecdf97" providerId="LiveId" clId="{EB7ABBEE-FFAC-42B3-8B20-ECFF61C046EE}" dt="2024-07-21T20:53:38.758" v="905" actId="20577"/>
          <ac:spMkLst>
            <pc:docMk/>
            <pc:sldMk cId="2205380317" sldId="298"/>
            <ac:spMk id="3" creationId="{B40F7ACA-6FC0-F7F9-73A3-908D823ED7D3}"/>
          </ac:spMkLst>
        </pc:spChg>
        <pc:spChg chg="mod">
          <ac:chgData name="adilton junio" userId="66b3fade76ecdf97" providerId="LiveId" clId="{EB7ABBEE-FFAC-42B3-8B20-ECFF61C046EE}" dt="2024-07-21T20:53:23.995" v="890" actId="20577"/>
          <ac:spMkLst>
            <pc:docMk/>
            <pc:sldMk cId="2205380317" sldId="298"/>
            <ac:spMk id="11" creationId="{F859AFDF-88E7-77BB-1B95-297278A2DE91}"/>
          </ac:spMkLst>
        </pc:spChg>
        <pc:spChg chg="mod">
          <ac:chgData name="adilton junio" userId="66b3fade76ecdf97" providerId="LiveId" clId="{EB7ABBEE-FFAC-42B3-8B20-ECFF61C046EE}" dt="2024-07-21T20:53:24.224" v="891" actId="20577"/>
          <ac:spMkLst>
            <pc:docMk/>
            <pc:sldMk cId="2205380317" sldId="298"/>
            <ac:spMk id="12" creationId="{0EF517A4-9664-59AE-270C-0D8C839A5C00}"/>
          </ac:spMkLst>
        </pc:spChg>
        <pc:spChg chg="mod topLvl">
          <ac:chgData name="adilton junio" userId="66b3fade76ecdf97" providerId="LiveId" clId="{EB7ABBEE-FFAC-42B3-8B20-ECFF61C046EE}" dt="2024-07-21T20:47:24.456" v="852" actId="20577"/>
          <ac:spMkLst>
            <pc:docMk/>
            <pc:sldMk cId="2205380317" sldId="298"/>
            <ac:spMk id="13" creationId="{92A18466-CDCC-82EE-17A8-5DFEC2C59BB0}"/>
          </ac:spMkLst>
        </pc:spChg>
        <pc:spChg chg="add del mod">
          <ac:chgData name="adilton junio" userId="66b3fade76ecdf97" providerId="LiveId" clId="{EB7ABBEE-FFAC-42B3-8B20-ECFF61C046EE}" dt="2024-07-21T20:44:21.969" v="749" actId="478"/>
          <ac:spMkLst>
            <pc:docMk/>
            <pc:sldMk cId="2205380317" sldId="298"/>
            <ac:spMk id="14" creationId="{0EC34FE6-42B1-2353-289E-581C4BD04B8E}"/>
          </ac:spMkLst>
        </pc:spChg>
        <pc:spChg chg="mod topLvl">
          <ac:chgData name="adilton junio" userId="66b3fade76ecdf97" providerId="LiveId" clId="{EB7ABBEE-FFAC-42B3-8B20-ECFF61C046EE}" dt="2024-07-21T20:47:24.456" v="852" actId="20577"/>
          <ac:spMkLst>
            <pc:docMk/>
            <pc:sldMk cId="2205380317" sldId="298"/>
            <ac:spMk id="17" creationId="{812EE95F-831D-FC4D-FC78-06CCA0E7DBCF}"/>
          </ac:spMkLst>
        </pc:spChg>
        <pc:spChg chg="mod topLvl">
          <ac:chgData name="adilton junio" userId="66b3fade76ecdf97" providerId="LiveId" clId="{EB7ABBEE-FFAC-42B3-8B20-ECFF61C046EE}" dt="2024-07-21T20:47:24.456" v="852" actId="20577"/>
          <ac:spMkLst>
            <pc:docMk/>
            <pc:sldMk cId="2205380317" sldId="298"/>
            <ac:spMk id="30" creationId="{63E2950E-3B55-FF88-CAEE-915F11466CE1}"/>
          </ac:spMkLst>
        </pc:spChg>
        <pc:spChg chg="mod topLvl">
          <ac:chgData name="adilton junio" userId="66b3fade76ecdf97" providerId="LiveId" clId="{EB7ABBEE-FFAC-42B3-8B20-ECFF61C046EE}" dt="2024-07-21T20:47:24.456" v="852" actId="20577"/>
          <ac:spMkLst>
            <pc:docMk/>
            <pc:sldMk cId="2205380317" sldId="298"/>
            <ac:spMk id="42" creationId="{F040E09F-278C-2E4D-EA66-CD26FDC9549E}"/>
          </ac:spMkLst>
        </pc:spChg>
        <pc:spChg chg="mod topLvl">
          <ac:chgData name="adilton junio" userId="66b3fade76ecdf97" providerId="LiveId" clId="{EB7ABBEE-FFAC-42B3-8B20-ECFF61C046EE}" dt="2024-07-21T20:47:24.456" v="852" actId="20577"/>
          <ac:spMkLst>
            <pc:docMk/>
            <pc:sldMk cId="2205380317" sldId="298"/>
            <ac:spMk id="53" creationId="{BD8E85F4-E7E6-0D19-B231-CF417C101B69}"/>
          </ac:spMkLst>
        </pc:spChg>
        <pc:spChg chg="mod">
          <ac:chgData name="adilton junio" userId="66b3fade76ecdf97" providerId="LiveId" clId="{EB7ABBEE-FFAC-42B3-8B20-ECFF61C046EE}" dt="2024-07-21T20:47:24.456" v="852" actId="20577"/>
          <ac:spMkLst>
            <pc:docMk/>
            <pc:sldMk cId="2205380317" sldId="298"/>
            <ac:spMk id="55" creationId="{C209E32B-364B-B9A8-9643-77B33B7CC145}"/>
          </ac:spMkLst>
        </pc:spChg>
        <pc:spChg chg="mod">
          <ac:chgData name="adilton junio" userId="66b3fade76ecdf97" providerId="LiveId" clId="{EB7ABBEE-FFAC-42B3-8B20-ECFF61C046EE}" dt="2024-07-21T20:47:24.456" v="852" actId="20577"/>
          <ac:spMkLst>
            <pc:docMk/>
            <pc:sldMk cId="2205380317" sldId="298"/>
            <ac:spMk id="61" creationId="{ADCF016C-6DA0-EFE8-CF87-D5BFF46D14AD}"/>
          </ac:spMkLst>
        </pc:spChg>
        <pc:spChg chg="mod topLvl">
          <ac:chgData name="adilton junio" userId="66b3fade76ecdf97" providerId="LiveId" clId="{EB7ABBEE-FFAC-42B3-8B20-ECFF61C046EE}" dt="2024-07-21T20:47:24.456" v="852" actId="20577"/>
          <ac:spMkLst>
            <pc:docMk/>
            <pc:sldMk cId="2205380317" sldId="298"/>
            <ac:spMk id="63" creationId="{0D3FA61D-BBAE-66C8-03C9-673E425B53E2}"/>
          </ac:spMkLst>
        </pc:spChg>
        <pc:spChg chg="mod topLvl">
          <ac:chgData name="adilton junio" userId="66b3fade76ecdf97" providerId="LiveId" clId="{EB7ABBEE-FFAC-42B3-8B20-ECFF61C046EE}" dt="2024-07-21T20:47:24.456" v="852" actId="20577"/>
          <ac:spMkLst>
            <pc:docMk/>
            <pc:sldMk cId="2205380317" sldId="298"/>
            <ac:spMk id="64" creationId="{76363AD0-F7A9-36D6-CA69-29C1DE4253C0}"/>
          </ac:spMkLst>
        </pc:spChg>
        <pc:spChg chg="mod topLvl">
          <ac:chgData name="adilton junio" userId="66b3fade76ecdf97" providerId="LiveId" clId="{EB7ABBEE-FFAC-42B3-8B20-ECFF61C046EE}" dt="2024-07-21T20:47:24.456" v="852" actId="20577"/>
          <ac:spMkLst>
            <pc:docMk/>
            <pc:sldMk cId="2205380317" sldId="298"/>
            <ac:spMk id="65" creationId="{D4F551A5-2181-3135-7496-32F394325D4A}"/>
          </ac:spMkLst>
        </pc:spChg>
        <pc:spChg chg="mod topLvl">
          <ac:chgData name="adilton junio" userId="66b3fade76ecdf97" providerId="LiveId" clId="{EB7ABBEE-FFAC-42B3-8B20-ECFF61C046EE}" dt="2024-07-21T20:47:24.456" v="852" actId="20577"/>
          <ac:spMkLst>
            <pc:docMk/>
            <pc:sldMk cId="2205380317" sldId="298"/>
            <ac:spMk id="66" creationId="{7F111B65-93B8-9777-CF49-729E3398B29C}"/>
          </ac:spMkLst>
        </pc:spChg>
        <pc:spChg chg="del mod topLvl">
          <ac:chgData name="adilton junio" userId="66b3fade76ecdf97" providerId="LiveId" clId="{EB7ABBEE-FFAC-42B3-8B20-ECFF61C046EE}" dt="2024-07-21T20:51:28.686" v="871" actId="478"/>
          <ac:spMkLst>
            <pc:docMk/>
            <pc:sldMk cId="2205380317" sldId="298"/>
            <ac:spMk id="72" creationId="{9D3C9934-751B-7E33-684D-BBDD4A3B5B1B}"/>
          </ac:spMkLst>
        </pc:spChg>
        <pc:grpChg chg="mod">
          <ac:chgData name="adilton junio" userId="66b3fade76ecdf97" providerId="LiveId" clId="{EB7ABBEE-FFAC-42B3-8B20-ECFF61C046EE}" dt="2024-07-21T20:53:35.902" v="903" actId="1037"/>
          <ac:grpSpMkLst>
            <pc:docMk/>
            <pc:sldMk cId="2205380317" sldId="298"/>
            <ac:grpSpMk id="7" creationId="{13B2D9B9-E0CB-8F71-A186-E0181FF06A11}"/>
          </ac:grpSpMkLst>
        </pc:grpChg>
        <pc:grpChg chg="mod">
          <ac:chgData name="adilton junio" userId="66b3fade76ecdf97" providerId="LiveId" clId="{EB7ABBEE-FFAC-42B3-8B20-ECFF61C046EE}" dt="2024-07-21T20:53:23.995" v="890" actId="20577"/>
          <ac:grpSpMkLst>
            <pc:docMk/>
            <pc:sldMk cId="2205380317" sldId="298"/>
            <ac:grpSpMk id="10" creationId="{3A290E40-F056-0C55-ED18-A8AD31B33071}"/>
          </ac:grpSpMkLst>
        </pc:grpChg>
        <pc:grpChg chg="add mod">
          <ac:chgData name="adilton junio" userId="66b3fade76ecdf97" providerId="LiveId" clId="{EB7ABBEE-FFAC-42B3-8B20-ECFF61C046EE}" dt="2024-07-21T20:47:24.456" v="852" actId="20577"/>
          <ac:grpSpMkLst>
            <pc:docMk/>
            <pc:sldMk cId="2205380317" sldId="298"/>
            <ac:grpSpMk id="15" creationId="{7CD929A5-20D6-A315-FFCA-3733922C8D14}"/>
          </ac:grpSpMkLst>
        </pc:grpChg>
        <pc:grpChg chg="del mod topLvl">
          <ac:chgData name="adilton junio" userId="66b3fade76ecdf97" providerId="LiveId" clId="{EB7ABBEE-FFAC-42B3-8B20-ECFF61C046EE}" dt="2024-07-21T20:44:11.095" v="734" actId="165"/>
          <ac:grpSpMkLst>
            <pc:docMk/>
            <pc:sldMk cId="2205380317" sldId="298"/>
            <ac:grpSpMk id="52" creationId="{4BFA026F-A868-442F-F9FC-7631D9DBE0F5}"/>
          </ac:grpSpMkLst>
        </pc:grpChg>
        <pc:grpChg chg="mod topLvl">
          <ac:chgData name="adilton junio" userId="66b3fade76ecdf97" providerId="LiveId" clId="{EB7ABBEE-FFAC-42B3-8B20-ECFF61C046EE}" dt="2024-07-21T20:47:24.456" v="852" actId="20577"/>
          <ac:grpSpMkLst>
            <pc:docMk/>
            <pc:sldMk cId="2205380317" sldId="298"/>
            <ac:grpSpMk id="58" creationId="{86CA725B-EEE2-2778-2B33-7BEC0E4CE9B7}"/>
          </ac:grpSpMkLst>
        </pc:grpChg>
        <pc:grpChg chg="mod topLvl">
          <ac:chgData name="adilton junio" userId="66b3fade76ecdf97" providerId="LiveId" clId="{EB7ABBEE-FFAC-42B3-8B20-ECFF61C046EE}" dt="2024-07-21T20:47:24.456" v="852" actId="20577"/>
          <ac:grpSpMkLst>
            <pc:docMk/>
            <pc:sldMk cId="2205380317" sldId="298"/>
            <ac:grpSpMk id="59" creationId="{1852367C-74A5-2117-2908-834B9ABF3BB5}"/>
          </ac:grpSpMkLst>
        </pc:grpChg>
        <pc:grpChg chg="del">
          <ac:chgData name="adilton junio" userId="66b3fade76ecdf97" providerId="LiveId" clId="{EB7ABBEE-FFAC-42B3-8B20-ECFF61C046EE}" dt="2024-07-21T20:43:48.725" v="730" actId="165"/>
          <ac:grpSpMkLst>
            <pc:docMk/>
            <pc:sldMk cId="2205380317" sldId="298"/>
            <ac:grpSpMk id="67" creationId="{930E2CE6-1032-1DF6-A985-90CF4989AB2B}"/>
          </ac:grpSpMkLst>
        </pc:grpChg>
        <pc:grpChg chg="del mod">
          <ac:chgData name="adilton junio" userId="66b3fade76ecdf97" providerId="LiveId" clId="{EB7ABBEE-FFAC-42B3-8B20-ECFF61C046EE}" dt="2024-07-21T20:49:58.424" v="855" actId="165"/>
          <ac:grpSpMkLst>
            <pc:docMk/>
            <pc:sldMk cId="2205380317" sldId="298"/>
            <ac:grpSpMk id="73" creationId="{6259D298-4372-8E4E-54B5-F43FCFCFE086}"/>
          </ac:grpSpMkLst>
        </pc:grpChg>
        <pc:picChg chg="mod topLvl modCrop">
          <ac:chgData name="adilton junio" userId="66b3fade76ecdf97" providerId="LiveId" clId="{EB7ABBEE-FFAC-42B3-8B20-ECFF61C046EE}" dt="2024-07-21T20:53:12.094" v="881" actId="1038"/>
          <ac:picMkLst>
            <pc:docMk/>
            <pc:sldMk cId="2205380317" sldId="298"/>
            <ac:picMk id="69" creationId="{BE928D1C-AC8B-F923-80C1-C79847D0BD95}"/>
          </ac:picMkLst>
        </pc:picChg>
        <pc:picChg chg="mod topLvl modCrop">
          <ac:chgData name="adilton junio" userId="66b3fade76ecdf97" providerId="LiveId" clId="{EB7ABBEE-FFAC-42B3-8B20-ECFF61C046EE}" dt="2024-07-21T20:53:55.156" v="907" actId="1037"/>
          <ac:picMkLst>
            <pc:docMk/>
            <pc:sldMk cId="2205380317" sldId="298"/>
            <ac:picMk id="71" creationId="{98548C5C-FF4C-6630-93C6-B16368D95A53}"/>
          </ac:picMkLst>
        </pc:picChg>
        <pc:cxnChg chg="mod topLvl">
          <ac:chgData name="adilton junio" userId="66b3fade76ecdf97" providerId="LiveId" clId="{EB7ABBEE-FFAC-42B3-8B20-ECFF61C046EE}" dt="2024-07-21T20:47:24.456" v="852" actId="20577"/>
          <ac:cxnSpMkLst>
            <pc:docMk/>
            <pc:sldMk cId="2205380317" sldId="298"/>
            <ac:cxnSpMk id="44" creationId="{7B69B615-68A8-0880-4ACF-BCA6B5DA86F3}"/>
          </ac:cxnSpMkLst>
        </pc:cxnChg>
        <pc:cxnChg chg="mod topLvl">
          <ac:chgData name="adilton junio" userId="66b3fade76ecdf97" providerId="LiveId" clId="{EB7ABBEE-FFAC-42B3-8B20-ECFF61C046EE}" dt="2024-07-21T20:47:24.456" v="852" actId="20577"/>
          <ac:cxnSpMkLst>
            <pc:docMk/>
            <pc:sldMk cId="2205380317" sldId="298"/>
            <ac:cxnSpMk id="48" creationId="{CD746603-9666-48BD-FD84-79BEA79C6EC6}"/>
          </ac:cxnSpMkLst>
        </pc:cxnChg>
        <pc:cxnChg chg="mod topLvl">
          <ac:chgData name="adilton junio" userId="66b3fade76ecdf97" providerId="LiveId" clId="{EB7ABBEE-FFAC-42B3-8B20-ECFF61C046EE}" dt="2024-07-21T20:47:24.456" v="852" actId="20577"/>
          <ac:cxnSpMkLst>
            <pc:docMk/>
            <pc:sldMk cId="2205380317" sldId="298"/>
            <ac:cxnSpMk id="49" creationId="{07D9234E-2A5D-C007-E354-7BCCDC4919BF}"/>
          </ac:cxnSpMkLst>
        </pc:cxnChg>
        <pc:cxnChg chg="mod">
          <ac:chgData name="adilton junio" userId="66b3fade76ecdf97" providerId="LiveId" clId="{EB7ABBEE-FFAC-42B3-8B20-ECFF61C046EE}" dt="2024-07-21T20:47:24.456" v="852" actId="20577"/>
          <ac:cxnSpMkLst>
            <pc:docMk/>
            <pc:sldMk cId="2205380317" sldId="298"/>
            <ac:cxnSpMk id="54" creationId="{4BFF477B-E37D-5847-A169-F8F04B04CCBC}"/>
          </ac:cxnSpMkLst>
        </pc:cxnChg>
        <pc:cxnChg chg="mod">
          <ac:chgData name="adilton junio" userId="66b3fade76ecdf97" providerId="LiveId" clId="{EB7ABBEE-FFAC-42B3-8B20-ECFF61C046EE}" dt="2024-07-21T20:47:24.456" v="852" actId="20577"/>
          <ac:cxnSpMkLst>
            <pc:docMk/>
            <pc:sldMk cId="2205380317" sldId="298"/>
            <ac:cxnSpMk id="60" creationId="{40596013-00EC-3066-62FA-6A4E2E8C2CFB}"/>
          </ac:cxnSpMkLst>
        </pc:cxnChg>
      </pc:sldChg>
      <pc:sldChg chg="addSp delSp modSp add mod modAnim">
        <pc:chgData name="adilton junio" userId="66b3fade76ecdf97" providerId="LiveId" clId="{EB7ABBEE-FFAC-42B3-8B20-ECFF61C046EE}" dt="2024-07-27T22:55:15.574" v="5544"/>
        <pc:sldMkLst>
          <pc:docMk/>
          <pc:sldMk cId="3748239064" sldId="299"/>
        </pc:sldMkLst>
        <pc:spChg chg="mod">
          <ac:chgData name="adilton junio" userId="66b3fade76ecdf97" providerId="LiveId" clId="{EB7ABBEE-FFAC-42B3-8B20-ECFF61C046EE}" dt="2024-07-27T22:55:02.673" v="5539" actId="164"/>
          <ac:spMkLst>
            <pc:docMk/>
            <pc:sldMk cId="3748239064" sldId="299"/>
            <ac:spMk id="3" creationId="{B6EBFD14-BB4B-C480-0B6F-7F0E188E2D9A}"/>
          </ac:spMkLst>
        </pc:spChg>
        <pc:spChg chg="mod">
          <ac:chgData name="adilton junio" userId="66b3fade76ecdf97" providerId="LiveId" clId="{EB7ABBEE-FFAC-42B3-8B20-ECFF61C046EE}" dt="2024-07-27T22:55:02.673" v="5539" actId="164"/>
          <ac:spMkLst>
            <pc:docMk/>
            <pc:sldMk cId="3748239064" sldId="299"/>
            <ac:spMk id="5" creationId="{3524C003-3D9B-2317-74E1-A6B2F7A2F207}"/>
          </ac:spMkLst>
        </pc:spChg>
        <pc:spChg chg="mod">
          <ac:chgData name="adilton junio" userId="66b3fade76ecdf97" providerId="LiveId" clId="{EB7ABBEE-FFAC-42B3-8B20-ECFF61C046EE}" dt="2024-07-27T22:54:57.605" v="5537" actId="164"/>
          <ac:spMkLst>
            <pc:docMk/>
            <pc:sldMk cId="3748239064" sldId="299"/>
            <ac:spMk id="10" creationId="{6E445B9B-3B17-7D03-C176-B879CF5A4177}"/>
          </ac:spMkLst>
        </pc:spChg>
        <pc:spChg chg="del mod topLvl">
          <ac:chgData name="adilton junio" userId="66b3fade76ecdf97" providerId="LiveId" clId="{EB7ABBEE-FFAC-42B3-8B20-ECFF61C046EE}" dt="2024-07-21T20:56:24.606" v="954" actId="478"/>
          <ac:spMkLst>
            <pc:docMk/>
            <pc:sldMk cId="3748239064" sldId="299"/>
            <ac:spMk id="13" creationId="{92A18466-CDCC-82EE-17A8-5DFEC2C59BB0}"/>
          </ac:spMkLst>
        </pc:spChg>
        <pc:spChg chg="mod">
          <ac:chgData name="adilton junio" userId="66b3fade76ecdf97" providerId="LiveId" clId="{EB7ABBEE-FFAC-42B3-8B20-ECFF61C046EE}" dt="2024-07-27T22:55:14.855" v="5543" actId="164"/>
          <ac:spMkLst>
            <pc:docMk/>
            <pc:sldMk cId="3748239064" sldId="299"/>
            <ac:spMk id="14" creationId="{56C7BD90-B932-0315-C7B2-E38077FA37C4}"/>
          </ac:spMkLst>
        </pc:spChg>
        <pc:spChg chg="del mod topLvl">
          <ac:chgData name="adilton junio" userId="66b3fade76ecdf97" providerId="LiveId" clId="{EB7ABBEE-FFAC-42B3-8B20-ECFF61C046EE}" dt="2024-07-21T22:59:52.792" v="956" actId="478"/>
          <ac:spMkLst>
            <pc:docMk/>
            <pc:sldMk cId="3748239064" sldId="299"/>
            <ac:spMk id="17" creationId="{812EE95F-831D-FC4D-FC78-06CCA0E7DBCF}"/>
          </ac:spMkLst>
        </pc:spChg>
        <pc:spChg chg="mod topLvl">
          <ac:chgData name="adilton junio" userId="66b3fade76ecdf97" providerId="LiveId" clId="{EB7ABBEE-FFAC-42B3-8B20-ECFF61C046EE}" dt="2024-07-21T23:07:48.640" v="1116" actId="207"/>
          <ac:spMkLst>
            <pc:docMk/>
            <pc:sldMk cId="3748239064" sldId="299"/>
            <ac:spMk id="18" creationId="{C13F6F8D-4732-6D80-7B49-D18C67208F3A}"/>
          </ac:spMkLst>
        </pc:spChg>
        <pc:spChg chg="mod">
          <ac:chgData name="adilton junio" userId="66b3fade76ecdf97" providerId="LiveId" clId="{EB7ABBEE-FFAC-42B3-8B20-ECFF61C046EE}" dt="2024-07-27T22:55:14.855" v="5543" actId="164"/>
          <ac:spMkLst>
            <pc:docMk/>
            <pc:sldMk cId="3748239064" sldId="299"/>
            <ac:spMk id="19" creationId="{5EE09121-F214-EF21-9CDC-A40578ACA098}"/>
          </ac:spMkLst>
        </pc:spChg>
        <pc:spChg chg="del mod topLvl">
          <ac:chgData name="adilton junio" userId="66b3fade76ecdf97" providerId="LiveId" clId="{EB7ABBEE-FFAC-42B3-8B20-ECFF61C046EE}" dt="2024-07-21T23:01:44.839" v="1006" actId="478"/>
          <ac:spMkLst>
            <pc:docMk/>
            <pc:sldMk cId="3748239064" sldId="299"/>
            <ac:spMk id="23" creationId="{A155C25A-9081-2EE0-2AC5-0772ECB57B16}"/>
          </ac:spMkLst>
        </pc:spChg>
        <pc:spChg chg="mod">
          <ac:chgData name="adilton junio" userId="66b3fade76ecdf97" providerId="LiveId" clId="{EB7ABBEE-FFAC-42B3-8B20-ECFF61C046EE}" dt="2024-07-21T23:01:46.929" v="1007" actId="6549"/>
          <ac:spMkLst>
            <pc:docMk/>
            <pc:sldMk cId="3748239064" sldId="299"/>
            <ac:spMk id="25" creationId="{47FDC890-7EFF-BA40-8F1B-C9F3F0F16514}"/>
          </ac:spMkLst>
        </pc:spChg>
        <pc:spChg chg="del mod">
          <ac:chgData name="adilton junio" userId="66b3fade76ecdf97" providerId="LiveId" clId="{EB7ABBEE-FFAC-42B3-8B20-ECFF61C046EE}" dt="2024-07-21T23:01:48.609" v="1009" actId="478"/>
          <ac:spMkLst>
            <pc:docMk/>
            <pc:sldMk cId="3748239064" sldId="299"/>
            <ac:spMk id="26" creationId="{7772855A-81DF-EE55-1943-A51AF5E673B2}"/>
          </ac:spMkLst>
        </pc:spChg>
        <pc:spChg chg="del mod topLvl">
          <ac:chgData name="adilton junio" userId="66b3fade76ecdf97" providerId="LiveId" clId="{EB7ABBEE-FFAC-42B3-8B20-ECFF61C046EE}" dt="2024-07-21T23:03:20.976" v="1032" actId="478"/>
          <ac:spMkLst>
            <pc:docMk/>
            <pc:sldMk cId="3748239064" sldId="299"/>
            <ac:spMk id="27" creationId="{0B828475-0F1B-4B96-4CA0-A5B2A994E979}"/>
          </ac:spMkLst>
        </pc:spChg>
        <pc:spChg chg="mod topLvl">
          <ac:chgData name="adilton junio" userId="66b3fade76ecdf97" providerId="LiveId" clId="{EB7ABBEE-FFAC-42B3-8B20-ECFF61C046EE}" dt="2024-07-21T23:04:55.559" v="1060" actId="404"/>
          <ac:spMkLst>
            <pc:docMk/>
            <pc:sldMk cId="3748239064" sldId="299"/>
            <ac:spMk id="29" creationId="{DF81BCFE-8F8F-2FB0-53A9-0B17667DEA43}"/>
          </ac:spMkLst>
        </pc:spChg>
        <pc:spChg chg="del mod topLvl">
          <ac:chgData name="adilton junio" userId="66b3fade76ecdf97" providerId="LiveId" clId="{EB7ABBEE-FFAC-42B3-8B20-ECFF61C046EE}" dt="2024-07-21T22:59:55.549" v="959" actId="478"/>
          <ac:spMkLst>
            <pc:docMk/>
            <pc:sldMk cId="3748239064" sldId="299"/>
            <ac:spMk id="30" creationId="{63E2950E-3B55-FF88-CAEE-915F11466CE1}"/>
          </ac:spMkLst>
        </pc:spChg>
        <pc:spChg chg="mod">
          <ac:chgData name="adilton junio" userId="66b3fade76ecdf97" providerId="LiveId" clId="{EB7ABBEE-FFAC-42B3-8B20-ECFF61C046EE}" dt="2024-07-21T23:01:40.402" v="1000" actId="165"/>
          <ac:spMkLst>
            <pc:docMk/>
            <pc:sldMk cId="3748239064" sldId="299"/>
            <ac:spMk id="32" creationId="{69884E50-4FC1-1E42-398D-A2911038A71E}"/>
          </ac:spMkLst>
        </pc:spChg>
        <pc:spChg chg="mod">
          <ac:chgData name="adilton junio" userId="66b3fade76ecdf97" providerId="LiveId" clId="{EB7ABBEE-FFAC-42B3-8B20-ECFF61C046EE}" dt="2024-07-21T23:01:40.402" v="1000" actId="165"/>
          <ac:spMkLst>
            <pc:docMk/>
            <pc:sldMk cId="3748239064" sldId="299"/>
            <ac:spMk id="34" creationId="{BAFA6D09-E08D-17B4-751C-E3F915D21DC7}"/>
          </ac:spMkLst>
        </pc:spChg>
        <pc:spChg chg="mod">
          <ac:chgData name="adilton junio" userId="66b3fade76ecdf97" providerId="LiveId" clId="{EB7ABBEE-FFAC-42B3-8B20-ECFF61C046EE}" dt="2024-07-21T23:01:40.402" v="1000" actId="165"/>
          <ac:spMkLst>
            <pc:docMk/>
            <pc:sldMk cId="3748239064" sldId="299"/>
            <ac:spMk id="35" creationId="{E5061862-454A-4477-FD50-99DF5D4F5B64}"/>
          </ac:spMkLst>
        </pc:spChg>
        <pc:spChg chg="add mod">
          <ac:chgData name="adilton junio" userId="66b3fade76ecdf97" providerId="LiveId" clId="{EB7ABBEE-FFAC-42B3-8B20-ECFF61C046EE}" dt="2024-07-21T23:05:03.251" v="1062" actId="404"/>
          <ac:spMkLst>
            <pc:docMk/>
            <pc:sldMk cId="3748239064" sldId="299"/>
            <ac:spMk id="36" creationId="{70CB4C46-1593-AEEC-5513-7023DE6F7777}"/>
          </ac:spMkLst>
        </pc:spChg>
        <pc:spChg chg="del mod topLvl">
          <ac:chgData name="adilton junio" userId="66b3fade76ecdf97" providerId="LiveId" clId="{EB7ABBEE-FFAC-42B3-8B20-ECFF61C046EE}" dt="2024-07-21T20:56:26.327" v="955" actId="478"/>
          <ac:spMkLst>
            <pc:docMk/>
            <pc:sldMk cId="3748239064" sldId="299"/>
            <ac:spMk id="42" creationId="{F040E09F-278C-2E4D-EA66-CD26FDC9549E}"/>
          </ac:spMkLst>
        </pc:spChg>
        <pc:spChg chg="add mod">
          <ac:chgData name="adilton junio" userId="66b3fade76ecdf97" providerId="LiveId" clId="{EB7ABBEE-FFAC-42B3-8B20-ECFF61C046EE}" dt="2024-07-21T23:04:59.149" v="1061" actId="404"/>
          <ac:spMkLst>
            <pc:docMk/>
            <pc:sldMk cId="3748239064" sldId="299"/>
            <ac:spMk id="43" creationId="{B8132112-7B8D-8055-D5E6-8D63CA226AD3}"/>
          </ac:spMkLst>
        </pc:spChg>
        <pc:spChg chg="add mod">
          <ac:chgData name="adilton junio" userId="66b3fade76ecdf97" providerId="LiveId" clId="{EB7ABBEE-FFAC-42B3-8B20-ECFF61C046EE}" dt="2024-07-21T23:06:45.069" v="1113" actId="20577"/>
          <ac:spMkLst>
            <pc:docMk/>
            <pc:sldMk cId="3748239064" sldId="299"/>
            <ac:spMk id="45" creationId="{F0AF4F56-E22C-A6A0-666F-527D78EB8C70}"/>
          </ac:spMkLst>
        </pc:spChg>
        <pc:spChg chg="del mod topLvl">
          <ac:chgData name="adilton junio" userId="66b3fade76ecdf97" providerId="LiveId" clId="{EB7ABBEE-FFAC-42B3-8B20-ECFF61C046EE}" dt="2024-07-21T20:55:45.246" v="945" actId="478"/>
          <ac:spMkLst>
            <pc:docMk/>
            <pc:sldMk cId="3748239064" sldId="299"/>
            <ac:spMk id="53" creationId="{BD8E85F4-E7E6-0D19-B231-CF417C101B69}"/>
          </ac:spMkLst>
        </pc:spChg>
        <pc:spChg chg="mod">
          <ac:chgData name="adilton junio" userId="66b3fade76ecdf97" providerId="LiveId" clId="{EB7ABBEE-FFAC-42B3-8B20-ECFF61C046EE}" dt="2024-07-21T20:55:44.072" v="944" actId="165"/>
          <ac:spMkLst>
            <pc:docMk/>
            <pc:sldMk cId="3748239064" sldId="299"/>
            <ac:spMk id="55" creationId="{C209E32B-364B-B9A8-9643-77B33B7CC145}"/>
          </ac:spMkLst>
        </pc:spChg>
        <pc:spChg chg="mod">
          <ac:chgData name="adilton junio" userId="66b3fade76ecdf97" providerId="LiveId" clId="{EB7ABBEE-FFAC-42B3-8B20-ECFF61C046EE}" dt="2024-07-21T20:55:44.072" v="944" actId="165"/>
          <ac:spMkLst>
            <pc:docMk/>
            <pc:sldMk cId="3748239064" sldId="299"/>
            <ac:spMk id="61" creationId="{ADCF016C-6DA0-EFE8-CF87-D5BFF46D14AD}"/>
          </ac:spMkLst>
        </pc:spChg>
        <pc:spChg chg="mod topLvl">
          <ac:chgData name="adilton junio" userId="66b3fade76ecdf97" providerId="LiveId" clId="{EB7ABBEE-FFAC-42B3-8B20-ECFF61C046EE}" dt="2024-07-21T23:06:52.232" v="1115" actId="1037"/>
          <ac:spMkLst>
            <pc:docMk/>
            <pc:sldMk cId="3748239064" sldId="299"/>
            <ac:spMk id="63" creationId="{0D3FA61D-BBAE-66C8-03C9-673E425B53E2}"/>
          </ac:spMkLst>
        </pc:spChg>
        <pc:spChg chg="mod topLvl">
          <ac:chgData name="adilton junio" userId="66b3fade76ecdf97" providerId="LiveId" clId="{EB7ABBEE-FFAC-42B3-8B20-ECFF61C046EE}" dt="2024-07-21T23:06:49.450" v="1114" actId="1076"/>
          <ac:spMkLst>
            <pc:docMk/>
            <pc:sldMk cId="3748239064" sldId="299"/>
            <ac:spMk id="64" creationId="{76363AD0-F7A9-36D6-CA69-29C1DE4253C0}"/>
          </ac:spMkLst>
        </pc:spChg>
        <pc:spChg chg="del mod topLvl">
          <ac:chgData name="adilton junio" userId="66b3fade76ecdf97" providerId="LiveId" clId="{EB7ABBEE-FFAC-42B3-8B20-ECFF61C046EE}" dt="2024-07-21T20:56:26.327" v="955" actId="478"/>
          <ac:spMkLst>
            <pc:docMk/>
            <pc:sldMk cId="3748239064" sldId="299"/>
            <ac:spMk id="65" creationId="{D4F551A5-2181-3135-7496-32F394325D4A}"/>
          </ac:spMkLst>
        </pc:spChg>
        <pc:spChg chg="del mod topLvl">
          <ac:chgData name="adilton junio" userId="66b3fade76ecdf97" providerId="LiveId" clId="{EB7ABBEE-FFAC-42B3-8B20-ECFF61C046EE}" dt="2024-07-21T22:59:53.399" v="957" actId="478"/>
          <ac:spMkLst>
            <pc:docMk/>
            <pc:sldMk cId="3748239064" sldId="299"/>
            <ac:spMk id="66" creationId="{7F111B65-93B8-9777-CF49-729E3398B29C}"/>
          </ac:spMkLst>
        </pc:spChg>
        <pc:spChg chg="mod">
          <ac:chgData name="adilton junio" userId="66b3fade76ecdf97" providerId="LiveId" clId="{EB7ABBEE-FFAC-42B3-8B20-ECFF61C046EE}" dt="2024-07-21T20:55:22.944" v="943" actId="14100"/>
          <ac:spMkLst>
            <pc:docMk/>
            <pc:sldMk cId="3748239064" sldId="299"/>
            <ac:spMk id="92" creationId="{389AD4BA-DE4A-1658-2487-F94C2EEF6666}"/>
          </ac:spMkLst>
        </pc:spChg>
        <pc:spChg chg="mod">
          <ac:chgData name="adilton junio" userId="66b3fade76ecdf97" providerId="LiveId" clId="{EB7ABBEE-FFAC-42B3-8B20-ECFF61C046EE}" dt="2024-07-27T22:55:09.018" v="5541" actId="164"/>
          <ac:spMkLst>
            <pc:docMk/>
            <pc:sldMk cId="3748239064" sldId="299"/>
            <ac:spMk id="104" creationId="{5A2BA33E-D48F-D271-24A7-6477C121EE9C}"/>
          </ac:spMkLst>
        </pc:spChg>
        <pc:spChg chg="mod">
          <ac:chgData name="adilton junio" userId="66b3fade76ecdf97" providerId="LiveId" clId="{EB7ABBEE-FFAC-42B3-8B20-ECFF61C046EE}" dt="2024-07-27T22:55:09.018" v="5541" actId="164"/>
          <ac:spMkLst>
            <pc:docMk/>
            <pc:sldMk cId="3748239064" sldId="299"/>
            <ac:spMk id="113" creationId="{01678C57-964E-2D6D-D620-845E22B021E8}"/>
          </ac:spMkLst>
        </pc:spChg>
        <pc:spChg chg="mod">
          <ac:chgData name="adilton junio" userId="66b3fade76ecdf97" providerId="LiveId" clId="{EB7ABBEE-FFAC-42B3-8B20-ECFF61C046EE}" dt="2024-07-27T22:54:57.605" v="5537" actId="164"/>
          <ac:spMkLst>
            <pc:docMk/>
            <pc:sldMk cId="3748239064" sldId="299"/>
            <ac:spMk id="121" creationId="{02FB1E52-0601-1D97-3AA6-E16C53B09E84}"/>
          </ac:spMkLst>
        </pc:spChg>
        <pc:spChg chg="mod">
          <ac:chgData name="adilton junio" userId="66b3fade76ecdf97" providerId="LiveId" clId="{EB7ABBEE-FFAC-42B3-8B20-ECFF61C046EE}" dt="2024-07-27T22:54:57.605" v="5537" actId="164"/>
          <ac:spMkLst>
            <pc:docMk/>
            <pc:sldMk cId="3748239064" sldId="299"/>
            <ac:spMk id="122" creationId="{72C6148B-C90F-6F91-4579-0FDC3B51DD0C}"/>
          </ac:spMkLst>
        </pc:spChg>
        <pc:spChg chg="mod">
          <ac:chgData name="adilton junio" userId="66b3fade76ecdf97" providerId="LiveId" clId="{EB7ABBEE-FFAC-42B3-8B20-ECFF61C046EE}" dt="2024-07-27T22:54:57.605" v="5537" actId="164"/>
          <ac:spMkLst>
            <pc:docMk/>
            <pc:sldMk cId="3748239064" sldId="299"/>
            <ac:spMk id="123" creationId="{50CC4033-FC63-5385-C92E-D77BF51156BA}"/>
          </ac:spMkLst>
        </pc:spChg>
        <pc:grpChg chg="del">
          <ac:chgData name="adilton junio" userId="66b3fade76ecdf97" providerId="LiveId" clId="{EB7ABBEE-FFAC-42B3-8B20-ECFF61C046EE}" dt="2024-07-21T23:25:15.434" v="1127" actId="478"/>
          <ac:grpSpMkLst>
            <pc:docMk/>
            <pc:sldMk cId="3748239064" sldId="299"/>
            <ac:grpSpMk id="7" creationId="{13B2D9B9-E0CB-8F71-A186-E0181FF06A11}"/>
          </ac:grpSpMkLst>
        </pc:grpChg>
        <pc:grpChg chg="del">
          <ac:chgData name="adilton junio" userId="66b3fade76ecdf97" providerId="LiveId" clId="{EB7ABBEE-FFAC-42B3-8B20-ECFF61C046EE}" dt="2024-07-21T23:25:12.426" v="1126" actId="478"/>
          <ac:grpSpMkLst>
            <pc:docMk/>
            <pc:sldMk cId="3748239064" sldId="299"/>
            <ac:grpSpMk id="10" creationId="{3A290E40-F056-0C55-ED18-A8AD31B33071}"/>
          </ac:grpSpMkLst>
        </pc:grpChg>
        <pc:grpChg chg="add mod">
          <ac:chgData name="adilton junio" userId="66b3fade76ecdf97" providerId="LiveId" clId="{EB7ABBEE-FFAC-42B3-8B20-ECFF61C046EE}" dt="2024-07-27T22:54:57.605" v="5537" actId="164"/>
          <ac:grpSpMkLst>
            <pc:docMk/>
            <pc:sldMk cId="3748239064" sldId="299"/>
            <ac:grpSpMk id="11" creationId="{7F255A37-F787-C6B0-77DA-14F6BC2944EC}"/>
          </ac:grpSpMkLst>
        </pc:grpChg>
        <pc:grpChg chg="add mod">
          <ac:chgData name="adilton junio" userId="66b3fade76ecdf97" providerId="LiveId" clId="{EB7ABBEE-FFAC-42B3-8B20-ECFF61C046EE}" dt="2024-07-27T22:55:02.673" v="5539" actId="164"/>
          <ac:grpSpMkLst>
            <pc:docMk/>
            <pc:sldMk cId="3748239064" sldId="299"/>
            <ac:grpSpMk id="12" creationId="{B26D3348-7A4D-DCE1-34BF-AA70B769EBC9}"/>
          </ac:grpSpMkLst>
        </pc:grpChg>
        <pc:grpChg chg="add mod">
          <ac:chgData name="adilton junio" userId="66b3fade76ecdf97" providerId="LiveId" clId="{EB7ABBEE-FFAC-42B3-8B20-ECFF61C046EE}" dt="2024-07-27T22:55:09.018" v="5541" actId="164"/>
          <ac:grpSpMkLst>
            <pc:docMk/>
            <pc:sldMk cId="3748239064" sldId="299"/>
            <ac:grpSpMk id="13" creationId="{57BE5855-E48A-2E23-3B92-9A58544A52D5}"/>
          </ac:grpSpMkLst>
        </pc:grpChg>
        <pc:grpChg chg="add del mod">
          <ac:chgData name="adilton junio" userId="66b3fade76ecdf97" providerId="LiveId" clId="{EB7ABBEE-FFAC-42B3-8B20-ECFF61C046EE}" dt="2024-07-21T23:01:40.402" v="1000" actId="165"/>
          <ac:grpSpMkLst>
            <pc:docMk/>
            <pc:sldMk cId="3748239064" sldId="299"/>
            <ac:grpSpMk id="14" creationId="{A579E615-62F0-344E-22B8-0C91FA29B7D2}"/>
          </ac:grpSpMkLst>
        </pc:grpChg>
        <pc:grpChg chg="del">
          <ac:chgData name="adilton junio" userId="66b3fade76ecdf97" providerId="LiveId" clId="{EB7ABBEE-FFAC-42B3-8B20-ECFF61C046EE}" dt="2024-07-21T20:55:44.072" v="944" actId="165"/>
          <ac:grpSpMkLst>
            <pc:docMk/>
            <pc:sldMk cId="3748239064" sldId="299"/>
            <ac:grpSpMk id="15" creationId="{7CD929A5-20D6-A315-FFCA-3733922C8D14}"/>
          </ac:grpSpMkLst>
        </pc:grpChg>
        <pc:grpChg chg="add mod">
          <ac:chgData name="adilton junio" userId="66b3fade76ecdf97" providerId="LiveId" clId="{EB7ABBEE-FFAC-42B3-8B20-ECFF61C046EE}" dt="2024-07-27T22:55:14.855" v="5543" actId="164"/>
          <ac:grpSpMkLst>
            <pc:docMk/>
            <pc:sldMk cId="3748239064" sldId="299"/>
            <ac:grpSpMk id="15" creationId="{E92D5B8E-51E2-2568-D130-D0EEBA3D291B}"/>
          </ac:grpSpMkLst>
        </pc:grpChg>
        <pc:grpChg chg="mod topLvl">
          <ac:chgData name="adilton junio" userId="66b3fade76ecdf97" providerId="LiveId" clId="{EB7ABBEE-FFAC-42B3-8B20-ECFF61C046EE}" dt="2024-07-21T23:03:31.920" v="1036" actId="1076"/>
          <ac:grpSpMkLst>
            <pc:docMk/>
            <pc:sldMk cId="3748239064" sldId="299"/>
            <ac:grpSpMk id="16" creationId="{ED5A5953-B802-1AA9-02FF-60EB1C8B5BF2}"/>
          </ac:grpSpMkLst>
        </pc:grpChg>
        <pc:grpChg chg="del mod topLvl">
          <ac:chgData name="adilton junio" userId="66b3fade76ecdf97" providerId="LiveId" clId="{EB7ABBEE-FFAC-42B3-8B20-ECFF61C046EE}" dt="2024-07-21T23:03:19.338" v="1031" actId="478"/>
          <ac:grpSpMkLst>
            <pc:docMk/>
            <pc:sldMk cId="3748239064" sldId="299"/>
            <ac:grpSpMk id="19" creationId="{539E0B6B-A8B1-CB55-9E04-9555A954D99D}"/>
          </ac:grpSpMkLst>
        </pc:grpChg>
        <pc:grpChg chg="del mod topLvl">
          <ac:chgData name="adilton junio" userId="66b3fade76ecdf97" providerId="LiveId" clId="{EB7ABBEE-FFAC-42B3-8B20-ECFF61C046EE}" dt="2024-07-21T23:03:40.039" v="1038" actId="165"/>
          <ac:grpSpMkLst>
            <pc:docMk/>
            <pc:sldMk cId="3748239064" sldId="299"/>
            <ac:grpSpMk id="20" creationId="{2B5BB340-61B5-5322-F2E4-9C7DDB1CA85C}"/>
          </ac:grpSpMkLst>
        </pc:grpChg>
        <pc:grpChg chg="del mod topLvl">
          <ac:chgData name="adilton junio" userId="66b3fade76ecdf97" providerId="LiveId" clId="{EB7ABBEE-FFAC-42B3-8B20-ECFF61C046EE}" dt="2024-07-21T23:03:20.976" v="1032" actId="478"/>
          <ac:grpSpMkLst>
            <pc:docMk/>
            <pc:sldMk cId="3748239064" sldId="299"/>
            <ac:grpSpMk id="21" creationId="{AD484467-3C23-600D-B2ED-EB343AE23D16}"/>
          </ac:grpSpMkLst>
        </pc:grpChg>
        <pc:grpChg chg="del mod topLvl">
          <ac:chgData name="adilton junio" userId="66b3fade76ecdf97" providerId="LiveId" clId="{EB7ABBEE-FFAC-42B3-8B20-ECFF61C046EE}" dt="2024-07-21T23:01:52.159" v="1010" actId="478"/>
          <ac:grpSpMkLst>
            <pc:docMk/>
            <pc:sldMk cId="3748239064" sldId="299"/>
            <ac:grpSpMk id="22" creationId="{D9D66A22-6EAC-0E3C-02D3-DBB134527F69}"/>
          </ac:grpSpMkLst>
        </pc:grpChg>
        <pc:grpChg chg="del mod topLvl">
          <ac:chgData name="adilton junio" userId="66b3fade76ecdf97" providerId="LiveId" clId="{EB7ABBEE-FFAC-42B3-8B20-ECFF61C046EE}" dt="2024-07-21T20:56:26.327" v="955" actId="478"/>
          <ac:grpSpMkLst>
            <pc:docMk/>
            <pc:sldMk cId="3748239064" sldId="299"/>
            <ac:grpSpMk id="58" creationId="{86CA725B-EEE2-2778-2B33-7BEC0E4CE9B7}"/>
          </ac:grpSpMkLst>
        </pc:grpChg>
        <pc:grpChg chg="del mod topLvl">
          <ac:chgData name="adilton junio" userId="66b3fade76ecdf97" providerId="LiveId" clId="{EB7ABBEE-FFAC-42B3-8B20-ECFF61C046EE}" dt="2024-07-21T22:59:54.641" v="958" actId="478"/>
          <ac:grpSpMkLst>
            <pc:docMk/>
            <pc:sldMk cId="3748239064" sldId="299"/>
            <ac:grpSpMk id="59" creationId="{1852367C-74A5-2117-2908-834B9ABF3BB5}"/>
          </ac:grpSpMkLst>
        </pc:grpChg>
        <pc:grpChg chg="mod">
          <ac:chgData name="adilton junio" userId="66b3fade76ecdf97" providerId="LiveId" clId="{EB7ABBEE-FFAC-42B3-8B20-ECFF61C046EE}" dt="2024-07-27T22:54:57.605" v="5537" actId="164"/>
          <ac:grpSpMkLst>
            <pc:docMk/>
            <pc:sldMk cId="3748239064" sldId="299"/>
            <ac:grpSpMk id="102" creationId="{1F0FABD9-0916-6E52-561F-B7B8897A3A82}"/>
          </ac:grpSpMkLst>
        </pc:grpChg>
        <pc:picChg chg="del mod">
          <ac:chgData name="adilton junio" userId="66b3fade76ecdf97" providerId="LiveId" clId="{EB7ABBEE-FFAC-42B3-8B20-ECFF61C046EE}" dt="2024-07-21T23:25:10.639" v="1124" actId="478"/>
          <ac:picMkLst>
            <pc:docMk/>
            <pc:sldMk cId="3748239064" sldId="299"/>
            <ac:picMk id="69" creationId="{BE928D1C-AC8B-F923-80C1-C79847D0BD95}"/>
          </ac:picMkLst>
        </pc:picChg>
        <pc:picChg chg="add del mod">
          <ac:chgData name="adilton junio" userId="66b3fade76ecdf97" providerId="LiveId" clId="{EB7ABBEE-FFAC-42B3-8B20-ECFF61C046EE}" dt="2024-07-21T23:25:10.982" v="1125" actId="478"/>
          <ac:picMkLst>
            <pc:docMk/>
            <pc:sldMk cId="3748239064" sldId="299"/>
            <ac:picMk id="71" creationId="{98548C5C-FF4C-6630-93C6-B16368D95A53}"/>
          </ac:picMkLst>
        </pc:picChg>
        <pc:cxnChg chg="mod">
          <ac:chgData name="adilton junio" userId="66b3fade76ecdf97" providerId="LiveId" clId="{EB7ABBEE-FFAC-42B3-8B20-ECFF61C046EE}" dt="2024-07-21T23:01:46.929" v="1007" actId="6549"/>
          <ac:cxnSpMkLst>
            <pc:docMk/>
            <pc:sldMk cId="3748239064" sldId="299"/>
            <ac:cxnSpMk id="24" creationId="{02969F5B-A169-05F5-2199-628CDB7827E6}"/>
          </ac:cxnSpMkLst>
        </pc:cxnChg>
        <pc:cxnChg chg="mod topLvl">
          <ac:chgData name="adilton junio" userId="66b3fade76ecdf97" providerId="LiveId" clId="{EB7ABBEE-FFAC-42B3-8B20-ECFF61C046EE}" dt="2024-07-21T23:04:34.829" v="1056" actId="14100"/>
          <ac:cxnSpMkLst>
            <pc:docMk/>
            <pc:sldMk cId="3748239064" sldId="299"/>
            <ac:cxnSpMk id="28" creationId="{A1B08812-DDEB-94E7-A3DA-BFA6C834C60D}"/>
          </ac:cxnSpMkLst>
        </pc:cxnChg>
        <pc:cxnChg chg="mod topLvl">
          <ac:chgData name="adilton junio" userId="66b3fade76ecdf97" providerId="LiveId" clId="{EB7ABBEE-FFAC-42B3-8B20-ECFF61C046EE}" dt="2024-07-21T23:03:40.039" v="1038" actId="165"/>
          <ac:cxnSpMkLst>
            <pc:docMk/>
            <pc:sldMk cId="3748239064" sldId="299"/>
            <ac:cxnSpMk id="31" creationId="{B9D8060F-FF25-82BA-813F-6B1980F32044}"/>
          </ac:cxnSpMkLst>
        </pc:cxnChg>
        <pc:cxnChg chg="mod">
          <ac:chgData name="adilton junio" userId="66b3fade76ecdf97" providerId="LiveId" clId="{EB7ABBEE-FFAC-42B3-8B20-ECFF61C046EE}" dt="2024-07-21T23:01:40.402" v="1000" actId="165"/>
          <ac:cxnSpMkLst>
            <pc:docMk/>
            <pc:sldMk cId="3748239064" sldId="299"/>
            <ac:cxnSpMk id="33" creationId="{81379ACB-2E13-0CE0-6F40-A4FE79665A35}"/>
          </ac:cxnSpMkLst>
        </pc:cxnChg>
        <pc:cxnChg chg="add mod">
          <ac:chgData name="adilton junio" userId="66b3fade76ecdf97" providerId="LiveId" clId="{EB7ABBEE-FFAC-42B3-8B20-ECFF61C046EE}" dt="2024-07-21T23:04:30.071" v="1055" actId="14100"/>
          <ac:cxnSpMkLst>
            <pc:docMk/>
            <pc:sldMk cId="3748239064" sldId="299"/>
            <ac:cxnSpMk id="37" creationId="{D8631C18-D8AB-9195-C234-9CB102B56835}"/>
          </ac:cxnSpMkLst>
        </pc:cxnChg>
        <pc:cxnChg chg="del mod topLvl">
          <ac:chgData name="adilton junio" userId="66b3fade76ecdf97" providerId="LiveId" clId="{EB7ABBEE-FFAC-42B3-8B20-ECFF61C046EE}" dt="2024-07-21T20:55:46.016" v="946" actId="478"/>
          <ac:cxnSpMkLst>
            <pc:docMk/>
            <pc:sldMk cId="3748239064" sldId="299"/>
            <ac:cxnSpMk id="44" creationId="{7B69B615-68A8-0880-4ACF-BCA6B5DA86F3}"/>
          </ac:cxnSpMkLst>
        </pc:cxnChg>
        <pc:cxnChg chg="del mod topLvl">
          <ac:chgData name="adilton junio" userId="66b3fade76ecdf97" providerId="LiveId" clId="{EB7ABBEE-FFAC-42B3-8B20-ECFF61C046EE}" dt="2024-07-21T20:55:48.236" v="948" actId="478"/>
          <ac:cxnSpMkLst>
            <pc:docMk/>
            <pc:sldMk cId="3748239064" sldId="299"/>
            <ac:cxnSpMk id="48" creationId="{CD746603-9666-48BD-FD84-79BEA79C6EC6}"/>
          </ac:cxnSpMkLst>
        </pc:cxnChg>
        <pc:cxnChg chg="del mod topLvl">
          <ac:chgData name="adilton junio" userId="66b3fade76ecdf97" providerId="LiveId" clId="{EB7ABBEE-FFAC-42B3-8B20-ECFF61C046EE}" dt="2024-07-21T20:55:46.605" v="947" actId="478"/>
          <ac:cxnSpMkLst>
            <pc:docMk/>
            <pc:sldMk cId="3748239064" sldId="299"/>
            <ac:cxnSpMk id="49" creationId="{07D9234E-2A5D-C007-E354-7BCCDC4919BF}"/>
          </ac:cxnSpMkLst>
        </pc:cxnChg>
        <pc:cxnChg chg="mod">
          <ac:chgData name="adilton junio" userId="66b3fade76ecdf97" providerId="LiveId" clId="{EB7ABBEE-FFAC-42B3-8B20-ECFF61C046EE}" dt="2024-07-21T20:56:26.327" v="955" actId="478"/>
          <ac:cxnSpMkLst>
            <pc:docMk/>
            <pc:sldMk cId="3748239064" sldId="299"/>
            <ac:cxnSpMk id="54" creationId="{4BFF477B-E37D-5847-A169-F8F04B04CCBC}"/>
          </ac:cxnSpMkLst>
        </pc:cxnChg>
        <pc:cxnChg chg="mod">
          <ac:chgData name="adilton junio" userId="66b3fade76ecdf97" providerId="LiveId" clId="{EB7ABBEE-FFAC-42B3-8B20-ECFF61C046EE}" dt="2024-07-21T20:55:44.072" v="944" actId="165"/>
          <ac:cxnSpMkLst>
            <pc:docMk/>
            <pc:sldMk cId="3748239064" sldId="299"/>
            <ac:cxnSpMk id="60" creationId="{40596013-00EC-3066-62FA-6A4E2E8C2CFB}"/>
          </ac:cxnSpMkLst>
        </pc:cxnChg>
      </pc:sldChg>
      <pc:sldChg chg="add ord">
        <pc:chgData name="adilton junio" userId="66b3fade76ecdf97" providerId="LiveId" clId="{EB7ABBEE-FFAC-42B3-8B20-ECFF61C046EE}" dt="2024-07-27T12:44:31.861" v="1137"/>
        <pc:sldMkLst>
          <pc:docMk/>
          <pc:sldMk cId="2826852614" sldId="304"/>
        </pc:sldMkLst>
      </pc:sldChg>
      <pc:sldChg chg="new del">
        <pc:chgData name="adilton junio" userId="66b3fade76ecdf97" providerId="LiveId" clId="{EB7ABBEE-FFAC-42B3-8B20-ECFF61C046EE}" dt="2024-07-27T14:04:05.931" v="1383" actId="680"/>
        <pc:sldMkLst>
          <pc:docMk/>
          <pc:sldMk cId="29088169" sldId="305"/>
        </pc:sldMkLst>
      </pc:sldChg>
      <pc:sldChg chg="addSp delSp modSp add mod modAnim">
        <pc:chgData name="adilton junio" userId="66b3fade76ecdf97" providerId="LiveId" clId="{EB7ABBEE-FFAC-42B3-8B20-ECFF61C046EE}" dt="2024-07-27T22:54:24.664" v="5531"/>
        <pc:sldMkLst>
          <pc:docMk/>
          <pc:sldMk cId="4095282598" sldId="305"/>
        </pc:sldMkLst>
        <pc:spChg chg="add del mod">
          <ac:chgData name="adilton junio" userId="66b3fade76ecdf97" providerId="LiveId" clId="{EB7ABBEE-FFAC-42B3-8B20-ECFF61C046EE}" dt="2024-07-27T14:43:31.630" v="1923" actId="478"/>
          <ac:spMkLst>
            <pc:docMk/>
            <pc:sldMk cId="4095282598" sldId="305"/>
            <ac:spMk id="3" creationId="{F5D53154-CB43-BA96-CFB3-E1058C1B8A55}"/>
          </ac:spMkLst>
        </pc:spChg>
        <pc:spChg chg="add del mod">
          <ac:chgData name="adilton junio" userId="66b3fade76ecdf97" providerId="LiveId" clId="{EB7ABBEE-FFAC-42B3-8B20-ECFF61C046EE}" dt="2024-07-27T14:43:31.630" v="1923" actId="478"/>
          <ac:spMkLst>
            <pc:docMk/>
            <pc:sldMk cId="4095282598" sldId="305"/>
            <ac:spMk id="5" creationId="{36C2967D-7F2D-56AC-0DF2-3A69DE40BF96}"/>
          </ac:spMkLst>
        </pc:spChg>
        <pc:spChg chg="add del mod">
          <ac:chgData name="adilton junio" userId="66b3fade76ecdf97" providerId="LiveId" clId="{EB7ABBEE-FFAC-42B3-8B20-ECFF61C046EE}" dt="2024-07-27T14:43:31.630" v="1923" actId="478"/>
          <ac:spMkLst>
            <pc:docMk/>
            <pc:sldMk cId="4095282598" sldId="305"/>
            <ac:spMk id="7" creationId="{D5F4FBC2-605C-BFE4-1C7A-44D3104DAE50}"/>
          </ac:spMkLst>
        </pc:spChg>
        <pc:spChg chg="add del mod">
          <ac:chgData name="adilton junio" userId="66b3fade76ecdf97" providerId="LiveId" clId="{EB7ABBEE-FFAC-42B3-8B20-ECFF61C046EE}" dt="2024-07-27T14:43:13.871" v="1922" actId="478"/>
          <ac:spMkLst>
            <pc:docMk/>
            <pc:sldMk cId="4095282598" sldId="305"/>
            <ac:spMk id="10" creationId="{0A427736-0C26-096B-F951-8EEAE07CA3F8}"/>
          </ac:spMkLst>
        </pc:spChg>
        <pc:spChg chg="add del mod">
          <ac:chgData name="adilton junio" userId="66b3fade76ecdf97" providerId="LiveId" clId="{EB7ABBEE-FFAC-42B3-8B20-ECFF61C046EE}" dt="2024-07-27T14:43:13.871" v="1922" actId="478"/>
          <ac:spMkLst>
            <pc:docMk/>
            <pc:sldMk cId="4095282598" sldId="305"/>
            <ac:spMk id="11" creationId="{B04FC9EB-58E5-458C-A3C8-4BC3EC2D8602}"/>
          </ac:spMkLst>
        </pc:spChg>
        <pc:spChg chg="add del mod">
          <ac:chgData name="adilton junio" userId="66b3fade76ecdf97" providerId="LiveId" clId="{EB7ABBEE-FFAC-42B3-8B20-ECFF61C046EE}" dt="2024-07-27T14:43:13.871" v="1922" actId="478"/>
          <ac:spMkLst>
            <pc:docMk/>
            <pc:sldMk cId="4095282598" sldId="305"/>
            <ac:spMk id="12" creationId="{1B704831-BA6A-EC48-2446-48FF85B8CE26}"/>
          </ac:spMkLst>
        </pc:spChg>
        <pc:spChg chg="del mod topLvl">
          <ac:chgData name="adilton junio" userId="66b3fade76ecdf97" providerId="LiveId" clId="{EB7ABBEE-FFAC-42B3-8B20-ECFF61C046EE}" dt="2024-07-27T14:46:20.054" v="1973" actId="478"/>
          <ac:spMkLst>
            <pc:docMk/>
            <pc:sldMk cId="4095282598" sldId="305"/>
            <ac:spMk id="13" creationId="{B1E40D3F-4FE4-935B-4CD2-80439497C24D}"/>
          </ac:spMkLst>
        </pc:spChg>
        <pc:spChg chg="del mod topLvl">
          <ac:chgData name="adilton junio" userId="66b3fade76ecdf97" providerId="LiveId" clId="{EB7ABBEE-FFAC-42B3-8B20-ECFF61C046EE}" dt="2024-07-27T14:46:21.127" v="1974" actId="478"/>
          <ac:spMkLst>
            <pc:docMk/>
            <pc:sldMk cId="4095282598" sldId="305"/>
            <ac:spMk id="14" creationId="{9E202FB1-0E27-DE65-4B6B-0DF872AEE369}"/>
          </ac:spMkLst>
        </pc:spChg>
        <pc:spChg chg="del mod topLvl">
          <ac:chgData name="adilton junio" userId="66b3fade76ecdf97" providerId="LiveId" clId="{EB7ABBEE-FFAC-42B3-8B20-ECFF61C046EE}" dt="2024-07-27T14:46:19.168" v="1972" actId="478"/>
          <ac:spMkLst>
            <pc:docMk/>
            <pc:sldMk cId="4095282598" sldId="305"/>
            <ac:spMk id="30" creationId="{8026FAAA-72B8-2987-E3C1-EB602908BFF5}"/>
          </ac:spMkLst>
        </pc:spChg>
        <pc:spChg chg="add del mod">
          <ac:chgData name="adilton junio" userId="66b3fade76ecdf97" providerId="LiveId" clId="{EB7ABBEE-FFAC-42B3-8B20-ECFF61C046EE}" dt="2024-07-27T16:18:10.124" v="2738" actId="478"/>
          <ac:spMkLst>
            <pc:docMk/>
            <pc:sldMk cId="4095282598" sldId="305"/>
            <ac:spMk id="35" creationId="{7F865672-C541-FF3D-102C-0A7D7AE2F198}"/>
          </ac:spMkLst>
        </pc:spChg>
        <pc:spChg chg="add del mod">
          <ac:chgData name="adilton junio" userId="66b3fade76ecdf97" providerId="LiveId" clId="{EB7ABBEE-FFAC-42B3-8B20-ECFF61C046EE}" dt="2024-07-27T15:35:06.372" v="2268" actId="478"/>
          <ac:spMkLst>
            <pc:docMk/>
            <pc:sldMk cId="4095282598" sldId="305"/>
            <ac:spMk id="37" creationId="{84B21FBB-ACC4-8EBF-B357-1F14EAB30B36}"/>
          </ac:spMkLst>
        </pc:spChg>
        <pc:spChg chg="add del mod">
          <ac:chgData name="adilton junio" userId="66b3fade76ecdf97" providerId="LiveId" clId="{EB7ABBEE-FFAC-42B3-8B20-ECFF61C046EE}" dt="2024-07-27T15:36:34.720" v="2293" actId="478"/>
          <ac:spMkLst>
            <pc:docMk/>
            <pc:sldMk cId="4095282598" sldId="305"/>
            <ac:spMk id="38" creationId="{B94B75D3-5540-F292-4BAA-19930FE840E1}"/>
          </ac:spMkLst>
        </pc:spChg>
        <pc:spChg chg="add del mod">
          <ac:chgData name="adilton junio" userId="66b3fade76ecdf97" providerId="LiveId" clId="{EB7ABBEE-FFAC-42B3-8B20-ECFF61C046EE}" dt="2024-07-27T15:35:16.268" v="2270" actId="478"/>
          <ac:spMkLst>
            <pc:docMk/>
            <pc:sldMk cId="4095282598" sldId="305"/>
            <ac:spMk id="39" creationId="{7081269D-BC4F-1D72-3307-82A002D24520}"/>
          </ac:spMkLst>
        </pc:spChg>
        <pc:spChg chg="mod">
          <ac:chgData name="adilton junio" userId="66b3fade76ecdf97" providerId="LiveId" clId="{EB7ABBEE-FFAC-42B3-8B20-ECFF61C046EE}" dt="2024-07-27T14:45:42.728" v="1962" actId="165"/>
          <ac:spMkLst>
            <pc:docMk/>
            <pc:sldMk cId="4095282598" sldId="305"/>
            <ac:spMk id="41" creationId="{47E905D0-4AED-4EA5-0EA9-E58AC044C120}"/>
          </ac:spMkLst>
        </pc:spChg>
        <pc:spChg chg="mod topLvl">
          <ac:chgData name="adilton junio" userId="66b3fade76ecdf97" providerId="LiveId" clId="{EB7ABBEE-FFAC-42B3-8B20-ECFF61C046EE}" dt="2024-07-27T16:20:49.261" v="2755" actId="6549"/>
          <ac:spMkLst>
            <pc:docMk/>
            <pc:sldMk cId="4095282598" sldId="305"/>
            <ac:spMk id="43" creationId="{B06BD3A3-04DF-3BA7-18F6-03C981D15656}"/>
          </ac:spMkLst>
        </pc:spChg>
        <pc:spChg chg="del mod topLvl">
          <ac:chgData name="adilton junio" userId="66b3fade76ecdf97" providerId="LiveId" clId="{EB7ABBEE-FFAC-42B3-8B20-ECFF61C046EE}" dt="2024-07-27T16:22:37.003" v="2771" actId="478"/>
          <ac:spMkLst>
            <pc:docMk/>
            <pc:sldMk cId="4095282598" sldId="305"/>
            <ac:spMk id="45" creationId="{DC83F05C-4A3A-C15D-4631-1D3C2A20473F}"/>
          </ac:spMkLst>
        </pc:spChg>
        <pc:spChg chg="del mod topLvl">
          <ac:chgData name="adilton junio" userId="66b3fade76ecdf97" providerId="LiveId" clId="{EB7ABBEE-FFAC-42B3-8B20-ECFF61C046EE}" dt="2024-07-27T16:20:42.934" v="2752" actId="478"/>
          <ac:spMkLst>
            <pc:docMk/>
            <pc:sldMk cId="4095282598" sldId="305"/>
            <ac:spMk id="46" creationId="{DD18F88B-D90E-F7EC-2F27-55E3A20C1B1E}"/>
          </ac:spMkLst>
        </pc:spChg>
        <pc:spChg chg="mod topLvl">
          <ac:chgData name="adilton junio" userId="66b3fade76ecdf97" providerId="LiveId" clId="{EB7ABBEE-FFAC-42B3-8B20-ECFF61C046EE}" dt="2024-07-27T16:20:49.261" v="2755" actId="6549"/>
          <ac:spMkLst>
            <pc:docMk/>
            <pc:sldMk cId="4095282598" sldId="305"/>
            <ac:spMk id="47" creationId="{51049A00-6ED3-935F-5225-9D06DC40A4D0}"/>
          </ac:spMkLst>
        </pc:spChg>
        <pc:spChg chg="mod">
          <ac:chgData name="adilton junio" userId="66b3fade76ecdf97" providerId="LiveId" clId="{EB7ABBEE-FFAC-42B3-8B20-ECFF61C046EE}" dt="2024-07-27T16:20:49.261" v="2755" actId="6549"/>
          <ac:spMkLst>
            <pc:docMk/>
            <pc:sldMk cId="4095282598" sldId="305"/>
            <ac:spMk id="50" creationId="{CCAAE736-B8D0-6FB9-4F93-D5AF13048187}"/>
          </ac:spMkLst>
        </pc:spChg>
        <pc:spChg chg="mod">
          <ac:chgData name="adilton junio" userId="66b3fade76ecdf97" providerId="LiveId" clId="{EB7ABBEE-FFAC-42B3-8B20-ECFF61C046EE}" dt="2024-07-27T16:20:49.261" v="2755" actId="6549"/>
          <ac:spMkLst>
            <pc:docMk/>
            <pc:sldMk cId="4095282598" sldId="305"/>
            <ac:spMk id="51" creationId="{54D1A8C8-45B1-4D58-6756-A2BC585C4500}"/>
          </ac:spMkLst>
        </pc:spChg>
        <pc:spChg chg="mod">
          <ac:chgData name="adilton junio" userId="66b3fade76ecdf97" providerId="LiveId" clId="{EB7ABBEE-FFAC-42B3-8B20-ECFF61C046EE}" dt="2024-07-27T16:20:49.261" v="2755" actId="6549"/>
          <ac:spMkLst>
            <pc:docMk/>
            <pc:sldMk cId="4095282598" sldId="305"/>
            <ac:spMk id="52" creationId="{01CCD84D-5F2B-2ACF-2054-822CAE2993D2}"/>
          </ac:spMkLst>
        </pc:spChg>
        <pc:spChg chg="mod topLvl">
          <ac:chgData name="adilton junio" userId="66b3fade76ecdf97" providerId="LiveId" clId="{EB7ABBEE-FFAC-42B3-8B20-ECFF61C046EE}" dt="2024-07-27T16:20:49.261" v="2755" actId="6549"/>
          <ac:spMkLst>
            <pc:docMk/>
            <pc:sldMk cId="4095282598" sldId="305"/>
            <ac:spMk id="53" creationId="{34E04851-1E4B-F7D9-9DD6-CC1AFB6F1CCD}"/>
          </ac:spMkLst>
        </pc:spChg>
        <pc:spChg chg="mod topLvl">
          <ac:chgData name="adilton junio" userId="66b3fade76ecdf97" providerId="LiveId" clId="{EB7ABBEE-FFAC-42B3-8B20-ECFF61C046EE}" dt="2024-07-27T16:20:49.261" v="2755" actId="6549"/>
          <ac:spMkLst>
            <pc:docMk/>
            <pc:sldMk cId="4095282598" sldId="305"/>
            <ac:spMk id="54" creationId="{183E481E-4455-290B-4272-39BB752DA807}"/>
          </ac:spMkLst>
        </pc:spChg>
        <pc:spChg chg="mod topLvl">
          <ac:chgData name="adilton junio" userId="66b3fade76ecdf97" providerId="LiveId" clId="{EB7ABBEE-FFAC-42B3-8B20-ECFF61C046EE}" dt="2024-07-27T16:20:49.261" v="2755" actId="6549"/>
          <ac:spMkLst>
            <pc:docMk/>
            <pc:sldMk cId="4095282598" sldId="305"/>
            <ac:spMk id="55" creationId="{20053EDF-AD84-037B-F133-9C3F96681918}"/>
          </ac:spMkLst>
        </pc:spChg>
        <pc:spChg chg="mod">
          <ac:chgData name="adilton junio" userId="66b3fade76ecdf97" providerId="LiveId" clId="{EB7ABBEE-FFAC-42B3-8B20-ECFF61C046EE}" dt="2024-07-27T16:20:49.261" v="2755" actId="6549"/>
          <ac:spMkLst>
            <pc:docMk/>
            <pc:sldMk cId="4095282598" sldId="305"/>
            <ac:spMk id="59" creationId="{BABB723B-F436-7566-C6E4-E9DBC0ACDB14}"/>
          </ac:spMkLst>
        </pc:spChg>
        <pc:spChg chg="mod">
          <ac:chgData name="adilton junio" userId="66b3fade76ecdf97" providerId="LiveId" clId="{EB7ABBEE-FFAC-42B3-8B20-ECFF61C046EE}" dt="2024-07-27T16:20:49.261" v="2755" actId="6549"/>
          <ac:spMkLst>
            <pc:docMk/>
            <pc:sldMk cId="4095282598" sldId="305"/>
            <ac:spMk id="60" creationId="{A000AB3E-D18F-92BB-F8F5-DB00FB875FF7}"/>
          </ac:spMkLst>
        </pc:spChg>
        <pc:spChg chg="mod">
          <ac:chgData name="adilton junio" userId="66b3fade76ecdf97" providerId="LiveId" clId="{EB7ABBEE-FFAC-42B3-8B20-ECFF61C046EE}" dt="2024-07-27T16:20:49.261" v="2755" actId="6549"/>
          <ac:spMkLst>
            <pc:docMk/>
            <pc:sldMk cId="4095282598" sldId="305"/>
            <ac:spMk id="61" creationId="{8AA1926F-607B-54AC-C3EC-90800ECD33E3}"/>
          </ac:spMkLst>
        </pc:spChg>
        <pc:spChg chg="del mod">
          <ac:chgData name="adilton junio" userId="66b3fade76ecdf97" providerId="LiveId" clId="{EB7ABBEE-FFAC-42B3-8B20-ECFF61C046EE}" dt="2024-07-27T14:54:20.977" v="2014" actId="478"/>
          <ac:spMkLst>
            <pc:docMk/>
            <pc:sldMk cId="4095282598" sldId="305"/>
            <ac:spMk id="64" creationId="{EC91293F-18E8-B541-A5CD-ADC2761E92C6}"/>
          </ac:spMkLst>
        </pc:spChg>
        <pc:spChg chg="del">
          <ac:chgData name="adilton junio" userId="66b3fade76ecdf97" providerId="LiveId" clId="{EB7ABBEE-FFAC-42B3-8B20-ECFF61C046EE}" dt="2024-07-27T14:24:15.865" v="1752" actId="478"/>
          <ac:spMkLst>
            <pc:docMk/>
            <pc:sldMk cId="4095282598" sldId="305"/>
            <ac:spMk id="65" creationId="{0E428D25-3742-22C5-FF9F-4C4D094A338C}"/>
          </ac:spMkLst>
        </pc:spChg>
        <pc:spChg chg="del">
          <ac:chgData name="adilton junio" userId="66b3fade76ecdf97" providerId="LiveId" clId="{EB7ABBEE-FFAC-42B3-8B20-ECFF61C046EE}" dt="2024-07-27T14:24:14.736" v="1751" actId="478"/>
          <ac:spMkLst>
            <pc:docMk/>
            <pc:sldMk cId="4095282598" sldId="305"/>
            <ac:spMk id="66" creationId="{031916C2-A8F1-AD1A-3D76-05D56F68A829}"/>
          </ac:spMkLst>
        </pc:spChg>
        <pc:spChg chg="mod topLvl">
          <ac:chgData name="adilton junio" userId="66b3fade76ecdf97" providerId="LiveId" clId="{EB7ABBEE-FFAC-42B3-8B20-ECFF61C046EE}" dt="2024-07-27T16:20:49.261" v="2755" actId="6549"/>
          <ac:spMkLst>
            <pc:docMk/>
            <pc:sldMk cId="4095282598" sldId="305"/>
            <ac:spMk id="67" creationId="{37A24E53-B80D-29AD-D284-85B58EB2F1BB}"/>
          </ac:spMkLst>
        </pc:spChg>
        <pc:spChg chg="del">
          <ac:chgData name="adilton junio" userId="66b3fade76ecdf97" providerId="LiveId" clId="{EB7ABBEE-FFAC-42B3-8B20-ECFF61C046EE}" dt="2024-07-27T14:24:25.835" v="1754" actId="478"/>
          <ac:spMkLst>
            <pc:docMk/>
            <pc:sldMk cId="4095282598" sldId="305"/>
            <ac:spMk id="68" creationId="{40C130BB-790C-6D8F-261E-974D3D8BB3F1}"/>
          </ac:spMkLst>
        </pc:spChg>
        <pc:spChg chg="mod topLvl">
          <ac:chgData name="adilton junio" userId="66b3fade76ecdf97" providerId="LiveId" clId="{EB7ABBEE-FFAC-42B3-8B20-ECFF61C046EE}" dt="2024-07-27T16:21:38.671" v="2764" actId="164"/>
          <ac:spMkLst>
            <pc:docMk/>
            <pc:sldMk cId="4095282598" sldId="305"/>
            <ac:spMk id="71" creationId="{71206D46-039F-583A-DF90-735C9F073FC8}"/>
          </ac:spMkLst>
        </pc:spChg>
        <pc:spChg chg="del mod topLvl">
          <ac:chgData name="adilton junio" userId="66b3fade76ecdf97" providerId="LiveId" clId="{EB7ABBEE-FFAC-42B3-8B20-ECFF61C046EE}" dt="2024-07-27T16:21:06.304" v="2757" actId="478"/>
          <ac:spMkLst>
            <pc:docMk/>
            <pc:sldMk cId="4095282598" sldId="305"/>
            <ac:spMk id="72" creationId="{5E3D4C30-52ED-84C9-7924-EAAA10BA2C39}"/>
          </ac:spMkLst>
        </pc:spChg>
        <pc:spChg chg="del mod">
          <ac:chgData name="adilton junio" userId="66b3fade76ecdf97" providerId="LiveId" clId="{EB7ABBEE-FFAC-42B3-8B20-ECFF61C046EE}" dt="2024-07-27T14:45:46.109" v="1963" actId="478"/>
          <ac:spMkLst>
            <pc:docMk/>
            <pc:sldMk cId="4095282598" sldId="305"/>
            <ac:spMk id="73" creationId="{8E8263F8-BFA6-46AB-0B93-449F76CC945A}"/>
          </ac:spMkLst>
        </pc:spChg>
        <pc:spChg chg="del mod">
          <ac:chgData name="adilton junio" userId="66b3fade76ecdf97" providerId="LiveId" clId="{EB7ABBEE-FFAC-42B3-8B20-ECFF61C046EE}" dt="2024-07-27T14:45:48.188" v="1964" actId="478"/>
          <ac:spMkLst>
            <pc:docMk/>
            <pc:sldMk cId="4095282598" sldId="305"/>
            <ac:spMk id="74" creationId="{008CE1CA-71C9-C39A-737D-CB22F00ED275}"/>
          </ac:spMkLst>
        </pc:spChg>
        <pc:spChg chg="del">
          <ac:chgData name="adilton junio" userId="66b3fade76ecdf97" providerId="LiveId" clId="{EB7ABBEE-FFAC-42B3-8B20-ECFF61C046EE}" dt="2024-07-27T14:25:54.720" v="1760" actId="478"/>
          <ac:spMkLst>
            <pc:docMk/>
            <pc:sldMk cId="4095282598" sldId="305"/>
            <ac:spMk id="75" creationId="{564C3C1E-B5E5-873C-98DF-C3212B3E6E9C}"/>
          </ac:spMkLst>
        </pc:spChg>
        <pc:spChg chg="del">
          <ac:chgData name="adilton junio" userId="66b3fade76ecdf97" providerId="LiveId" clId="{EB7ABBEE-FFAC-42B3-8B20-ECFF61C046EE}" dt="2024-07-27T14:24:25.835" v="1754" actId="478"/>
          <ac:spMkLst>
            <pc:docMk/>
            <pc:sldMk cId="4095282598" sldId="305"/>
            <ac:spMk id="77" creationId="{58102323-AED6-B265-C844-79F66F96CA9D}"/>
          </ac:spMkLst>
        </pc:spChg>
        <pc:spChg chg="del">
          <ac:chgData name="adilton junio" userId="66b3fade76ecdf97" providerId="LiveId" clId="{EB7ABBEE-FFAC-42B3-8B20-ECFF61C046EE}" dt="2024-07-27T14:24:25.835" v="1754" actId="478"/>
          <ac:spMkLst>
            <pc:docMk/>
            <pc:sldMk cId="4095282598" sldId="305"/>
            <ac:spMk id="78" creationId="{5DAAC337-904D-A636-90D5-1BD803A9FF4B}"/>
          </ac:spMkLst>
        </pc:spChg>
        <pc:spChg chg="del mod">
          <ac:chgData name="adilton junio" userId="66b3fade76ecdf97" providerId="LiveId" clId="{EB7ABBEE-FFAC-42B3-8B20-ECFF61C046EE}" dt="2024-07-27T14:43:31.630" v="1923" actId="478"/>
          <ac:spMkLst>
            <pc:docMk/>
            <pc:sldMk cId="4095282598" sldId="305"/>
            <ac:spMk id="79" creationId="{A97900C8-C475-5429-5C59-59D02FC33F9D}"/>
          </ac:spMkLst>
        </pc:spChg>
        <pc:spChg chg="del mod">
          <ac:chgData name="adilton junio" userId="66b3fade76ecdf97" providerId="LiveId" clId="{EB7ABBEE-FFAC-42B3-8B20-ECFF61C046EE}" dt="2024-07-27T14:26:28.474" v="1824" actId="478"/>
          <ac:spMkLst>
            <pc:docMk/>
            <pc:sldMk cId="4095282598" sldId="305"/>
            <ac:spMk id="80" creationId="{1BADAB1D-3698-2200-D127-E0C68B63A8BD}"/>
          </ac:spMkLst>
        </pc:spChg>
        <pc:spChg chg="del mod">
          <ac:chgData name="adilton junio" userId="66b3fade76ecdf97" providerId="LiveId" clId="{EB7ABBEE-FFAC-42B3-8B20-ECFF61C046EE}" dt="2024-07-27T14:26:29.654" v="1825" actId="478"/>
          <ac:spMkLst>
            <pc:docMk/>
            <pc:sldMk cId="4095282598" sldId="305"/>
            <ac:spMk id="82" creationId="{1F814CF6-2371-1B99-9C50-AFD5328B438E}"/>
          </ac:spMkLst>
        </pc:spChg>
        <pc:spChg chg="mod">
          <ac:chgData name="adilton junio" userId="66b3fade76ecdf97" providerId="LiveId" clId="{EB7ABBEE-FFAC-42B3-8B20-ECFF61C046EE}" dt="2024-07-27T16:20:49.261" v="2755" actId="6549"/>
          <ac:spMkLst>
            <pc:docMk/>
            <pc:sldMk cId="4095282598" sldId="305"/>
            <ac:spMk id="83" creationId="{727B67EF-4460-D05D-BC3E-F7D6F49EDE30}"/>
          </ac:spMkLst>
        </pc:spChg>
        <pc:spChg chg="mod">
          <ac:chgData name="adilton junio" userId="66b3fade76ecdf97" providerId="LiveId" clId="{EB7ABBEE-FFAC-42B3-8B20-ECFF61C046EE}" dt="2024-07-27T16:20:49.261" v="2755" actId="6549"/>
          <ac:spMkLst>
            <pc:docMk/>
            <pc:sldMk cId="4095282598" sldId="305"/>
            <ac:spMk id="85" creationId="{7474B32F-9873-A5C0-6667-1FE9AE706DE1}"/>
          </ac:spMkLst>
        </pc:spChg>
        <pc:spChg chg="add del mod">
          <ac:chgData name="adilton junio" userId="66b3fade76ecdf97" providerId="LiveId" clId="{EB7ABBEE-FFAC-42B3-8B20-ECFF61C046EE}" dt="2024-07-27T15:35:05.824" v="2267" actId="478"/>
          <ac:spMkLst>
            <pc:docMk/>
            <pc:sldMk cId="4095282598" sldId="305"/>
            <ac:spMk id="87" creationId="{020FEE19-6A59-7EFA-BA52-645ADEFA3A18}"/>
          </ac:spMkLst>
        </pc:spChg>
        <pc:spChg chg="add mod">
          <ac:chgData name="adilton junio" userId="66b3fade76ecdf97" providerId="LiveId" clId="{EB7ABBEE-FFAC-42B3-8B20-ECFF61C046EE}" dt="2024-07-27T16:21:38.671" v="2764" actId="164"/>
          <ac:spMkLst>
            <pc:docMk/>
            <pc:sldMk cId="4095282598" sldId="305"/>
            <ac:spMk id="88" creationId="{8228450C-FF74-E66A-6024-9C6723C1A589}"/>
          </ac:spMkLst>
        </pc:spChg>
        <pc:spChg chg="add del mod">
          <ac:chgData name="adilton junio" userId="66b3fade76ecdf97" providerId="LiveId" clId="{EB7ABBEE-FFAC-42B3-8B20-ECFF61C046EE}" dt="2024-07-27T15:35:24.213" v="2272" actId="478"/>
          <ac:spMkLst>
            <pc:docMk/>
            <pc:sldMk cId="4095282598" sldId="305"/>
            <ac:spMk id="89" creationId="{55B71C1A-1344-C28A-B5F6-F47689A93F7D}"/>
          </ac:spMkLst>
        </pc:spChg>
        <pc:spChg chg="add del mod">
          <ac:chgData name="adilton junio" userId="66b3fade76ecdf97" providerId="LiveId" clId="{EB7ABBEE-FFAC-42B3-8B20-ECFF61C046EE}" dt="2024-07-27T15:35:23.310" v="2271" actId="478"/>
          <ac:spMkLst>
            <pc:docMk/>
            <pc:sldMk cId="4095282598" sldId="305"/>
            <ac:spMk id="90" creationId="{93E57B4B-9EB6-C9A3-A60F-07BE60788C43}"/>
          </ac:spMkLst>
        </pc:spChg>
        <pc:spChg chg="add mod">
          <ac:chgData name="adilton junio" userId="66b3fade76ecdf97" providerId="LiveId" clId="{EB7ABBEE-FFAC-42B3-8B20-ECFF61C046EE}" dt="2024-07-27T15:35:31.304" v="2274" actId="571"/>
          <ac:spMkLst>
            <pc:docMk/>
            <pc:sldMk cId="4095282598" sldId="305"/>
            <ac:spMk id="91" creationId="{B6F5B234-E53A-E9DD-0E02-4EE7AE6581E3}"/>
          </ac:spMkLst>
        </pc:spChg>
        <pc:spChg chg="add mod">
          <ac:chgData name="adilton junio" userId="66b3fade76ecdf97" providerId="LiveId" clId="{EB7ABBEE-FFAC-42B3-8B20-ECFF61C046EE}" dt="2024-07-27T15:35:31.304" v="2274" actId="571"/>
          <ac:spMkLst>
            <pc:docMk/>
            <pc:sldMk cId="4095282598" sldId="305"/>
            <ac:spMk id="93" creationId="{94642879-4185-DBAD-2D57-F1C168822AFF}"/>
          </ac:spMkLst>
        </pc:spChg>
        <pc:spChg chg="add mod">
          <ac:chgData name="adilton junio" userId="66b3fade76ecdf97" providerId="LiveId" clId="{EB7ABBEE-FFAC-42B3-8B20-ECFF61C046EE}" dt="2024-07-27T16:22:45.879" v="2780" actId="1038"/>
          <ac:spMkLst>
            <pc:docMk/>
            <pc:sldMk cId="4095282598" sldId="305"/>
            <ac:spMk id="94" creationId="{F51B95B7-F16C-1755-7BB9-77E318C577F1}"/>
          </ac:spMkLst>
        </pc:spChg>
        <pc:spChg chg="add mod">
          <ac:chgData name="adilton junio" userId="66b3fade76ecdf97" providerId="LiveId" clId="{EB7ABBEE-FFAC-42B3-8B20-ECFF61C046EE}" dt="2024-07-27T16:22:05.776" v="2770" actId="552"/>
          <ac:spMkLst>
            <pc:docMk/>
            <pc:sldMk cId="4095282598" sldId="305"/>
            <ac:spMk id="95" creationId="{A9852365-B134-FBB5-83C1-080CB55087C1}"/>
          </ac:spMkLst>
        </pc:spChg>
        <pc:spChg chg="add del mod">
          <ac:chgData name="adilton junio" userId="66b3fade76ecdf97" providerId="LiveId" clId="{EB7ABBEE-FFAC-42B3-8B20-ECFF61C046EE}" dt="2024-07-27T15:44:21.144" v="2466" actId="478"/>
          <ac:spMkLst>
            <pc:docMk/>
            <pc:sldMk cId="4095282598" sldId="305"/>
            <ac:spMk id="96" creationId="{5212CAC0-FB42-7C79-755A-D32612FE0C7E}"/>
          </ac:spMkLst>
        </pc:spChg>
        <pc:spChg chg="add del mod">
          <ac:chgData name="adilton junio" userId="66b3fade76ecdf97" providerId="LiveId" clId="{EB7ABBEE-FFAC-42B3-8B20-ECFF61C046EE}" dt="2024-07-27T16:18:08.966" v="2737" actId="478"/>
          <ac:spMkLst>
            <pc:docMk/>
            <pc:sldMk cId="4095282598" sldId="305"/>
            <ac:spMk id="97" creationId="{0DB74CCE-82A3-6861-C3C8-2A1B610C4FEA}"/>
          </ac:spMkLst>
        </pc:spChg>
        <pc:spChg chg="add del mod">
          <ac:chgData name="adilton junio" userId="66b3fade76ecdf97" providerId="LiveId" clId="{EB7ABBEE-FFAC-42B3-8B20-ECFF61C046EE}" dt="2024-07-27T15:44:21.144" v="2466" actId="478"/>
          <ac:spMkLst>
            <pc:docMk/>
            <pc:sldMk cId="4095282598" sldId="305"/>
            <ac:spMk id="98" creationId="{FCB1C670-1074-3908-8A7E-B2A96D26D12D}"/>
          </ac:spMkLst>
        </pc:spChg>
        <pc:spChg chg="add del mod">
          <ac:chgData name="adilton junio" userId="66b3fade76ecdf97" providerId="LiveId" clId="{EB7ABBEE-FFAC-42B3-8B20-ECFF61C046EE}" dt="2024-07-27T16:18:08.966" v="2737" actId="478"/>
          <ac:spMkLst>
            <pc:docMk/>
            <pc:sldMk cId="4095282598" sldId="305"/>
            <ac:spMk id="99" creationId="{DB3E7B90-985C-FF21-05A5-7BA748C51AFC}"/>
          </ac:spMkLst>
        </pc:spChg>
        <pc:spChg chg="add del mod">
          <ac:chgData name="adilton junio" userId="66b3fade76ecdf97" providerId="LiveId" clId="{EB7ABBEE-FFAC-42B3-8B20-ECFF61C046EE}" dt="2024-07-27T16:18:08.966" v="2737" actId="478"/>
          <ac:spMkLst>
            <pc:docMk/>
            <pc:sldMk cId="4095282598" sldId="305"/>
            <ac:spMk id="100" creationId="{0558925F-4BA5-3AE3-76B0-551A90D1CC96}"/>
          </ac:spMkLst>
        </pc:spChg>
        <pc:spChg chg="add del mod">
          <ac:chgData name="adilton junio" userId="66b3fade76ecdf97" providerId="LiveId" clId="{EB7ABBEE-FFAC-42B3-8B20-ECFF61C046EE}" dt="2024-07-27T16:18:08.966" v="2737" actId="478"/>
          <ac:spMkLst>
            <pc:docMk/>
            <pc:sldMk cId="4095282598" sldId="305"/>
            <ac:spMk id="101" creationId="{FE02D0D3-CE11-931C-3957-B9F4EF37C842}"/>
          </ac:spMkLst>
        </pc:spChg>
        <pc:spChg chg="add mod">
          <ac:chgData name="adilton junio" userId="66b3fade76ecdf97" providerId="LiveId" clId="{EB7ABBEE-FFAC-42B3-8B20-ECFF61C046EE}" dt="2024-07-27T16:36:30.789" v="2850" actId="1076"/>
          <ac:spMkLst>
            <pc:docMk/>
            <pc:sldMk cId="4095282598" sldId="305"/>
            <ac:spMk id="102" creationId="{E24F1599-B1FA-0352-1073-7CB719D562DD}"/>
          </ac:spMkLst>
        </pc:spChg>
        <pc:spChg chg="add del mod">
          <ac:chgData name="adilton junio" userId="66b3fade76ecdf97" providerId="LiveId" clId="{EB7ABBEE-FFAC-42B3-8B20-ECFF61C046EE}" dt="2024-07-27T16:22:40.122" v="2772" actId="478"/>
          <ac:spMkLst>
            <pc:docMk/>
            <pc:sldMk cId="4095282598" sldId="305"/>
            <ac:spMk id="104" creationId="{71E59077-B665-2959-0F42-A119E8A551B2}"/>
          </ac:spMkLst>
        </pc:spChg>
        <pc:spChg chg="add mod">
          <ac:chgData name="adilton junio" userId="66b3fade76ecdf97" providerId="LiveId" clId="{EB7ABBEE-FFAC-42B3-8B20-ECFF61C046EE}" dt="2024-07-27T22:54:23.462" v="5530" actId="164"/>
          <ac:spMkLst>
            <pc:docMk/>
            <pc:sldMk cId="4095282598" sldId="305"/>
            <ac:spMk id="106" creationId="{32139591-C5B7-286E-26B8-56163249E7AE}"/>
          </ac:spMkLst>
        </pc:spChg>
        <pc:spChg chg="add mod">
          <ac:chgData name="adilton junio" userId="66b3fade76ecdf97" providerId="LiveId" clId="{EB7ABBEE-FFAC-42B3-8B20-ECFF61C046EE}" dt="2024-07-27T22:54:23.462" v="5530" actId="164"/>
          <ac:spMkLst>
            <pc:docMk/>
            <pc:sldMk cId="4095282598" sldId="305"/>
            <ac:spMk id="107" creationId="{4DC08C29-5E11-E0CD-0436-89E52B866D67}"/>
          </ac:spMkLst>
        </pc:spChg>
        <pc:spChg chg="add mod">
          <ac:chgData name="adilton junio" userId="66b3fade76ecdf97" providerId="LiveId" clId="{EB7ABBEE-FFAC-42B3-8B20-ECFF61C046EE}" dt="2024-07-27T22:54:23.462" v="5530" actId="164"/>
          <ac:spMkLst>
            <pc:docMk/>
            <pc:sldMk cId="4095282598" sldId="305"/>
            <ac:spMk id="108" creationId="{14969170-3F0E-E897-1041-C0026976859F}"/>
          </ac:spMkLst>
        </pc:spChg>
        <pc:spChg chg="add mod">
          <ac:chgData name="adilton junio" userId="66b3fade76ecdf97" providerId="LiveId" clId="{EB7ABBEE-FFAC-42B3-8B20-ECFF61C046EE}" dt="2024-07-27T22:54:23.462" v="5530" actId="164"/>
          <ac:spMkLst>
            <pc:docMk/>
            <pc:sldMk cId="4095282598" sldId="305"/>
            <ac:spMk id="109" creationId="{2AA358E1-82A2-BDF9-1D2D-6A5B3CC1C4A5}"/>
          </ac:spMkLst>
        </pc:spChg>
        <pc:grpChg chg="del">
          <ac:chgData name="adilton junio" userId="66b3fade76ecdf97" providerId="LiveId" clId="{EB7ABBEE-FFAC-42B3-8B20-ECFF61C046EE}" dt="2024-07-27T14:46:33.130" v="1976" actId="478"/>
          <ac:grpSpMkLst>
            <pc:docMk/>
            <pc:sldMk cId="4095282598" sldId="305"/>
            <ac:grpSpMk id="36" creationId="{3FE3492E-D514-81EB-5BDB-044328DB9DF9}"/>
          </ac:grpSpMkLst>
        </pc:grpChg>
        <pc:grpChg chg="del mod topLvl">
          <ac:chgData name="adilton junio" userId="66b3fade76ecdf97" providerId="LiveId" clId="{EB7ABBEE-FFAC-42B3-8B20-ECFF61C046EE}" dt="2024-07-27T14:46:21.127" v="1974" actId="478"/>
          <ac:grpSpMkLst>
            <pc:docMk/>
            <pc:sldMk cId="4095282598" sldId="305"/>
            <ac:grpSpMk id="40" creationId="{E6496EF5-B75D-8E1A-B703-C1795F661F31}"/>
          </ac:grpSpMkLst>
        </pc:grpChg>
        <pc:grpChg chg="add del mod topLvl">
          <ac:chgData name="adilton junio" userId="66b3fade76ecdf97" providerId="LiveId" clId="{EB7ABBEE-FFAC-42B3-8B20-ECFF61C046EE}" dt="2024-07-27T16:20:19.845" v="2746" actId="165"/>
          <ac:grpSpMkLst>
            <pc:docMk/>
            <pc:sldMk cId="4095282598" sldId="305"/>
            <ac:grpSpMk id="44" creationId="{D737C97F-ED2A-9D21-AAE0-F3CBFD5493E3}"/>
          </ac:grpSpMkLst>
        </pc:grpChg>
        <pc:grpChg chg="mod topLvl">
          <ac:chgData name="adilton junio" userId="66b3fade76ecdf97" providerId="LiveId" clId="{EB7ABBEE-FFAC-42B3-8B20-ECFF61C046EE}" dt="2024-07-27T16:20:49.261" v="2755" actId="6549"/>
          <ac:grpSpMkLst>
            <pc:docMk/>
            <pc:sldMk cId="4095282598" sldId="305"/>
            <ac:grpSpMk id="48" creationId="{392F5D22-86DA-911E-571B-6D4C9288CDA3}"/>
          </ac:grpSpMkLst>
        </pc:grpChg>
        <pc:grpChg chg="mod">
          <ac:chgData name="adilton junio" userId="66b3fade76ecdf97" providerId="LiveId" clId="{EB7ABBEE-FFAC-42B3-8B20-ECFF61C046EE}" dt="2024-07-27T16:20:49.261" v="2755" actId="6549"/>
          <ac:grpSpMkLst>
            <pc:docMk/>
            <pc:sldMk cId="4095282598" sldId="305"/>
            <ac:grpSpMk id="49" creationId="{5FEEC642-9982-C301-57CC-849114046999}"/>
          </ac:grpSpMkLst>
        </pc:grpChg>
        <pc:grpChg chg="mod topLvl">
          <ac:chgData name="adilton junio" userId="66b3fade76ecdf97" providerId="LiveId" clId="{EB7ABBEE-FFAC-42B3-8B20-ECFF61C046EE}" dt="2024-07-27T16:20:49.261" v="2755" actId="6549"/>
          <ac:grpSpMkLst>
            <pc:docMk/>
            <pc:sldMk cId="4095282598" sldId="305"/>
            <ac:grpSpMk id="57" creationId="{ABD87001-94A2-FEE0-ADBE-A11481EB9C44}"/>
          </ac:grpSpMkLst>
        </pc:grpChg>
        <pc:grpChg chg="mod">
          <ac:chgData name="adilton junio" userId="66b3fade76ecdf97" providerId="LiveId" clId="{EB7ABBEE-FFAC-42B3-8B20-ECFF61C046EE}" dt="2024-07-27T16:20:49.261" v="2755" actId="6549"/>
          <ac:grpSpMkLst>
            <pc:docMk/>
            <pc:sldMk cId="4095282598" sldId="305"/>
            <ac:grpSpMk id="58" creationId="{C796E931-C6B7-36F2-557C-0092648BC2B8}"/>
          </ac:grpSpMkLst>
        </pc:grpChg>
        <pc:grpChg chg="mod topLvl">
          <ac:chgData name="adilton junio" userId="66b3fade76ecdf97" providerId="LiveId" clId="{EB7ABBEE-FFAC-42B3-8B20-ECFF61C046EE}" dt="2024-07-27T16:20:49.261" v="2755" actId="6549"/>
          <ac:grpSpMkLst>
            <pc:docMk/>
            <pc:sldMk cId="4095282598" sldId="305"/>
            <ac:grpSpMk id="69" creationId="{6BFC5669-335B-ED51-FCE2-F0B05F0CB65C}"/>
          </ac:grpSpMkLst>
        </pc:grpChg>
        <pc:grpChg chg="mod topLvl">
          <ac:chgData name="adilton junio" userId="66b3fade76ecdf97" providerId="LiveId" clId="{EB7ABBEE-FFAC-42B3-8B20-ECFF61C046EE}" dt="2024-07-27T16:20:49.261" v="2755" actId="6549"/>
          <ac:grpSpMkLst>
            <pc:docMk/>
            <pc:sldMk cId="4095282598" sldId="305"/>
            <ac:grpSpMk id="70" creationId="{D91FBF92-9B1E-8167-F9BC-8447A011B37E}"/>
          </ac:grpSpMkLst>
        </pc:grpChg>
        <pc:grpChg chg="del mod">
          <ac:chgData name="adilton junio" userId="66b3fade76ecdf97" providerId="LiveId" clId="{EB7ABBEE-FFAC-42B3-8B20-ECFF61C046EE}" dt="2024-07-27T14:45:42.728" v="1962" actId="165"/>
          <ac:grpSpMkLst>
            <pc:docMk/>
            <pc:sldMk cId="4095282598" sldId="305"/>
            <ac:grpSpMk id="81" creationId="{F59DD8EB-8165-A7A7-A329-E3DE44DCE085}"/>
          </ac:grpSpMkLst>
        </pc:grpChg>
        <pc:grpChg chg="add del mod">
          <ac:chgData name="adilton junio" userId="66b3fade76ecdf97" providerId="LiveId" clId="{EB7ABBEE-FFAC-42B3-8B20-ECFF61C046EE}" dt="2024-07-27T16:20:13.417" v="2745" actId="165"/>
          <ac:grpSpMkLst>
            <pc:docMk/>
            <pc:sldMk cId="4095282598" sldId="305"/>
            <ac:grpSpMk id="86" creationId="{09207EFE-7AE6-543A-FF9F-370597E36FDE}"/>
          </ac:grpSpMkLst>
        </pc:grpChg>
        <pc:grpChg chg="add mod">
          <ac:chgData name="adilton junio" userId="66b3fade76ecdf97" providerId="LiveId" clId="{EB7ABBEE-FFAC-42B3-8B20-ECFF61C046EE}" dt="2024-07-27T16:25:29.410" v="2822" actId="14100"/>
          <ac:grpSpMkLst>
            <pc:docMk/>
            <pc:sldMk cId="4095282598" sldId="305"/>
            <ac:grpSpMk id="103" creationId="{9545FADD-D1AF-56F6-E275-4DA40195E398}"/>
          </ac:grpSpMkLst>
        </pc:grpChg>
        <pc:grpChg chg="add mod">
          <ac:chgData name="adilton junio" userId="66b3fade76ecdf97" providerId="LiveId" clId="{EB7ABBEE-FFAC-42B3-8B20-ECFF61C046EE}" dt="2024-07-27T16:25:33.846" v="2823" actId="1076"/>
          <ac:grpSpMkLst>
            <pc:docMk/>
            <pc:sldMk cId="4095282598" sldId="305"/>
            <ac:grpSpMk id="105" creationId="{B7174446-0512-92A8-193D-3BA7C78B3C17}"/>
          </ac:grpSpMkLst>
        </pc:grpChg>
        <pc:grpChg chg="add mod">
          <ac:chgData name="adilton junio" userId="66b3fade76ecdf97" providerId="LiveId" clId="{EB7ABBEE-FFAC-42B3-8B20-ECFF61C046EE}" dt="2024-07-27T22:54:23.462" v="5530" actId="164"/>
          <ac:grpSpMkLst>
            <pc:docMk/>
            <pc:sldMk cId="4095282598" sldId="305"/>
            <ac:grpSpMk id="110" creationId="{614ED148-2141-7A10-87C1-7AE69DC9420E}"/>
          </ac:grpSpMkLst>
        </pc:grpChg>
        <pc:cxnChg chg="del mod topLvl">
          <ac:chgData name="adilton junio" userId="66b3fade76ecdf97" providerId="LiveId" clId="{EB7ABBEE-FFAC-42B3-8B20-ECFF61C046EE}" dt="2024-07-27T14:46:21.127" v="1974" actId="478"/>
          <ac:cxnSpMkLst>
            <pc:docMk/>
            <pc:sldMk cId="4095282598" sldId="305"/>
            <ac:cxnSpMk id="17" creationId="{1304AE98-0070-674F-2621-EDD4EFD80758}"/>
          </ac:cxnSpMkLst>
        </pc:cxnChg>
        <pc:cxnChg chg="mod">
          <ac:chgData name="adilton junio" userId="66b3fade76ecdf97" providerId="LiveId" clId="{EB7ABBEE-FFAC-42B3-8B20-ECFF61C046EE}" dt="2024-07-27T14:46:33.130" v="1976" actId="478"/>
          <ac:cxnSpMkLst>
            <pc:docMk/>
            <pc:sldMk cId="4095282598" sldId="305"/>
            <ac:cxnSpMk id="33" creationId="{CF771486-C284-9A43-44A0-55265DAF91FC}"/>
          </ac:cxnSpMkLst>
        </pc:cxnChg>
        <pc:cxnChg chg="mod">
          <ac:chgData name="adilton junio" userId="66b3fade76ecdf97" providerId="LiveId" clId="{EB7ABBEE-FFAC-42B3-8B20-ECFF61C046EE}" dt="2024-07-27T14:45:42.728" v="1962" actId="165"/>
          <ac:cxnSpMkLst>
            <pc:docMk/>
            <pc:sldMk cId="4095282598" sldId="305"/>
            <ac:cxnSpMk id="42" creationId="{BE0EFB52-0E8D-829E-97D1-D9B5BBEB325E}"/>
          </ac:cxnSpMkLst>
        </pc:cxnChg>
        <pc:cxnChg chg="mod topLvl">
          <ac:chgData name="adilton junio" userId="66b3fade76ecdf97" providerId="LiveId" clId="{EB7ABBEE-FFAC-42B3-8B20-ECFF61C046EE}" dt="2024-07-27T16:20:49.261" v="2755" actId="6549"/>
          <ac:cxnSpMkLst>
            <pc:docMk/>
            <pc:sldMk cId="4095282598" sldId="305"/>
            <ac:cxnSpMk id="56" creationId="{BDE6BC70-9815-BCBC-8DCE-1075E3F7CD92}"/>
          </ac:cxnSpMkLst>
        </pc:cxnChg>
        <pc:cxnChg chg="mod topLvl">
          <ac:chgData name="adilton junio" userId="66b3fade76ecdf97" providerId="LiveId" clId="{EB7ABBEE-FFAC-42B3-8B20-ECFF61C046EE}" dt="2024-07-27T16:20:49.261" v="2755" actId="6549"/>
          <ac:cxnSpMkLst>
            <pc:docMk/>
            <pc:sldMk cId="4095282598" sldId="305"/>
            <ac:cxnSpMk id="62" creationId="{53550CF9-F181-C494-3352-8D25E4C9FE59}"/>
          </ac:cxnSpMkLst>
        </pc:cxnChg>
        <pc:cxnChg chg="mod topLvl">
          <ac:chgData name="adilton junio" userId="66b3fade76ecdf97" providerId="LiveId" clId="{EB7ABBEE-FFAC-42B3-8B20-ECFF61C046EE}" dt="2024-07-27T16:20:49.261" v="2755" actId="6549"/>
          <ac:cxnSpMkLst>
            <pc:docMk/>
            <pc:sldMk cId="4095282598" sldId="305"/>
            <ac:cxnSpMk id="63" creationId="{BA24B537-B045-D5FC-A933-55DA1553D52F}"/>
          </ac:cxnSpMkLst>
        </pc:cxnChg>
        <pc:cxnChg chg="mod">
          <ac:chgData name="adilton junio" userId="66b3fade76ecdf97" providerId="LiveId" clId="{EB7ABBEE-FFAC-42B3-8B20-ECFF61C046EE}" dt="2024-07-27T16:20:49.261" v="2755" actId="6549"/>
          <ac:cxnSpMkLst>
            <pc:docMk/>
            <pc:sldMk cId="4095282598" sldId="305"/>
            <ac:cxnSpMk id="76" creationId="{AA5DB6D3-9FDD-B0BA-C8AE-99F6A3BB501E}"/>
          </ac:cxnSpMkLst>
        </pc:cxnChg>
        <pc:cxnChg chg="mod">
          <ac:chgData name="adilton junio" userId="66b3fade76ecdf97" providerId="LiveId" clId="{EB7ABBEE-FFAC-42B3-8B20-ECFF61C046EE}" dt="2024-07-27T16:20:49.261" v="2755" actId="6549"/>
          <ac:cxnSpMkLst>
            <pc:docMk/>
            <pc:sldMk cId="4095282598" sldId="305"/>
            <ac:cxnSpMk id="84" creationId="{AF4B458A-23E3-3AF9-AD43-724A79DC1FBD}"/>
          </ac:cxnSpMkLst>
        </pc:cxnChg>
      </pc:sldChg>
      <pc:sldChg chg="addSp delSp modSp add del mod">
        <pc:chgData name="adilton junio" userId="66b3fade76ecdf97" providerId="LiveId" clId="{EB7ABBEE-FFAC-42B3-8B20-ECFF61C046EE}" dt="2024-07-27T16:45:30.598" v="2877" actId="47"/>
        <pc:sldMkLst>
          <pc:docMk/>
          <pc:sldMk cId="1751277486" sldId="306"/>
        </pc:sldMkLst>
        <pc:spChg chg="add mod">
          <ac:chgData name="adilton junio" userId="66b3fade76ecdf97" providerId="LiveId" clId="{EB7ABBEE-FFAC-42B3-8B20-ECFF61C046EE}" dt="2024-07-27T15:37:22.586" v="2318" actId="14100"/>
          <ac:spMkLst>
            <pc:docMk/>
            <pc:sldMk cId="1751277486" sldId="306"/>
            <ac:spMk id="3" creationId="{561C5FB8-2A5F-FDAD-D2D6-CB6C5EA8901E}"/>
          </ac:spMkLst>
        </pc:spChg>
        <pc:spChg chg="add mod">
          <ac:chgData name="adilton junio" userId="66b3fade76ecdf97" providerId="LiveId" clId="{EB7ABBEE-FFAC-42B3-8B20-ECFF61C046EE}" dt="2024-07-27T15:37:20.253" v="2317" actId="14100"/>
          <ac:spMkLst>
            <pc:docMk/>
            <pc:sldMk cId="1751277486" sldId="306"/>
            <ac:spMk id="5" creationId="{111403F1-CCA8-1FE7-E317-88ED6CC58CA2}"/>
          </ac:spMkLst>
        </pc:spChg>
        <pc:spChg chg="add mod">
          <ac:chgData name="adilton junio" userId="66b3fade76ecdf97" providerId="LiveId" clId="{EB7ABBEE-FFAC-42B3-8B20-ECFF61C046EE}" dt="2024-07-27T15:37:16.106" v="2316" actId="14100"/>
          <ac:spMkLst>
            <pc:docMk/>
            <pc:sldMk cId="1751277486" sldId="306"/>
            <ac:spMk id="7" creationId="{F3113403-63ED-FCAC-748A-C48BF628D3EF}"/>
          </ac:spMkLst>
        </pc:spChg>
        <pc:spChg chg="mod">
          <ac:chgData name="adilton junio" userId="66b3fade76ecdf97" providerId="LiveId" clId="{EB7ABBEE-FFAC-42B3-8B20-ECFF61C046EE}" dt="2024-07-27T15:37:06.442" v="2310" actId="20577"/>
          <ac:spMkLst>
            <pc:docMk/>
            <pc:sldMk cId="1751277486" sldId="306"/>
            <ac:spMk id="35" creationId="{7F865672-C541-FF3D-102C-0A7D7AE2F198}"/>
          </ac:spMkLst>
        </pc:spChg>
        <pc:spChg chg="del">
          <ac:chgData name="adilton junio" userId="66b3fade76ecdf97" providerId="LiveId" clId="{EB7ABBEE-FFAC-42B3-8B20-ECFF61C046EE}" dt="2024-07-27T15:37:07.703" v="2311" actId="478"/>
          <ac:spMkLst>
            <pc:docMk/>
            <pc:sldMk cId="1751277486" sldId="306"/>
            <ac:spMk id="37" creationId="{84B21FBB-ACC4-8EBF-B357-1F14EAB30B36}"/>
          </ac:spMkLst>
        </pc:spChg>
        <pc:spChg chg="del">
          <ac:chgData name="adilton junio" userId="66b3fade76ecdf97" providerId="LiveId" clId="{EB7ABBEE-FFAC-42B3-8B20-ECFF61C046EE}" dt="2024-07-27T15:36:49.988" v="2298" actId="478"/>
          <ac:spMkLst>
            <pc:docMk/>
            <pc:sldMk cId="1751277486" sldId="306"/>
            <ac:spMk id="38" creationId="{B94B75D3-5540-F292-4BAA-19930FE840E1}"/>
          </ac:spMkLst>
        </pc:spChg>
        <pc:spChg chg="del">
          <ac:chgData name="adilton junio" userId="66b3fade76ecdf97" providerId="LiveId" clId="{EB7ABBEE-FFAC-42B3-8B20-ECFF61C046EE}" dt="2024-07-27T15:36:49.988" v="2298" actId="478"/>
          <ac:spMkLst>
            <pc:docMk/>
            <pc:sldMk cId="1751277486" sldId="306"/>
            <ac:spMk id="39" creationId="{7081269D-BC4F-1D72-3307-82A002D24520}"/>
          </ac:spMkLst>
        </pc:spChg>
        <pc:spChg chg="del">
          <ac:chgData name="adilton junio" userId="66b3fade76ecdf97" providerId="LiveId" clId="{EB7ABBEE-FFAC-42B3-8B20-ECFF61C046EE}" dt="2024-07-27T15:37:08.299" v="2312" actId="478"/>
          <ac:spMkLst>
            <pc:docMk/>
            <pc:sldMk cId="1751277486" sldId="306"/>
            <ac:spMk id="87" creationId="{020FEE19-6A59-7EFA-BA52-645ADEFA3A18}"/>
          </ac:spMkLst>
        </pc:spChg>
        <pc:spChg chg="del">
          <ac:chgData name="adilton junio" userId="66b3fade76ecdf97" providerId="LiveId" clId="{EB7ABBEE-FFAC-42B3-8B20-ECFF61C046EE}" dt="2024-07-27T15:36:49.988" v="2298" actId="478"/>
          <ac:spMkLst>
            <pc:docMk/>
            <pc:sldMk cId="1751277486" sldId="306"/>
            <ac:spMk id="89" creationId="{55B71C1A-1344-C28A-B5F6-F47689A93F7D}"/>
          </ac:spMkLst>
        </pc:spChg>
        <pc:spChg chg="del">
          <ac:chgData name="adilton junio" userId="66b3fade76ecdf97" providerId="LiveId" clId="{EB7ABBEE-FFAC-42B3-8B20-ECFF61C046EE}" dt="2024-07-27T15:36:49.988" v="2298" actId="478"/>
          <ac:spMkLst>
            <pc:docMk/>
            <pc:sldMk cId="1751277486" sldId="306"/>
            <ac:spMk id="90" creationId="{93E57B4B-9EB6-C9A3-A60F-07BE60788C43}"/>
          </ac:spMkLst>
        </pc:spChg>
      </pc:sldChg>
      <pc:sldChg chg="add del">
        <pc:chgData name="adilton junio" userId="66b3fade76ecdf97" providerId="LiveId" clId="{EB7ABBEE-FFAC-42B3-8B20-ECFF61C046EE}" dt="2024-07-27T16:46:54.998" v="2897" actId="47"/>
        <pc:sldMkLst>
          <pc:docMk/>
          <pc:sldMk cId="105800266" sldId="307"/>
        </pc:sldMkLst>
      </pc:sldChg>
      <pc:sldChg chg="addSp delSp modSp add mod modAnim">
        <pc:chgData name="adilton junio" userId="66b3fade76ecdf97" providerId="LiveId" clId="{EB7ABBEE-FFAC-42B3-8B20-ECFF61C046EE}" dt="2024-07-27T22:54:39.958" v="5535"/>
        <pc:sldMkLst>
          <pc:docMk/>
          <pc:sldMk cId="4153020209" sldId="308"/>
        </pc:sldMkLst>
        <pc:spChg chg="add mod">
          <ac:chgData name="adilton junio" userId="66b3fade76ecdf97" providerId="LiveId" clId="{EB7ABBEE-FFAC-42B3-8B20-ECFF61C046EE}" dt="2024-07-27T22:54:39.226" v="5534" actId="164"/>
          <ac:spMkLst>
            <pc:docMk/>
            <pc:sldMk cId="4153020209" sldId="308"/>
            <ac:spMk id="3" creationId="{EB77FE1C-A297-137B-7409-4C722FA1B8FF}"/>
          </ac:spMkLst>
        </pc:spChg>
        <pc:spChg chg="add mod">
          <ac:chgData name="adilton junio" userId="66b3fade76ecdf97" providerId="LiveId" clId="{EB7ABBEE-FFAC-42B3-8B20-ECFF61C046EE}" dt="2024-07-27T22:54:39.226" v="5534" actId="164"/>
          <ac:spMkLst>
            <pc:docMk/>
            <pc:sldMk cId="4153020209" sldId="308"/>
            <ac:spMk id="5" creationId="{024384E6-C655-ECA9-D471-85AFACB588FF}"/>
          </ac:spMkLst>
        </pc:spChg>
        <pc:spChg chg="add mod">
          <ac:chgData name="adilton junio" userId="66b3fade76ecdf97" providerId="LiveId" clId="{EB7ABBEE-FFAC-42B3-8B20-ECFF61C046EE}" dt="2024-07-27T22:54:39.226" v="5534" actId="164"/>
          <ac:spMkLst>
            <pc:docMk/>
            <pc:sldMk cId="4153020209" sldId="308"/>
            <ac:spMk id="7" creationId="{DBF066AA-973D-AFEB-57B4-B81FD1105440}"/>
          </ac:spMkLst>
        </pc:spChg>
        <pc:spChg chg="add mod">
          <ac:chgData name="adilton junio" userId="66b3fade76ecdf97" providerId="LiveId" clId="{EB7ABBEE-FFAC-42B3-8B20-ECFF61C046EE}" dt="2024-07-27T22:54:39.226" v="5534" actId="164"/>
          <ac:spMkLst>
            <pc:docMk/>
            <pc:sldMk cId="4153020209" sldId="308"/>
            <ac:spMk id="10" creationId="{7B8EF3D5-9F47-6C9D-8CB8-4C020EB50D04}"/>
          </ac:spMkLst>
        </pc:spChg>
        <pc:spChg chg="add mod">
          <ac:chgData name="adilton junio" userId="66b3fade76ecdf97" providerId="LiveId" clId="{EB7ABBEE-FFAC-42B3-8B20-ECFF61C046EE}" dt="2024-07-27T22:54:33.469" v="5532" actId="164"/>
          <ac:spMkLst>
            <pc:docMk/>
            <pc:sldMk cId="4153020209" sldId="308"/>
            <ac:spMk id="11" creationId="{1FD157D5-B670-A397-F4B6-408BF2657A3E}"/>
          </ac:spMkLst>
        </pc:spChg>
        <pc:spChg chg="del">
          <ac:chgData name="adilton junio" userId="66b3fade76ecdf97" providerId="LiveId" clId="{EB7ABBEE-FFAC-42B3-8B20-ECFF61C046EE}" dt="2024-07-27T16:45:52.800" v="2879" actId="478"/>
          <ac:spMkLst>
            <pc:docMk/>
            <pc:sldMk cId="4153020209" sldId="308"/>
            <ac:spMk id="94" creationId="{F51B95B7-F16C-1755-7BB9-77E318C577F1}"/>
          </ac:spMkLst>
        </pc:spChg>
        <pc:spChg chg="del">
          <ac:chgData name="adilton junio" userId="66b3fade76ecdf97" providerId="LiveId" clId="{EB7ABBEE-FFAC-42B3-8B20-ECFF61C046EE}" dt="2024-07-27T16:45:52.800" v="2879" actId="478"/>
          <ac:spMkLst>
            <pc:docMk/>
            <pc:sldMk cId="4153020209" sldId="308"/>
            <ac:spMk id="95" creationId="{A9852365-B134-FBB5-83C1-080CB55087C1}"/>
          </ac:spMkLst>
        </pc:spChg>
        <pc:spChg chg="del">
          <ac:chgData name="adilton junio" userId="66b3fade76ecdf97" providerId="LiveId" clId="{EB7ABBEE-FFAC-42B3-8B20-ECFF61C046EE}" dt="2024-07-27T16:45:52.800" v="2879" actId="478"/>
          <ac:spMkLst>
            <pc:docMk/>
            <pc:sldMk cId="4153020209" sldId="308"/>
            <ac:spMk id="102" creationId="{E24F1599-B1FA-0352-1073-7CB719D562DD}"/>
          </ac:spMkLst>
        </pc:spChg>
        <pc:spChg chg="del mod">
          <ac:chgData name="adilton junio" userId="66b3fade76ecdf97" providerId="LiveId" clId="{EB7ABBEE-FFAC-42B3-8B20-ECFF61C046EE}" dt="2024-07-27T16:46:04.415" v="2881" actId="478"/>
          <ac:spMkLst>
            <pc:docMk/>
            <pc:sldMk cId="4153020209" sldId="308"/>
            <ac:spMk id="106" creationId="{32139591-C5B7-286E-26B8-56163249E7AE}"/>
          </ac:spMkLst>
        </pc:spChg>
        <pc:spChg chg="mod">
          <ac:chgData name="adilton junio" userId="66b3fade76ecdf97" providerId="LiveId" clId="{EB7ABBEE-FFAC-42B3-8B20-ECFF61C046EE}" dt="2024-07-27T22:54:33.469" v="5532" actId="164"/>
          <ac:spMkLst>
            <pc:docMk/>
            <pc:sldMk cId="4153020209" sldId="308"/>
            <ac:spMk id="107" creationId="{4DC08C29-5E11-E0CD-0436-89E52B866D67}"/>
          </ac:spMkLst>
        </pc:spChg>
        <pc:spChg chg="mod">
          <ac:chgData name="adilton junio" userId="66b3fade76ecdf97" providerId="LiveId" clId="{EB7ABBEE-FFAC-42B3-8B20-ECFF61C046EE}" dt="2024-07-27T22:54:33.469" v="5532" actId="164"/>
          <ac:spMkLst>
            <pc:docMk/>
            <pc:sldMk cId="4153020209" sldId="308"/>
            <ac:spMk id="108" creationId="{14969170-3F0E-E897-1041-C0026976859F}"/>
          </ac:spMkLst>
        </pc:spChg>
        <pc:spChg chg="mod">
          <ac:chgData name="adilton junio" userId="66b3fade76ecdf97" providerId="LiveId" clId="{EB7ABBEE-FFAC-42B3-8B20-ECFF61C046EE}" dt="2024-07-27T22:54:33.469" v="5532" actId="164"/>
          <ac:spMkLst>
            <pc:docMk/>
            <pc:sldMk cId="4153020209" sldId="308"/>
            <ac:spMk id="109" creationId="{2AA358E1-82A2-BDF9-1D2D-6A5B3CC1C4A5}"/>
          </ac:spMkLst>
        </pc:spChg>
        <pc:grpChg chg="add mod">
          <ac:chgData name="adilton junio" userId="66b3fade76ecdf97" providerId="LiveId" clId="{EB7ABBEE-FFAC-42B3-8B20-ECFF61C046EE}" dt="2024-07-27T22:54:33.469" v="5532" actId="164"/>
          <ac:grpSpMkLst>
            <pc:docMk/>
            <pc:sldMk cId="4153020209" sldId="308"/>
            <ac:grpSpMk id="12" creationId="{C572B630-7255-BA17-97C4-BDDCD0C4AF40}"/>
          </ac:grpSpMkLst>
        </pc:grpChg>
        <pc:grpChg chg="add mod">
          <ac:chgData name="adilton junio" userId="66b3fade76ecdf97" providerId="LiveId" clId="{EB7ABBEE-FFAC-42B3-8B20-ECFF61C046EE}" dt="2024-07-27T22:54:39.226" v="5534" actId="164"/>
          <ac:grpSpMkLst>
            <pc:docMk/>
            <pc:sldMk cId="4153020209" sldId="308"/>
            <ac:grpSpMk id="13" creationId="{895780E0-5782-CD0D-E5CE-EDD161C9B167}"/>
          </ac:grpSpMkLst>
        </pc:grpChg>
      </pc:sldChg>
      <pc:sldChg chg="addSp delSp modSp add mod delAnim modAnim">
        <pc:chgData name="adilton junio" userId="66b3fade76ecdf97" providerId="LiveId" clId="{EB7ABBEE-FFAC-42B3-8B20-ECFF61C046EE}" dt="2024-07-30T12:25:01.486" v="5624" actId="478"/>
        <pc:sldMkLst>
          <pc:docMk/>
          <pc:sldMk cId="299146221" sldId="309"/>
        </pc:sldMkLst>
        <pc:spChg chg="add del mod">
          <ac:chgData name="adilton junio" userId="66b3fade76ecdf97" providerId="LiveId" clId="{EB7ABBEE-FFAC-42B3-8B20-ECFF61C046EE}" dt="2024-07-30T12:25:01.486" v="5624" actId="478"/>
          <ac:spMkLst>
            <pc:docMk/>
            <pc:sldMk cId="299146221" sldId="309"/>
            <ac:spMk id="3" creationId="{5DCD7A28-2F58-2693-715B-E516D629F3A2}"/>
          </ac:spMkLst>
        </pc:spChg>
        <pc:spChg chg="del">
          <ac:chgData name="adilton junio" userId="66b3fade76ecdf97" providerId="LiveId" clId="{EB7ABBEE-FFAC-42B3-8B20-ECFF61C046EE}" dt="2024-07-27T18:16:16.746" v="3388" actId="478"/>
          <ac:spMkLst>
            <pc:docMk/>
            <pc:sldMk cId="299146221" sldId="309"/>
            <ac:spMk id="3" creationId="{EB77FE1C-A297-137B-7409-4C722FA1B8FF}"/>
          </ac:spMkLst>
        </pc:spChg>
        <pc:spChg chg="del">
          <ac:chgData name="adilton junio" userId="66b3fade76ecdf97" providerId="LiveId" clId="{EB7ABBEE-FFAC-42B3-8B20-ECFF61C046EE}" dt="2024-07-27T18:16:14.826" v="3387" actId="478"/>
          <ac:spMkLst>
            <pc:docMk/>
            <pc:sldMk cId="299146221" sldId="309"/>
            <ac:spMk id="5" creationId="{024384E6-C655-ECA9-D471-85AFACB588FF}"/>
          </ac:spMkLst>
        </pc:spChg>
        <pc:spChg chg="del">
          <ac:chgData name="adilton junio" userId="66b3fade76ecdf97" providerId="LiveId" clId="{EB7ABBEE-FFAC-42B3-8B20-ECFF61C046EE}" dt="2024-07-27T18:16:21.391" v="3390" actId="478"/>
          <ac:spMkLst>
            <pc:docMk/>
            <pc:sldMk cId="299146221" sldId="309"/>
            <ac:spMk id="7" creationId="{DBF066AA-973D-AFEB-57B4-B81FD1105440}"/>
          </ac:spMkLst>
        </pc:spChg>
        <pc:spChg chg="del">
          <ac:chgData name="adilton junio" userId="66b3fade76ecdf97" providerId="LiveId" clId="{EB7ABBEE-FFAC-42B3-8B20-ECFF61C046EE}" dt="2024-07-27T18:16:12.704" v="3386" actId="478"/>
          <ac:spMkLst>
            <pc:docMk/>
            <pc:sldMk cId="299146221" sldId="309"/>
            <ac:spMk id="10" creationId="{7B8EF3D5-9F47-6C9D-8CB8-4C020EB50D04}"/>
          </ac:spMkLst>
        </pc:spChg>
        <pc:spChg chg="del">
          <ac:chgData name="adilton junio" userId="66b3fade76ecdf97" providerId="LiveId" clId="{EB7ABBEE-FFAC-42B3-8B20-ECFF61C046EE}" dt="2024-07-27T18:16:12.704" v="3386" actId="478"/>
          <ac:spMkLst>
            <pc:docMk/>
            <pc:sldMk cId="299146221" sldId="309"/>
            <ac:spMk id="11" creationId="{1FD157D5-B670-A397-F4B6-408BF2657A3E}"/>
          </ac:spMkLst>
        </pc:spChg>
        <pc:spChg chg="add mod">
          <ac:chgData name="adilton junio" userId="66b3fade76ecdf97" providerId="LiveId" clId="{EB7ABBEE-FFAC-42B3-8B20-ECFF61C046EE}" dt="2024-07-27T18:18:16.079" v="3430" actId="1076"/>
          <ac:spMkLst>
            <pc:docMk/>
            <pc:sldMk cId="299146221" sldId="309"/>
            <ac:spMk id="12" creationId="{CCFFD778-827D-7623-F639-93B3B1F48235}"/>
          </ac:spMkLst>
        </pc:spChg>
        <pc:spChg chg="add del mod">
          <ac:chgData name="adilton junio" userId="66b3fade76ecdf97" providerId="LiveId" clId="{EB7ABBEE-FFAC-42B3-8B20-ECFF61C046EE}" dt="2024-07-27T18:22:25.776" v="3460" actId="20577"/>
          <ac:spMkLst>
            <pc:docMk/>
            <pc:sldMk cId="299146221" sldId="309"/>
            <ac:spMk id="13" creationId="{4171A242-35E6-4AF9-6329-09435E17C75F}"/>
          </ac:spMkLst>
        </pc:spChg>
        <pc:spChg chg="add mod">
          <ac:chgData name="adilton junio" userId="66b3fade76ecdf97" providerId="LiveId" clId="{EB7ABBEE-FFAC-42B3-8B20-ECFF61C046EE}" dt="2024-07-27T18:18:22.609" v="3433" actId="571"/>
          <ac:spMkLst>
            <pc:docMk/>
            <pc:sldMk cId="299146221" sldId="309"/>
            <ac:spMk id="14" creationId="{BA418EE6-0077-5EC1-3769-1F6097F31F30}"/>
          </ac:spMkLst>
        </pc:spChg>
        <pc:spChg chg="del">
          <ac:chgData name="adilton junio" userId="66b3fade76ecdf97" providerId="LiveId" clId="{EB7ABBEE-FFAC-42B3-8B20-ECFF61C046EE}" dt="2024-07-27T18:16:12.704" v="3386" actId="478"/>
          <ac:spMkLst>
            <pc:docMk/>
            <pc:sldMk cId="299146221" sldId="309"/>
            <ac:spMk id="107" creationId="{4DC08C29-5E11-E0CD-0436-89E52B866D67}"/>
          </ac:spMkLst>
        </pc:spChg>
        <pc:spChg chg="mod">
          <ac:chgData name="adilton junio" userId="66b3fade76ecdf97" providerId="LiveId" clId="{EB7ABBEE-FFAC-42B3-8B20-ECFF61C046EE}" dt="2024-07-27T18:16:08.203" v="3385" actId="6549"/>
          <ac:spMkLst>
            <pc:docMk/>
            <pc:sldMk cId="299146221" sldId="309"/>
            <ac:spMk id="108" creationId="{14969170-3F0E-E897-1041-C0026976859F}"/>
          </ac:spMkLst>
        </pc:spChg>
        <pc:spChg chg="del mod">
          <ac:chgData name="adilton junio" userId="66b3fade76ecdf97" providerId="LiveId" clId="{EB7ABBEE-FFAC-42B3-8B20-ECFF61C046EE}" dt="2024-07-27T18:17:25.658" v="3410" actId="478"/>
          <ac:spMkLst>
            <pc:docMk/>
            <pc:sldMk cId="299146221" sldId="309"/>
            <ac:spMk id="109" creationId="{2AA358E1-82A2-BDF9-1D2D-6A5B3CC1C4A5}"/>
          </ac:spMkLst>
        </pc:spChg>
      </pc:sldChg>
      <pc:sldChg chg="addSp delSp modSp add mod ord delAnim modAnim">
        <pc:chgData name="adilton junio" userId="66b3fade76ecdf97" providerId="LiveId" clId="{EB7ABBEE-FFAC-42B3-8B20-ECFF61C046EE}" dt="2024-07-27T21:24:55.994" v="5449" actId="1076"/>
        <pc:sldMkLst>
          <pc:docMk/>
          <pc:sldMk cId="780835069" sldId="310"/>
        </pc:sldMkLst>
        <pc:spChg chg="add del mod">
          <ac:chgData name="adilton junio" userId="66b3fade76ecdf97" providerId="LiveId" clId="{EB7ABBEE-FFAC-42B3-8B20-ECFF61C046EE}" dt="2024-07-27T20:29:52.916" v="4493" actId="478"/>
          <ac:spMkLst>
            <pc:docMk/>
            <pc:sldMk cId="780835069" sldId="310"/>
            <ac:spMk id="5" creationId="{E23671B0-4FB2-C96F-2BD8-9404313BE4F2}"/>
          </ac:spMkLst>
        </pc:spChg>
        <pc:spChg chg="add del mod">
          <ac:chgData name="adilton junio" userId="66b3fade76ecdf97" providerId="LiveId" clId="{EB7ABBEE-FFAC-42B3-8B20-ECFF61C046EE}" dt="2024-07-27T20:29:49.765" v="4492" actId="478"/>
          <ac:spMkLst>
            <pc:docMk/>
            <pc:sldMk cId="780835069" sldId="310"/>
            <ac:spMk id="7" creationId="{0E14FF3B-7362-4B00-AA07-DEC6DC2519DC}"/>
          </ac:spMkLst>
        </pc:spChg>
        <pc:spChg chg="add del mod">
          <ac:chgData name="adilton junio" userId="66b3fade76ecdf97" providerId="LiveId" clId="{EB7ABBEE-FFAC-42B3-8B20-ECFF61C046EE}" dt="2024-07-27T20:35:31.302" v="4652" actId="478"/>
          <ac:spMkLst>
            <pc:docMk/>
            <pc:sldMk cId="780835069" sldId="310"/>
            <ac:spMk id="10" creationId="{68356202-C945-9DB0-065A-5ADA11A31A8F}"/>
          </ac:spMkLst>
        </pc:spChg>
        <pc:spChg chg="add del mod">
          <ac:chgData name="adilton junio" userId="66b3fade76ecdf97" providerId="LiveId" clId="{EB7ABBEE-FFAC-42B3-8B20-ECFF61C046EE}" dt="2024-07-27T20:31:54.926" v="4591" actId="478"/>
          <ac:spMkLst>
            <pc:docMk/>
            <pc:sldMk cId="780835069" sldId="310"/>
            <ac:spMk id="13" creationId="{32114C5C-1ABF-510E-01AC-AB99ADC2CFB2}"/>
          </ac:spMkLst>
        </pc:spChg>
        <pc:spChg chg="mod">
          <ac:chgData name="adilton junio" userId="66b3fade76ecdf97" providerId="LiveId" clId="{EB7ABBEE-FFAC-42B3-8B20-ECFF61C046EE}" dt="2024-07-27T21:12:41.731" v="5238" actId="20577"/>
          <ac:spMkLst>
            <pc:docMk/>
            <pc:sldMk cId="780835069" sldId="310"/>
            <ac:spMk id="14" creationId="{15E9442C-91FF-5FDD-0C98-735AD5A16404}"/>
          </ac:spMkLst>
        </pc:spChg>
        <pc:spChg chg="add del mod">
          <ac:chgData name="adilton junio" userId="66b3fade76ecdf97" providerId="LiveId" clId="{EB7ABBEE-FFAC-42B3-8B20-ECFF61C046EE}" dt="2024-07-27T20:58:08.978" v="5087" actId="478"/>
          <ac:spMkLst>
            <pc:docMk/>
            <pc:sldMk cId="780835069" sldId="310"/>
            <ac:spMk id="15" creationId="{8BBF6BE3-7338-6917-0789-23F43B6A7531}"/>
          </ac:spMkLst>
        </pc:spChg>
        <pc:spChg chg="add del">
          <ac:chgData name="adilton junio" userId="66b3fade76ecdf97" providerId="LiveId" clId="{EB7ABBEE-FFAC-42B3-8B20-ECFF61C046EE}" dt="2024-07-27T20:32:16.760" v="4599" actId="22"/>
          <ac:spMkLst>
            <pc:docMk/>
            <pc:sldMk cId="780835069" sldId="310"/>
            <ac:spMk id="33" creationId="{21295080-0F26-AB80-212F-FA55757B66DA}"/>
          </ac:spMkLst>
        </pc:spChg>
        <pc:spChg chg="mod">
          <ac:chgData name="adilton junio" userId="66b3fade76ecdf97" providerId="LiveId" clId="{EB7ABBEE-FFAC-42B3-8B20-ECFF61C046EE}" dt="2024-07-27T20:45:21.834" v="4885" actId="20577"/>
          <ac:spMkLst>
            <pc:docMk/>
            <pc:sldMk cId="780835069" sldId="310"/>
            <ac:spMk id="34" creationId="{91DAB5D4-1CDA-34CB-C9F5-6C3A0B489D10}"/>
          </ac:spMkLst>
        </pc:spChg>
        <pc:spChg chg="add del mod">
          <ac:chgData name="adilton junio" userId="66b3fade76ecdf97" providerId="LiveId" clId="{EB7ABBEE-FFAC-42B3-8B20-ECFF61C046EE}" dt="2024-07-27T20:54:10.266" v="5043" actId="478"/>
          <ac:spMkLst>
            <pc:docMk/>
            <pc:sldMk cId="780835069" sldId="310"/>
            <ac:spMk id="35" creationId="{412EC2F0-F967-0DB8-34CD-0F9D19F02C30}"/>
          </ac:spMkLst>
        </pc:spChg>
        <pc:spChg chg="mod">
          <ac:chgData name="adilton junio" userId="66b3fade76ecdf97" providerId="LiveId" clId="{EB7ABBEE-FFAC-42B3-8B20-ECFF61C046EE}" dt="2024-07-27T20:45:21.834" v="4885" actId="20577"/>
          <ac:spMkLst>
            <pc:docMk/>
            <pc:sldMk cId="780835069" sldId="310"/>
            <ac:spMk id="36" creationId="{E28D8F21-0999-054A-2FF4-502FD287F60E}"/>
          </ac:spMkLst>
        </pc:spChg>
        <pc:spChg chg="mod">
          <ac:chgData name="adilton junio" userId="66b3fade76ecdf97" providerId="LiveId" clId="{EB7ABBEE-FFAC-42B3-8B20-ECFF61C046EE}" dt="2024-07-27T20:45:21.834" v="4885" actId="20577"/>
          <ac:spMkLst>
            <pc:docMk/>
            <pc:sldMk cId="780835069" sldId="310"/>
            <ac:spMk id="38" creationId="{3D995C56-D5D5-8A47-E9A8-BC59D38B5835}"/>
          </ac:spMkLst>
        </pc:spChg>
        <pc:spChg chg="add mod topLvl">
          <ac:chgData name="adilton junio" userId="66b3fade76ecdf97" providerId="LiveId" clId="{EB7ABBEE-FFAC-42B3-8B20-ECFF61C046EE}" dt="2024-07-27T21:21:28.013" v="5434" actId="165"/>
          <ac:spMkLst>
            <pc:docMk/>
            <pc:sldMk cId="780835069" sldId="310"/>
            <ac:spMk id="44" creationId="{D7D8DC13-F67C-25EC-E759-EFD81D200AC4}"/>
          </ac:spMkLst>
        </pc:spChg>
        <pc:spChg chg="add del mod">
          <ac:chgData name="adilton junio" userId="66b3fade76ecdf97" providerId="LiveId" clId="{EB7ABBEE-FFAC-42B3-8B20-ECFF61C046EE}" dt="2024-07-27T20:34:06.707" v="4622" actId="478"/>
          <ac:spMkLst>
            <pc:docMk/>
            <pc:sldMk cId="780835069" sldId="310"/>
            <ac:spMk id="45" creationId="{FC011899-BF75-32A3-4458-6E64552BBF95}"/>
          </ac:spMkLst>
        </pc:spChg>
        <pc:spChg chg="del mod">
          <ac:chgData name="adilton junio" userId="66b3fade76ecdf97" providerId="LiveId" clId="{EB7ABBEE-FFAC-42B3-8B20-ECFF61C046EE}" dt="2024-07-27T20:45:36.710" v="4890" actId="478"/>
          <ac:spMkLst>
            <pc:docMk/>
            <pc:sldMk cId="780835069" sldId="310"/>
            <ac:spMk id="46" creationId="{0BB3695B-227D-9F20-945D-044DF5352231}"/>
          </ac:spMkLst>
        </pc:spChg>
        <pc:spChg chg="add mod topLvl">
          <ac:chgData name="adilton junio" userId="66b3fade76ecdf97" providerId="LiveId" clId="{EB7ABBEE-FFAC-42B3-8B20-ECFF61C046EE}" dt="2024-07-27T21:24:55.994" v="5449" actId="1076"/>
          <ac:spMkLst>
            <pc:docMk/>
            <pc:sldMk cId="780835069" sldId="310"/>
            <ac:spMk id="51" creationId="{793AD73E-16CA-DA53-BF15-F5528DD9213D}"/>
          </ac:spMkLst>
        </pc:spChg>
        <pc:spChg chg="mod">
          <ac:chgData name="adilton junio" userId="66b3fade76ecdf97" providerId="LiveId" clId="{EB7ABBEE-FFAC-42B3-8B20-ECFF61C046EE}" dt="2024-07-27T20:45:21.834" v="4885" actId="20577"/>
          <ac:spMkLst>
            <pc:docMk/>
            <pc:sldMk cId="780835069" sldId="310"/>
            <ac:spMk id="53" creationId="{A21F8065-6A42-6FC6-1701-E4D003ADC596}"/>
          </ac:spMkLst>
        </pc:spChg>
        <pc:spChg chg="add del">
          <ac:chgData name="adilton junio" userId="66b3fade76ecdf97" providerId="LiveId" clId="{EB7ABBEE-FFAC-42B3-8B20-ECFF61C046EE}" dt="2024-07-27T20:45:38.942" v="4892" actId="22"/>
          <ac:spMkLst>
            <pc:docMk/>
            <pc:sldMk cId="780835069" sldId="310"/>
            <ac:spMk id="54" creationId="{C32E237B-3495-D3CC-1942-8FB51731A275}"/>
          </ac:spMkLst>
        </pc:spChg>
        <pc:spChg chg="mod">
          <ac:chgData name="adilton junio" userId="66b3fade76ecdf97" providerId="LiveId" clId="{EB7ABBEE-FFAC-42B3-8B20-ECFF61C046EE}" dt="2024-07-27T20:45:21.834" v="4885" actId="20577"/>
          <ac:spMkLst>
            <pc:docMk/>
            <pc:sldMk cId="780835069" sldId="310"/>
            <ac:spMk id="72" creationId="{848CDCD1-D423-7485-E511-7F57E262827D}"/>
          </ac:spMkLst>
        </pc:spChg>
        <pc:spChg chg="mod topLvl">
          <ac:chgData name="adilton junio" userId="66b3fade76ecdf97" providerId="LiveId" clId="{EB7ABBEE-FFAC-42B3-8B20-ECFF61C046EE}" dt="2024-07-27T21:17:49.995" v="5389" actId="1037"/>
          <ac:spMkLst>
            <pc:docMk/>
            <pc:sldMk cId="780835069" sldId="310"/>
            <ac:spMk id="78" creationId="{50436D93-7110-5429-5BEA-897ABE3F45C9}"/>
          </ac:spMkLst>
        </pc:spChg>
        <pc:spChg chg="del topLvl">
          <ac:chgData name="adilton junio" userId="66b3fade76ecdf97" providerId="LiveId" clId="{EB7ABBEE-FFAC-42B3-8B20-ECFF61C046EE}" dt="2024-07-27T20:27:25.812" v="4484" actId="478"/>
          <ac:spMkLst>
            <pc:docMk/>
            <pc:sldMk cId="780835069" sldId="310"/>
            <ac:spMk id="87" creationId="{A894AD91-CD28-1072-65CA-1FAD508ED5C6}"/>
          </ac:spMkLst>
        </pc:spChg>
        <pc:spChg chg="mod">
          <ac:chgData name="adilton junio" userId="66b3fade76ecdf97" providerId="LiveId" clId="{EB7ABBEE-FFAC-42B3-8B20-ECFF61C046EE}" dt="2024-07-27T20:45:21.834" v="4885" actId="20577"/>
          <ac:spMkLst>
            <pc:docMk/>
            <pc:sldMk cId="780835069" sldId="310"/>
            <ac:spMk id="90" creationId="{770792B0-D57E-D4BB-C7B1-141A1EF4FDC9}"/>
          </ac:spMkLst>
        </pc:spChg>
        <pc:spChg chg="add del mod">
          <ac:chgData name="adilton junio" userId="66b3fade76ecdf97" providerId="LiveId" clId="{EB7ABBEE-FFAC-42B3-8B20-ECFF61C046EE}" dt="2024-07-27T21:07:21.179" v="5206" actId="478"/>
          <ac:spMkLst>
            <pc:docMk/>
            <pc:sldMk cId="780835069" sldId="310"/>
            <ac:spMk id="95" creationId="{519EDEFA-B1FA-91B5-FEB2-3DB11A6FF710}"/>
          </ac:spMkLst>
        </pc:spChg>
        <pc:spChg chg="add mod topLvl">
          <ac:chgData name="adilton junio" userId="66b3fade76ecdf97" providerId="LiveId" clId="{EB7ABBEE-FFAC-42B3-8B20-ECFF61C046EE}" dt="2024-07-27T21:22:58.877" v="5447" actId="207"/>
          <ac:spMkLst>
            <pc:docMk/>
            <pc:sldMk cId="780835069" sldId="310"/>
            <ac:spMk id="113" creationId="{5A724B0D-D7A1-31F9-E90A-9036BA54630B}"/>
          </ac:spMkLst>
        </pc:spChg>
        <pc:spChg chg="add mod topLvl">
          <ac:chgData name="adilton junio" userId="66b3fade76ecdf97" providerId="LiveId" clId="{EB7ABBEE-FFAC-42B3-8B20-ECFF61C046EE}" dt="2024-07-27T21:21:28.013" v="5434" actId="165"/>
          <ac:spMkLst>
            <pc:docMk/>
            <pc:sldMk cId="780835069" sldId="310"/>
            <ac:spMk id="114" creationId="{8AF0F846-3721-6C76-599F-A25508AFAE35}"/>
          </ac:spMkLst>
        </pc:spChg>
        <pc:spChg chg="mod">
          <ac:chgData name="adilton junio" userId="66b3fade76ecdf97" providerId="LiveId" clId="{EB7ABBEE-FFAC-42B3-8B20-ECFF61C046EE}" dt="2024-07-27T20:45:45.112" v="4897" actId="403"/>
          <ac:spMkLst>
            <pc:docMk/>
            <pc:sldMk cId="780835069" sldId="310"/>
            <ac:spMk id="119" creationId="{70DA2BCC-488D-68AE-EE2F-3C1CDBFB5230}"/>
          </ac:spMkLst>
        </pc:spChg>
        <pc:spChg chg="add mod topLvl">
          <ac:chgData name="adilton junio" userId="66b3fade76ecdf97" providerId="LiveId" clId="{EB7ABBEE-FFAC-42B3-8B20-ECFF61C046EE}" dt="2024-07-27T21:21:28.013" v="5434" actId="165"/>
          <ac:spMkLst>
            <pc:docMk/>
            <pc:sldMk cId="780835069" sldId="310"/>
            <ac:spMk id="120" creationId="{05A5B690-CF15-232F-BD57-D766EA32ACB4}"/>
          </ac:spMkLst>
        </pc:spChg>
        <pc:spChg chg="add mod">
          <ac:chgData name="adilton junio" userId="66b3fade76ecdf97" providerId="LiveId" clId="{EB7ABBEE-FFAC-42B3-8B20-ECFF61C046EE}" dt="2024-07-27T21:02:12.970" v="5140"/>
          <ac:spMkLst>
            <pc:docMk/>
            <pc:sldMk cId="780835069" sldId="310"/>
            <ac:spMk id="122" creationId="{6DA2B7E4-F565-6B2C-7D6B-C86738993811}"/>
          </ac:spMkLst>
        </pc:spChg>
        <pc:spChg chg="mod">
          <ac:chgData name="adilton junio" userId="66b3fade76ecdf97" providerId="LiveId" clId="{EB7ABBEE-FFAC-42B3-8B20-ECFF61C046EE}" dt="2024-07-27T20:45:21.834" v="4885" actId="20577"/>
          <ac:spMkLst>
            <pc:docMk/>
            <pc:sldMk cId="780835069" sldId="310"/>
            <ac:spMk id="123" creationId="{A10D267D-BFAE-24C9-601F-3B7E23AAFEF2}"/>
          </ac:spMkLst>
        </pc:spChg>
        <pc:spChg chg="add mod">
          <ac:chgData name="adilton junio" userId="66b3fade76ecdf97" providerId="LiveId" clId="{EB7ABBEE-FFAC-42B3-8B20-ECFF61C046EE}" dt="2024-07-27T21:02:15.947" v="5144"/>
          <ac:spMkLst>
            <pc:docMk/>
            <pc:sldMk cId="780835069" sldId="310"/>
            <ac:spMk id="124" creationId="{A77541DD-9382-34AC-741A-815CA182D4F7}"/>
          </ac:spMkLst>
        </pc:spChg>
        <pc:spChg chg="add del mod">
          <ac:chgData name="adilton junio" userId="66b3fade76ecdf97" providerId="LiveId" clId="{EB7ABBEE-FFAC-42B3-8B20-ECFF61C046EE}" dt="2024-07-27T21:02:25.298" v="5147" actId="478"/>
          <ac:spMkLst>
            <pc:docMk/>
            <pc:sldMk cId="780835069" sldId="310"/>
            <ac:spMk id="125" creationId="{3AFCFA31-6077-BC66-8007-5F2FFA31643C}"/>
          </ac:spMkLst>
        </pc:spChg>
        <pc:spChg chg="add del mod">
          <ac:chgData name="adilton junio" userId="66b3fade76ecdf97" providerId="LiveId" clId="{EB7ABBEE-FFAC-42B3-8B20-ECFF61C046EE}" dt="2024-07-27T21:14:50.552" v="5305" actId="478"/>
          <ac:spMkLst>
            <pc:docMk/>
            <pc:sldMk cId="780835069" sldId="310"/>
            <ac:spMk id="172" creationId="{1B32854F-E20E-DC3F-0417-ADCEE768B5FA}"/>
          </ac:spMkLst>
        </pc:spChg>
        <pc:spChg chg="add mod topLvl">
          <ac:chgData name="adilton junio" userId="66b3fade76ecdf97" providerId="LiveId" clId="{EB7ABBEE-FFAC-42B3-8B20-ECFF61C046EE}" dt="2024-07-27T21:22:34.261" v="5442" actId="164"/>
          <ac:spMkLst>
            <pc:docMk/>
            <pc:sldMk cId="780835069" sldId="310"/>
            <ac:spMk id="198" creationId="{6A02FE1B-E14B-9954-209A-B7033B64FBDF}"/>
          </ac:spMkLst>
        </pc:spChg>
        <pc:spChg chg="add mod topLvl">
          <ac:chgData name="adilton junio" userId="66b3fade76ecdf97" providerId="LiveId" clId="{EB7ABBEE-FFAC-42B3-8B20-ECFF61C046EE}" dt="2024-07-27T21:22:34.261" v="5442" actId="164"/>
          <ac:spMkLst>
            <pc:docMk/>
            <pc:sldMk cId="780835069" sldId="310"/>
            <ac:spMk id="199" creationId="{2ABA67BF-44CA-4FA2-BB65-021A0BE2A511}"/>
          </ac:spMkLst>
        </pc:spChg>
        <pc:grpChg chg="del mod">
          <ac:chgData name="adilton junio" userId="66b3fade76ecdf97" providerId="LiveId" clId="{EB7ABBEE-FFAC-42B3-8B20-ECFF61C046EE}" dt="2024-07-27T20:45:36.710" v="4890" actId="478"/>
          <ac:grpSpMkLst>
            <pc:docMk/>
            <pc:sldMk cId="780835069" sldId="310"/>
            <ac:grpSpMk id="39" creationId="{5F389D79-685E-AEB8-69CE-61B4969B10D6}"/>
          </ac:grpSpMkLst>
        </pc:grpChg>
        <pc:grpChg chg="del">
          <ac:chgData name="adilton junio" userId="66b3fade76ecdf97" providerId="LiveId" clId="{EB7ABBEE-FFAC-42B3-8B20-ECFF61C046EE}" dt="2024-07-27T20:27:25.812" v="4484" actId="478"/>
          <ac:grpSpMkLst>
            <pc:docMk/>
            <pc:sldMk cId="780835069" sldId="310"/>
            <ac:grpSpMk id="88" creationId="{F0557FCA-2860-904F-747C-3D8323CC7298}"/>
          </ac:grpSpMkLst>
        </pc:grpChg>
        <pc:grpChg chg="mod">
          <ac:chgData name="adilton junio" userId="66b3fade76ecdf97" providerId="LiveId" clId="{EB7ABBEE-FFAC-42B3-8B20-ECFF61C046EE}" dt="2024-07-27T21:17:49.995" v="5389" actId="1037"/>
          <ac:grpSpMkLst>
            <pc:docMk/>
            <pc:sldMk cId="780835069" sldId="310"/>
            <ac:grpSpMk id="110" creationId="{332131C4-9703-B280-0148-942C12244D63}"/>
          </ac:grpSpMkLst>
        </pc:grpChg>
        <pc:grpChg chg="mod">
          <ac:chgData name="adilton junio" userId="66b3fade76ecdf97" providerId="LiveId" clId="{EB7ABBEE-FFAC-42B3-8B20-ECFF61C046EE}" dt="2024-07-27T21:17:49.995" v="5389" actId="1037"/>
          <ac:grpSpMkLst>
            <pc:docMk/>
            <pc:sldMk cId="780835069" sldId="310"/>
            <ac:grpSpMk id="111" creationId="{E4E2CA2E-3CDC-4157-CB11-9F1ACB364375}"/>
          </ac:grpSpMkLst>
        </pc:grpChg>
        <pc:grpChg chg="add del mod">
          <ac:chgData name="adilton junio" userId="66b3fade76ecdf97" providerId="LiveId" clId="{EB7ABBEE-FFAC-42B3-8B20-ECFF61C046EE}" dt="2024-07-27T21:11:04.140" v="5214" actId="165"/>
          <ac:grpSpMkLst>
            <pc:docMk/>
            <pc:sldMk cId="780835069" sldId="310"/>
            <ac:grpSpMk id="139" creationId="{EB5F8B69-4F1A-3B13-8009-71162AE9B0D0}"/>
          </ac:grpSpMkLst>
        </pc:grpChg>
        <pc:grpChg chg="add del mod topLvl">
          <ac:chgData name="adilton junio" userId="66b3fade76ecdf97" providerId="LiveId" clId="{EB7ABBEE-FFAC-42B3-8B20-ECFF61C046EE}" dt="2024-07-27T21:22:34.261" v="5442" actId="164"/>
          <ac:grpSpMkLst>
            <pc:docMk/>
            <pc:sldMk cId="780835069" sldId="310"/>
            <ac:grpSpMk id="197" creationId="{2497DF88-FE4D-D414-D035-8F064874CA7A}"/>
          </ac:grpSpMkLst>
        </pc:grpChg>
        <pc:grpChg chg="add del mod">
          <ac:chgData name="adilton junio" userId="66b3fade76ecdf97" providerId="LiveId" clId="{EB7ABBEE-FFAC-42B3-8B20-ECFF61C046EE}" dt="2024-07-27T21:21:28.013" v="5434" actId="165"/>
          <ac:grpSpMkLst>
            <pc:docMk/>
            <pc:sldMk cId="780835069" sldId="310"/>
            <ac:grpSpMk id="200" creationId="{141D14BD-ACCD-C3CD-F836-C70412A5E5B3}"/>
          </ac:grpSpMkLst>
        </pc:grpChg>
        <pc:grpChg chg="add del mod">
          <ac:chgData name="adilton junio" userId="66b3fade76ecdf97" providerId="LiveId" clId="{EB7ABBEE-FFAC-42B3-8B20-ECFF61C046EE}" dt="2024-07-27T21:22:37.063" v="5444" actId="478"/>
          <ac:grpSpMkLst>
            <pc:docMk/>
            <pc:sldMk cId="780835069" sldId="310"/>
            <ac:grpSpMk id="214" creationId="{CACA109A-5D0D-30D7-F20A-8A50156228D2}"/>
          </ac:grpSpMkLst>
        </pc:grpChg>
        <pc:cxnChg chg="add del mod">
          <ac:chgData name="adilton junio" userId="66b3fade76ecdf97" providerId="LiveId" clId="{EB7ABBEE-FFAC-42B3-8B20-ECFF61C046EE}" dt="2024-07-27T20:47:16.322" v="4944" actId="478"/>
          <ac:cxnSpMkLst>
            <pc:docMk/>
            <pc:sldMk cId="780835069" sldId="310"/>
            <ac:cxnSpMk id="40" creationId="{330347FA-21F3-ACC7-2B3C-470626BC3410}"/>
          </ac:cxnSpMkLst>
        </pc:cxnChg>
        <pc:cxnChg chg="add del mod">
          <ac:chgData name="adilton junio" userId="66b3fade76ecdf97" providerId="LiveId" clId="{EB7ABBEE-FFAC-42B3-8B20-ECFF61C046EE}" dt="2024-07-27T20:47:15.537" v="4943" actId="478"/>
          <ac:cxnSpMkLst>
            <pc:docMk/>
            <pc:sldMk cId="780835069" sldId="310"/>
            <ac:cxnSpMk id="43" creationId="{4DC72891-A07C-9159-FE4D-3A507BA705AA}"/>
          </ac:cxnSpMkLst>
        </pc:cxnChg>
        <pc:cxnChg chg="mod">
          <ac:chgData name="adilton junio" userId="66b3fade76ecdf97" providerId="LiveId" clId="{EB7ABBEE-FFAC-42B3-8B20-ECFF61C046EE}" dt="2024-07-27T21:17:49.995" v="5389" actId="1037"/>
          <ac:cxnSpMkLst>
            <pc:docMk/>
            <pc:sldMk cId="780835069" sldId="310"/>
            <ac:cxnSpMk id="48" creationId="{C27C2CBC-9CEE-A7BB-536D-C90DD8897A80}"/>
          </ac:cxnSpMkLst>
        </pc:cxnChg>
        <pc:cxnChg chg="add del mod">
          <ac:chgData name="adilton junio" userId="66b3fade76ecdf97" providerId="LiveId" clId="{EB7ABBEE-FFAC-42B3-8B20-ECFF61C046EE}" dt="2024-07-27T20:54:11.102" v="5044" actId="478"/>
          <ac:cxnSpMkLst>
            <pc:docMk/>
            <pc:sldMk cId="780835069" sldId="310"/>
            <ac:cxnSpMk id="49" creationId="{6C586E64-1DF3-F708-8030-569353E33930}"/>
          </ac:cxnSpMkLst>
        </pc:cxnChg>
        <pc:cxnChg chg="mod">
          <ac:chgData name="adilton junio" userId="66b3fade76ecdf97" providerId="LiveId" clId="{EB7ABBEE-FFAC-42B3-8B20-ECFF61C046EE}" dt="2024-07-27T21:17:49.995" v="5389" actId="1037"/>
          <ac:cxnSpMkLst>
            <pc:docMk/>
            <pc:sldMk cId="780835069" sldId="310"/>
            <ac:cxnSpMk id="55" creationId="{18AAC834-BCF2-7C41-C188-60A953C05B04}"/>
          </ac:cxnSpMkLst>
        </pc:cxnChg>
        <pc:cxnChg chg="add mod topLvl">
          <ac:chgData name="adilton junio" userId="66b3fade76ecdf97" providerId="LiveId" clId="{EB7ABBEE-FFAC-42B3-8B20-ECFF61C046EE}" dt="2024-07-27T21:24:55.994" v="5449" actId="1076"/>
          <ac:cxnSpMkLst>
            <pc:docMk/>
            <pc:sldMk cId="780835069" sldId="310"/>
            <ac:cxnSpMk id="57" creationId="{D1AA4A22-8B84-8755-6B0A-5FBD44623A37}"/>
          </ac:cxnSpMkLst>
        </pc:cxnChg>
        <pc:cxnChg chg="mod">
          <ac:chgData name="adilton junio" userId="66b3fade76ecdf97" providerId="LiveId" clId="{EB7ABBEE-FFAC-42B3-8B20-ECFF61C046EE}" dt="2024-07-27T20:45:21.834" v="4885" actId="20577"/>
          <ac:cxnSpMkLst>
            <pc:docMk/>
            <pc:sldMk cId="780835069" sldId="310"/>
            <ac:cxnSpMk id="60" creationId="{49C27D6B-C511-F881-48A5-76AFC988DFB7}"/>
          </ac:cxnSpMkLst>
        </pc:cxnChg>
        <pc:cxnChg chg="add del mod">
          <ac:chgData name="adilton junio" userId="66b3fade76ecdf97" providerId="LiveId" clId="{EB7ABBEE-FFAC-42B3-8B20-ECFF61C046EE}" dt="2024-07-27T20:54:17.492" v="5048" actId="478"/>
          <ac:cxnSpMkLst>
            <pc:docMk/>
            <pc:sldMk cId="780835069" sldId="310"/>
            <ac:cxnSpMk id="62" creationId="{96B99411-52B2-5755-0053-8499CCAF920C}"/>
          </ac:cxnSpMkLst>
        </pc:cxnChg>
        <pc:cxnChg chg="mod">
          <ac:chgData name="adilton junio" userId="66b3fade76ecdf97" providerId="LiveId" clId="{EB7ABBEE-FFAC-42B3-8B20-ECFF61C046EE}" dt="2024-07-27T20:45:21.834" v="4885" actId="20577"/>
          <ac:cxnSpMkLst>
            <pc:docMk/>
            <pc:sldMk cId="780835069" sldId="310"/>
            <ac:cxnSpMk id="68" creationId="{66155D89-1231-F95E-C9C7-EED74D0D1A34}"/>
          </ac:cxnSpMkLst>
        </pc:cxnChg>
        <pc:cxnChg chg="mod">
          <ac:chgData name="adilton junio" userId="66b3fade76ecdf97" providerId="LiveId" clId="{EB7ABBEE-FFAC-42B3-8B20-ECFF61C046EE}" dt="2024-07-27T20:45:21.834" v="4885" actId="20577"/>
          <ac:cxnSpMkLst>
            <pc:docMk/>
            <pc:sldMk cId="780835069" sldId="310"/>
            <ac:cxnSpMk id="69" creationId="{65B9735C-8345-98F7-C973-3695A2076C02}"/>
          </ac:cxnSpMkLst>
        </pc:cxnChg>
        <pc:cxnChg chg="mod">
          <ac:chgData name="adilton junio" userId="66b3fade76ecdf97" providerId="LiveId" clId="{EB7ABBEE-FFAC-42B3-8B20-ECFF61C046EE}" dt="2024-07-27T20:45:21.834" v="4885" actId="20577"/>
          <ac:cxnSpMkLst>
            <pc:docMk/>
            <pc:sldMk cId="780835069" sldId="310"/>
            <ac:cxnSpMk id="73" creationId="{D7C05529-F035-DAFF-46A1-DD152C091293}"/>
          </ac:cxnSpMkLst>
        </pc:cxnChg>
        <pc:cxnChg chg="mod">
          <ac:chgData name="adilton junio" userId="66b3fade76ecdf97" providerId="LiveId" clId="{EB7ABBEE-FFAC-42B3-8B20-ECFF61C046EE}" dt="2024-07-27T20:45:21.834" v="4885" actId="20577"/>
          <ac:cxnSpMkLst>
            <pc:docMk/>
            <pc:sldMk cId="780835069" sldId="310"/>
            <ac:cxnSpMk id="75" creationId="{8297A437-EF5F-2D8C-5C83-49A62B9D20A4}"/>
          </ac:cxnSpMkLst>
        </pc:cxnChg>
        <pc:cxnChg chg="add del mod">
          <ac:chgData name="adilton junio" userId="66b3fade76ecdf97" providerId="LiveId" clId="{EB7ABBEE-FFAC-42B3-8B20-ECFF61C046EE}" dt="2024-07-27T20:54:12.431" v="5045" actId="478"/>
          <ac:cxnSpMkLst>
            <pc:docMk/>
            <pc:sldMk cId="780835069" sldId="310"/>
            <ac:cxnSpMk id="79" creationId="{CB50D964-E6F1-1367-0D15-E559A1423928}"/>
          </ac:cxnSpMkLst>
        </pc:cxnChg>
        <pc:cxnChg chg="add del mod">
          <ac:chgData name="adilton junio" userId="66b3fade76ecdf97" providerId="LiveId" clId="{EB7ABBEE-FFAC-42B3-8B20-ECFF61C046EE}" dt="2024-07-27T20:58:10.097" v="5088" actId="478"/>
          <ac:cxnSpMkLst>
            <pc:docMk/>
            <pc:sldMk cId="780835069" sldId="310"/>
            <ac:cxnSpMk id="99" creationId="{CB8A3503-91B8-6155-09C1-EE947D1227EF}"/>
          </ac:cxnSpMkLst>
        </pc:cxnChg>
        <pc:cxnChg chg="add del mod">
          <ac:chgData name="adilton junio" userId="66b3fade76ecdf97" providerId="LiveId" clId="{EB7ABBEE-FFAC-42B3-8B20-ECFF61C046EE}" dt="2024-07-27T20:56:27.013" v="5072" actId="478"/>
          <ac:cxnSpMkLst>
            <pc:docMk/>
            <pc:sldMk cId="780835069" sldId="310"/>
            <ac:cxnSpMk id="101" creationId="{1DDD2BED-9E3B-D6C0-99DC-3BA6E36C8965}"/>
          </ac:cxnSpMkLst>
        </pc:cxnChg>
        <pc:cxnChg chg="add del mod">
          <ac:chgData name="adilton junio" userId="66b3fade76ecdf97" providerId="LiveId" clId="{EB7ABBEE-FFAC-42B3-8B20-ECFF61C046EE}" dt="2024-07-27T20:56:58.704" v="5076" actId="478"/>
          <ac:cxnSpMkLst>
            <pc:docMk/>
            <pc:sldMk cId="780835069" sldId="310"/>
            <ac:cxnSpMk id="103" creationId="{736E1D1D-0487-DCED-52CE-EE926D08D8A2}"/>
          </ac:cxnSpMkLst>
        </pc:cxnChg>
        <pc:cxnChg chg="add del mod">
          <ac:chgData name="adilton junio" userId="66b3fade76ecdf97" providerId="LiveId" clId="{EB7ABBEE-FFAC-42B3-8B20-ECFF61C046EE}" dt="2024-07-27T21:03:27.043" v="5180" actId="478"/>
          <ac:cxnSpMkLst>
            <pc:docMk/>
            <pc:sldMk cId="780835069" sldId="310"/>
            <ac:cxnSpMk id="105" creationId="{C9714A14-39C7-2355-30A5-61DC21029036}"/>
          </ac:cxnSpMkLst>
        </pc:cxnChg>
        <pc:cxnChg chg="add mod topLvl">
          <ac:chgData name="adilton junio" userId="66b3fade76ecdf97" providerId="LiveId" clId="{EB7ABBEE-FFAC-42B3-8B20-ECFF61C046EE}" dt="2024-07-27T21:22:37.063" v="5444" actId="478"/>
          <ac:cxnSpMkLst>
            <pc:docMk/>
            <pc:sldMk cId="780835069" sldId="310"/>
            <ac:cxnSpMk id="109" creationId="{C9DAFBC6-0D1B-548C-6EA2-731667B1F8A4}"/>
          </ac:cxnSpMkLst>
        </pc:cxnChg>
        <pc:cxnChg chg="add del mod topLvl">
          <ac:chgData name="adilton junio" userId="66b3fade76ecdf97" providerId="LiveId" clId="{EB7ABBEE-FFAC-42B3-8B20-ECFF61C046EE}" dt="2024-07-27T21:21:11.400" v="5431" actId="478"/>
          <ac:cxnSpMkLst>
            <pc:docMk/>
            <pc:sldMk cId="780835069" sldId="310"/>
            <ac:cxnSpMk id="116" creationId="{A6908456-FC87-7D85-F1CC-959C19E34185}"/>
          </ac:cxnSpMkLst>
        </pc:cxnChg>
        <pc:cxnChg chg="add mod topLvl">
          <ac:chgData name="adilton junio" userId="66b3fade76ecdf97" providerId="LiveId" clId="{EB7ABBEE-FFAC-42B3-8B20-ECFF61C046EE}" dt="2024-07-27T21:24:55.994" v="5449" actId="1076"/>
          <ac:cxnSpMkLst>
            <pc:docMk/>
            <pc:sldMk cId="780835069" sldId="310"/>
            <ac:cxnSpMk id="118" creationId="{268D496C-3FEC-A591-2495-5F262EF35DBE}"/>
          </ac:cxnSpMkLst>
        </pc:cxnChg>
        <pc:cxnChg chg="mod">
          <ac:chgData name="adilton junio" userId="66b3fade76ecdf97" providerId="LiveId" clId="{EB7ABBEE-FFAC-42B3-8B20-ECFF61C046EE}" dt="2024-07-27T21:17:49.995" v="5389" actId="1037"/>
          <ac:cxnSpMkLst>
            <pc:docMk/>
            <pc:sldMk cId="780835069" sldId="310"/>
            <ac:cxnSpMk id="121" creationId="{B0F40FC3-18FB-4474-40EE-ED69E3A7FD2C}"/>
          </ac:cxnSpMkLst>
        </pc:cxnChg>
        <pc:cxnChg chg="mod">
          <ac:chgData name="adilton junio" userId="66b3fade76ecdf97" providerId="LiveId" clId="{EB7ABBEE-FFAC-42B3-8B20-ECFF61C046EE}" dt="2024-07-27T20:57:26.824" v="5085" actId="14100"/>
          <ac:cxnSpMkLst>
            <pc:docMk/>
            <pc:sldMk cId="780835069" sldId="310"/>
            <ac:cxnSpMk id="126" creationId="{103FC956-3232-A25B-9648-9C11680A3D72}"/>
          </ac:cxnSpMkLst>
        </pc:cxnChg>
        <pc:cxnChg chg="add del mod topLvl">
          <ac:chgData name="adilton junio" userId="66b3fade76ecdf97" providerId="LiveId" clId="{EB7ABBEE-FFAC-42B3-8B20-ECFF61C046EE}" dt="2024-07-27T21:11:27.696" v="5218" actId="478"/>
          <ac:cxnSpMkLst>
            <pc:docMk/>
            <pc:sldMk cId="780835069" sldId="310"/>
            <ac:cxnSpMk id="131" creationId="{22F45CEC-1682-645C-E0B3-41B7251824B5}"/>
          </ac:cxnSpMkLst>
        </pc:cxnChg>
        <pc:cxnChg chg="add del mod topLvl">
          <ac:chgData name="adilton junio" userId="66b3fade76ecdf97" providerId="LiveId" clId="{EB7ABBEE-FFAC-42B3-8B20-ECFF61C046EE}" dt="2024-07-27T21:15:04.861" v="5310" actId="478"/>
          <ac:cxnSpMkLst>
            <pc:docMk/>
            <pc:sldMk cId="780835069" sldId="310"/>
            <ac:cxnSpMk id="136" creationId="{5D2F1722-91C7-DC48-A93E-B8AB5AE346EC}"/>
          </ac:cxnSpMkLst>
        </pc:cxnChg>
        <pc:cxnChg chg="add mod topLvl">
          <ac:chgData name="adilton junio" userId="66b3fade76ecdf97" providerId="LiveId" clId="{EB7ABBEE-FFAC-42B3-8B20-ECFF61C046EE}" dt="2024-07-27T21:22:37.063" v="5444" actId="478"/>
          <ac:cxnSpMkLst>
            <pc:docMk/>
            <pc:sldMk cId="780835069" sldId="310"/>
            <ac:cxnSpMk id="138" creationId="{B1AF728B-F0CC-6071-41EA-12E71BEC9E31}"/>
          </ac:cxnSpMkLst>
        </pc:cxnChg>
        <pc:cxnChg chg="add del mod">
          <ac:chgData name="adilton junio" userId="66b3fade76ecdf97" providerId="LiveId" clId="{EB7ABBEE-FFAC-42B3-8B20-ECFF61C046EE}" dt="2024-07-27T21:20:15.318" v="5419" actId="478"/>
          <ac:cxnSpMkLst>
            <pc:docMk/>
            <pc:sldMk cId="780835069" sldId="310"/>
            <ac:cxnSpMk id="147" creationId="{C4615795-A926-DEFB-91E6-57DDC318C198}"/>
          </ac:cxnSpMkLst>
        </pc:cxnChg>
        <pc:cxnChg chg="add del mod">
          <ac:chgData name="adilton junio" userId="66b3fade76ecdf97" providerId="LiveId" clId="{EB7ABBEE-FFAC-42B3-8B20-ECFF61C046EE}" dt="2024-07-27T21:16:30.092" v="5331" actId="478"/>
          <ac:cxnSpMkLst>
            <pc:docMk/>
            <pc:sldMk cId="780835069" sldId="310"/>
            <ac:cxnSpMk id="181" creationId="{9E25CC25-120B-B687-8170-82BEFC3DA96C}"/>
          </ac:cxnSpMkLst>
        </pc:cxnChg>
        <pc:cxnChg chg="add mod">
          <ac:chgData name="adilton junio" userId="66b3fade76ecdf97" providerId="LiveId" clId="{EB7ABBEE-FFAC-42B3-8B20-ECFF61C046EE}" dt="2024-07-27T21:21:28.013" v="5434" actId="165"/>
          <ac:cxnSpMkLst>
            <pc:docMk/>
            <pc:sldMk cId="780835069" sldId="310"/>
            <ac:cxnSpMk id="192" creationId="{DB1C4B84-7F51-0EAA-3235-28950B29DF9D}"/>
          </ac:cxnSpMkLst>
        </pc:cxnChg>
        <pc:cxnChg chg="add mod">
          <ac:chgData name="adilton junio" userId="66b3fade76ecdf97" providerId="LiveId" clId="{EB7ABBEE-FFAC-42B3-8B20-ECFF61C046EE}" dt="2024-07-27T21:22:37.063" v="5444" actId="478"/>
          <ac:cxnSpMkLst>
            <pc:docMk/>
            <pc:sldMk cId="780835069" sldId="310"/>
            <ac:cxnSpMk id="204" creationId="{47DA87EF-895F-004B-E5E4-8AA70CE84549}"/>
          </ac:cxnSpMkLst>
        </pc:cxnChg>
        <pc:cxnChg chg="add mod">
          <ac:chgData name="adilton junio" userId="66b3fade76ecdf97" providerId="LiveId" clId="{EB7ABBEE-FFAC-42B3-8B20-ECFF61C046EE}" dt="2024-07-27T21:22:37.063" v="5444" actId="478"/>
          <ac:cxnSpMkLst>
            <pc:docMk/>
            <pc:sldMk cId="780835069" sldId="310"/>
            <ac:cxnSpMk id="206" creationId="{BB8424BB-A0C3-A414-475E-09FAAEF4DF1E}"/>
          </ac:cxnSpMkLst>
        </pc:cxnChg>
        <pc:cxnChg chg="add mod">
          <ac:chgData name="adilton junio" userId="66b3fade76ecdf97" providerId="LiveId" clId="{EB7ABBEE-FFAC-42B3-8B20-ECFF61C046EE}" dt="2024-07-27T21:22:37.063" v="5444" actId="478"/>
          <ac:cxnSpMkLst>
            <pc:docMk/>
            <pc:sldMk cId="780835069" sldId="310"/>
            <ac:cxnSpMk id="211" creationId="{336A8977-4D39-80F9-87D3-CD2D3DABF2BD}"/>
          </ac:cxnSpMkLst>
        </pc:cxnChg>
        <pc:cxnChg chg="add mod">
          <ac:chgData name="adilton junio" userId="66b3fade76ecdf97" providerId="LiveId" clId="{EB7ABBEE-FFAC-42B3-8B20-ECFF61C046EE}" dt="2024-07-27T21:22:37.063" v="5444" actId="478"/>
          <ac:cxnSpMkLst>
            <pc:docMk/>
            <pc:sldMk cId="780835069" sldId="310"/>
            <ac:cxnSpMk id="213" creationId="{20ED3CD9-6493-850F-6916-DFD81381D23A}"/>
          </ac:cxnSpMkLst>
        </pc:cxnChg>
      </pc:sldChg>
    </pc:docChg>
  </pc:docChgLst>
  <pc:docChgLst>
    <pc:chgData name="adilton junio" userId="66b3fade76ecdf97" providerId="LiveId" clId="{A5E50579-1733-4537-B8F2-65A7B3AAE54E}"/>
    <pc:docChg chg="undo custSel addSld delSld modSld sldOrd delSection modSection">
      <pc:chgData name="adilton junio" userId="66b3fade76ecdf97" providerId="LiveId" clId="{A5E50579-1733-4537-B8F2-65A7B3AAE54E}" dt="2024-07-29T21:10:44.787" v="7217"/>
      <pc:docMkLst>
        <pc:docMk/>
      </pc:docMkLst>
      <pc:sldChg chg="del">
        <pc:chgData name="adilton junio" userId="66b3fade76ecdf97" providerId="LiveId" clId="{A5E50579-1733-4537-B8F2-65A7B3AAE54E}" dt="2024-07-22T13:02:36.077" v="4637" actId="47"/>
        <pc:sldMkLst>
          <pc:docMk/>
          <pc:sldMk cId="2576449578" sldId="257"/>
        </pc:sldMkLst>
      </pc:sldChg>
      <pc:sldChg chg="del">
        <pc:chgData name="adilton junio" userId="66b3fade76ecdf97" providerId="LiveId" clId="{A5E50579-1733-4537-B8F2-65A7B3AAE54E}" dt="2024-07-22T13:02:43.624" v="4639" actId="47"/>
        <pc:sldMkLst>
          <pc:docMk/>
          <pc:sldMk cId="2285816010" sldId="258"/>
        </pc:sldMkLst>
      </pc:sldChg>
      <pc:sldChg chg="del">
        <pc:chgData name="adilton junio" userId="66b3fade76ecdf97" providerId="LiveId" clId="{A5E50579-1733-4537-B8F2-65A7B3AAE54E}" dt="2024-07-22T13:02:40.358" v="4638" actId="47"/>
        <pc:sldMkLst>
          <pc:docMk/>
          <pc:sldMk cId="2979574403" sldId="259"/>
        </pc:sldMkLst>
      </pc:sldChg>
      <pc:sldChg chg="del">
        <pc:chgData name="adilton junio" userId="66b3fade76ecdf97" providerId="LiveId" clId="{A5E50579-1733-4537-B8F2-65A7B3AAE54E}" dt="2024-07-22T13:02:49.149" v="4640" actId="47"/>
        <pc:sldMkLst>
          <pc:docMk/>
          <pc:sldMk cId="1157765011" sldId="260"/>
        </pc:sldMkLst>
      </pc:sldChg>
      <pc:sldChg chg="addSp delSp modSp del mod">
        <pc:chgData name="adilton junio" userId="66b3fade76ecdf97" providerId="LiveId" clId="{A5E50579-1733-4537-B8F2-65A7B3AAE54E}" dt="2024-07-22T13:02:50.628" v="4641" actId="47"/>
        <pc:sldMkLst>
          <pc:docMk/>
          <pc:sldMk cId="2120586955" sldId="261"/>
        </pc:sldMkLst>
        <pc:spChg chg="mod">
          <ac:chgData name="adilton junio" userId="66b3fade76ecdf97" providerId="LiveId" clId="{A5E50579-1733-4537-B8F2-65A7B3AAE54E}" dt="2024-07-19T17:36:20.729" v="2171"/>
          <ac:spMkLst>
            <pc:docMk/>
            <pc:sldMk cId="2120586955" sldId="261"/>
            <ac:spMk id="7" creationId="{45DEA387-FCBB-BC05-92CA-C0D09281B0AC}"/>
          </ac:spMkLst>
        </pc:spChg>
        <pc:spChg chg="mod">
          <ac:chgData name="adilton junio" userId="66b3fade76ecdf97" providerId="LiveId" clId="{A5E50579-1733-4537-B8F2-65A7B3AAE54E}" dt="2024-07-19T17:36:20.729" v="2171"/>
          <ac:spMkLst>
            <pc:docMk/>
            <pc:sldMk cId="2120586955" sldId="261"/>
            <ac:spMk id="8" creationId="{2DC2F4FC-33A5-738F-D1D1-C5338919E5E4}"/>
          </ac:spMkLst>
        </pc:spChg>
        <pc:spChg chg="mod">
          <ac:chgData name="adilton junio" userId="66b3fade76ecdf97" providerId="LiveId" clId="{A5E50579-1733-4537-B8F2-65A7B3AAE54E}" dt="2024-07-19T17:36:20.729" v="2171"/>
          <ac:spMkLst>
            <pc:docMk/>
            <pc:sldMk cId="2120586955" sldId="261"/>
            <ac:spMk id="11" creationId="{B3795EB0-7980-6C66-CC44-30DE9B5ED4F0}"/>
          </ac:spMkLst>
        </pc:spChg>
        <pc:spChg chg="mod ord">
          <ac:chgData name="adilton junio" userId="66b3fade76ecdf97" providerId="LiveId" clId="{A5E50579-1733-4537-B8F2-65A7B3AAE54E}" dt="2024-07-19T17:35:53.645" v="2145" actId="164"/>
          <ac:spMkLst>
            <pc:docMk/>
            <pc:sldMk cId="2120586955" sldId="261"/>
            <ac:spMk id="13" creationId="{5FE68206-7DAC-58F0-27D4-2EF657CA7E6E}"/>
          </ac:spMkLst>
        </pc:spChg>
        <pc:spChg chg="mod">
          <ac:chgData name="adilton junio" userId="66b3fade76ecdf97" providerId="LiveId" clId="{A5E50579-1733-4537-B8F2-65A7B3AAE54E}" dt="2024-07-19T17:36:20.729" v="2171"/>
          <ac:spMkLst>
            <pc:docMk/>
            <pc:sldMk cId="2120586955" sldId="261"/>
            <ac:spMk id="15" creationId="{E5F56342-7202-AAA3-5629-7C5B63F50AD0}"/>
          </ac:spMkLst>
        </pc:spChg>
        <pc:spChg chg="mod">
          <ac:chgData name="adilton junio" userId="66b3fade76ecdf97" providerId="LiveId" clId="{A5E50579-1733-4537-B8F2-65A7B3AAE54E}" dt="2024-07-19T17:36:20.729" v="2171"/>
          <ac:spMkLst>
            <pc:docMk/>
            <pc:sldMk cId="2120586955" sldId="261"/>
            <ac:spMk id="16" creationId="{10C1B59E-3B81-3FC3-1737-AE094417FC64}"/>
          </ac:spMkLst>
        </pc:spChg>
        <pc:spChg chg="mod">
          <ac:chgData name="adilton junio" userId="66b3fade76ecdf97" providerId="LiveId" clId="{A5E50579-1733-4537-B8F2-65A7B3AAE54E}" dt="2024-07-19T17:36:20.729" v="2171"/>
          <ac:spMkLst>
            <pc:docMk/>
            <pc:sldMk cId="2120586955" sldId="261"/>
            <ac:spMk id="17" creationId="{2CC73F5F-3BB1-9F20-8057-2004E37C06C4}"/>
          </ac:spMkLst>
        </pc:spChg>
        <pc:spChg chg="mod">
          <ac:chgData name="adilton junio" userId="66b3fade76ecdf97" providerId="LiveId" clId="{A5E50579-1733-4537-B8F2-65A7B3AAE54E}" dt="2024-07-19T17:36:20.729" v="2171"/>
          <ac:spMkLst>
            <pc:docMk/>
            <pc:sldMk cId="2120586955" sldId="261"/>
            <ac:spMk id="20" creationId="{816DB106-BE51-5745-7FED-C2DEE8D28BD2}"/>
          </ac:spMkLst>
        </pc:spChg>
        <pc:spChg chg="mod">
          <ac:chgData name="adilton junio" userId="66b3fade76ecdf97" providerId="LiveId" clId="{A5E50579-1733-4537-B8F2-65A7B3AAE54E}" dt="2024-07-19T17:36:20.729" v="2171"/>
          <ac:spMkLst>
            <pc:docMk/>
            <pc:sldMk cId="2120586955" sldId="261"/>
            <ac:spMk id="22" creationId="{67D350D9-E6EC-8571-A4AE-931FFBA09CD7}"/>
          </ac:spMkLst>
        </pc:spChg>
        <pc:spChg chg="mod">
          <ac:chgData name="adilton junio" userId="66b3fade76ecdf97" providerId="LiveId" clId="{A5E50579-1733-4537-B8F2-65A7B3AAE54E}" dt="2024-07-19T17:36:20.729" v="2171"/>
          <ac:spMkLst>
            <pc:docMk/>
            <pc:sldMk cId="2120586955" sldId="261"/>
            <ac:spMk id="24" creationId="{CC85AFCF-224F-4492-720A-6FB96A6BDEFD}"/>
          </ac:spMkLst>
        </pc:spChg>
        <pc:spChg chg="mod">
          <ac:chgData name="adilton junio" userId="66b3fade76ecdf97" providerId="LiveId" clId="{A5E50579-1733-4537-B8F2-65A7B3AAE54E}" dt="2024-07-19T17:36:20.729" v="2171"/>
          <ac:spMkLst>
            <pc:docMk/>
            <pc:sldMk cId="2120586955" sldId="261"/>
            <ac:spMk id="27" creationId="{1BA3EBFC-F94A-C7B0-62D6-6924FD7D68FE}"/>
          </ac:spMkLst>
        </pc:spChg>
        <pc:spChg chg="mod">
          <ac:chgData name="adilton junio" userId="66b3fade76ecdf97" providerId="LiveId" clId="{A5E50579-1733-4537-B8F2-65A7B3AAE54E}" dt="2024-07-19T17:36:20.729" v="2171"/>
          <ac:spMkLst>
            <pc:docMk/>
            <pc:sldMk cId="2120586955" sldId="261"/>
            <ac:spMk id="28" creationId="{5F3D84B8-9D9E-BA2D-8EF2-E79FD3758B35}"/>
          </ac:spMkLst>
        </pc:spChg>
        <pc:spChg chg="mod">
          <ac:chgData name="adilton junio" userId="66b3fade76ecdf97" providerId="LiveId" clId="{A5E50579-1733-4537-B8F2-65A7B3AAE54E}" dt="2024-07-19T17:36:20.729" v="2171"/>
          <ac:spMkLst>
            <pc:docMk/>
            <pc:sldMk cId="2120586955" sldId="261"/>
            <ac:spMk id="30" creationId="{385196D8-C44E-3732-0EFB-3B34CBC24280}"/>
          </ac:spMkLst>
        </pc:spChg>
        <pc:spChg chg="mod">
          <ac:chgData name="adilton junio" userId="66b3fade76ecdf97" providerId="LiveId" clId="{A5E50579-1733-4537-B8F2-65A7B3AAE54E}" dt="2024-07-19T17:36:20.729" v="2171"/>
          <ac:spMkLst>
            <pc:docMk/>
            <pc:sldMk cId="2120586955" sldId="261"/>
            <ac:spMk id="31" creationId="{6B77B783-C021-2C6C-DDA5-C379F200D246}"/>
          </ac:spMkLst>
        </pc:spChg>
        <pc:spChg chg="mod">
          <ac:chgData name="adilton junio" userId="66b3fade76ecdf97" providerId="LiveId" clId="{A5E50579-1733-4537-B8F2-65A7B3AAE54E}" dt="2024-07-19T17:36:20.729" v="2171"/>
          <ac:spMkLst>
            <pc:docMk/>
            <pc:sldMk cId="2120586955" sldId="261"/>
            <ac:spMk id="32" creationId="{FE21F7FC-4863-81C9-E435-C827CCEC5B90}"/>
          </ac:spMkLst>
        </pc:spChg>
        <pc:spChg chg="mod">
          <ac:chgData name="adilton junio" userId="66b3fade76ecdf97" providerId="LiveId" clId="{A5E50579-1733-4537-B8F2-65A7B3AAE54E}" dt="2024-07-19T17:36:20.729" v="2171"/>
          <ac:spMkLst>
            <pc:docMk/>
            <pc:sldMk cId="2120586955" sldId="261"/>
            <ac:spMk id="39" creationId="{8DF7A7B7-57EE-58C0-B217-871F5CA78233}"/>
          </ac:spMkLst>
        </pc:spChg>
        <pc:spChg chg="ord">
          <ac:chgData name="adilton junio" userId="66b3fade76ecdf97" providerId="LiveId" clId="{A5E50579-1733-4537-B8F2-65A7B3AAE54E}" dt="2024-07-19T17:35:38.966" v="2143" actId="167"/>
          <ac:spMkLst>
            <pc:docMk/>
            <pc:sldMk cId="2120586955" sldId="261"/>
            <ac:spMk id="114" creationId="{2647D9C4-CF84-8DD7-0786-8D34B5826FFA}"/>
          </ac:spMkLst>
        </pc:spChg>
        <pc:spChg chg="mod">
          <ac:chgData name="adilton junio" userId="66b3fade76ecdf97" providerId="LiveId" clId="{A5E50579-1733-4537-B8F2-65A7B3AAE54E}" dt="2024-07-19T17:35:24.873" v="2138" actId="164"/>
          <ac:spMkLst>
            <pc:docMk/>
            <pc:sldMk cId="2120586955" sldId="261"/>
            <ac:spMk id="171" creationId="{C51584BB-4D20-E7C5-944E-45BA36E0EFDC}"/>
          </ac:spMkLst>
        </pc:spChg>
        <pc:spChg chg="mod">
          <ac:chgData name="adilton junio" userId="66b3fade76ecdf97" providerId="LiveId" clId="{A5E50579-1733-4537-B8F2-65A7B3AAE54E}" dt="2024-07-19T17:35:24.873" v="2138" actId="164"/>
          <ac:spMkLst>
            <pc:docMk/>
            <pc:sldMk cId="2120586955" sldId="261"/>
            <ac:spMk id="172" creationId="{35C0F33A-A1C5-AD0E-E746-D6935B34155E}"/>
          </ac:spMkLst>
        </pc:spChg>
        <pc:spChg chg="mod">
          <ac:chgData name="adilton junio" userId="66b3fade76ecdf97" providerId="LiveId" clId="{A5E50579-1733-4537-B8F2-65A7B3AAE54E}" dt="2024-07-19T17:35:24.873" v="2138" actId="164"/>
          <ac:spMkLst>
            <pc:docMk/>
            <pc:sldMk cId="2120586955" sldId="261"/>
            <ac:spMk id="173" creationId="{7D8493CB-66CC-0911-8C85-BBB3889870F4}"/>
          </ac:spMkLst>
        </pc:spChg>
        <pc:spChg chg="mod">
          <ac:chgData name="adilton junio" userId="66b3fade76ecdf97" providerId="LiveId" clId="{A5E50579-1733-4537-B8F2-65A7B3AAE54E}" dt="2024-07-19T17:35:24.873" v="2138" actId="164"/>
          <ac:spMkLst>
            <pc:docMk/>
            <pc:sldMk cId="2120586955" sldId="261"/>
            <ac:spMk id="174" creationId="{DA770B05-FAB2-2306-FFDF-B422DD0514C5}"/>
          </ac:spMkLst>
        </pc:spChg>
        <pc:grpChg chg="add del mod">
          <ac:chgData name="adilton junio" userId="66b3fade76ecdf97" providerId="LiveId" clId="{A5E50579-1733-4537-B8F2-65A7B3AAE54E}" dt="2024-07-19T17:35:53.645" v="2145" actId="164"/>
          <ac:grpSpMkLst>
            <pc:docMk/>
            <pc:sldMk cId="2120586955" sldId="261"/>
            <ac:grpSpMk id="2" creationId="{CFFE92A4-8BFA-588F-13A1-00A5DBA042ED}"/>
          </ac:grpSpMkLst>
        </pc:grpChg>
        <pc:grpChg chg="add mod">
          <ac:chgData name="adilton junio" userId="66b3fade76ecdf97" providerId="LiveId" clId="{A5E50579-1733-4537-B8F2-65A7B3AAE54E}" dt="2024-07-19T17:36:30.637" v="2180" actId="1038"/>
          <ac:grpSpMkLst>
            <pc:docMk/>
            <pc:sldMk cId="2120586955" sldId="261"/>
            <ac:grpSpMk id="3" creationId="{C451A469-BE3A-2778-EE4C-45422766D9A2}"/>
          </ac:grpSpMkLst>
        </pc:grpChg>
        <pc:grpChg chg="add mod">
          <ac:chgData name="adilton junio" userId="66b3fade76ecdf97" providerId="LiveId" clId="{A5E50579-1733-4537-B8F2-65A7B3AAE54E}" dt="2024-07-19T17:36:30.637" v="2180" actId="1038"/>
          <ac:grpSpMkLst>
            <pc:docMk/>
            <pc:sldMk cId="2120586955" sldId="261"/>
            <ac:grpSpMk id="4" creationId="{11C0E7B8-47FD-7678-3C14-F6CB0833ED6E}"/>
          </ac:grpSpMkLst>
        </pc:grpChg>
        <pc:grpChg chg="mod">
          <ac:chgData name="adilton junio" userId="66b3fade76ecdf97" providerId="LiveId" clId="{A5E50579-1733-4537-B8F2-65A7B3AAE54E}" dt="2024-07-19T17:36:20.729" v="2171"/>
          <ac:grpSpMkLst>
            <pc:docMk/>
            <pc:sldMk cId="2120586955" sldId="261"/>
            <ac:grpSpMk id="5" creationId="{ABE34F35-EB69-DFC8-59B2-D8DD0FBA6B77}"/>
          </ac:grpSpMkLst>
        </pc:grpChg>
        <pc:grpChg chg="mod">
          <ac:chgData name="adilton junio" userId="66b3fade76ecdf97" providerId="LiveId" clId="{A5E50579-1733-4537-B8F2-65A7B3AAE54E}" dt="2024-07-19T17:36:20.729" v="2171"/>
          <ac:grpSpMkLst>
            <pc:docMk/>
            <pc:sldMk cId="2120586955" sldId="261"/>
            <ac:grpSpMk id="9" creationId="{563E4FA9-7897-FEAC-04BF-7C11E895CF73}"/>
          </ac:grpSpMkLst>
        </pc:grpChg>
        <pc:grpChg chg="mod">
          <ac:chgData name="adilton junio" userId="66b3fade76ecdf97" providerId="LiveId" clId="{A5E50579-1733-4537-B8F2-65A7B3AAE54E}" dt="2024-07-19T17:36:20.729" v="2171"/>
          <ac:grpSpMkLst>
            <pc:docMk/>
            <pc:sldMk cId="2120586955" sldId="261"/>
            <ac:grpSpMk id="10" creationId="{AA8CDD33-5B73-B74C-540A-C22844DC3A96}"/>
          </ac:grpSpMkLst>
        </pc:grpChg>
        <pc:grpChg chg="mod">
          <ac:chgData name="adilton junio" userId="66b3fade76ecdf97" providerId="LiveId" clId="{A5E50579-1733-4537-B8F2-65A7B3AAE54E}" dt="2024-07-19T17:36:20.729" v="2171"/>
          <ac:grpSpMkLst>
            <pc:docMk/>
            <pc:sldMk cId="2120586955" sldId="261"/>
            <ac:grpSpMk id="14" creationId="{7666C650-F287-DC5A-028B-E46AAF212EAD}"/>
          </ac:grpSpMkLst>
        </pc:grpChg>
        <pc:grpChg chg="mod">
          <ac:chgData name="adilton junio" userId="66b3fade76ecdf97" providerId="LiveId" clId="{A5E50579-1733-4537-B8F2-65A7B3AAE54E}" dt="2024-07-19T17:36:20.729" v="2171"/>
          <ac:grpSpMkLst>
            <pc:docMk/>
            <pc:sldMk cId="2120586955" sldId="261"/>
            <ac:grpSpMk id="19" creationId="{BB0BDCFC-A485-114B-3CF6-1585CB5641D8}"/>
          </ac:grpSpMkLst>
        </pc:grpChg>
        <pc:grpChg chg="mod">
          <ac:chgData name="adilton junio" userId="66b3fade76ecdf97" providerId="LiveId" clId="{A5E50579-1733-4537-B8F2-65A7B3AAE54E}" dt="2024-07-19T17:36:20.729" v="2171"/>
          <ac:grpSpMkLst>
            <pc:docMk/>
            <pc:sldMk cId="2120586955" sldId="261"/>
            <ac:grpSpMk id="21" creationId="{0935579C-7537-2DA5-2E74-1BADD8C80A22}"/>
          </ac:grpSpMkLst>
        </pc:grpChg>
        <pc:grpChg chg="mod">
          <ac:chgData name="adilton junio" userId="66b3fade76ecdf97" providerId="LiveId" clId="{A5E50579-1733-4537-B8F2-65A7B3AAE54E}" dt="2024-07-19T17:36:20.729" v="2171"/>
          <ac:grpSpMkLst>
            <pc:docMk/>
            <pc:sldMk cId="2120586955" sldId="261"/>
            <ac:grpSpMk id="23" creationId="{CF4208CE-093A-6F8F-EEDE-D914BC3BC641}"/>
          </ac:grpSpMkLst>
        </pc:grpChg>
        <pc:grpChg chg="mod">
          <ac:chgData name="adilton junio" userId="66b3fade76ecdf97" providerId="LiveId" clId="{A5E50579-1733-4537-B8F2-65A7B3AAE54E}" dt="2024-07-19T17:36:20.729" v="2171"/>
          <ac:grpSpMkLst>
            <pc:docMk/>
            <pc:sldMk cId="2120586955" sldId="261"/>
            <ac:grpSpMk id="29" creationId="{98BB86D2-C49B-EAF6-AFAE-CB3E811E7424}"/>
          </ac:grpSpMkLst>
        </pc:grpChg>
        <pc:grpChg chg="mod">
          <ac:chgData name="adilton junio" userId="66b3fade76ecdf97" providerId="LiveId" clId="{A5E50579-1733-4537-B8F2-65A7B3AAE54E}" dt="2024-07-19T17:35:24.873" v="2138" actId="164"/>
          <ac:grpSpMkLst>
            <pc:docMk/>
            <pc:sldMk cId="2120586955" sldId="261"/>
            <ac:grpSpMk id="161" creationId="{7A77D41C-4CC1-B999-2856-B4118C33C414}"/>
          </ac:grpSpMkLst>
        </pc:grpChg>
        <pc:grpChg chg="mod">
          <ac:chgData name="adilton junio" userId="66b3fade76ecdf97" providerId="LiveId" clId="{A5E50579-1733-4537-B8F2-65A7B3AAE54E}" dt="2024-07-19T17:35:24.873" v="2138" actId="164"/>
          <ac:grpSpMkLst>
            <pc:docMk/>
            <pc:sldMk cId="2120586955" sldId="261"/>
            <ac:grpSpMk id="170" creationId="{90E60433-267B-8243-E2C2-ED8592DAF3CF}"/>
          </ac:grpSpMkLst>
        </pc:grpChg>
        <pc:cxnChg chg="mod">
          <ac:chgData name="adilton junio" userId="66b3fade76ecdf97" providerId="LiveId" clId="{A5E50579-1733-4537-B8F2-65A7B3AAE54E}" dt="2024-07-19T17:36:20.729" v="2171"/>
          <ac:cxnSpMkLst>
            <pc:docMk/>
            <pc:sldMk cId="2120586955" sldId="261"/>
            <ac:cxnSpMk id="18" creationId="{37C7592D-E4AD-D2A5-5246-D5F838C7A59A}"/>
          </ac:cxnSpMkLst>
        </pc:cxnChg>
        <pc:cxnChg chg="mod">
          <ac:chgData name="adilton junio" userId="66b3fade76ecdf97" providerId="LiveId" clId="{A5E50579-1733-4537-B8F2-65A7B3AAE54E}" dt="2024-07-19T17:36:20.729" v="2171"/>
          <ac:cxnSpMkLst>
            <pc:docMk/>
            <pc:sldMk cId="2120586955" sldId="261"/>
            <ac:cxnSpMk id="25" creationId="{02FD8D85-C488-1954-87D4-79C0608DB3C8}"/>
          </ac:cxnSpMkLst>
        </pc:cxnChg>
        <pc:cxnChg chg="mod">
          <ac:chgData name="adilton junio" userId="66b3fade76ecdf97" providerId="LiveId" clId="{A5E50579-1733-4537-B8F2-65A7B3AAE54E}" dt="2024-07-19T17:36:20.729" v="2171"/>
          <ac:cxnSpMkLst>
            <pc:docMk/>
            <pc:sldMk cId="2120586955" sldId="261"/>
            <ac:cxnSpMk id="26" creationId="{CFCD3812-D465-3980-833D-4FAFFB1BEF6F}"/>
          </ac:cxnSpMkLst>
        </pc:cxnChg>
        <pc:cxnChg chg="mod">
          <ac:chgData name="adilton junio" userId="66b3fade76ecdf97" providerId="LiveId" clId="{A5E50579-1733-4537-B8F2-65A7B3AAE54E}" dt="2024-07-19T17:36:20.729" v="2171"/>
          <ac:cxnSpMkLst>
            <pc:docMk/>
            <pc:sldMk cId="2120586955" sldId="261"/>
            <ac:cxnSpMk id="33" creationId="{460470A0-ED66-BF2B-C8E6-A301DD1E9059}"/>
          </ac:cxnSpMkLst>
        </pc:cxnChg>
        <pc:cxnChg chg="mod">
          <ac:chgData name="adilton junio" userId="66b3fade76ecdf97" providerId="LiveId" clId="{A5E50579-1733-4537-B8F2-65A7B3AAE54E}" dt="2024-07-19T17:36:20.729" v="2171"/>
          <ac:cxnSpMkLst>
            <pc:docMk/>
            <pc:sldMk cId="2120586955" sldId="261"/>
            <ac:cxnSpMk id="34" creationId="{9E623448-7697-75EA-21A3-018D3FAE2CD6}"/>
          </ac:cxnSpMkLst>
        </pc:cxnChg>
        <pc:cxnChg chg="mod">
          <ac:chgData name="adilton junio" userId="66b3fade76ecdf97" providerId="LiveId" clId="{A5E50579-1733-4537-B8F2-65A7B3AAE54E}" dt="2024-07-19T17:36:20.729" v="2171"/>
          <ac:cxnSpMkLst>
            <pc:docMk/>
            <pc:sldMk cId="2120586955" sldId="261"/>
            <ac:cxnSpMk id="35" creationId="{11302432-473B-ADF8-D41E-C10037D4FB1D}"/>
          </ac:cxnSpMkLst>
        </pc:cxnChg>
        <pc:cxnChg chg="mod">
          <ac:chgData name="adilton junio" userId="66b3fade76ecdf97" providerId="LiveId" clId="{A5E50579-1733-4537-B8F2-65A7B3AAE54E}" dt="2024-07-19T17:36:20.729" v="2171"/>
          <ac:cxnSpMkLst>
            <pc:docMk/>
            <pc:sldMk cId="2120586955" sldId="261"/>
            <ac:cxnSpMk id="36" creationId="{54ACA38B-FB3D-1209-E1EA-727E6879E9A0}"/>
          </ac:cxnSpMkLst>
        </pc:cxnChg>
        <pc:cxnChg chg="mod">
          <ac:chgData name="adilton junio" userId="66b3fade76ecdf97" providerId="LiveId" clId="{A5E50579-1733-4537-B8F2-65A7B3AAE54E}" dt="2024-07-19T17:36:20.729" v="2171"/>
          <ac:cxnSpMkLst>
            <pc:docMk/>
            <pc:sldMk cId="2120586955" sldId="261"/>
            <ac:cxnSpMk id="37" creationId="{0D15B28B-AA4B-7BC2-AF95-1F3579BF5845}"/>
          </ac:cxnSpMkLst>
        </pc:cxnChg>
        <pc:cxnChg chg="mod">
          <ac:chgData name="adilton junio" userId="66b3fade76ecdf97" providerId="LiveId" clId="{A5E50579-1733-4537-B8F2-65A7B3AAE54E}" dt="2024-07-19T17:36:20.729" v="2171"/>
          <ac:cxnSpMkLst>
            <pc:docMk/>
            <pc:sldMk cId="2120586955" sldId="261"/>
            <ac:cxnSpMk id="38" creationId="{C7714202-425B-E056-EF8E-85DDDBA75B17}"/>
          </ac:cxnSpMkLst>
        </pc:cxnChg>
        <pc:cxnChg chg="mod">
          <ac:chgData name="adilton junio" userId="66b3fade76ecdf97" providerId="LiveId" clId="{A5E50579-1733-4537-B8F2-65A7B3AAE54E}" dt="2024-07-19T17:35:33.734" v="2142" actId="478"/>
          <ac:cxnSpMkLst>
            <pc:docMk/>
            <pc:sldMk cId="2120586955" sldId="261"/>
            <ac:cxnSpMk id="80" creationId="{B4229E36-1A6F-F82B-A7D3-D1680F8A4231}"/>
          </ac:cxnSpMkLst>
        </pc:cxnChg>
        <pc:cxnChg chg="mod">
          <ac:chgData name="adilton junio" userId="66b3fade76ecdf97" providerId="LiveId" clId="{A5E50579-1733-4537-B8F2-65A7B3AAE54E}" dt="2024-07-19T17:35:33.734" v="2142" actId="478"/>
          <ac:cxnSpMkLst>
            <pc:docMk/>
            <pc:sldMk cId="2120586955" sldId="261"/>
            <ac:cxnSpMk id="105" creationId="{8408FE9A-8149-ECE9-612F-1F94EB82BB5C}"/>
          </ac:cxnSpMkLst>
        </pc:cxnChg>
        <pc:cxnChg chg="mod">
          <ac:chgData name="adilton junio" userId="66b3fade76ecdf97" providerId="LiveId" clId="{A5E50579-1733-4537-B8F2-65A7B3AAE54E}" dt="2024-07-19T17:35:33.734" v="2142" actId="478"/>
          <ac:cxnSpMkLst>
            <pc:docMk/>
            <pc:sldMk cId="2120586955" sldId="261"/>
            <ac:cxnSpMk id="136" creationId="{7B892499-E20F-CABF-04F5-8C9C8242FE7D}"/>
          </ac:cxnSpMkLst>
        </pc:cxnChg>
        <pc:cxnChg chg="mod">
          <ac:chgData name="adilton junio" userId="66b3fade76ecdf97" providerId="LiveId" clId="{A5E50579-1733-4537-B8F2-65A7B3AAE54E}" dt="2024-07-19T17:35:33.734" v="2142" actId="478"/>
          <ac:cxnSpMkLst>
            <pc:docMk/>
            <pc:sldMk cId="2120586955" sldId="261"/>
            <ac:cxnSpMk id="138" creationId="{945A3A09-56EB-FB27-4F59-D3F1AD729F9D}"/>
          </ac:cxnSpMkLst>
        </pc:cxnChg>
        <pc:cxnChg chg="mod">
          <ac:chgData name="adilton junio" userId="66b3fade76ecdf97" providerId="LiveId" clId="{A5E50579-1733-4537-B8F2-65A7B3AAE54E}" dt="2024-07-19T17:35:33.734" v="2142" actId="478"/>
          <ac:cxnSpMkLst>
            <pc:docMk/>
            <pc:sldMk cId="2120586955" sldId="261"/>
            <ac:cxnSpMk id="162" creationId="{B4C37EF6-10E4-8345-A7B2-37DE85F8F0A0}"/>
          </ac:cxnSpMkLst>
        </pc:cxnChg>
      </pc:sldChg>
      <pc:sldChg chg="addSp delSp modSp del mod">
        <pc:chgData name="adilton junio" userId="66b3fade76ecdf97" providerId="LiveId" clId="{A5E50579-1733-4537-B8F2-65A7B3AAE54E}" dt="2024-07-19T17:36:32.860" v="2181" actId="47"/>
        <pc:sldMkLst>
          <pc:docMk/>
          <pc:sldMk cId="3045026756" sldId="262"/>
        </pc:sldMkLst>
        <pc:spChg chg="mod">
          <ac:chgData name="adilton junio" userId="66b3fade76ecdf97" providerId="LiveId" clId="{A5E50579-1733-4537-B8F2-65A7B3AAE54E}" dt="2024-07-19T17:36:09.140" v="2165" actId="164"/>
          <ac:spMkLst>
            <pc:docMk/>
            <pc:sldMk cId="3045026756" sldId="262"/>
            <ac:spMk id="13" creationId="{5FE68206-7DAC-58F0-27D4-2EF657CA7E6E}"/>
          </ac:spMkLst>
        </pc:spChg>
        <pc:spChg chg="mod">
          <ac:chgData name="adilton junio" userId="66b3fade76ecdf97" providerId="LiveId" clId="{A5E50579-1733-4537-B8F2-65A7B3AAE54E}" dt="2024-07-19T17:36:15.805" v="2168" actId="164"/>
          <ac:spMkLst>
            <pc:docMk/>
            <pc:sldMk cId="3045026756" sldId="262"/>
            <ac:spMk id="14" creationId="{B46706F1-6102-28EC-5B77-F107FE9C4E6D}"/>
          </ac:spMkLst>
        </pc:spChg>
        <pc:spChg chg="mod">
          <ac:chgData name="adilton junio" userId="66b3fade76ecdf97" providerId="LiveId" clId="{A5E50579-1733-4537-B8F2-65A7B3AAE54E}" dt="2024-07-19T17:36:15.805" v="2168" actId="164"/>
          <ac:spMkLst>
            <pc:docMk/>
            <pc:sldMk cId="3045026756" sldId="262"/>
            <ac:spMk id="16" creationId="{793C0E1B-39CC-21A2-8DBA-8A17C20A74DC}"/>
          </ac:spMkLst>
        </pc:spChg>
        <pc:grpChg chg="add del mod">
          <ac:chgData name="adilton junio" userId="66b3fade76ecdf97" providerId="LiveId" clId="{A5E50579-1733-4537-B8F2-65A7B3AAE54E}" dt="2024-07-19T17:36:15.805" v="2168" actId="164"/>
          <ac:grpSpMkLst>
            <pc:docMk/>
            <pc:sldMk cId="3045026756" sldId="262"/>
            <ac:grpSpMk id="2" creationId="{B11CE64E-2044-D3D8-AD6C-2F3FA62A15FC}"/>
          </ac:grpSpMkLst>
        </pc:grpChg>
        <pc:grpChg chg="add del mod">
          <ac:chgData name="adilton junio" userId="66b3fade76ecdf97" providerId="LiveId" clId="{A5E50579-1733-4537-B8F2-65A7B3AAE54E}" dt="2024-07-19T17:36:18.462" v="2170" actId="478"/>
          <ac:grpSpMkLst>
            <pc:docMk/>
            <pc:sldMk cId="3045026756" sldId="262"/>
            <ac:grpSpMk id="8" creationId="{4040E75A-64BA-A7C9-16E2-4B869B0C2808}"/>
          </ac:grpSpMkLst>
        </pc:grpChg>
        <pc:grpChg chg="mod">
          <ac:chgData name="adilton junio" userId="66b3fade76ecdf97" providerId="LiveId" clId="{A5E50579-1733-4537-B8F2-65A7B3AAE54E}" dt="2024-07-19T17:36:09.140" v="2165" actId="164"/>
          <ac:grpSpMkLst>
            <pc:docMk/>
            <pc:sldMk cId="3045026756" sldId="262"/>
            <ac:grpSpMk id="15" creationId="{15DF5F09-A499-CB53-1384-90FBA640E26C}"/>
          </ac:grpSpMkLst>
        </pc:grpChg>
        <pc:grpChg chg="mod">
          <ac:chgData name="adilton junio" userId="66b3fade76ecdf97" providerId="LiveId" clId="{A5E50579-1733-4537-B8F2-65A7B3AAE54E}" dt="2024-07-19T17:36:09.140" v="2165" actId="164"/>
          <ac:grpSpMkLst>
            <pc:docMk/>
            <pc:sldMk cId="3045026756" sldId="262"/>
            <ac:grpSpMk id="161" creationId="{7A77D41C-4CC1-B999-2856-B4118C33C414}"/>
          </ac:grpSpMkLst>
        </pc:grpChg>
        <pc:cxnChg chg="mod">
          <ac:chgData name="adilton junio" userId="66b3fade76ecdf97" providerId="LiveId" clId="{A5E50579-1733-4537-B8F2-65A7B3AAE54E}" dt="2024-07-19T17:36:18.462" v="2170" actId="478"/>
          <ac:cxnSpMkLst>
            <pc:docMk/>
            <pc:sldMk cId="3045026756" sldId="262"/>
            <ac:cxnSpMk id="7" creationId="{A9E49643-9481-0FA9-4F46-BAEDEEC93C6C}"/>
          </ac:cxnSpMkLst>
        </pc:cxnChg>
        <pc:cxnChg chg="mod">
          <ac:chgData name="adilton junio" userId="66b3fade76ecdf97" providerId="LiveId" clId="{A5E50579-1733-4537-B8F2-65A7B3AAE54E}" dt="2024-07-19T17:36:18.462" v="2170" actId="478"/>
          <ac:cxnSpMkLst>
            <pc:docMk/>
            <pc:sldMk cId="3045026756" sldId="262"/>
            <ac:cxnSpMk id="80" creationId="{B4229E36-1A6F-F82B-A7D3-D1680F8A4231}"/>
          </ac:cxnSpMkLst>
        </pc:cxnChg>
        <pc:cxnChg chg="mod">
          <ac:chgData name="adilton junio" userId="66b3fade76ecdf97" providerId="LiveId" clId="{A5E50579-1733-4537-B8F2-65A7B3AAE54E}" dt="2024-07-19T17:36:18.462" v="2170" actId="478"/>
          <ac:cxnSpMkLst>
            <pc:docMk/>
            <pc:sldMk cId="3045026756" sldId="262"/>
            <ac:cxnSpMk id="105" creationId="{8408FE9A-8149-ECE9-612F-1F94EB82BB5C}"/>
          </ac:cxnSpMkLst>
        </pc:cxnChg>
        <pc:cxnChg chg="mod">
          <ac:chgData name="adilton junio" userId="66b3fade76ecdf97" providerId="LiveId" clId="{A5E50579-1733-4537-B8F2-65A7B3AAE54E}" dt="2024-07-19T17:36:18.462" v="2170" actId="478"/>
          <ac:cxnSpMkLst>
            <pc:docMk/>
            <pc:sldMk cId="3045026756" sldId="262"/>
            <ac:cxnSpMk id="136" creationId="{7B892499-E20F-CABF-04F5-8C9C8242FE7D}"/>
          </ac:cxnSpMkLst>
        </pc:cxnChg>
        <pc:cxnChg chg="mod">
          <ac:chgData name="adilton junio" userId="66b3fade76ecdf97" providerId="LiveId" clId="{A5E50579-1733-4537-B8F2-65A7B3AAE54E}" dt="2024-07-19T17:36:18.462" v="2170" actId="478"/>
          <ac:cxnSpMkLst>
            <pc:docMk/>
            <pc:sldMk cId="3045026756" sldId="262"/>
            <ac:cxnSpMk id="138" creationId="{945A3A09-56EB-FB27-4F59-D3F1AD729F9D}"/>
          </ac:cxnSpMkLst>
        </pc:cxnChg>
      </pc:sldChg>
      <pc:sldChg chg="del">
        <pc:chgData name="adilton junio" userId="66b3fade76ecdf97" providerId="LiveId" clId="{A5E50579-1733-4537-B8F2-65A7B3AAE54E}" dt="2024-07-22T13:02:31.670" v="4636" actId="47"/>
        <pc:sldMkLst>
          <pc:docMk/>
          <pc:sldMk cId="636562131" sldId="264"/>
        </pc:sldMkLst>
      </pc:sldChg>
      <pc:sldChg chg="modSp mod">
        <pc:chgData name="adilton junio" userId="66b3fade76ecdf97" providerId="LiveId" clId="{A5E50579-1733-4537-B8F2-65A7B3AAE54E}" dt="2024-07-26T20:05:15.752" v="6718" actId="6549"/>
        <pc:sldMkLst>
          <pc:docMk/>
          <pc:sldMk cId="2475942690" sldId="270"/>
        </pc:sldMkLst>
        <pc:spChg chg="mod">
          <ac:chgData name="adilton junio" userId="66b3fade76ecdf97" providerId="LiveId" clId="{A5E50579-1733-4537-B8F2-65A7B3AAE54E}" dt="2024-07-26T20:05:15.752" v="6718" actId="6549"/>
          <ac:spMkLst>
            <pc:docMk/>
            <pc:sldMk cId="2475942690" sldId="270"/>
            <ac:spMk id="94" creationId="{D1D8FCDA-4632-6080-1621-67CDF796C564}"/>
          </ac:spMkLst>
        </pc:spChg>
      </pc:sldChg>
      <pc:sldChg chg="addSp modSp mod">
        <pc:chgData name="adilton junio" userId="66b3fade76ecdf97" providerId="LiveId" clId="{A5E50579-1733-4537-B8F2-65A7B3AAE54E}" dt="2024-07-26T14:45:47.012" v="5535" actId="113"/>
        <pc:sldMkLst>
          <pc:docMk/>
          <pc:sldMk cId="1630422409" sldId="274"/>
        </pc:sldMkLst>
        <pc:spChg chg="add mod">
          <ac:chgData name="adilton junio" userId="66b3fade76ecdf97" providerId="LiveId" clId="{A5E50579-1733-4537-B8F2-65A7B3AAE54E}" dt="2024-07-19T22:24:32.764" v="4305" actId="404"/>
          <ac:spMkLst>
            <pc:docMk/>
            <pc:sldMk cId="1630422409" sldId="274"/>
            <ac:spMk id="3" creationId="{FCD853C1-2A6A-7471-70BB-99A945358877}"/>
          </ac:spMkLst>
        </pc:spChg>
        <pc:spChg chg="mod">
          <ac:chgData name="adilton junio" userId="66b3fade76ecdf97" providerId="LiveId" clId="{A5E50579-1733-4537-B8F2-65A7B3AAE54E}" dt="2024-07-26T14:45:47.012" v="5535" actId="113"/>
          <ac:spMkLst>
            <pc:docMk/>
            <pc:sldMk cId="1630422409" sldId="274"/>
            <ac:spMk id="73" creationId="{65843819-16A7-23E6-11AF-74F186A3000C}"/>
          </ac:spMkLst>
        </pc:spChg>
      </pc:sldChg>
      <pc:sldChg chg="addSp modSp mod">
        <pc:chgData name="adilton junio" userId="66b3fade76ecdf97" providerId="LiveId" clId="{A5E50579-1733-4537-B8F2-65A7B3AAE54E}" dt="2024-07-19T22:24:36.447" v="4308" actId="1037"/>
        <pc:sldMkLst>
          <pc:docMk/>
          <pc:sldMk cId="473031735" sldId="275"/>
        </pc:sldMkLst>
        <pc:spChg chg="add mod">
          <ac:chgData name="adilton junio" userId="66b3fade76ecdf97" providerId="LiveId" clId="{A5E50579-1733-4537-B8F2-65A7B3AAE54E}" dt="2024-07-19T22:24:36.447" v="4308" actId="1037"/>
          <ac:spMkLst>
            <pc:docMk/>
            <pc:sldMk cId="473031735" sldId="275"/>
            <ac:spMk id="5" creationId="{63263A39-3A4A-223D-12B9-2C6A2E4C821B}"/>
          </ac:spMkLst>
        </pc:spChg>
      </pc:sldChg>
      <pc:sldChg chg="addSp modSp mod">
        <pc:chgData name="adilton junio" userId="66b3fade76ecdf97" providerId="LiveId" clId="{A5E50579-1733-4537-B8F2-65A7B3AAE54E}" dt="2024-07-19T22:24:29.621" v="4304" actId="404"/>
        <pc:sldMkLst>
          <pc:docMk/>
          <pc:sldMk cId="2749496167" sldId="276"/>
        </pc:sldMkLst>
        <pc:spChg chg="mod">
          <ac:chgData name="adilton junio" userId="66b3fade76ecdf97" providerId="LiveId" clId="{A5E50579-1733-4537-B8F2-65A7B3AAE54E}" dt="2024-07-19T19:38:24.364" v="2213" actId="114"/>
          <ac:spMkLst>
            <pc:docMk/>
            <pc:sldMk cId="2749496167" sldId="276"/>
            <ac:spMk id="11" creationId="{66802B92-6147-8246-DAFF-70970DA63A8A}"/>
          </ac:spMkLst>
        </pc:spChg>
        <pc:spChg chg="add mod">
          <ac:chgData name="adilton junio" userId="66b3fade76ecdf97" providerId="LiveId" clId="{A5E50579-1733-4537-B8F2-65A7B3AAE54E}" dt="2024-07-19T22:24:29.621" v="4304" actId="404"/>
          <ac:spMkLst>
            <pc:docMk/>
            <pc:sldMk cId="2749496167" sldId="276"/>
            <ac:spMk id="15" creationId="{8CD82189-DC25-C31F-6720-1BB13040DA89}"/>
          </ac:spMkLst>
        </pc:spChg>
      </pc:sldChg>
      <pc:sldChg chg="addSp modSp mod">
        <pc:chgData name="adilton junio" userId="66b3fade76ecdf97" providerId="LiveId" clId="{A5E50579-1733-4537-B8F2-65A7B3AAE54E}" dt="2024-07-19T22:24:26.478" v="4303" actId="404"/>
        <pc:sldMkLst>
          <pc:docMk/>
          <pc:sldMk cId="518384142" sldId="277"/>
        </pc:sldMkLst>
        <pc:spChg chg="add mod">
          <ac:chgData name="adilton junio" userId="66b3fade76ecdf97" providerId="LiveId" clId="{A5E50579-1733-4537-B8F2-65A7B3AAE54E}" dt="2024-07-19T22:24:26.478" v="4303" actId="404"/>
          <ac:spMkLst>
            <pc:docMk/>
            <pc:sldMk cId="518384142" sldId="277"/>
            <ac:spMk id="7" creationId="{3075CA50-8CE0-7E74-29C9-CEAA40519F92}"/>
          </ac:spMkLst>
        </pc:spChg>
      </pc:sldChg>
      <pc:sldChg chg="addSp modSp mod">
        <pc:chgData name="adilton junio" userId="66b3fade76ecdf97" providerId="LiveId" clId="{A5E50579-1733-4537-B8F2-65A7B3AAE54E}" dt="2024-07-26T15:59:31.914" v="6017" actId="20577"/>
        <pc:sldMkLst>
          <pc:docMk/>
          <pc:sldMk cId="4288203392" sldId="278"/>
        </pc:sldMkLst>
        <pc:spChg chg="add mod">
          <ac:chgData name="adilton junio" userId="66b3fade76ecdf97" providerId="LiveId" clId="{A5E50579-1733-4537-B8F2-65A7B3AAE54E}" dt="2024-07-19T22:24:17.179" v="4300" actId="404"/>
          <ac:spMkLst>
            <pc:docMk/>
            <pc:sldMk cId="4288203392" sldId="278"/>
            <ac:spMk id="10" creationId="{28159DE5-800D-81D3-82D1-7C41B2419835}"/>
          </ac:spMkLst>
        </pc:spChg>
        <pc:spChg chg="mod">
          <ac:chgData name="adilton junio" userId="66b3fade76ecdf97" providerId="LiveId" clId="{A5E50579-1733-4537-B8F2-65A7B3AAE54E}" dt="2024-07-26T15:59:31.914" v="6017" actId="20577"/>
          <ac:spMkLst>
            <pc:docMk/>
            <pc:sldMk cId="4288203392" sldId="278"/>
            <ac:spMk id="28" creationId="{A15C927B-3422-F1A0-EEB8-DBA02555C9B5}"/>
          </ac:spMkLst>
        </pc:spChg>
      </pc:sldChg>
      <pc:sldChg chg="modSp mod">
        <pc:chgData name="adilton junio" userId="66b3fade76ecdf97" providerId="LiveId" clId="{A5E50579-1733-4537-B8F2-65A7B3AAE54E}" dt="2024-07-26T20:09:01.221" v="6719" actId="14100"/>
        <pc:sldMkLst>
          <pc:docMk/>
          <pc:sldMk cId="3354174528" sldId="279"/>
        </pc:sldMkLst>
        <pc:spChg chg="mod">
          <ac:chgData name="adilton junio" userId="66b3fade76ecdf97" providerId="LiveId" clId="{A5E50579-1733-4537-B8F2-65A7B3AAE54E}" dt="2024-07-26T20:09:01.221" v="6719" actId="14100"/>
          <ac:spMkLst>
            <pc:docMk/>
            <pc:sldMk cId="3354174528" sldId="279"/>
            <ac:spMk id="53" creationId="{9BC13F89-A614-8E97-21B6-C1B2DD8295AA}"/>
          </ac:spMkLst>
        </pc:spChg>
      </pc:sldChg>
      <pc:sldChg chg="addSp modSp mod">
        <pc:chgData name="adilton junio" userId="66b3fade76ecdf97" providerId="LiveId" clId="{A5E50579-1733-4537-B8F2-65A7B3AAE54E}" dt="2024-07-19T22:24:10.887" v="4299" actId="404"/>
        <pc:sldMkLst>
          <pc:docMk/>
          <pc:sldMk cId="2053630702" sldId="281"/>
        </pc:sldMkLst>
        <pc:spChg chg="add mod">
          <ac:chgData name="adilton junio" userId="66b3fade76ecdf97" providerId="LiveId" clId="{A5E50579-1733-4537-B8F2-65A7B3AAE54E}" dt="2024-07-19T22:24:10.887" v="4299" actId="404"/>
          <ac:spMkLst>
            <pc:docMk/>
            <pc:sldMk cId="2053630702" sldId="281"/>
            <ac:spMk id="14" creationId="{1D3744D2-3268-3825-E90C-D882D5915201}"/>
          </ac:spMkLst>
        </pc:spChg>
      </pc:sldChg>
      <pc:sldChg chg="addSp modSp mod">
        <pc:chgData name="adilton junio" userId="66b3fade76ecdf97" providerId="LiveId" clId="{A5E50579-1733-4537-B8F2-65A7B3AAE54E}" dt="2024-07-19T22:24:06.806" v="4298" actId="404"/>
        <pc:sldMkLst>
          <pc:docMk/>
          <pc:sldMk cId="709303475" sldId="282"/>
        </pc:sldMkLst>
        <pc:spChg chg="add mod">
          <ac:chgData name="adilton junio" userId="66b3fade76ecdf97" providerId="LiveId" clId="{A5E50579-1733-4537-B8F2-65A7B3AAE54E}" dt="2024-07-19T22:24:06.806" v="4298" actId="404"/>
          <ac:spMkLst>
            <pc:docMk/>
            <pc:sldMk cId="709303475" sldId="282"/>
            <ac:spMk id="3" creationId="{D6E2BBEE-A50B-3756-DF69-8E4189A5A928}"/>
          </ac:spMkLst>
        </pc:spChg>
      </pc:sldChg>
      <pc:sldChg chg="addSp modSp mod">
        <pc:chgData name="adilton junio" userId="66b3fade76ecdf97" providerId="LiveId" clId="{A5E50579-1733-4537-B8F2-65A7B3AAE54E}" dt="2024-07-26T17:15:14.328" v="6331" actId="1036"/>
        <pc:sldMkLst>
          <pc:docMk/>
          <pc:sldMk cId="1493695729" sldId="283"/>
        </pc:sldMkLst>
        <pc:spChg chg="add mod">
          <ac:chgData name="adilton junio" userId="66b3fade76ecdf97" providerId="LiveId" clId="{A5E50579-1733-4537-B8F2-65A7B3AAE54E}" dt="2024-07-19T22:24:03.163" v="4297" actId="404"/>
          <ac:spMkLst>
            <pc:docMk/>
            <pc:sldMk cId="1493695729" sldId="283"/>
            <ac:spMk id="3" creationId="{ECEB0223-961C-9ED0-FE6E-DB237DC6B2CE}"/>
          </ac:spMkLst>
        </pc:spChg>
        <pc:spChg chg="mod">
          <ac:chgData name="adilton junio" userId="66b3fade76ecdf97" providerId="LiveId" clId="{A5E50579-1733-4537-B8F2-65A7B3AAE54E}" dt="2024-07-19T20:40:44.948" v="2891" actId="14100"/>
          <ac:spMkLst>
            <pc:docMk/>
            <pc:sldMk cId="1493695729" sldId="283"/>
            <ac:spMk id="46" creationId="{6CE3F873-CFD4-78FC-4F2E-CB254F51C454}"/>
          </ac:spMkLst>
        </pc:spChg>
        <pc:spChg chg="mod">
          <ac:chgData name="adilton junio" userId="66b3fade76ecdf97" providerId="LiveId" clId="{A5E50579-1733-4537-B8F2-65A7B3AAE54E}" dt="2024-07-26T17:15:08.875" v="6329" actId="1036"/>
          <ac:spMkLst>
            <pc:docMk/>
            <pc:sldMk cId="1493695729" sldId="283"/>
            <ac:spMk id="47" creationId="{8F3CC78F-F5C4-6AD3-67A2-893E206B51FF}"/>
          </ac:spMkLst>
        </pc:spChg>
        <pc:spChg chg="mod">
          <ac:chgData name="adilton junio" userId="66b3fade76ecdf97" providerId="LiveId" clId="{A5E50579-1733-4537-B8F2-65A7B3AAE54E}" dt="2024-07-26T17:13:42.170" v="6322" actId="404"/>
          <ac:spMkLst>
            <pc:docMk/>
            <pc:sldMk cId="1493695729" sldId="283"/>
            <ac:spMk id="49" creationId="{74F00A24-348B-E5A7-2721-AE25A6F8FA34}"/>
          </ac:spMkLst>
        </pc:spChg>
        <pc:spChg chg="mod">
          <ac:chgData name="adilton junio" userId="66b3fade76ecdf97" providerId="LiveId" clId="{A5E50579-1733-4537-B8F2-65A7B3AAE54E}" dt="2024-07-26T17:13:45.489" v="6323" actId="14100"/>
          <ac:spMkLst>
            <pc:docMk/>
            <pc:sldMk cId="1493695729" sldId="283"/>
            <ac:spMk id="51" creationId="{D7410D5C-FA9C-5B17-2578-7758DA61F673}"/>
          </ac:spMkLst>
        </pc:spChg>
        <pc:spChg chg="mod">
          <ac:chgData name="adilton junio" userId="66b3fade76ecdf97" providerId="LiveId" clId="{A5E50579-1733-4537-B8F2-65A7B3AAE54E}" dt="2024-07-19T20:36:55.544" v="2674" actId="14100"/>
          <ac:spMkLst>
            <pc:docMk/>
            <pc:sldMk cId="1493695729" sldId="283"/>
            <ac:spMk id="52" creationId="{8D68BDB9-6218-01C7-DCF0-ABD8AB5002F4}"/>
          </ac:spMkLst>
        </pc:spChg>
        <pc:spChg chg="mod">
          <ac:chgData name="adilton junio" userId="66b3fade76ecdf97" providerId="LiveId" clId="{A5E50579-1733-4537-B8F2-65A7B3AAE54E}" dt="2024-07-26T17:15:14.328" v="6331" actId="1036"/>
          <ac:spMkLst>
            <pc:docMk/>
            <pc:sldMk cId="1493695729" sldId="283"/>
            <ac:spMk id="60" creationId="{BAFC1A89-B747-BA6C-AE26-BE7AE41FEF49}"/>
          </ac:spMkLst>
        </pc:spChg>
        <pc:grpChg chg="add mod">
          <ac:chgData name="adilton junio" userId="66b3fade76ecdf97" providerId="LiveId" clId="{A5E50579-1733-4537-B8F2-65A7B3AAE54E}" dt="2024-07-26T17:15:08.875" v="6329" actId="1036"/>
          <ac:grpSpMkLst>
            <pc:docMk/>
            <pc:sldMk cId="1493695729" sldId="283"/>
            <ac:grpSpMk id="5" creationId="{C2D72D7D-6594-8519-12DC-7CC8AC0EBBDA}"/>
          </ac:grpSpMkLst>
        </pc:grpChg>
      </pc:sldChg>
      <pc:sldChg chg="addSp delSp modSp mod">
        <pc:chgData name="adilton junio" userId="66b3fade76ecdf97" providerId="LiveId" clId="{A5E50579-1733-4537-B8F2-65A7B3AAE54E}" dt="2024-07-19T22:23:59.303" v="4296" actId="404"/>
        <pc:sldMkLst>
          <pc:docMk/>
          <pc:sldMk cId="3344201209" sldId="284"/>
        </pc:sldMkLst>
        <pc:spChg chg="mod">
          <ac:chgData name="adilton junio" userId="66b3fade76ecdf97" providerId="LiveId" clId="{A5E50579-1733-4537-B8F2-65A7B3AAE54E}" dt="2024-07-18T23:49:28.191" v="1053" actId="1036"/>
          <ac:spMkLst>
            <pc:docMk/>
            <pc:sldMk cId="3344201209" sldId="284"/>
            <ac:spMk id="10" creationId="{A48A82B7-2AE7-1327-4758-03E3006072A0}"/>
          </ac:spMkLst>
        </pc:spChg>
        <pc:spChg chg="mod">
          <ac:chgData name="adilton junio" userId="66b3fade76ecdf97" providerId="LiveId" clId="{A5E50579-1733-4537-B8F2-65A7B3AAE54E}" dt="2024-07-19T15:18:40.131" v="1620" actId="1036"/>
          <ac:spMkLst>
            <pc:docMk/>
            <pc:sldMk cId="3344201209" sldId="284"/>
            <ac:spMk id="11" creationId="{4F7749DF-A98E-05E9-2ED9-4D65FDA731AD}"/>
          </ac:spMkLst>
        </pc:spChg>
        <pc:spChg chg="add del mod">
          <ac:chgData name="adilton junio" userId="66b3fade76ecdf97" providerId="LiveId" clId="{A5E50579-1733-4537-B8F2-65A7B3AAE54E}" dt="2024-07-18T22:44:32.045" v="28" actId="478"/>
          <ac:spMkLst>
            <pc:docMk/>
            <pc:sldMk cId="3344201209" sldId="284"/>
            <ac:spMk id="12" creationId="{E15589E0-6227-A7CC-1A6C-E1A70A14E40D}"/>
          </ac:spMkLst>
        </pc:spChg>
        <pc:spChg chg="add mod">
          <ac:chgData name="adilton junio" userId="66b3fade76ecdf97" providerId="LiveId" clId="{A5E50579-1733-4537-B8F2-65A7B3AAE54E}" dt="2024-07-19T22:23:59.303" v="4296" actId="404"/>
          <ac:spMkLst>
            <pc:docMk/>
            <pc:sldMk cId="3344201209" sldId="284"/>
            <ac:spMk id="13" creationId="{68997FA5-A91D-0242-EA20-777EEF54C76F}"/>
          </ac:spMkLst>
        </pc:spChg>
        <pc:spChg chg="add mod">
          <ac:chgData name="adilton junio" userId="66b3fade76ecdf97" providerId="LiveId" clId="{A5E50579-1733-4537-B8F2-65A7B3AAE54E}" dt="2024-07-18T23:42:49.834" v="950"/>
          <ac:spMkLst>
            <pc:docMk/>
            <pc:sldMk cId="3344201209" sldId="284"/>
            <ac:spMk id="14" creationId="{A77A5A15-D327-B758-9874-6DEB36272828}"/>
          </ac:spMkLst>
        </pc:spChg>
        <pc:spChg chg="add del mod">
          <ac:chgData name="adilton junio" userId="66b3fade76ecdf97" providerId="LiveId" clId="{A5E50579-1733-4537-B8F2-65A7B3AAE54E}" dt="2024-07-18T23:43:53.113" v="978" actId="478"/>
          <ac:spMkLst>
            <pc:docMk/>
            <pc:sldMk cId="3344201209" sldId="284"/>
            <ac:spMk id="15" creationId="{BC076000-D5D0-16F5-60CA-A3E02D4F3F8E}"/>
          </ac:spMkLst>
        </pc:spChg>
        <pc:spChg chg="add del mod">
          <ac:chgData name="adilton junio" userId="66b3fade76ecdf97" providerId="LiveId" clId="{A5E50579-1733-4537-B8F2-65A7B3AAE54E}" dt="2024-07-18T23:43:52.666" v="977" actId="478"/>
          <ac:spMkLst>
            <pc:docMk/>
            <pc:sldMk cId="3344201209" sldId="284"/>
            <ac:spMk id="16" creationId="{E38F0745-BAE3-0FE0-A7B9-3A059A48C4CC}"/>
          </ac:spMkLst>
        </pc:spChg>
        <pc:spChg chg="mod">
          <ac:chgData name="adilton junio" userId="66b3fade76ecdf97" providerId="LiveId" clId="{A5E50579-1733-4537-B8F2-65A7B3AAE54E}" dt="2024-07-19T15:18:39.068" v="1616" actId="1036"/>
          <ac:spMkLst>
            <pc:docMk/>
            <pc:sldMk cId="3344201209" sldId="284"/>
            <ac:spMk id="46" creationId="{6CE3F873-CFD4-78FC-4F2E-CB254F51C454}"/>
          </ac:spMkLst>
        </pc:spChg>
        <pc:spChg chg="mod">
          <ac:chgData name="adilton junio" userId="66b3fade76ecdf97" providerId="LiveId" clId="{A5E50579-1733-4537-B8F2-65A7B3AAE54E}" dt="2024-07-19T17:31:20.410" v="2128" actId="6549"/>
          <ac:spMkLst>
            <pc:docMk/>
            <pc:sldMk cId="3344201209" sldId="284"/>
            <ac:spMk id="70" creationId="{78B341C4-2B1A-F076-C254-B6068E0B7310}"/>
          </ac:spMkLst>
        </pc:spChg>
        <pc:spChg chg="mod">
          <ac:chgData name="adilton junio" userId="66b3fade76ecdf97" providerId="LiveId" clId="{A5E50579-1733-4537-B8F2-65A7B3AAE54E}" dt="2024-07-19T17:30:58.805" v="2127" actId="20577"/>
          <ac:spMkLst>
            <pc:docMk/>
            <pc:sldMk cId="3344201209" sldId="284"/>
            <ac:spMk id="92" creationId="{389AD4BA-DE4A-1658-2487-F94C2EEF6666}"/>
          </ac:spMkLst>
        </pc:spChg>
      </pc:sldChg>
      <pc:sldChg chg="addSp delSp modSp add mod">
        <pc:chgData name="adilton junio" userId="66b3fade76ecdf97" providerId="LiveId" clId="{A5E50579-1733-4537-B8F2-65A7B3AAE54E}" dt="2024-07-19T20:37:13.603" v="2678" actId="20577"/>
        <pc:sldMkLst>
          <pc:docMk/>
          <pc:sldMk cId="622350872" sldId="285"/>
        </pc:sldMkLst>
        <pc:spChg chg="add mod">
          <ac:chgData name="adilton junio" userId="66b3fade76ecdf97" providerId="LiveId" clId="{A5E50579-1733-4537-B8F2-65A7B3AAE54E}" dt="2024-07-19T12:29:14.491" v="1250" actId="164"/>
          <ac:spMkLst>
            <pc:docMk/>
            <pc:sldMk cId="622350872" sldId="285"/>
            <ac:spMk id="3" creationId="{AE1132F3-0568-FB04-5E3C-650CE6BC353F}"/>
          </ac:spMkLst>
        </pc:spChg>
        <pc:spChg chg="add del">
          <ac:chgData name="adilton junio" userId="66b3fade76ecdf97" providerId="LiveId" clId="{A5E50579-1733-4537-B8F2-65A7B3AAE54E}" dt="2024-07-18T22:53:52.304" v="325" actId="22"/>
          <ac:spMkLst>
            <pc:docMk/>
            <pc:sldMk cId="622350872" sldId="285"/>
            <ac:spMk id="5" creationId="{A9DB034C-2191-12D9-E4E7-F440F3C61F13}"/>
          </ac:spMkLst>
        </pc:spChg>
        <pc:spChg chg="add mod">
          <ac:chgData name="adilton junio" userId="66b3fade76ecdf97" providerId="LiveId" clId="{A5E50579-1733-4537-B8F2-65A7B3AAE54E}" dt="2024-07-19T12:29:14.491" v="1250" actId="164"/>
          <ac:spMkLst>
            <pc:docMk/>
            <pc:sldMk cId="622350872" sldId="285"/>
            <ac:spMk id="5" creationId="{FA0DE217-5034-C2BF-91C2-97286057E092}"/>
          </ac:spMkLst>
        </pc:spChg>
        <pc:spChg chg="add del mod">
          <ac:chgData name="adilton junio" userId="66b3fade76ecdf97" providerId="LiveId" clId="{A5E50579-1733-4537-B8F2-65A7B3AAE54E}" dt="2024-07-19T12:45:56.052" v="1399" actId="478"/>
          <ac:spMkLst>
            <pc:docMk/>
            <pc:sldMk cId="622350872" sldId="285"/>
            <ac:spMk id="7" creationId="{30FF8386-96AD-BCB6-0035-79852CB02F2E}"/>
          </ac:spMkLst>
        </pc:spChg>
        <pc:spChg chg="add mod">
          <ac:chgData name="adilton junio" userId="66b3fade76ecdf97" providerId="LiveId" clId="{A5E50579-1733-4537-B8F2-65A7B3AAE54E}" dt="2024-07-18T22:53:54.270" v="326"/>
          <ac:spMkLst>
            <pc:docMk/>
            <pc:sldMk cId="622350872" sldId="285"/>
            <ac:spMk id="7" creationId="{CB561063-3F1F-A72D-B370-305D5632BCEB}"/>
          </ac:spMkLst>
        </pc:spChg>
        <pc:spChg chg="del mod">
          <ac:chgData name="adilton junio" userId="66b3fade76ecdf97" providerId="LiveId" clId="{A5E50579-1733-4537-B8F2-65A7B3AAE54E}" dt="2024-07-18T22:50:01.079" v="179" actId="478"/>
          <ac:spMkLst>
            <pc:docMk/>
            <pc:sldMk cId="622350872" sldId="285"/>
            <ac:spMk id="10" creationId="{A48A82B7-2AE7-1327-4758-03E3006072A0}"/>
          </ac:spMkLst>
        </pc:spChg>
        <pc:spChg chg="add del mod">
          <ac:chgData name="adilton junio" userId="66b3fade76ecdf97" providerId="LiveId" clId="{A5E50579-1733-4537-B8F2-65A7B3AAE54E}" dt="2024-07-19T12:45:56.052" v="1399" actId="478"/>
          <ac:spMkLst>
            <pc:docMk/>
            <pc:sldMk cId="622350872" sldId="285"/>
            <ac:spMk id="10" creationId="{B837C5CA-9505-0364-62EE-DAAA1A62A1F6}"/>
          </ac:spMkLst>
        </pc:spChg>
        <pc:spChg chg="del mod">
          <ac:chgData name="adilton junio" userId="66b3fade76ecdf97" providerId="LiveId" clId="{A5E50579-1733-4537-B8F2-65A7B3AAE54E}" dt="2024-07-18T22:50:48.747" v="207" actId="478"/>
          <ac:spMkLst>
            <pc:docMk/>
            <pc:sldMk cId="622350872" sldId="285"/>
            <ac:spMk id="11" creationId="{4F7749DF-A98E-05E9-2ED9-4D65FDA731AD}"/>
          </ac:spMkLst>
        </pc:spChg>
        <pc:spChg chg="add del mod">
          <ac:chgData name="adilton junio" userId="66b3fade76ecdf97" providerId="LiveId" clId="{A5E50579-1733-4537-B8F2-65A7B3AAE54E}" dt="2024-07-19T12:45:56.052" v="1399" actId="478"/>
          <ac:spMkLst>
            <pc:docMk/>
            <pc:sldMk cId="622350872" sldId="285"/>
            <ac:spMk id="11" creationId="{B758080C-66C2-E96E-50F0-7F62308DABD8}"/>
          </ac:spMkLst>
        </pc:spChg>
        <pc:spChg chg="add del mod">
          <ac:chgData name="adilton junio" userId="66b3fade76ecdf97" providerId="LiveId" clId="{A5E50579-1733-4537-B8F2-65A7B3AAE54E}" dt="2024-07-18T23:44:06.447" v="981" actId="478"/>
          <ac:spMkLst>
            <pc:docMk/>
            <pc:sldMk cId="622350872" sldId="285"/>
            <ac:spMk id="12" creationId="{0184E636-5A23-3165-25D4-51C30B3D8093}"/>
          </ac:spMkLst>
        </pc:spChg>
        <pc:spChg chg="add mod">
          <ac:chgData name="adilton junio" userId="66b3fade76ecdf97" providerId="LiveId" clId="{A5E50579-1733-4537-B8F2-65A7B3AAE54E}" dt="2024-07-19T17:19:46.536" v="2110" actId="1036"/>
          <ac:spMkLst>
            <pc:docMk/>
            <pc:sldMk cId="622350872" sldId="285"/>
            <ac:spMk id="13" creationId="{44544F0C-4E90-F1A7-61A9-4E2A7174557E}"/>
          </ac:spMkLst>
        </pc:spChg>
        <pc:spChg chg="add del mod">
          <ac:chgData name="adilton junio" userId="66b3fade76ecdf97" providerId="LiveId" clId="{A5E50579-1733-4537-B8F2-65A7B3AAE54E}" dt="2024-07-18T23:44:04.893" v="980" actId="478"/>
          <ac:spMkLst>
            <pc:docMk/>
            <pc:sldMk cId="622350872" sldId="285"/>
            <ac:spMk id="13" creationId="{F9AF2A7C-B774-306F-33EA-C9DD4537E821}"/>
          </ac:spMkLst>
        </pc:spChg>
        <pc:spChg chg="add del mod">
          <ac:chgData name="adilton junio" userId="66b3fade76ecdf97" providerId="LiveId" clId="{A5E50579-1733-4537-B8F2-65A7B3AAE54E}" dt="2024-07-18T23:44:03.667" v="979" actId="478"/>
          <ac:spMkLst>
            <pc:docMk/>
            <pc:sldMk cId="622350872" sldId="285"/>
            <ac:spMk id="14" creationId="{07C0706B-1FE1-921D-6FF0-0D005EB8399B}"/>
          </ac:spMkLst>
        </pc:spChg>
        <pc:spChg chg="add del mod">
          <ac:chgData name="adilton junio" userId="66b3fade76ecdf97" providerId="LiveId" clId="{A5E50579-1733-4537-B8F2-65A7B3AAE54E}" dt="2024-07-18T23:12:31.989" v="751" actId="478"/>
          <ac:spMkLst>
            <pc:docMk/>
            <pc:sldMk cId="622350872" sldId="285"/>
            <ac:spMk id="15" creationId="{CA1EBDE5-C332-974D-0375-2BAEB5783BBF}"/>
          </ac:spMkLst>
        </pc:spChg>
        <pc:spChg chg="add mod">
          <ac:chgData name="adilton junio" userId="66b3fade76ecdf97" providerId="LiveId" clId="{A5E50579-1733-4537-B8F2-65A7B3AAE54E}" dt="2024-07-19T17:19:46.536" v="2110" actId="1036"/>
          <ac:spMkLst>
            <pc:docMk/>
            <pc:sldMk cId="622350872" sldId="285"/>
            <ac:spMk id="16" creationId="{174C316B-4019-BE52-C404-DBF6AB73CC86}"/>
          </ac:spMkLst>
        </pc:spChg>
        <pc:spChg chg="add del mod">
          <ac:chgData name="adilton junio" userId="66b3fade76ecdf97" providerId="LiveId" clId="{A5E50579-1733-4537-B8F2-65A7B3AAE54E}" dt="2024-07-18T23:44:03.667" v="979" actId="478"/>
          <ac:spMkLst>
            <pc:docMk/>
            <pc:sldMk cId="622350872" sldId="285"/>
            <ac:spMk id="16" creationId="{BA821975-BA86-006B-FAAE-3FC6F7103A5C}"/>
          </ac:spMkLst>
        </pc:spChg>
        <pc:spChg chg="add del mod">
          <ac:chgData name="adilton junio" userId="66b3fade76ecdf97" providerId="LiveId" clId="{A5E50579-1733-4537-B8F2-65A7B3AAE54E}" dt="2024-07-18T23:44:03.667" v="979" actId="478"/>
          <ac:spMkLst>
            <pc:docMk/>
            <pc:sldMk cId="622350872" sldId="285"/>
            <ac:spMk id="17" creationId="{356E95C4-2489-700E-FF9E-551D8C0F65F8}"/>
          </ac:spMkLst>
        </pc:spChg>
        <pc:spChg chg="add del mod">
          <ac:chgData name="adilton junio" userId="66b3fade76ecdf97" providerId="LiveId" clId="{A5E50579-1733-4537-B8F2-65A7B3AAE54E}" dt="2024-07-19T15:14:28.898" v="1466" actId="478"/>
          <ac:spMkLst>
            <pc:docMk/>
            <pc:sldMk cId="622350872" sldId="285"/>
            <ac:spMk id="18" creationId="{2A2C1F47-8845-9F9C-9CEF-37A029D02C53}"/>
          </ac:spMkLst>
        </pc:spChg>
        <pc:spChg chg="add del mod">
          <ac:chgData name="adilton junio" userId="66b3fade76ecdf97" providerId="LiveId" clId="{A5E50579-1733-4537-B8F2-65A7B3AAE54E}" dt="2024-07-18T23:44:03.667" v="979" actId="478"/>
          <ac:spMkLst>
            <pc:docMk/>
            <pc:sldMk cId="622350872" sldId="285"/>
            <ac:spMk id="18" creationId="{7105BD8F-0BCA-8124-9BC2-99358E877A50}"/>
          </ac:spMkLst>
        </pc:spChg>
        <pc:spChg chg="add mod">
          <ac:chgData name="adilton junio" userId="66b3fade76ecdf97" providerId="LiveId" clId="{A5E50579-1733-4537-B8F2-65A7B3AAE54E}" dt="2024-07-19T17:19:46.536" v="2110" actId="1036"/>
          <ac:spMkLst>
            <pc:docMk/>
            <pc:sldMk cId="622350872" sldId="285"/>
            <ac:spMk id="19" creationId="{A46022D1-002B-8051-89AB-4CEA7874EADE}"/>
          </ac:spMkLst>
        </pc:spChg>
        <pc:spChg chg="add del mod">
          <ac:chgData name="adilton junio" userId="66b3fade76ecdf97" providerId="LiveId" clId="{A5E50579-1733-4537-B8F2-65A7B3AAE54E}" dt="2024-07-18T23:44:03.667" v="979" actId="478"/>
          <ac:spMkLst>
            <pc:docMk/>
            <pc:sldMk cId="622350872" sldId="285"/>
            <ac:spMk id="19" creationId="{D81F4D81-A5A4-E3B7-8064-ADE62601D1BA}"/>
          </ac:spMkLst>
        </pc:spChg>
        <pc:spChg chg="add del mod">
          <ac:chgData name="adilton junio" userId="66b3fade76ecdf97" providerId="LiveId" clId="{A5E50579-1733-4537-B8F2-65A7B3AAE54E}" dt="2024-07-18T23:44:03.667" v="979" actId="478"/>
          <ac:spMkLst>
            <pc:docMk/>
            <pc:sldMk cId="622350872" sldId="285"/>
            <ac:spMk id="20" creationId="{78082A30-D432-5475-91C5-AC56F7CF61B4}"/>
          </ac:spMkLst>
        </pc:spChg>
        <pc:spChg chg="add mod">
          <ac:chgData name="adilton junio" userId="66b3fade76ecdf97" providerId="LiveId" clId="{A5E50579-1733-4537-B8F2-65A7B3AAE54E}" dt="2024-07-19T17:19:46.536" v="2110" actId="1036"/>
          <ac:spMkLst>
            <pc:docMk/>
            <pc:sldMk cId="622350872" sldId="285"/>
            <ac:spMk id="20" creationId="{8DD3A614-D63A-1332-2EDD-B6915E37C43D}"/>
          </ac:spMkLst>
        </pc:spChg>
        <pc:spChg chg="add mod">
          <ac:chgData name="adilton junio" userId="66b3fade76ecdf97" providerId="LiveId" clId="{A5E50579-1733-4537-B8F2-65A7B3AAE54E}" dt="2024-07-19T17:19:42.942" v="2108" actId="1035"/>
          <ac:spMkLst>
            <pc:docMk/>
            <pc:sldMk cId="622350872" sldId="285"/>
            <ac:spMk id="21" creationId="{731866F4-9B40-ED2B-B0CC-D9E79C8A397B}"/>
          </ac:spMkLst>
        </pc:spChg>
        <pc:spChg chg="add mod">
          <ac:chgData name="adilton junio" userId="66b3fade76ecdf97" providerId="LiveId" clId="{A5E50579-1733-4537-B8F2-65A7B3AAE54E}" dt="2024-07-19T20:37:13.603" v="2678" actId="20577"/>
          <ac:spMkLst>
            <pc:docMk/>
            <pc:sldMk cId="622350872" sldId="285"/>
            <ac:spMk id="22" creationId="{D3E4E2F0-9A57-E081-EDD7-31ECEA748551}"/>
          </ac:spMkLst>
        </pc:spChg>
        <pc:spChg chg="add mod">
          <ac:chgData name="adilton junio" userId="66b3fade76ecdf97" providerId="LiveId" clId="{A5E50579-1733-4537-B8F2-65A7B3AAE54E}" dt="2024-07-19T17:19:46.536" v="2110" actId="1036"/>
          <ac:spMkLst>
            <pc:docMk/>
            <pc:sldMk cId="622350872" sldId="285"/>
            <ac:spMk id="23" creationId="{F21B5024-3A60-44C9-8781-66132ACC9721}"/>
          </ac:spMkLst>
        </pc:spChg>
        <pc:spChg chg="add mod">
          <ac:chgData name="adilton junio" userId="66b3fade76ecdf97" providerId="LiveId" clId="{A5E50579-1733-4537-B8F2-65A7B3AAE54E}" dt="2024-07-19T17:31:35.352" v="2130"/>
          <ac:spMkLst>
            <pc:docMk/>
            <pc:sldMk cId="622350872" sldId="285"/>
            <ac:spMk id="24" creationId="{0AABEC51-6B96-2724-CB17-40B205B8391B}"/>
          </ac:spMkLst>
        </pc:spChg>
        <pc:spChg chg="del mod">
          <ac:chgData name="adilton junio" userId="66b3fade76ecdf97" providerId="LiveId" clId="{A5E50579-1733-4537-B8F2-65A7B3AAE54E}" dt="2024-07-18T23:44:20.667" v="1006" actId="478"/>
          <ac:spMkLst>
            <pc:docMk/>
            <pc:sldMk cId="622350872" sldId="285"/>
            <ac:spMk id="46" creationId="{6CE3F873-CFD4-78FC-4F2E-CB254F51C454}"/>
          </ac:spMkLst>
        </pc:spChg>
        <pc:spChg chg="del mod">
          <ac:chgData name="adilton junio" userId="66b3fade76ecdf97" providerId="LiveId" clId="{A5E50579-1733-4537-B8F2-65A7B3AAE54E}" dt="2024-07-19T12:30:13.165" v="1254" actId="478"/>
          <ac:spMkLst>
            <pc:docMk/>
            <pc:sldMk cId="622350872" sldId="285"/>
            <ac:spMk id="70" creationId="{78B341C4-2B1A-F076-C254-B6068E0B7310}"/>
          </ac:spMkLst>
        </pc:spChg>
        <pc:spChg chg="del">
          <ac:chgData name="adilton junio" userId="66b3fade76ecdf97" providerId="LiveId" clId="{A5E50579-1733-4537-B8F2-65A7B3AAE54E}" dt="2024-07-19T17:31:35.148" v="2129" actId="478"/>
          <ac:spMkLst>
            <pc:docMk/>
            <pc:sldMk cId="622350872" sldId="285"/>
            <ac:spMk id="92" creationId="{389AD4BA-DE4A-1658-2487-F94C2EEF6666}"/>
          </ac:spMkLst>
        </pc:spChg>
        <pc:grpChg chg="add mod">
          <ac:chgData name="adilton junio" userId="66b3fade76ecdf97" providerId="LiveId" clId="{A5E50579-1733-4537-B8F2-65A7B3AAE54E}" dt="2024-07-19T12:30:24.822" v="1324" actId="1036"/>
          <ac:grpSpMkLst>
            <pc:docMk/>
            <pc:sldMk cId="622350872" sldId="285"/>
            <ac:grpSpMk id="12" creationId="{9F1E3465-E8EF-D5BF-D12A-DF6D8928958B}"/>
          </ac:grpSpMkLst>
        </pc:grpChg>
        <pc:picChg chg="add del">
          <ac:chgData name="adilton junio" userId="66b3fade76ecdf97" providerId="LiveId" clId="{A5E50579-1733-4537-B8F2-65A7B3AAE54E}" dt="2024-07-19T15:13:19.417" v="1453" actId="22"/>
          <ac:picMkLst>
            <pc:docMk/>
            <pc:sldMk cId="622350872" sldId="285"/>
            <ac:picMk id="15" creationId="{8A5957AB-9230-B161-9B47-84E5869D9F17}"/>
          </ac:picMkLst>
        </pc:picChg>
      </pc:sldChg>
      <pc:sldChg chg="addSp delSp modSp add mod">
        <pc:chgData name="adilton junio" userId="66b3fade76ecdf97" providerId="LiveId" clId="{A5E50579-1733-4537-B8F2-65A7B3AAE54E}" dt="2024-07-22T13:30:58.967" v="4647" actId="120"/>
        <pc:sldMkLst>
          <pc:docMk/>
          <pc:sldMk cId="1716276764" sldId="286"/>
        </pc:sldMkLst>
        <pc:spChg chg="add mod">
          <ac:chgData name="adilton junio" userId="66b3fade76ecdf97" providerId="LiveId" clId="{A5E50579-1733-4537-B8F2-65A7B3AAE54E}" dt="2024-07-19T17:21:35.395" v="2118" actId="14100"/>
          <ac:spMkLst>
            <pc:docMk/>
            <pc:sldMk cId="1716276764" sldId="286"/>
            <ac:spMk id="3" creationId="{CB21541A-CC20-30C3-9CD1-04E9A6F1E8A5}"/>
          </ac:spMkLst>
        </pc:spChg>
        <pc:spChg chg="add del mod">
          <ac:chgData name="adilton junio" userId="66b3fade76ecdf97" providerId="LiveId" clId="{A5E50579-1733-4537-B8F2-65A7B3AAE54E}" dt="2024-07-18T23:16:54.882" v="873" actId="478"/>
          <ac:spMkLst>
            <pc:docMk/>
            <pc:sldMk cId="1716276764" sldId="286"/>
            <ac:spMk id="5" creationId="{B6F1262A-9B6B-43F8-DCF7-A31C2E0D4FD6}"/>
          </ac:spMkLst>
        </pc:spChg>
        <pc:spChg chg="add mod">
          <ac:chgData name="adilton junio" userId="66b3fade76ecdf97" providerId="LiveId" clId="{A5E50579-1733-4537-B8F2-65A7B3AAE54E}" dt="2024-07-19T16:43:06.954" v="2090" actId="14100"/>
          <ac:spMkLst>
            <pc:docMk/>
            <pc:sldMk cId="1716276764" sldId="286"/>
            <ac:spMk id="5" creationId="{DC422E7E-28A2-EB24-90B9-E1802DEE0B6E}"/>
          </ac:spMkLst>
        </pc:spChg>
        <pc:spChg chg="add mod">
          <ac:chgData name="adilton junio" userId="66b3fade76ecdf97" providerId="LiveId" clId="{A5E50579-1733-4537-B8F2-65A7B3AAE54E}" dt="2024-07-19T17:21:37.412" v="2119" actId="14100"/>
          <ac:spMkLst>
            <pc:docMk/>
            <pc:sldMk cId="1716276764" sldId="286"/>
            <ac:spMk id="7" creationId="{A8FF83A0-2842-A6AB-38C4-99607C5F3464}"/>
          </ac:spMkLst>
        </pc:spChg>
        <pc:spChg chg="add mod">
          <ac:chgData name="adilton junio" userId="66b3fade76ecdf97" providerId="LiveId" clId="{A5E50579-1733-4537-B8F2-65A7B3AAE54E}" dt="2024-07-19T17:24:13.565" v="2123" actId="1036"/>
          <ac:spMkLst>
            <pc:docMk/>
            <pc:sldMk cId="1716276764" sldId="286"/>
            <ac:spMk id="10" creationId="{B4F68EDF-C538-EE2A-3DD8-6982F6CFC80C}"/>
          </ac:spMkLst>
        </pc:spChg>
        <pc:spChg chg="add mod">
          <ac:chgData name="adilton junio" userId="66b3fade76ecdf97" providerId="LiveId" clId="{A5E50579-1733-4537-B8F2-65A7B3AAE54E}" dt="2024-07-19T17:20:59.124" v="2112" actId="1036"/>
          <ac:spMkLst>
            <pc:docMk/>
            <pc:sldMk cId="1716276764" sldId="286"/>
            <ac:spMk id="11" creationId="{EE9F3953-B771-A257-6B14-70DE73E14F3B}"/>
          </ac:spMkLst>
        </pc:spChg>
        <pc:spChg chg="del">
          <ac:chgData name="adilton junio" userId="66b3fade76ecdf97" providerId="LiveId" clId="{A5E50579-1733-4537-B8F2-65A7B3AAE54E}" dt="2024-07-18T23:13:18.280" v="759" actId="478"/>
          <ac:spMkLst>
            <pc:docMk/>
            <pc:sldMk cId="1716276764" sldId="286"/>
            <ac:spMk id="12" creationId="{0184E636-5A23-3165-25D4-51C30B3D8093}"/>
          </ac:spMkLst>
        </pc:spChg>
        <pc:spChg chg="add mod">
          <ac:chgData name="adilton junio" userId="66b3fade76ecdf97" providerId="LiveId" clId="{A5E50579-1733-4537-B8F2-65A7B3AAE54E}" dt="2024-07-19T16:41:35.245" v="2082" actId="1076"/>
          <ac:spMkLst>
            <pc:docMk/>
            <pc:sldMk cId="1716276764" sldId="286"/>
            <ac:spMk id="12" creationId="{E44ED59F-5AF4-7BB1-626B-BC117C20EA99}"/>
          </ac:spMkLst>
        </pc:spChg>
        <pc:spChg chg="add del mod">
          <ac:chgData name="adilton junio" userId="66b3fade76ecdf97" providerId="LiveId" clId="{A5E50579-1733-4537-B8F2-65A7B3AAE54E}" dt="2024-07-19T16:41:46.178" v="2084" actId="478"/>
          <ac:spMkLst>
            <pc:docMk/>
            <pc:sldMk cId="1716276764" sldId="286"/>
            <ac:spMk id="13" creationId="{7FFD35C4-2D64-876F-EC6E-7CF85B7ACF32}"/>
          </ac:spMkLst>
        </pc:spChg>
        <pc:spChg chg="add mod">
          <ac:chgData name="adilton junio" userId="66b3fade76ecdf97" providerId="LiveId" clId="{A5E50579-1733-4537-B8F2-65A7B3AAE54E}" dt="2024-07-22T13:30:58.967" v="4647" actId="120"/>
          <ac:spMkLst>
            <pc:docMk/>
            <pc:sldMk cId="1716276764" sldId="286"/>
            <ac:spMk id="13" creationId="{BCECED92-9F3C-5366-4993-D0EBC2796819}"/>
          </ac:spMkLst>
        </pc:spChg>
        <pc:spChg chg="del">
          <ac:chgData name="adilton junio" userId="66b3fade76ecdf97" providerId="LiveId" clId="{A5E50579-1733-4537-B8F2-65A7B3AAE54E}" dt="2024-07-18T23:13:17.789" v="758" actId="478"/>
          <ac:spMkLst>
            <pc:docMk/>
            <pc:sldMk cId="1716276764" sldId="286"/>
            <ac:spMk id="13" creationId="{F9AF2A7C-B774-306F-33EA-C9DD4537E821}"/>
          </ac:spMkLst>
        </pc:spChg>
        <pc:spChg chg="del">
          <ac:chgData name="adilton junio" userId="66b3fade76ecdf97" providerId="LiveId" clId="{A5E50579-1733-4537-B8F2-65A7B3AAE54E}" dt="2024-07-18T23:13:20.711" v="760" actId="478"/>
          <ac:spMkLst>
            <pc:docMk/>
            <pc:sldMk cId="1716276764" sldId="286"/>
            <ac:spMk id="14" creationId="{07C0706B-1FE1-921D-6FF0-0D005EB8399B}"/>
          </ac:spMkLst>
        </pc:spChg>
        <pc:spChg chg="add mod">
          <ac:chgData name="adilton junio" userId="66b3fade76ecdf97" providerId="LiveId" clId="{A5E50579-1733-4537-B8F2-65A7B3AAE54E}" dt="2024-07-19T17:32:00.312" v="2134"/>
          <ac:spMkLst>
            <pc:docMk/>
            <pc:sldMk cId="1716276764" sldId="286"/>
            <ac:spMk id="14" creationId="{15E9442C-91FF-5FDD-0C98-735AD5A16404}"/>
          </ac:spMkLst>
        </pc:spChg>
        <pc:spChg chg="add mod">
          <ac:chgData name="adilton junio" userId="66b3fade76ecdf97" providerId="LiveId" clId="{A5E50579-1733-4537-B8F2-65A7B3AAE54E}" dt="2024-07-19T19:43:04.475" v="2219" actId="1076"/>
          <ac:spMkLst>
            <pc:docMk/>
            <pc:sldMk cId="1716276764" sldId="286"/>
            <ac:spMk id="15" creationId="{56714BC3-94B4-AE53-DBBD-2094D6FC0102}"/>
          </ac:spMkLst>
        </pc:spChg>
        <pc:spChg chg="del mod">
          <ac:chgData name="adilton junio" userId="66b3fade76ecdf97" providerId="LiveId" clId="{A5E50579-1733-4537-B8F2-65A7B3AAE54E}" dt="2024-07-18T23:13:20.711" v="760" actId="478"/>
          <ac:spMkLst>
            <pc:docMk/>
            <pc:sldMk cId="1716276764" sldId="286"/>
            <ac:spMk id="15" creationId="{CA1EBDE5-C332-974D-0375-2BAEB5783BBF}"/>
          </ac:spMkLst>
        </pc:spChg>
        <pc:spChg chg="del">
          <ac:chgData name="adilton junio" userId="66b3fade76ecdf97" providerId="LiveId" clId="{A5E50579-1733-4537-B8F2-65A7B3AAE54E}" dt="2024-07-18T23:13:20.711" v="760" actId="478"/>
          <ac:spMkLst>
            <pc:docMk/>
            <pc:sldMk cId="1716276764" sldId="286"/>
            <ac:spMk id="16" creationId="{BA821975-BA86-006B-FAAE-3FC6F7103A5C}"/>
          </ac:spMkLst>
        </pc:spChg>
        <pc:spChg chg="del">
          <ac:chgData name="adilton junio" userId="66b3fade76ecdf97" providerId="LiveId" clId="{A5E50579-1733-4537-B8F2-65A7B3AAE54E}" dt="2024-07-18T23:13:20.711" v="760" actId="478"/>
          <ac:spMkLst>
            <pc:docMk/>
            <pc:sldMk cId="1716276764" sldId="286"/>
            <ac:spMk id="17" creationId="{356E95C4-2489-700E-FF9E-551D8C0F65F8}"/>
          </ac:spMkLst>
        </pc:spChg>
        <pc:spChg chg="del">
          <ac:chgData name="adilton junio" userId="66b3fade76ecdf97" providerId="LiveId" clId="{A5E50579-1733-4537-B8F2-65A7B3AAE54E}" dt="2024-07-18T23:13:20.711" v="760" actId="478"/>
          <ac:spMkLst>
            <pc:docMk/>
            <pc:sldMk cId="1716276764" sldId="286"/>
            <ac:spMk id="18" creationId="{7105BD8F-0BCA-8124-9BC2-99358E877A50}"/>
          </ac:spMkLst>
        </pc:spChg>
        <pc:spChg chg="del">
          <ac:chgData name="adilton junio" userId="66b3fade76ecdf97" providerId="LiveId" clId="{A5E50579-1733-4537-B8F2-65A7B3AAE54E}" dt="2024-07-18T23:13:20.711" v="760" actId="478"/>
          <ac:spMkLst>
            <pc:docMk/>
            <pc:sldMk cId="1716276764" sldId="286"/>
            <ac:spMk id="19" creationId="{D81F4D81-A5A4-E3B7-8064-ADE62601D1BA}"/>
          </ac:spMkLst>
        </pc:spChg>
        <pc:spChg chg="del">
          <ac:chgData name="adilton junio" userId="66b3fade76ecdf97" providerId="LiveId" clId="{A5E50579-1733-4537-B8F2-65A7B3AAE54E}" dt="2024-07-18T23:13:16.718" v="757" actId="478"/>
          <ac:spMkLst>
            <pc:docMk/>
            <pc:sldMk cId="1716276764" sldId="286"/>
            <ac:spMk id="46" creationId="{6CE3F873-CFD4-78FC-4F2E-CB254F51C454}"/>
          </ac:spMkLst>
        </pc:spChg>
        <pc:spChg chg="mod">
          <ac:chgData name="adilton junio" userId="66b3fade76ecdf97" providerId="LiveId" clId="{A5E50579-1733-4537-B8F2-65A7B3AAE54E}" dt="2024-07-19T16:38:59.943" v="2014" actId="1035"/>
          <ac:spMkLst>
            <pc:docMk/>
            <pc:sldMk cId="1716276764" sldId="286"/>
            <ac:spMk id="70" creationId="{78B341C4-2B1A-F076-C254-B6068E0B7310}"/>
          </ac:spMkLst>
        </pc:spChg>
        <pc:spChg chg="del mod">
          <ac:chgData name="adilton junio" userId="66b3fade76ecdf97" providerId="LiveId" clId="{A5E50579-1733-4537-B8F2-65A7B3AAE54E}" dt="2024-07-19T17:31:59.969" v="2133" actId="478"/>
          <ac:spMkLst>
            <pc:docMk/>
            <pc:sldMk cId="1716276764" sldId="286"/>
            <ac:spMk id="92" creationId="{389AD4BA-DE4A-1658-2487-F94C2EEF6666}"/>
          </ac:spMkLst>
        </pc:spChg>
      </pc:sldChg>
      <pc:sldChg chg="addSp delSp modSp add mod">
        <pc:chgData name="adilton junio" userId="66b3fade76ecdf97" providerId="LiveId" clId="{A5E50579-1733-4537-B8F2-65A7B3AAE54E}" dt="2024-07-19T22:23:53.363" v="4295" actId="404"/>
        <pc:sldMkLst>
          <pc:docMk/>
          <pc:sldMk cId="3763899619" sldId="287"/>
        </pc:sldMkLst>
        <pc:spChg chg="add mod">
          <ac:chgData name="adilton junio" userId="66b3fade76ecdf97" providerId="LiveId" clId="{A5E50579-1733-4537-B8F2-65A7B3AAE54E}" dt="2024-07-19T15:43:11.873" v="1788" actId="1036"/>
          <ac:spMkLst>
            <pc:docMk/>
            <pc:sldMk cId="3763899619" sldId="287"/>
            <ac:spMk id="3" creationId="{6CE3F873-CFD4-78FC-4F2E-CB254F51C454}"/>
          </ac:spMkLst>
        </pc:spChg>
        <pc:spChg chg="add mod">
          <ac:chgData name="adilton junio" userId="66b3fade76ecdf97" providerId="LiveId" clId="{A5E50579-1733-4537-B8F2-65A7B3AAE54E}" dt="2024-07-19T15:38:42.547" v="1726" actId="1037"/>
          <ac:spMkLst>
            <pc:docMk/>
            <pc:sldMk cId="3763899619" sldId="287"/>
            <ac:spMk id="5" creationId="{0184E636-5A23-3165-25D4-51C30B3D8093}"/>
          </ac:spMkLst>
        </pc:spChg>
        <pc:spChg chg="add mod">
          <ac:chgData name="adilton junio" userId="66b3fade76ecdf97" providerId="LiveId" clId="{A5E50579-1733-4537-B8F2-65A7B3AAE54E}" dt="2024-07-19T15:38:42.547" v="1726" actId="1037"/>
          <ac:spMkLst>
            <pc:docMk/>
            <pc:sldMk cId="3763899619" sldId="287"/>
            <ac:spMk id="7" creationId="{F9AF2A7C-B774-306F-33EA-C9DD4537E821}"/>
          </ac:spMkLst>
        </pc:spChg>
        <pc:spChg chg="add mod">
          <ac:chgData name="adilton junio" userId="66b3fade76ecdf97" providerId="LiveId" clId="{A5E50579-1733-4537-B8F2-65A7B3AAE54E}" dt="2024-07-19T20:37:38.993" v="2686" actId="20577"/>
          <ac:spMkLst>
            <pc:docMk/>
            <pc:sldMk cId="3763899619" sldId="287"/>
            <ac:spMk id="10" creationId="{6DEF6BC8-5495-6F89-790B-7F154E5FD9F6}"/>
          </ac:spMkLst>
        </pc:spChg>
        <pc:spChg chg="add mod">
          <ac:chgData name="adilton junio" userId="66b3fade76ecdf97" providerId="LiveId" clId="{A5E50579-1733-4537-B8F2-65A7B3AAE54E}" dt="2024-07-19T22:23:53.363" v="4295" actId="404"/>
          <ac:spMkLst>
            <pc:docMk/>
            <pc:sldMk cId="3763899619" sldId="287"/>
            <ac:spMk id="11" creationId="{DBDE1482-29EB-D4CA-CC30-B15EF1203BCD}"/>
          </ac:spMkLst>
        </pc:spChg>
        <pc:spChg chg="del mod">
          <ac:chgData name="adilton junio" userId="66b3fade76ecdf97" providerId="LiveId" clId="{A5E50579-1733-4537-B8F2-65A7B3AAE54E}" dt="2024-07-19T15:17:05.963" v="1472" actId="21"/>
          <ac:spMkLst>
            <pc:docMk/>
            <pc:sldMk cId="3763899619" sldId="287"/>
            <ac:spMk id="12" creationId="{0184E636-5A23-3165-25D4-51C30B3D8093}"/>
          </ac:spMkLst>
        </pc:spChg>
        <pc:spChg chg="del mod">
          <ac:chgData name="adilton junio" userId="66b3fade76ecdf97" providerId="LiveId" clId="{A5E50579-1733-4537-B8F2-65A7B3AAE54E}" dt="2024-07-19T15:17:05.963" v="1472" actId="21"/>
          <ac:spMkLst>
            <pc:docMk/>
            <pc:sldMk cId="3763899619" sldId="287"/>
            <ac:spMk id="13" creationId="{F9AF2A7C-B774-306F-33EA-C9DD4537E821}"/>
          </ac:spMkLst>
        </pc:spChg>
        <pc:spChg chg="mod">
          <ac:chgData name="adilton junio" userId="66b3fade76ecdf97" providerId="LiveId" clId="{A5E50579-1733-4537-B8F2-65A7B3AAE54E}" dt="2024-07-19T15:19:44.851" v="1625"/>
          <ac:spMkLst>
            <pc:docMk/>
            <pc:sldMk cId="3763899619" sldId="287"/>
            <ac:spMk id="14" creationId="{07C0706B-1FE1-921D-6FF0-0D005EB8399B}"/>
          </ac:spMkLst>
        </pc:spChg>
        <pc:spChg chg="add mod">
          <ac:chgData name="adilton junio" userId="66b3fade76ecdf97" providerId="LiveId" clId="{A5E50579-1733-4537-B8F2-65A7B3AAE54E}" dt="2024-07-19T17:31:43.118" v="2132"/>
          <ac:spMkLst>
            <pc:docMk/>
            <pc:sldMk cId="3763899619" sldId="287"/>
            <ac:spMk id="15" creationId="{ECCB8644-B664-4D9B-46F1-7F32D767AA4A}"/>
          </ac:spMkLst>
        </pc:spChg>
        <pc:spChg chg="mod">
          <ac:chgData name="adilton junio" userId="66b3fade76ecdf97" providerId="LiveId" clId="{A5E50579-1733-4537-B8F2-65A7B3AAE54E}" dt="2024-07-19T15:45:36.122" v="1822"/>
          <ac:spMkLst>
            <pc:docMk/>
            <pc:sldMk cId="3763899619" sldId="287"/>
            <ac:spMk id="16" creationId="{BA821975-BA86-006B-FAAE-3FC6F7103A5C}"/>
          </ac:spMkLst>
        </pc:spChg>
        <pc:spChg chg="mod">
          <ac:chgData name="adilton junio" userId="66b3fade76ecdf97" providerId="LiveId" clId="{A5E50579-1733-4537-B8F2-65A7B3AAE54E}" dt="2024-07-19T22:23:53.363" v="4295" actId="404"/>
          <ac:spMkLst>
            <pc:docMk/>
            <pc:sldMk cId="3763899619" sldId="287"/>
            <ac:spMk id="17" creationId="{356E95C4-2489-700E-FF9E-551D8C0F65F8}"/>
          </ac:spMkLst>
        </pc:spChg>
        <pc:spChg chg="mod">
          <ac:chgData name="adilton junio" userId="66b3fade76ecdf97" providerId="LiveId" clId="{A5E50579-1733-4537-B8F2-65A7B3AAE54E}" dt="2024-07-19T15:43:15.785" v="1797" actId="1035"/>
          <ac:spMkLst>
            <pc:docMk/>
            <pc:sldMk cId="3763899619" sldId="287"/>
            <ac:spMk id="18" creationId="{7105BD8F-0BCA-8124-9BC2-99358E877A50}"/>
          </ac:spMkLst>
        </pc:spChg>
        <pc:spChg chg="mod">
          <ac:chgData name="adilton junio" userId="66b3fade76ecdf97" providerId="LiveId" clId="{A5E50579-1733-4537-B8F2-65A7B3AAE54E}" dt="2024-07-19T22:23:53.363" v="4295" actId="404"/>
          <ac:spMkLst>
            <pc:docMk/>
            <pc:sldMk cId="3763899619" sldId="287"/>
            <ac:spMk id="19" creationId="{D81F4D81-A5A4-E3B7-8064-ADE62601D1BA}"/>
          </ac:spMkLst>
        </pc:spChg>
        <pc:spChg chg="mod">
          <ac:chgData name="adilton junio" userId="66b3fade76ecdf97" providerId="LiveId" clId="{A5E50579-1733-4537-B8F2-65A7B3AAE54E}" dt="2024-07-19T15:43:24.330" v="1799" actId="1036"/>
          <ac:spMkLst>
            <pc:docMk/>
            <pc:sldMk cId="3763899619" sldId="287"/>
            <ac:spMk id="20" creationId="{78082A30-D432-5475-91C5-AC56F7CF61B4}"/>
          </ac:spMkLst>
        </pc:spChg>
        <pc:spChg chg="del mod">
          <ac:chgData name="adilton junio" userId="66b3fade76ecdf97" providerId="LiveId" clId="{A5E50579-1733-4537-B8F2-65A7B3AAE54E}" dt="2024-07-19T15:17:05.963" v="1472" actId="21"/>
          <ac:spMkLst>
            <pc:docMk/>
            <pc:sldMk cId="3763899619" sldId="287"/>
            <ac:spMk id="46" creationId="{6CE3F873-CFD4-78FC-4F2E-CB254F51C454}"/>
          </ac:spMkLst>
        </pc:spChg>
        <pc:spChg chg="del">
          <ac:chgData name="adilton junio" userId="66b3fade76ecdf97" providerId="LiveId" clId="{A5E50579-1733-4537-B8F2-65A7B3AAE54E}" dt="2024-07-19T12:46:03.461" v="1400" actId="478"/>
          <ac:spMkLst>
            <pc:docMk/>
            <pc:sldMk cId="3763899619" sldId="287"/>
            <ac:spMk id="70" creationId="{78B341C4-2B1A-F076-C254-B6068E0B7310}"/>
          </ac:spMkLst>
        </pc:spChg>
        <pc:spChg chg="del">
          <ac:chgData name="adilton junio" userId="66b3fade76ecdf97" providerId="LiveId" clId="{A5E50579-1733-4537-B8F2-65A7B3AAE54E}" dt="2024-07-19T17:31:42.837" v="2131" actId="478"/>
          <ac:spMkLst>
            <pc:docMk/>
            <pc:sldMk cId="3763899619" sldId="287"/>
            <ac:spMk id="92" creationId="{389AD4BA-DE4A-1658-2487-F94C2EEF6666}"/>
          </ac:spMkLst>
        </pc:spChg>
      </pc:sldChg>
      <pc:sldChg chg="addSp delSp modSp add mod">
        <pc:chgData name="adilton junio" userId="66b3fade76ecdf97" providerId="LiveId" clId="{A5E50579-1733-4537-B8F2-65A7B3AAE54E}" dt="2024-07-19T20:25:04.322" v="2599" actId="1076"/>
        <pc:sldMkLst>
          <pc:docMk/>
          <pc:sldMk cId="6677423" sldId="288"/>
        </pc:sldMkLst>
        <pc:spChg chg="del">
          <ac:chgData name="adilton junio" userId="66b3fade76ecdf97" providerId="LiveId" clId="{A5E50579-1733-4537-B8F2-65A7B3AAE54E}" dt="2024-07-19T19:45:47.476" v="2241" actId="478"/>
          <ac:spMkLst>
            <pc:docMk/>
            <pc:sldMk cId="6677423" sldId="288"/>
            <ac:spMk id="3" creationId="{CB21541A-CC20-30C3-9CD1-04E9A6F1E8A5}"/>
          </ac:spMkLst>
        </pc:spChg>
        <pc:spChg chg="del">
          <ac:chgData name="adilton junio" userId="66b3fade76ecdf97" providerId="LiveId" clId="{A5E50579-1733-4537-B8F2-65A7B3AAE54E}" dt="2024-07-19T19:45:47.476" v="2241" actId="478"/>
          <ac:spMkLst>
            <pc:docMk/>
            <pc:sldMk cId="6677423" sldId="288"/>
            <ac:spMk id="5" creationId="{DC422E7E-28A2-EB24-90B9-E1802DEE0B6E}"/>
          </ac:spMkLst>
        </pc:spChg>
        <pc:spChg chg="del">
          <ac:chgData name="adilton junio" userId="66b3fade76ecdf97" providerId="LiveId" clId="{A5E50579-1733-4537-B8F2-65A7B3AAE54E}" dt="2024-07-19T19:45:47.476" v="2241" actId="478"/>
          <ac:spMkLst>
            <pc:docMk/>
            <pc:sldMk cId="6677423" sldId="288"/>
            <ac:spMk id="7" creationId="{A8FF83A0-2842-A6AB-38C4-99607C5F3464}"/>
          </ac:spMkLst>
        </pc:spChg>
        <pc:spChg chg="del">
          <ac:chgData name="adilton junio" userId="66b3fade76ecdf97" providerId="LiveId" clId="{A5E50579-1733-4537-B8F2-65A7B3AAE54E}" dt="2024-07-19T19:45:47.476" v="2241" actId="478"/>
          <ac:spMkLst>
            <pc:docMk/>
            <pc:sldMk cId="6677423" sldId="288"/>
            <ac:spMk id="10" creationId="{B4F68EDF-C538-EE2A-3DD8-6982F6CFC80C}"/>
          </ac:spMkLst>
        </pc:spChg>
        <pc:spChg chg="del">
          <ac:chgData name="adilton junio" userId="66b3fade76ecdf97" providerId="LiveId" clId="{A5E50579-1733-4537-B8F2-65A7B3AAE54E}" dt="2024-07-19T19:45:47.476" v="2241" actId="478"/>
          <ac:spMkLst>
            <pc:docMk/>
            <pc:sldMk cId="6677423" sldId="288"/>
            <ac:spMk id="11" creationId="{EE9F3953-B771-A257-6B14-70DE73E14F3B}"/>
          </ac:spMkLst>
        </pc:spChg>
        <pc:spChg chg="del">
          <ac:chgData name="adilton junio" userId="66b3fade76ecdf97" providerId="LiveId" clId="{A5E50579-1733-4537-B8F2-65A7B3AAE54E}" dt="2024-07-19T19:45:47.476" v="2241" actId="478"/>
          <ac:spMkLst>
            <pc:docMk/>
            <pc:sldMk cId="6677423" sldId="288"/>
            <ac:spMk id="12" creationId="{E44ED59F-5AF4-7BB1-626B-BC117C20EA99}"/>
          </ac:spMkLst>
        </pc:spChg>
        <pc:spChg chg="del">
          <ac:chgData name="adilton junio" userId="66b3fade76ecdf97" providerId="LiveId" clId="{A5E50579-1733-4537-B8F2-65A7B3AAE54E}" dt="2024-07-19T19:45:47.476" v="2241" actId="478"/>
          <ac:spMkLst>
            <pc:docMk/>
            <pc:sldMk cId="6677423" sldId="288"/>
            <ac:spMk id="13" creationId="{BCECED92-9F3C-5366-4993-D0EBC2796819}"/>
          </ac:spMkLst>
        </pc:spChg>
        <pc:spChg chg="mod">
          <ac:chgData name="adilton junio" userId="66b3fade76ecdf97" providerId="LiveId" clId="{A5E50579-1733-4537-B8F2-65A7B3AAE54E}" dt="2024-07-19T20:04:58.222" v="2358" actId="1076"/>
          <ac:spMkLst>
            <pc:docMk/>
            <pc:sldMk cId="6677423" sldId="288"/>
            <ac:spMk id="14" creationId="{15E9442C-91FF-5FDD-0C98-735AD5A16404}"/>
          </ac:spMkLst>
        </pc:spChg>
        <pc:spChg chg="del">
          <ac:chgData name="adilton junio" userId="66b3fade76ecdf97" providerId="LiveId" clId="{A5E50579-1733-4537-B8F2-65A7B3AAE54E}" dt="2024-07-19T19:45:47.476" v="2241" actId="478"/>
          <ac:spMkLst>
            <pc:docMk/>
            <pc:sldMk cId="6677423" sldId="288"/>
            <ac:spMk id="15" creationId="{56714BC3-94B4-AE53-DBBD-2094D6FC0102}"/>
          </ac:spMkLst>
        </pc:spChg>
        <pc:spChg chg="add mod">
          <ac:chgData name="adilton junio" userId="66b3fade76ecdf97" providerId="LiveId" clId="{A5E50579-1733-4537-B8F2-65A7B3AAE54E}" dt="2024-07-19T20:05:01.459" v="2359" actId="1038"/>
          <ac:spMkLst>
            <pc:docMk/>
            <pc:sldMk cId="6677423" sldId="288"/>
            <ac:spMk id="16" creationId="{AFD9189A-2BE5-D38F-EAC9-897DBB27CB4F}"/>
          </ac:spMkLst>
        </pc:spChg>
        <pc:spChg chg="add mod">
          <ac:chgData name="adilton junio" userId="66b3fade76ecdf97" providerId="LiveId" clId="{A5E50579-1733-4537-B8F2-65A7B3AAE54E}" dt="2024-07-19T20:05:01.459" v="2359" actId="1038"/>
          <ac:spMkLst>
            <pc:docMk/>
            <pc:sldMk cId="6677423" sldId="288"/>
            <ac:spMk id="17" creationId="{0104B427-1942-E8BF-7069-96674B7E32EB}"/>
          </ac:spMkLst>
        </pc:spChg>
        <pc:spChg chg="add mod">
          <ac:chgData name="adilton junio" userId="66b3fade76ecdf97" providerId="LiveId" clId="{A5E50579-1733-4537-B8F2-65A7B3AAE54E}" dt="2024-07-19T20:05:06.679" v="2361" actId="1076"/>
          <ac:spMkLst>
            <pc:docMk/>
            <pc:sldMk cId="6677423" sldId="288"/>
            <ac:spMk id="18" creationId="{0F83DEF8-2C35-2A05-08F0-167D281AF300}"/>
          </ac:spMkLst>
        </pc:spChg>
        <pc:spChg chg="add mod">
          <ac:chgData name="adilton junio" userId="66b3fade76ecdf97" providerId="LiveId" clId="{A5E50579-1733-4537-B8F2-65A7B3AAE54E}" dt="2024-07-19T20:05:01.459" v="2359" actId="1038"/>
          <ac:spMkLst>
            <pc:docMk/>
            <pc:sldMk cId="6677423" sldId="288"/>
            <ac:spMk id="19" creationId="{D0A972E1-BB6D-9DFA-F3C4-DCF13D01C7DA}"/>
          </ac:spMkLst>
        </pc:spChg>
        <pc:spChg chg="add mod">
          <ac:chgData name="adilton junio" userId="66b3fade76ecdf97" providerId="LiveId" clId="{A5E50579-1733-4537-B8F2-65A7B3AAE54E}" dt="2024-07-19T20:05:01.459" v="2359" actId="1038"/>
          <ac:spMkLst>
            <pc:docMk/>
            <pc:sldMk cId="6677423" sldId="288"/>
            <ac:spMk id="22" creationId="{5B0008BA-8F0E-61F9-9492-19AD42C038E6}"/>
          </ac:spMkLst>
        </pc:spChg>
        <pc:spChg chg="add mod">
          <ac:chgData name="adilton junio" userId="66b3fade76ecdf97" providerId="LiveId" clId="{A5E50579-1733-4537-B8F2-65A7B3AAE54E}" dt="2024-07-19T20:05:01.459" v="2359" actId="1038"/>
          <ac:spMkLst>
            <pc:docMk/>
            <pc:sldMk cId="6677423" sldId="288"/>
            <ac:spMk id="23" creationId="{AD8E39AF-5118-CAB2-A315-25A090D01D45}"/>
          </ac:spMkLst>
        </pc:spChg>
        <pc:spChg chg="add mod">
          <ac:chgData name="adilton junio" userId="66b3fade76ecdf97" providerId="LiveId" clId="{A5E50579-1733-4537-B8F2-65A7B3AAE54E}" dt="2024-07-19T20:05:01.459" v="2359" actId="1038"/>
          <ac:spMkLst>
            <pc:docMk/>
            <pc:sldMk cId="6677423" sldId="288"/>
            <ac:spMk id="24" creationId="{46C0E6ED-E295-2C16-06C3-C85389A36693}"/>
          </ac:spMkLst>
        </pc:spChg>
        <pc:spChg chg="add mod">
          <ac:chgData name="adilton junio" userId="66b3fade76ecdf97" providerId="LiveId" clId="{A5E50579-1733-4537-B8F2-65A7B3AAE54E}" dt="2024-07-19T20:05:01.459" v="2359" actId="1038"/>
          <ac:spMkLst>
            <pc:docMk/>
            <pc:sldMk cId="6677423" sldId="288"/>
            <ac:spMk id="25" creationId="{9AFBBC26-DDEC-B28C-60F8-27F8AD1B64BA}"/>
          </ac:spMkLst>
        </pc:spChg>
        <pc:spChg chg="add mod">
          <ac:chgData name="adilton junio" userId="66b3fade76ecdf97" providerId="LiveId" clId="{A5E50579-1733-4537-B8F2-65A7B3AAE54E}" dt="2024-07-19T20:05:01.459" v="2359" actId="1038"/>
          <ac:spMkLst>
            <pc:docMk/>
            <pc:sldMk cId="6677423" sldId="288"/>
            <ac:spMk id="30" creationId="{28A9D5B9-AD3A-A006-DAA1-8827878461E5}"/>
          </ac:spMkLst>
        </pc:spChg>
        <pc:spChg chg="add del mod">
          <ac:chgData name="adilton junio" userId="66b3fade76ecdf97" providerId="LiveId" clId="{A5E50579-1733-4537-B8F2-65A7B3AAE54E}" dt="2024-07-19T20:00:34.751" v="2330" actId="478"/>
          <ac:spMkLst>
            <pc:docMk/>
            <pc:sldMk cId="6677423" sldId="288"/>
            <ac:spMk id="33" creationId="{2E3B0F15-6F7D-3FE6-45C2-905959F3FABF}"/>
          </ac:spMkLst>
        </pc:spChg>
        <pc:spChg chg="add mod">
          <ac:chgData name="adilton junio" userId="66b3fade76ecdf97" providerId="LiveId" clId="{A5E50579-1733-4537-B8F2-65A7B3AAE54E}" dt="2024-07-19T20:16:41.833" v="2553" actId="1076"/>
          <ac:spMkLst>
            <pc:docMk/>
            <pc:sldMk cId="6677423" sldId="288"/>
            <ac:spMk id="34" creationId="{91DAB5D4-1CDA-34CB-C9F5-6C3A0B489D10}"/>
          </ac:spMkLst>
        </pc:spChg>
        <pc:spChg chg="add del mod">
          <ac:chgData name="adilton junio" userId="66b3fade76ecdf97" providerId="LiveId" clId="{A5E50579-1733-4537-B8F2-65A7B3AAE54E}" dt="2024-07-19T19:49:31.247" v="2274" actId="478"/>
          <ac:spMkLst>
            <pc:docMk/>
            <pc:sldMk cId="6677423" sldId="288"/>
            <ac:spMk id="35" creationId="{F6A34676-E213-6CA7-EA48-9B316A613873}"/>
          </ac:spMkLst>
        </pc:spChg>
        <pc:spChg chg="add mod">
          <ac:chgData name="adilton junio" userId="66b3fade76ecdf97" providerId="LiveId" clId="{A5E50579-1733-4537-B8F2-65A7B3AAE54E}" dt="2024-07-19T20:25:04.322" v="2599" actId="1076"/>
          <ac:spMkLst>
            <pc:docMk/>
            <pc:sldMk cId="6677423" sldId="288"/>
            <ac:spMk id="36" creationId="{E28D8F21-0999-054A-2FF4-502FD287F60E}"/>
          </ac:spMkLst>
        </pc:spChg>
        <pc:spChg chg="add mod">
          <ac:chgData name="adilton junio" userId="66b3fade76ecdf97" providerId="LiveId" clId="{A5E50579-1733-4537-B8F2-65A7B3AAE54E}" dt="2024-07-19T20:20:22.875" v="2572" actId="1038"/>
          <ac:spMkLst>
            <pc:docMk/>
            <pc:sldMk cId="6677423" sldId="288"/>
            <ac:spMk id="46" creationId="{0BB3695B-227D-9F20-945D-044DF5352231}"/>
          </ac:spMkLst>
        </pc:spChg>
        <pc:spChg chg="add mod">
          <ac:chgData name="adilton junio" userId="66b3fade76ecdf97" providerId="LiveId" clId="{A5E50579-1733-4537-B8F2-65A7B3AAE54E}" dt="2024-07-19T20:05:01.459" v="2359" actId="1038"/>
          <ac:spMkLst>
            <pc:docMk/>
            <pc:sldMk cId="6677423" sldId="288"/>
            <ac:spMk id="53" creationId="{A21F8065-6A42-6FC6-1701-E4D003ADC596}"/>
          </ac:spMkLst>
        </pc:spChg>
        <pc:spChg chg="add del mod">
          <ac:chgData name="adilton junio" userId="66b3fade76ecdf97" providerId="LiveId" clId="{A5E50579-1733-4537-B8F2-65A7B3AAE54E}" dt="2024-07-19T20:13:30.797" v="2458" actId="478"/>
          <ac:spMkLst>
            <pc:docMk/>
            <pc:sldMk cId="6677423" sldId="288"/>
            <ac:spMk id="57" creationId="{584DD1F1-1EB7-6BD9-1B3C-30E7D45CA387}"/>
          </ac:spMkLst>
        </pc:spChg>
        <pc:spChg chg="add del">
          <ac:chgData name="adilton junio" userId="66b3fade76ecdf97" providerId="LiveId" clId="{A5E50579-1733-4537-B8F2-65A7B3AAE54E}" dt="2024-07-19T19:59:43.932" v="2320" actId="478"/>
          <ac:spMkLst>
            <pc:docMk/>
            <pc:sldMk cId="6677423" sldId="288"/>
            <ac:spMk id="62" creationId="{E85BF562-E12E-69C2-AD7C-A9A7E78A2F04}"/>
          </ac:spMkLst>
        </pc:spChg>
        <pc:spChg chg="add del">
          <ac:chgData name="adilton junio" userId="66b3fade76ecdf97" providerId="LiveId" clId="{A5E50579-1733-4537-B8F2-65A7B3AAE54E}" dt="2024-07-19T19:59:54.343" v="2322" actId="478"/>
          <ac:spMkLst>
            <pc:docMk/>
            <pc:sldMk cId="6677423" sldId="288"/>
            <ac:spMk id="63" creationId="{972A2910-7740-A47F-33F5-F9CCBE4545FE}"/>
          </ac:spMkLst>
        </pc:spChg>
        <pc:spChg chg="del">
          <ac:chgData name="adilton junio" userId="66b3fade76ecdf97" providerId="LiveId" clId="{A5E50579-1733-4537-B8F2-65A7B3AAE54E}" dt="2024-07-19T19:45:47.476" v="2241" actId="478"/>
          <ac:spMkLst>
            <pc:docMk/>
            <pc:sldMk cId="6677423" sldId="288"/>
            <ac:spMk id="70" creationId="{78B341C4-2B1A-F076-C254-B6068E0B7310}"/>
          </ac:spMkLst>
        </pc:spChg>
        <pc:spChg chg="add mod">
          <ac:chgData name="adilton junio" userId="66b3fade76ecdf97" providerId="LiveId" clId="{A5E50579-1733-4537-B8F2-65A7B3AAE54E}" dt="2024-07-19T20:16:31.377" v="2552" actId="1076"/>
          <ac:spMkLst>
            <pc:docMk/>
            <pc:sldMk cId="6677423" sldId="288"/>
            <ac:spMk id="72" creationId="{848CDCD1-D423-7485-E511-7F57E262827D}"/>
          </ac:spMkLst>
        </pc:spChg>
        <pc:spChg chg="add mod">
          <ac:chgData name="adilton junio" userId="66b3fade76ecdf97" providerId="LiveId" clId="{A5E50579-1733-4537-B8F2-65A7B3AAE54E}" dt="2024-07-19T20:20:14.217" v="2568" actId="6549"/>
          <ac:spMkLst>
            <pc:docMk/>
            <pc:sldMk cId="6677423" sldId="288"/>
            <ac:spMk id="119" creationId="{70DA2BCC-488D-68AE-EE2F-3C1CDBFB5230}"/>
          </ac:spMkLst>
        </pc:spChg>
        <pc:spChg chg="add mod">
          <ac:chgData name="adilton junio" userId="66b3fade76ecdf97" providerId="LiveId" clId="{A5E50579-1733-4537-B8F2-65A7B3AAE54E}" dt="2024-07-19T20:20:35.740" v="2575"/>
          <ac:spMkLst>
            <pc:docMk/>
            <pc:sldMk cId="6677423" sldId="288"/>
            <ac:spMk id="122" creationId="{4F47D5E8-246A-71D4-912A-FDA08FFA3E5D}"/>
          </ac:spMkLst>
        </pc:spChg>
        <pc:spChg chg="add mod">
          <ac:chgData name="adilton junio" userId="66b3fade76ecdf97" providerId="LiveId" clId="{A5E50579-1733-4537-B8F2-65A7B3AAE54E}" dt="2024-07-19T20:20:45.104" v="2577" actId="1076"/>
          <ac:spMkLst>
            <pc:docMk/>
            <pc:sldMk cId="6677423" sldId="288"/>
            <ac:spMk id="123" creationId="{A10D267D-BFAE-24C9-601F-3B7E23AAFEF2}"/>
          </ac:spMkLst>
        </pc:spChg>
        <pc:spChg chg="add del">
          <ac:chgData name="adilton junio" userId="66b3fade76ecdf97" providerId="LiveId" clId="{A5E50579-1733-4537-B8F2-65A7B3AAE54E}" dt="2024-07-19T20:21:41.729" v="2582" actId="22"/>
          <ac:spMkLst>
            <pc:docMk/>
            <pc:sldMk cId="6677423" sldId="288"/>
            <ac:spMk id="130" creationId="{472FC5A4-B832-E3EA-B074-67BE3D3F6FAC}"/>
          </ac:spMkLst>
        </pc:spChg>
        <pc:cxnChg chg="add mod">
          <ac:chgData name="adilton junio" userId="66b3fade76ecdf97" providerId="LiveId" clId="{A5E50579-1733-4537-B8F2-65A7B3AAE54E}" dt="2024-07-19T20:05:06.679" v="2361" actId="1076"/>
          <ac:cxnSpMkLst>
            <pc:docMk/>
            <pc:sldMk cId="6677423" sldId="288"/>
            <ac:cxnSpMk id="20" creationId="{746E3BAF-36B2-8646-BF22-8E465777221A}"/>
          </ac:cxnSpMkLst>
        </pc:cxnChg>
        <pc:cxnChg chg="add mod">
          <ac:chgData name="adilton junio" userId="66b3fade76ecdf97" providerId="LiveId" clId="{A5E50579-1733-4537-B8F2-65A7B3AAE54E}" dt="2024-07-19T20:05:06.679" v="2361" actId="1076"/>
          <ac:cxnSpMkLst>
            <pc:docMk/>
            <pc:sldMk cId="6677423" sldId="288"/>
            <ac:cxnSpMk id="21" creationId="{FC48719D-9EA2-A4D8-E0C2-3DAB0B1D4C24}"/>
          </ac:cxnSpMkLst>
        </pc:cxnChg>
        <pc:cxnChg chg="add mod">
          <ac:chgData name="adilton junio" userId="66b3fade76ecdf97" providerId="LiveId" clId="{A5E50579-1733-4537-B8F2-65A7B3AAE54E}" dt="2024-07-19T20:05:01.459" v="2359" actId="1038"/>
          <ac:cxnSpMkLst>
            <pc:docMk/>
            <pc:sldMk cId="6677423" sldId="288"/>
            <ac:cxnSpMk id="26" creationId="{8D791CCD-7FDA-0C42-F355-0B9A1CB80301}"/>
          </ac:cxnSpMkLst>
        </pc:cxnChg>
        <pc:cxnChg chg="add mod">
          <ac:chgData name="adilton junio" userId="66b3fade76ecdf97" providerId="LiveId" clId="{A5E50579-1733-4537-B8F2-65A7B3AAE54E}" dt="2024-07-19T20:05:01.459" v="2359" actId="1038"/>
          <ac:cxnSpMkLst>
            <pc:docMk/>
            <pc:sldMk cId="6677423" sldId="288"/>
            <ac:cxnSpMk id="27" creationId="{43A01D66-8320-1175-11FD-B8A372DD30B5}"/>
          </ac:cxnSpMkLst>
        </pc:cxnChg>
        <pc:cxnChg chg="add mod">
          <ac:chgData name="adilton junio" userId="66b3fade76ecdf97" providerId="LiveId" clId="{A5E50579-1733-4537-B8F2-65A7B3AAE54E}" dt="2024-07-19T20:05:01.459" v="2359" actId="1038"/>
          <ac:cxnSpMkLst>
            <pc:docMk/>
            <pc:sldMk cId="6677423" sldId="288"/>
            <ac:cxnSpMk id="28" creationId="{247FF784-3A16-CF74-41DC-C844843F8BD6}"/>
          </ac:cxnSpMkLst>
        </pc:cxnChg>
        <pc:cxnChg chg="add mod">
          <ac:chgData name="adilton junio" userId="66b3fade76ecdf97" providerId="LiveId" clId="{A5E50579-1733-4537-B8F2-65A7B3AAE54E}" dt="2024-07-19T20:05:01.459" v="2359" actId="1038"/>
          <ac:cxnSpMkLst>
            <pc:docMk/>
            <pc:sldMk cId="6677423" sldId="288"/>
            <ac:cxnSpMk id="29" creationId="{FB0A4008-2E82-AFD1-616C-A3FAEBFA1739}"/>
          </ac:cxnSpMkLst>
        </pc:cxnChg>
        <pc:cxnChg chg="add mod">
          <ac:chgData name="adilton junio" userId="66b3fade76ecdf97" providerId="LiveId" clId="{A5E50579-1733-4537-B8F2-65A7B3AAE54E}" dt="2024-07-19T20:05:01.459" v="2359" actId="1038"/>
          <ac:cxnSpMkLst>
            <pc:docMk/>
            <pc:sldMk cId="6677423" sldId="288"/>
            <ac:cxnSpMk id="31" creationId="{184AF9D8-30FD-9068-6A0A-CA6DAB1A1FBC}"/>
          </ac:cxnSpMkLst>
        </pc:cxnChg>
        <pc:cxnChg chg="add mod">
          <ac:chgData name="adilton junio" userId="66b3fade76ecdf97" providerId="LiveId" clId="{A5E50579-1733-4537-B8F2-65A7B3AAE54E}" dt="2024-07-19T20:05:01.459" v="2359" actId="1038"/>
          <ac:cxnSpMkLst>
            <pc:docMk/>
            <pc:sldMk cId="6677423" sldId="288"/>
            <ac:cxnSpMk id="32" creationId="{D5B12F51-E93D-AEDE-0D01-39D0EF29E2D1}"/>
          </ac:cxnSpMkLst>
        </pc:cxnChg>
        <pc:cxnChg chg="add del mod">
          <ac:chgData name="adilton junio" userId="66b3fade76ecdf97" providerId="LiveId" clId="{A5E50579-1733-4537-B8F2-65A7B3AAE54E}" dt="2024-07-19T20:12:42.462" v="2443" actId="478"/>
          <ac:cxnSpMkLst>
            <pc:docMk/>
            <pc:sldMk cId="6677423" sldId="288"/>
            <ac:cxnSpMk id="37" creationId="{B4A047D4-8E16-661C-EBF4-8FFA829B2DA7}"/>
          </ac:cxnSpMkLst>
        </pc:cxnChg>
        <pc:cxnChg chg="add del mod">
          <ac:chgData name="adilton junio" userId="66b3fade76ecdf97" providerId="LiveId" clId="{A5E50579-1733-4537-B8F2-65A7B3AAE54E}" dt="2024-07-19T19:56:18.851" v="2296" actId="478"/>
          <ac:cxnSpMkLst>
            <pc:docMk/>
            <pc:sldMk cId="6677423" sldId="288"/>
            <ac:cxnSpMk id="40" creationId="{3EE85CE9-597C-0D24-37F4-A48D60E61A6D}"/>
          </ac:cxnSpMkLst>
        </pc:cxnChg>
        <pc:cxnChg chg="add del mod">
          <ac:chgData name="adilton junio" userId="66b3fade76ecdf97" providerId="LiveId" clId="{A5E50579-1733-4537-B8F2-65A7B3AAE54E}" dt="2024-07-19T19:56:19.430" v="2297" actId="478"/>
          <ac:cxnSpMkLst>
            <pc:docMk/>
            <pc:sldMk cId="6677423" sldId="288"/>
            <ac:cxnSpMk id="42" creationId="{F549A40E-212F-5124-9352-004AC53FFD78}"/>
          </ac:cxnSpMkLst>
        </pc:cxnChg>
        <pc:cxnChg chg="add mod">
          <ac:chgData name="adilton junio" userId="66b3fade76ecdf97" providerId="LiveId" clId="{A5E50579-1733-4537-B8F2-65A7B3AAE54E}" dt="2024-07-19T20:05:06.679" v="2361" actId="1076"/>
          <ac:cxnSpMkLst>
            <pc:docMk/>
            <pc:sldMk cId="6677423" sldId="288"/>
            <ac:cxnSpMk id="55" creationId="{18AAC834-BCF2-7C41-C188-60A953C05B04}"/>
          </ac:cxnSpMkLst>
        </pc:cxnChg>
        <pc:cxnChg chg="add del mod">
          <ac:chgData name="adilton junio" userId="66b3fade76ecdf97" providerId="LiveId" clId="{A5E50579-1733-4537-B8F2-65A7B3AAE54E}" dt="2024-07-19T19:59:37.167" v="2318" actId="478"/>
          <ac:cxnSpMkLst>
            <pc:docMk/>
            <pc:sldMk cId="6677423" sldId="288"/>
            <ac:cxnSpMk id="59" creationId="{787D2908-3F70-C033-7D7D-A147FC80137E}"/>
          </ac:cxnSpMkLst>
        </pc:cxnChg>
        <pc:cxnChg chg="add del mod">
          <ac:chgData name="adilton junio" userId="66b3fade76ecdf97" providerId="LiveId" clId="{A5E50579-1733-4537-B8F2-65A7B3AAE54E}" dt="2024-07-19T20:03:55.707" v="2348" actId="478"/>
          <ac:cxnSpMkLst>
            <pc:docMk/>
            <pc:sldMk cId="6677423" sldId="288"/>
            <ac:cxnSpMk id="65" creationId="{FCCB41B4-7311-1E92-827B-4ACD4E0F11FB}"/>
          </ac:cxnSpMkLst>
        </pc:cxnChg>
        <pc:cxnChg chg="add mod">
          <ac:chgData name="adilton junio" userId="66b3fade76ecdf97" providerId="LiveId" clId="{A5E50579-1733-4537-B8F2-65A7B3AAE54E}" dt="2024-07-19T20:16:31.377" v="2552" actId="1076"/>
          <ac:cxnSpMkLst>
            <pc:docMk/>
            <pc:sldMk cId="6677423" sldId="288"/>
            <ac:cxnSpMk id="68" creationId="{66155D89-1231-F95E-C9C7-EED74D0D1A34}"/>
          </ac:cxnSpMkLst>
        </pc:cxnChg>
        <pc:cxnChg chg="add mod">
          <ac:chgData name="adilton junio" userId="66b3fade76ecdf97" providerId="LiveId" clId="{A5E50579-1733-4537-B8F2-65A7B3AAE54E}" dt="2024-07-19T20:16:41.833" v="2553" actId="1076"/>
          <ac:cxnSpMkLst>
            <pc:docMk/>
            <pc:sldMk cId="6677423" sldId="288"/>
            <ac:cxnSpMk id="71" creationId="{687850E7-8B51-4A62-3203-2DC7C9F47792}"/>
          </ac:cxnSpMkLst>
        </pc:cxnChg>
        <pc:cxnChg chg="add del mod">
          <ac:chgData name="adilton junio" userId="66b3fade76ecdf97" providerId="LiveId" clId="{A5E50579-1733-4537-B8F2-65A7B3AAE54E}" dt="2024-07-19T20:16:11.820" v="2547" actId="478"/>
          <ac:cxnSpMkLst>
            <pc:docMk/>
            <pc:sldMk cId="6677423" sldId="288"/>
            <ac:cxnSpMk id="76" creationId="{500768F9-3913-7E59-CAA5-8A538EF7B8FD}"/>
          </ac:cxnSpMkLst>
        </pc:cxnChg>
        <pc:cxnChg chg="add del mod">
          <ac:chgData name="adilton junio" userId="66b3fade76ecdf97" providerId="LiveId" clId="{A5E50579-1733-4537-B8F2-65A7B3AAE54E}" dt="2024-07-19T20:13:02.478" v="2450" actId="478"/>
          <ac:cxnSpMkLst>
            <pc:docMk/>
            <pc:sldMk cId="6677423" sldId="288"/>
            <ac:cxnSpMk id="82" creationId="{E5A4D0A0-D4A9-D15E-5E8A-B1E62EF20ADC}"/>
          </ac:cxnSpMkLst>
        </pc:cxnChg>
        <pc:cxnChg chg="add del mod">
          <ac:chgData name="adilton junio" userId="66b3fade76ecdf97" providerId="LiveId" clId="{A5E50579-1733-4537-B8F2-65A7B3AAE54E}" dt="2024-07-19T20:16:44.055" v="2554" actId="478"/>
          <ac:cxnSpMkLst>
            <pc:docMk/>
            <pc:sldMk cId="6677423" sldId="288"/>
            <ac:cxnSpMk id="97" creationId="{D8E89EC0-779E-9625-DB85-8742D564D393}"/>
          </ac:cxnSpMkLst>
        </pc:cxnChg>
        <pc:cxnChg chg="add del mod">
          <ac:chgData name="adilton junio" userId="66b3fade76ecdf97" providerId="LiveId" clId="{A5E50579-1733-4537-B8F2-65A7B3AAE54E}" dt="2024-07-19T20:14:08.627" v="2459" actId="478"/>
          <ac:cxnSpMkLst>
            <pc:docMk/>
            <pc:sldMk cId="6677423" sldId="288"/>
            <ac:cxnSpMk id="99" creationId="{A236C97A-86EA-6D81-B847-8E904F9BF8B8}"/>
          </ac:cxnSpMkLst>
        </pc:cxnChg>
        <pc:cxnChg chg="add mod">
          <ac:chgData name="adilton junio" userId="66b3fade76ecdf97" providerId="LiveId" clId="{A5E50579-1733-4537-B8F2-65A7B3AAE54E}" dt="2024-07-19T20:16:31.377" v="2552" actId="1076"/>
          <ac:cxnSpMkLst>
            <pc:docMk/>
            <pc:sldMk cId="6677423" sldId="288"/>
            <ac:cxnSpMk id="109" creationId="{A8E40065-E1EC-8B6A-0A08-A1A39BE1A482}"/>
          </ac:cxnSpMkLst>
        </pc:cxnChg>
        <pc:cxnChg chg="add del mod">
          <ac:chgData name="adilton junio" userId="66b3fade76ecdf97" providerId="LiveId" clId="{A5E50579-1733-4537-B8F2-65A7B3AAE54E}" dt="2024-07-19T20:20:33.567" v="2574" actId="478"/>
          <ac:cxnSpMkLst>
            <pc:docMk/>
            <pc:sldMk cId="6677423" sldId="288"/>
            <ac:cxnSpMk id="116" creationId="{839127AB-E1FB-F202-B9B4-B2C70B33F298}"/>
          </ac:cxnSpMkLst>
        </pc:cxnChg>
        <pc:cxnChg chg="add">
          <ac:chgData name="adilton junio" userId="66b3fade76ecdf97" providerId="LiveId" clId="{A5E50579-1733-4537-B8F2-65A7B3AAE54E}" dt="2024-07-19T20:20:29.521" v="2573" actId="11529"/>
          <ac:cxnSpMkLst>
            <pc:docMk/>
            <pc:sldMk cId="6677423" sldId="288"/>
            <ac:cxnSpMk id="121" creationId="{B0F40FC3-18FB-4474-40EE-ED69E3A7FD2C}"/>
          </ac:cxnSpMkLst>
        </pc:cxnChg>
        <pc:cxnChg chg="add mod">
          <ac:chgData name="adilton junio" userId="66b3fade76ecdf97" providerId="LiveId" clId="{A5E50579-1733-4537-B8F2-65A7B3AAE54E}" dt="2024-07-19T20:25:04.322" v="2599" actId="1076"/>
          <ac:cxnSpMkLst>
            <pc:docMk/>
            <pc:sldMk cId="6677423" sldId="288"/>
            <ac:cxnSpMk id="124" creationId="{9BF6B621-E4C2-E051-62B7-90950D5933DE}"/>
          </ac:cxnSpMkLst>
        </pc:cxnChg>
        <pc:cxnChg chg="add">
          <ac:chgData name="adilton junio" userId="66b3fade76ecdf97" providerId="LiveId" clId="{A5E50579-1733-4537-B8F2-65A7B3AAE54E}" dt="2024-07-19T20:20:54.918" v="2579" actId="11529"/>
          <ac:cxnSpMkLst>
            <pc:docMk/>
            <pc:sldMk cId="6677423" sldId="288"/>
            <ac:cxnSpMk id="126" creationId="{103FC956-3232-A25B-9648-9C11680A3D72}"/>
          </ac:cxnSpMkLst>
        </pc:cxnChg>
        <pc:cxnChg chg="add">
          <ac:chgData name="adilton junio" userId="66b3fade76ecdf97" providerId="LiveId" clId="{A5E50579-1733-4537-B8F2-65A7B3AAE54E}" dt="2024-07-19T20:21:01.487" v="2580" actId="11529"/>
          <ac:cxnSpMkLst>
            <pc:docMk/>
            <pc:sldMk cId="6677423" sldId="288"/>
            <ac:cxnSpMk id="128" creationId="{4685D118-A83E-7946-9632-63BAB5E13D9B}"/>
          </ac:cxnSpMkLst>
        </pc:cxnChg>
      </pc:sldChg>
      <pc:sldChg chg="addSp delSp modSp add mod ord">
        <pc:chgData name="adilton junio" userId="66b3fade76ecdf97" providerId="LiveId" clId="{A5E50579-1733-4537-B8F2-65A7B3AAE54E}" dt="2024-07-19T22:23:44.249" v="4294" actId="404"/>
        <pc:sldMkLst>
          <pc:docMk/>
          <pc:sldMk cId="580419983" sldId="289"/>
        </pc:sldMkLst>
        <pc:spChg chg="mod">
          <ac:chgData name="adilton junio" userId="66b3fade76ecdf97" providerId="LiveId" clId="{A5E50579-1733-4537-B8F2-65A7B3AAE54E}" dt="2024-07-19T20:06:18.558" v="2410" actId="14100"/>
          <ac:spMkLst>
            <pc:docMk/>
            <pc:sldMk cId="580419983" sldId="289"/>
            <ac:spMk id="2" creationId="{210C4684-E1A1-C731-9947-6934CF464A62}"/>
          </ac:spMkLst>
        </pc:spChg>
        <pc:spChg chg="add mod">
          <ac:chgData name="adilton junio" userId="66b3fade76ecdf97" providerId="LiveId" clId="{A5E50579-1733-4537-B8F2-65A7B3AAE54E}" dt="2024-07-19T20:32:03.802" v="2631" actId="164"/>
          <ac:spMkLst>
            <pc:docMk/>
            <pc:sldMk cId="580419983" sldId="289"/>
            <ac:spMk id="3" creationId="{BF016A12-F66E-AEE5-7C8F-007EE90B755E}"/>
          </ac:spMkLst>
        </pc:spChg>
        <pc:spChg chg="add mod">
          <ac:chgData name="adilton junio" userId="66b3fade76ecdf97" providerId="LiveId" clId="{A5E50579-1733-4537-B8F2-65A7B3AAE54E}" dt="2024-07-19T20:32:03.802" v="2631" actId="164"/>
          <ac:spMkLst>
            <pc:docMk/>
            <pc:sldMk cId="580419983" sldId="289"/>
            <ac:spMk id="5" creationId="{E784AAF5-8832-C5D8-60B3-3249C187F9C9}"/>
          </ac:spMkLst>
        </pc:spChg>
        <pc:spChg chg="add mod">
          <ac:chgData name="adilton junio" userId="66b3fade76ecdf97" providerId="LiveId" clId="{A5E50579-1733-4537-B8F2-65A7B3AAE54E}" dt="2024-07-19T20:32:54.054" v="2633" actId="1076"/>
          <ac:spMkLst>
            <pc:docMk/>
            <pc:sldMk cId="580419983" sldId="289"/>
            <ac:spMk id="7" creationId="{A92D6BF7-F173-023F-3B42-5A489AFC3E96}"/>
          </ac:spMkLst>
        </pc:spChg>
        <pc:spChg chg="del">
          <ac:chgData name="adilton junio" userId="66b3fade76ecdf97" providerId="LiveId" clId="{A5E50579-1733-4537-B8F2-65A7B3AAE54E}" dt="2024-07-19T20:06:57.790" v="2442" actId="478"/>
          <ac:spMkLst>
            <pc:docMk/>
            <pc:sldMk cId="580419983" sldId="289"/>
            <ac:spMk id="10" creationId="{A48A82B7-2AE7-1327-4758-03E3006072A0}"/>
          </ac:spMkLst>
        </pc:spChg>
        <pc:spChg chg="del">
          <ac:chgData name="adilton junio" userId="66b3fade76ecdf97" providerId="LiveId" clId="{A5E50579-1733-4537-B8F2-65A7B3AAE54E}" dt="2024-07-19T20:06:55.899" v="2441" actId="478"/>
          <ac:spMkLst>
            <pc:docMk/>
            <pc:sldMk cId="580419983" sldId="289"/>
            <ac:spMk id="11" creationId="{4F7749DF-A98E-05E9-2ED9-4D65FDA731AD}"/>
          </ac:spMkLst>
        </pc:spChg>
        <pc:spChg chg="del">
          <ac:chgData name="adilton junio" userId="66b3fade76ecdf97" providerId="LiveId" clId="{A5E50579-1733-4537-B8F2-65A7B3AAE54E}" dt="2024-07-19T20:06:55.899" v="2441" actId="478"/>
          <ac:spMkLst>
            <pc:docMk/>
            <pc:sldMk cId="580419983" sldId="289"/>
            <ac:spMk id="13" creationId="{68997FA5-A91D-0242-EA20-777EEF54C76F}"/>
          </ac:spMkLst>
        </pc:spChg>
        <pc:spChg chg="add mod">
          <ac:chgData name="adilton junio" userId="66b3fade76ecdf97" providerId="LiveId" clId="{A5E50579-1733-4537-B8F2-65A7B3AAE54E}" dt="2024-07-19T20:42:40.760" v="2914" actId="1036"/>
          <ac:spMkLst>
            <pc:docMk/>
            <pc:sldMk cId="580419983" sldId="289"/>
            <ac:spMk id="14" creationId="{FF78DFCF-F2D8-3173-8647-1D93A8286BAF}"/>
          </ac:spMkLst>
        </pc:spChg>
        <pc:spChg chg="add mod">
          <ac:chgData name="adilton junio" userId="66b3fade76ecdf97" providerId="LiveId" clId="{A5E50579-1733-4537-B8F2-65A7B3AAE54E}" dt="2024-07-19T22:23:38.057" v="4292" actId="1038"/>
          <ac:spMkLst>
            <pc:docMk/>
            <pc:sldMk cId="580419983" sldId="289"/>
            <ac:spMk id="15" creationId="{D049FD0E-961F-E419-22CB-E6A196D0DFE6}"/>
          </ac:spMkLst>
        </pc:spChg>
        <pc:spChg chg="add mod">
          <ac:chgData name="adilton junio" userId="66b3fade76ecdf97" providerId="LiveId" clId="{A5E50579-1733-4537-B8F2-65A7B3AAE54E}" dt="2024-07-19T22:23:41.372" v="4293" actId="1038"/>
          <ac:spMkLst>
            <pc:docMk/>
            <pc:sldMk cId="580419983" sldId="289"/>
            <ac:spMk id="16" creationId="{2E36C808-7139-8359-43C6-D528D3D6FAC7}"/>
          </ac:spMkLst>
        </pc:spChg>
        <pc:spChg chg="add mod">
          <ac:chgData name="adilton junio" userId="66b3fade76ecdf97" providerId="LiveId" clId="{A5E50579-1733-4537-B8F2-65A7B3AAE54E}" dt="2024-07-19T21:15:44.662" v="3172" actId="1076"/>
          <ac:spMkLst>
            <pc:docMk/>
            <pc:sldMk cId="580419983" sldId="289"/>
            <ac:spMk id="17" creationId="{C4CE686B-974E-BB97-5EF9-65EA17FBB029}"/>
          </ac:spMkLst>
        </pc:spChg>
        <pc:spChg chg="add mod">
          <ac:chgData name="adilton junio" userId="66b3fade76ecdf97" providerId="LiveId" clId="{A5E50579-1733-4537-B8F2-65A7B3AAE54E}" dt="2024-07-19T20:45:23.059" v="2984" actId="1035"/>
          <ac:spMkLst>
            <pc:docMk/>
            <pc:sldMk cId="580419983" sldId="289"/>
            <ac:spMk id="18" creationId="{081A7E8F-FBBB-E7B9-1830-A6BF795996E5}"/>
          </ac:spMkLst>
        </pc:spChg>
        <pc:spChg chg="add mod">
          <ac:chgData name="adilton junio" userId="66b3fade76ecdf97" providerId="LiveId" clId="{A5E50579-1733-4537-B8F2-65A7B3AAE54E}" dt="2024-07-19T20:46:19.026" v="2989" actId="6549"/>
          <ac:spMkLst>
            <pc:docMk/>
            <pc:sldMk cId="580419983" sldId="289"/>
            <ac:spMk id="19" creationId="{0DCA8E34-A076-A7E0-381D-F3ACA1AE8222}"/>
          </ac:spMkLst>
        </pc:spChg>
        <pc:spChg chg="add mod">
          <ac:chgData name="adilton junio" userId="66b3fade76ecdf97" providerId="LiveId" clId="{A5E50579-1733-4537-B8F2-65A7B3AAE54E}" dt="2024-07-19T21:40:44.254" v="3614" actId="14100"/>
          <ac:spMkLst>
            <pc:docMk/>
            <pc:sldMk cId="580419983" sldId="289"/>
            <ac:spMk id="20" creationId="{9E37712A-FAE9-A84F-271C-3958B38F5E3A}"/>
          </ac:spMkLst>
        </pc:spChg>
        <pc:spChg chg="add mod">
          <ac:chgData name="adilton junio" userId="66b3fade76ecdf97" providerId="LiveId" clId="{A5E50579-1733-4537-B8F2-65A7B3AAE54E}" dt="2024-07-19T20:47:14.760" v="3000" actId="20577"/>
          <ac:spMkLst>
            <pc:docMk/>
            <pc:sldMk cId="580419983" sldId="289"/>
            <ac:spMk id="21" creationId="{4C942BC6-4908-AF5E-3E5D-339F8C1DCA37}"/>
          </ac:spMkLst>
        </pc:spChg>
        <pc:spChg chg="add mod">
          <ac:chgData name="adilton junio" userId="66b3fade76ecdf97" providerId="LiveId" clId="{A5E50579-1733-4537-B8F2-65A7B3AAE54E}" dt="2024-07-19T21:15:57.785" v="3177" actId="14100"/>
          <ac:spMkLst>
            <pc:docMk/>
            <pc:sldMk cId="580419983" sldId="289"/>
            <ac:spMk id="22" creationId="{BCD9D889-847A-155A-5667-6537BCD0BFAC}"/>
          </ac:spMkLst>
        </pc:spChg>
        <pc:spChg chg="add mod">
          <ac:chgData name="adilton junio" userId="66b3fade76ecdf97" providerId="LiveId" clId="{A5E50579-1733-4537-B8F2-65A7B3AAE54E}" dt="2024-07-19T22:23:38.057" v="4292" actId="1038"/>
          <ac:spMkLst>
            <pc:docMk/>
            <pc:sldMk cId="580419983" sldId="289"/>
            <ac:spMk id="23" creationId="{DFBC1D1E-782B-72BB-D769-6A8ABF7FD979}"/>
          </ac:spMkLst>
        </pc:spChg>
        <pc:spChg chg="add mod">
          <ac:chgData name="adilton junio" userId="66b3fade76ecdf97" providerId="LiveId" clId="{A5E50579-1733-4537-B8F2-65A7B3AAE54E}" dt="2024-07-19T22:14:48.381" v="4208" actId="14100"/>
          <ac:spMkLst>
            <pc:docMk/>
            <pc:sldMk cId="580419983" sldId="289"/>
            <ac:spMk id="24" creationId="{48E64D3E-E220-823B-0B74-E6CCD9241650}"/>
          </ac:spMkLst>
        </pc:spChg>
        <pc:spChg chg="add mod">
          <ac:chgData name="adilton junio" userId="66b3fade76ecdf97" providerId="LiveId" clId="{A5E50579-1733-4537-B8F2-65A7B3AAE54E}" dt="2024-07-19T22:23:44.249" v="4294" actId="404"/>
          <ac:spMkLst>
            <pc:docMk/>
            <pc:sldMk cId="580419983" sldId="289"/>
            <ac:spMk id="25" creationId="{16B37226-E8E1-B2AF-A9A3-BC5B4BDB13B7}"/>
          </ac:spMkLst>
        </pc:spChg>
        <pc:spChg chg="add mod">
          <ac:chgData name="adilton junio" userId="66b3fade76ecdf97" providerId="LiveId" clId="{A5E50579-1733-4537-B8F2-65A7B3AAE54E}" dt="2024-07-19T20:50:56.084" v="3049" actId="1036"/>
          <ac:spMkLst>
            <pc:docMk/>
            <pc:sldMk cId="580419983" sldId="289"/>
            <ac:spMk id="26" creationId="{EF016933-E4EB-4391-1679-52827799F2E8}"/>
          </ac:spMkLst>
        </pc:spChg>
        <pc:spChg chg="add mod">
          <ac:chgData name="adilton junio" userId="66b3fade76ecdf97" providerId="LiveId" clId="{A5E50579-1733-4537-B8F2-65A7B3AAE54E}" dt="2024-07-19T21:15:24.987" v="3166" actId="1076"/>
          <ac:spMkLst>
            <pc:docMk/>
            <pc:sldMk cId="580419983" sldId="289"/>
            <ac:spMk id="27" creationId="{0F845FFC-492B-506D-9B2F-D814E23C230F}"/>
          </ac:spMkLst>
        </pc:spChg>
        <pc:spChg chg="add del mod">
          <ac:chgData name="adilton junio" userId="66b3fade76ecdf97" providerId="LiveId" clId="{A5E50579-1733-4537-B8F2-65A7B3AAE54E}" dt="2024-07-19T21:15:40.417" v="3169" actId="478"/>
          <ac:spMkLst>
            <pc:docMk/>
            <pc:sldMk cId="580419983" sldId="289"/>
            <ac:spMk id="28" creationId="{5EE8AFA7-39F2-D469-2471-C3EB31E76C97}"/>
          </ac:spMkLst>
        </pc:spChg>
        <pc:spChg chg="add mod">
          <ac:chgData name="adilton junio" userId="66b3fade76ecdf97" providerId="LiveId" clId="{A5E50579-1733-4537-B8F2-65A7B3AAE54E}" dt="2024-07-19T21:15:33.304" v="3168"/>
          <ac:spMkLst>
            <pc:docMk/>
            <pc:sldMk cId="580419983" sldId="289"/>
            <ac:spMk id="29" creationId="{DA3BDC1B-1F30-A155-1D4C-AE6277C0C951}"/>
          </ac:spMkLst>
        </pc:spChg>
        <pc:spChg chg="add mod">
          <ac:chgData name="adilton junio" userId="66b3fade76ecdf97" providerId="LiveId" clId="{A5E50579-1733-4537-B8F2-65A7B3AAE54E}" dt="2024-07-19T21:17:40.910" v="3189" actId="20577"/>
          <ac:spMkLst>
            <pc:docMk/>
            <pc:sldMk cId="580419983" sldId="289"/>
            <ac:spMk id="30" creationId="{ED600B99-F270-DBBE-DF7E-50A8A35C2F22}"/>
          </ac:spMkLst>
        </pc:spChg>
        <pc:spChg chg="del">
          <ac:chgData name="adilton junio" userId="66b3fade76ecdf97" providerId="LiveId" clId="{A5E50579-1733-4537-B8F2-65A7B3AAE54E}" dt="2024-07-19T20:06:55.899" v="2441" actId="478"/>
          <ac:spMkLst>
            <pc:docMk/>
            <pc:sldMk cId="580419983" sldId="289"/>
            <ac:spMk id="46" creationId="{6CE3F873-CFD4-78FC-4F2E-CB254F51C454}"/>
          </ac:spMkLst>
        </pc:spChg>
        <pc:spChg chg="mod">
          <ac:chgData name="adilton junio" userId="66b3fade76ecdf97" providerId="LiveId" clId="{A5E50579-1733-4537-B8F2-65A7B3AAE54E}" dt="2024-07-19T21:40:47.545" v="3615" actId="14100"/>
          <ac:spMkLst>
            <pc:docMk/>
            <pc:sldMk cId="580419983" sldId="289"/>
            <ac:spMk id="70" creationId="{78B341C4-2B1A-F076-C254-B6068E0B7310}"/>
          </ac:spMkLst>
        </pc:spChg>
        <pc:spChg chg="mod">
          <ac:chgData name="adilton junio" userId="66b3fade76ecdf97" providerId="LiveId" clId="{A5E50579-1733-4537-B8F2-65A7B3AAE54E}" dt="2024-07-19T20:06:50.066" v="2440" actId="14100"/>
          <ac:spMkLst>
            <pc:docMk/>
            <pc:sldMk cId="580419983" sldId="289"/>
            <ac:spMk id="92" creationId="{389AD4BA-DE4A-1658-2487-F94C2EEF6666}"/>
          </ac:spMkLst>
        </pc:spChg>
        <pc:grpChg chg="add mod">
          <ac:chgData name="adilton junio" userId="66b3fade76ecdf97" providerId="LiveId" clId="{A5E50579-1733-4537-B8F2-65A7B3AAE54E}" dt="2024-07-19T20:39:59.767" v="2721" actId="1035"/>
          <ac:grpSpMkLst>
            <pc:docMk/>
            <pc:sldMk cId="580419983" sldId="289"/>
            <ac:grpSpMk id="12" creationId="{98EC4917-AA68-1205-1760-374B3E26A41E}"/>
          </ac:grpSpMkLst>
        </pc:grpChg>
      </pc:sldChg>
      <pc:sldChg chg="addSp delSp modSp add mod">
        <pc:chgData name="adilton junio" userId="66b3fade76ecdf97" providerId="LiveId" clId="{A5E50579-1733-4537-B8F2-65A7B3AAE54E}" dt="2024-07-19T22:23:24.458" v="4290" actId="1037"/>
        <pc:sldMkLst>
          <pc:docMk/>
          <pc:sldMk cId="1995195482" sldId="290"/>
        </pc:sldMkLst>
        <pc:spChg chg="add mod">
          <ac:chgData name="adilton junio" userId="66b3fade76ecdf97" providerId="LiveId" clId="{A5E50579-1733-4537-B8F2-65A7B3AAE54E}" dt="2024-07-19T22:14:36.192" v="4204" actId="1037"/>
          <ac:spMkLst>
            <pc:docMk/>
            <pc:sldMk cId="1995195482" sldId="290"/>
            <ac:spMk id="10" creationId="{75F1EE07-FF18-5666-6CD3-1C996B921451}"/>
          </ac:spMkLst>
        </pc:spChg>
        <pc:spChg chg="add del mod">
          <ac:chgData name="adilton junio" userId="66b3fade76ecdf97" providerId="LiveId" clId="{A5E50579-1733-4537-B8F2-65A7B3AAE54E}" dt="2024-07-19T21:51:10.923" v="3653" actId="478"/>
          <ac:spMkLst>
            <pc:docMk/>
            <pc:sldMk cId="1995195482" sldId="290"/>
            <ac:spMk id="11" creationId="{96F4F071-F7BA-F817-D815-3DBB2A7FC13F}"/>
          </ac:spMkLst>
        </pc:spChg>
        <pc:spChg chg="add del mod">
          <ac:chgData name="adilton junio" userId="66b3fade76ecdf97" providerId="LiveId" clId="{A5E50579-1733-4537-B8F2-65A7B3AAE54E}" dt="2024-07-19T21:51:10.923" v="3653" actId="478"/>
          <ac:spMkLst>
            <pc:docMk/>
            <pc:sldMk cId="1995195482" sldId="290"/>
            <ac:spMk id="13" creationId="{3CD90516-EDDF-D128-3535-353C70C31494}"/>
          </ac:spMkLst>
        </pc:spChg>
        <pc:spChg chg="del">
          <ac:chgData name="adilton junio" userId="66b3fade76ecdf97" providerId="LiveId" clId="{A5E50579-1733-4537-B8F2-65A7B3AAE54E}" dt="2024-07-19T21:07:12.583" v="3070" actId="478"/>
          <ac:spMkLst>
            <pc:docMk/>
            <pc:sldMk cId="1995195482" sldId="290"/>
            <ac:spMk id="14" creationId="{FF78DFCF-F2D8-3173-8647-1D93A8286BAF}"/>
          </ac:spMkLst>
        </pc:spChg>
        <pc:spChg chg="del">
          <ac:chgData name="adilton junio" userId="66b3fade76ecdf97" providerId="LiveId" clId="{A5E50579-1733-4537-B8F2-65A7B3AAE54E}" dt="2024-07-19T21:07:15.754" v="3072" actId="478"/>
          <ac:spMkLst>
            <pc:docMk/>
            <pc:sldMk cId="1995195482" sldId="290"/>
            <ac:spMk id="15" creationId="{D049FD0E-961F-E419-22CB-E6A196D0DFE6}"/>
          </ac:spMkLst>
        </pc:spChg>
        <pc:spChg chg="del">
          <ac:chgData name="adilton junio" userId="66b3fade76ecdf97" providerId="LiveId" clId="{A5E50579-1733-4537-B8F2-65A7B3AAE54E}" dt="2024-07-19T21:07:12.583" v="3070" actId="478"/>
          <ac:spMkLst>
            <pc:docMk/>
            <pc:sldMk cId="1995195482" sldId="290"/>
            <ac:spMk id="16" creationId="{2E36C808-7139-8359-43C6-D528D3D6FAC7}"/>
          </ac:spMkLst>
        </pc:spChg>
        <pc:spChg chg="del">
          <ac:chgData name="adilton junio" userId="66b3fade76ecdf97" providerId="LiveId" clId="{A5E50579-1733-4537-B8F2-65A7B3AAE54E}" dt="2024-07-19T21:07:12.583" v="3070" actId="478"/>
          <ac:spMkLst>
            <pc:docMk/>
            <pc:sldMk cId="1995195482" sldId="290"/>
            <ac:spMk id="17" creationId="{C4CE686B-974E-BB97-5EF9-65EA17FBB029}"/>
          </ac:spMkLst>
        </pc:spChg>
        <pc:spChg chg="del">
          <ac:chgData name="adilton junio" userId="66b3fade76ecdf97" providerId="LiveId" clId="{A5E50579-1733-4537-B8F2-65A7B3AAE54E}" dt="2024-07-19T21:07:12.583" v="3070" actId="478"/>
          <ac:spMkLst>
            <pc:docMk/>
            <pc:sldMk cId="1995195482" sldId="290"/>
            <ac:spMk id="18" creationId="{081A7E8F-FBBB-E7B9-1830-A6BF795996E5}"/>
          </ac:spMkLst>
        </pc:spChg>
        <pc:spChg chg="del">
          <ac:chgData name="adilton junio" userId="66b3fade76ecdf97" providerId="LiveId" clId="{A5E50579-1733-4537-B8F2-65A7B3AAE54E}" dt="2024-07-19T21:07:12.583" v="3070" actId="478"/>
          <ac:spMkLst>
            <pc:docMk/>
            <pc:sldMk cId="1995195482" sldId="290"/>
            <ac:spMk id="19" creationId="{0DCA8E34-A076-A7E0-381D-F3ACA1AE8222}"/>
          </ac:spMkLst>
        </pc:spChg>
        <pc:spChg chg="del">
          <ac:chgData name="adilton junio" userId="66b3fade76ecdf97" providerId="LiveId" clId="{A5E50579-1733-4537-B8F2-65A7B3AAE54E}" dt="2024-07-19T21:07:12.583" v="3070" actId="478"/>
          <ac:spMkLst>
            <pc:docMk/>
            <pc:sldMk cId="1995195482" sldId="290"/>
            <ac:spMk id="20" creationId="{9E37712A-FAE9-A84F-271C-3958B38F5E3A}"/>
          </ac:spMkLst>
        </pc:spChg>
        <pc:spChg chg="del">
          <ac:chgData name="adilton junio" userId="66b3fade76ecdf97" providerId="LiveId" clId="{A5E50579-1733-4537-B8F2-65A7B3AAE54E}" dt="2024-07-19T21:07:12.583" v="3070" actId="478"/>
          <ac:spMkLst>
            <pc:docMk/>
            <pc:sldMk cId="1995195482" sldId="290"/>
            <ac:spMk id="21" creationId="{4C942BC6-4908-AF5E-3E5D-339F8C1DCA37}"/>
          </ac:spMkLst>
        </pc:spChg>
        <pc:spChg chg="del">
          <ac:chgData name="adilton junio" userId="66b3fade76ecdf97" providerId="LiveId" clId="{A5E50579-1733-4537-B8F2-65A7B3AAE54E}" dt="2024-07-19T21:07:14.283" v="3071" actId="478"/>
          <ac:spMkLst>
            <pc:docMk/>
            <pc:sldMk cId="1995195482" sldId="290"/>
            <ac:spMk id="22" creationId="{BCD9D889-847A-155A-5667-6537BCD0BFAC}"/>
          </ac:spMkLst>
        </pc:spChg>
        <pc:spChg chg="del">
          <ac:chgData name="adilton junio" userId="66b3fade76ecdf97" providerId="LiveId" clId="{A5E50579-1733-4537-B8F2-65A7B3AAE54E}" dt="2024-07-19T21:07:12.583" v="3070" actId="478"/>
          <ac:spMkLst>
            <pc:docMk/>
            <pc:sldMk cId="1995195482" sldId="290"/>
            <ac:spMk id="23" creationId="{DFBC1D1E-782B-72BB-D769-6A8ABF7FD979}"/>
          </ac:spMkLst>
        </pc:spChg>
        <pc:spChg chg="del">
          <ac:chgData name="adilton junio" userId="66b3fade76ecdf97" providerId="LiveId" clId="{A5E50579-1733-4537-B8F2-65A7B3AAE54E}" dt="2024-07-19T21:07:12.583" v="3070" actId="478"/>
          <ac:spMkLst>
            <pc:docMk/>
            <pc:sldMk cId="1995195482" sldId="290"/>
            <ac:spMk id="24" creationId="{48E64D3E-E220-823B-0B74-E6CCD9241650}"/>
          </ac:spMkLst>
        </pc:spChg>
        <pc:spChg chg="del">
          <ac:chgData name="adilton junio" userId="66b3fade76ecdf97" providerId="LiveId" clId="{A5E50579-1733-4537-B8F2-65A7B3AAE54E}" dt="2024-07-19T21:07:12.583" v="3070" actId="478"/>
          <ac:spMkLst>
            <pc:docMk/>
            <pc:sldMk cId="1995195482" sldId="290"/>
            <ac:spMk id="25" creationId="{16B37226-E8E1-B2AF-A9A3-BC5B4BDB13B7}"/>
          </ac:spMkLst>
        </pc:spChg>
        <pc:spChg chg="del">
          <ac:chgData name="adilton junio" userId="66b3fade76ecdf97" providerId="LiveId" clId="{A5E50579-1733-4537-B8F2-65A7B3AAE54E}" dt="2024-07-19T21:07:12.583" v="3070" actId="478"/>
          <ac:spMkLst>
            <pc:docMk/>
            <pc:sldMk cId="1995195482" sldId="290"/>
            <ac:spMk id="26" creationId="{EF016933-E4EB-4391-1679-52827799F2E8}"/>
          </ac:spMkLst>
        </pc:spChg>
        <pc:spChg chg="add del mod">
          <ac:chgData name="adilton junio" userId="66b3fade76ecdf97" providerId="LiveId" clId="{A5E50579-1733-4537-B8F2-65A7B3AAE54E}" dt="2024-07-19T21:51:10.923" v="3653" actId="478"/>
          <ac:spMkLst>
            <pc:docMk/>
            <pc:sldMk cId="1995195482" sldId="290"/>
            <ac:spMk id="27" creationId="{987B891E-5411-A661-E7C3-3495A51E130B}"/>
          </ac:spMkLst>
        </pc:spChg>
        <pc:spChg chg="add del mod">
          <ac:chgData name="adilton junio" userId="66b3fade76ecdf97" providerId="LiveId" clId="{A5E50579-1733-4537-B8F2-65A7B3AAE54E}" dt="2024-07-19T21:51:10.923" v="3653" actId="478"/>
          <ac:spMkLst>
            <pc:docMk/>
            <pc:sldMk cId="1995195482" sldId="290"/>
            <ac:spMk id="28" creationId="{66100F78-C5D7-A403-419C-93047F709B4F}"/>
          </ac:spMkLst>
        </pc:spChg>
        <pc:spChg chg="add del mod">
          <ac:chgData name="adilton junio" userId="66b3fade76ecdf97" providerId="LiveId" clId="{A5E50579-1733-4537-B8F2-65A7B3AAE54E}" dt="2024-07-19T21:51:10.923" v="3653" actId="478"/>
          <ac:spMkLst>
            <pc:docMk/>
            <pc:sldMk cId="1995195482" sldId="290"/>
            <ac:spMk id="29" creationId="{E67362DF-34E7-DAA4-D24F-40FB780979F5}"/>
          </ac:spMkLst>
        </pc:spChg>
        <pc:spChg chg="add del mod">
          <ac:chgData name="adilton junio" userId="66b3fade76ecdf97" providerId="LiveId" clId="{A5E50579-1733-4537-B8F2-65A7B3AAE54E}" dt="2024-07-19T21:51:10.923" v="3653" actId="478"/>
          <ac:spMkLst>
            <pc:docMk/>
            <pc:sldMk cId="1995195482" sldId="290"/>
            <ac:spMk id="30" creationId="{E00E947C-A73E-5306-ED37-459668394D34}"/>
          </ac:spMkLst>
        </pc:spChg>
        <pc:spChg chg="add del mod">
          <ac:chgData name="adilton junio" userId="66b3fade76ecdf97" providerId="LiveId" clId="{A5E50579-1733-4537-B8F2-65A7B3AAE54E}" dt="2024-07-19T21:51:10.923" v="3653" actId="478"/>
          <ac:spMkLst>
            <pc:docMk/>
            <pc:sldMk cId="1995195482" sldId="290"/>
            <ac:spMk id="31" creationId="{C2CE47C6-DEAC-571D-C9FC-94BDEB1C73DE}"/>
          </ac:spMkLst>
        </pc:spChg>
        <pc:spChg chg="add mod">
          <ac:chgData name="adilton junio" userId="66b3fade76ecdf97" providerId="LiveId" clId="{A5E50579-1733-4537-B8F2-65A7B3AAE54E}" dt="2024-07-19T22:14:41.853" v="4206" actId="14100"/>
          <ac:spMkLst>
            <pc:docMk/>
            <pc:sldMk cId="1995195482" sldId="290"/>
            <ac:spMk id="32" creationId="{F36BB651-0A20-F8B0-CBA7-5217A4A18993}"/>
          </ac:spMkLst>
        </pc:spChg>
        <pc:spChg chg="add mod">
          <ac:chgData name="adilton junio" userId="66b3fade76ecdf97" providerId="LiveId" clId="{A5E50579-1733-4537-B8F2-65A7B3AAE54E}" dt="2024-07-19T22:14:36.192" v="4204" actId="1037"/>
          <ac:spMkLst>
            <pc:docMk/>
            <pc:sldMk cId="1995195482" sldId="290"/>
            <ac:spMk id="33" creationId="{4216A76C-0355-3521-1B20-EEC5F6912AA6}"/>
          </ac:spMkLst>
        </pc:spChg>
        <pc:spChg chg="add del mod">
          <ac:chgData name="adilton junio" userId="66b3fade76ecdf97" providerId="LiveId" clId="{A5E50579-1733-4537-B8F2-65A7B3AAE54E}" dt="2024-07-19T21:58:45.722" v="3789" actId="478"/>
          <ac:spMkLst>
            <pc:docMk/>
            <pc:sldMk cId="1995195482" sldId="290"/>
            <ac:spMk id="34" creationId="{A9D36686-E42F-E657-F587-5708CEAB0584}"/>
          </ac:spMkLst>
        </pc:spChg>
        <pc:spChg chg="add mod">
          <ac:chgData name="adilton junio" userId="66b3fade76ecdf97" providerId="LiveId" clId="{A5E50579-1733-4537-B8F2-65A7B3AAE54E}" dt="2024-07-19T22:14:36.192" v="4204" actId="1037"/>
          <ac:spMkLst>
            <pc:docMk/>
            <pc:sldMk cId="1995195482" sldId="290"/>
            <ac:spMk id="35" creationId="{6F301873-6EA2-77F3-3936-1DFB4D028717}"/>
          </ac:spMkLst>
        </pc:spChg>
        <pc:spChg chg="add mod">
          <ac:chgData name="adilton junio" userId="66b3fade76ecdf97" providerId="LiveId" clId="{A5E50579-1733-4537-B8F2-65A7B3AAE54E}" dt="2024-07-19T22:13:34.020" v="4112" actId="1035"/>
          <ac:spMkLst>
            <pc:docMk/>
            <pc:sldMk cId="1995195482" sldId="290"/>
            <ac:spMk id="36" creationId="{21EF64CA-835B-7353-E0E8-898E69F94FD8}"/>
          </ac:spMkLst>
        </pc:spChg>
        <pc:spChg chg="add mod">
          <ac:chgData name="adilton junio" userId="66b3fade76ecdf97" providerId="LiveId" clId="{A5E50579-1733-4537-B8F2-65A7B3AAE54E}" dt="2024-07-19T22:14:36.192" v="4204" actId="1037"/>
          <ac:spMkLst>
            <pc:docMk/>
            <pc:sldMk cId="1995195482" sldId="290"/>
            <ac:spMk id="37" creationId="{AB6629BA-34EF-2168-2A73-2CAF29A3F9CD}"/>
          </ac:spMkLst>
        </pc:spChg>
        <pc:spChg chg="add mod">
          <ac:chgData name="adilton junio" userId="66b3fade76ecdf97" providerId="LiveId" clId="{A5E50579-1733-4537-B8F2-65A7B3AAE54E}" dt="2024-07-19T22:15:02.173" v="4219" actId="14100"/>
          <ac:spMkLst>
            <pc:docMk/>
            <pc:sldMk cId="1995195482" sldId="290"/>
            <ac:spMk id="38" creationId="{249E7232-84ED-41DD-982A-82835E50CF1F}"/>
          </ac:spMkLst>
        </pc:spChg>
        <pc:spChg chg="add mod">
          <ac:chgData name="adilton junio" userId="66b3fade76ecdf97" providerId="LiveId" clId="{A5E50579-1733-4537-B8F2-65A7B3AAE54E}" dt="2024-07-19T22:13:34.020" v="4112" actId="1035"/>
          <ac:spMkLst>
            <pc:docMk/>
            <pc:sldMk cId="1995195482" sldId="290"/>
            <ac:spMk id="39" creationId="{5E0AFD97-52BE-A635-6A10-E10C6C915873}"/>
          </ac:spMkLst>
        </pc:spChg>
        <pc:spChg chg="add mod">
          <ac:chgData name="adilton junio" userId="66b3fade76ecdf97" providerId="LiveId" clId="{A5E50579-1733-4537-B8F2-65A7B3AAE54E}" dt="2024-07-19T22:13:54.790" v="4118" actId="20577"/>
          <ac:spMkLst>
            <pc:docMk/>
            <pc:sldMk cId="1995195482" sldId="290"/>
            <ac:spMk id="40" creationId="{C7CDA22E-5F75-C07B-4026-CF7AF6ED30D4}"/>
          </ac:spMkLst>
        </pc:spChg>
        <pc:spChg chg="add mod">
          <ac:chgData name="adilton junio" userId="66b3fade76ecdf97" providerId="LiveId" clId="{A5E50579-1733-4537-B8F2-65A7B3AAE54E}" dt="2024-07-19T22:14:57.175" v="4217" actId="1038"/>
          <ac:spMkLst>
            <pc:docMk/>
            <pc:sldMk cId="1995195482" sldId="290"/>
            <ac:spMk id="41" creationId="{EEC98B50-5F9B-FE3C-96ED-B158D62DBB3C}"/>
          </ac:spMkLst>
        </pc:spChg>
        <pc:spChg chg="add mod">
          <ac:chgData name="adilton junio" userId="66b3fade76ecdf97" providerId="LiveId" clId="{A5E50579-1733-4537-B8F2-65A7B3AAE54E}" dt="2024-07-19T22:23:15.984" v="4286" actId="404"/>
          <ac:spMkLst>
            <pc:docMk/>
            <pc:sldMk cId="1995195482" sldId="290"/>
            <ac:spMk id="42" creationId="{C0C4A6AE-F4BF-14BA-0896-3CFA47335EEC}"/>
          </ac:spMkLst>
        </pc:spChg>
        <pc:spChg chg="add mod">
          <ac:chgData name="adilton junio" userId="66b3fade76ecdf97" providerId="LiveId" clId="{A5E50579-1733-4537-B8F2-65A7B3AAE54E}" dt="2024-07-19T22:23:22.723" v="4289" actId="1037"/>
          <ac:spMkLst>
            <pc:docMk/>
            <pc:sldMk cId="1995195482" sldId="290"/>
            <ac:spMk id="43" creationId="{69389CBF-9B95-B48C-48B1-CD6A27A34D2A}"/>
          </ac:spMkLst>
        </pc:spChg>
        <pc:spChg chg="add mod">
          <ac:chgData name="adilton junio" userId="66b3fade76ecdf97" providerId="LiveId" clId="{A5E50579-1733-4537-B8F2-65A7B3AAE54E}" dt="2024-07-19T22:23:24.458" v="4290" actId="1037"/>
          <ac:spMkLst>
            <pc:docMk/>
            <pc:sldMk cId="1995195482" sldId="290"/>
            <ac:spMk id="44" creationId="{0044D90A-A02D-A1F8-91F5-CCE89695DB5E}"/>
          </ac:spMkLst>
        </pc:spChg>
        <pc:spChg chg="add mod">
          <ac:chgData name="adilton junio" userId="66b3fade76ecdf97" providerId="LiveId" clId="{A5E50579-1733-4537-B8F2-65A7B3AAE54E}" dt="2024-07-19T22:13:34.020" v="4112" actId="1035"/>
          <ac:spMkLst>
            <pc:docMk/>
            <pc:sldMk cId="1995195482" sldId="290"/>
            <ac:spMk id="45" creationId="{8161928A-540D-B66D-6403-D84E56C57AA9}"/>
          </ac:spMkLst>
        </pc:spChg>
        <pc:spChg chg="add mod">
          <ac:chgData name="adilton junio" userId="66b3fade76ecdf97" providerId="LiveId" clId="{A5E50579-1733-4537-B8F2-65A7B3AAE54E}" dt="2024-07-19T22:23:15.984" v="4286" actId="404"/>
          <ac:spMkLst>
            <pc:docMk/>
            <pc:sldMk cId="1995195482" sldId="290"/>
            <ac:spMk id="46" creationId="{06ABEA69-54A2-08D5-3E67-341F8D7017BF}"/>
          </ac:spMkLst>
        </pc:spChg>
        <pc:spChg chg="add mod">
          <ac:chgData name="adilton junio" userId="66b3fade76ecdf97" providerId="LiveId" clId="{A5E50579-1733-4537-B8F2-65A7B3AAE54E}" dt="2024-07-19T22:13:47.965" v="4117" actId="1036"/>
          <ac:spMkLst>
            <pc:docMk/>
            <pc:sldMk cId="1995195482" sldId="290"/>
            <ac:spMk id="47" creationId="{4EBC944D-0E05-7253-41E1-B990233A5F50}"/>
          </ac:spMkLst>
        </pc:spChg>
        <pc:spChg chg="del mod">
          <ac:chgData name="adilton junio" userId="66b3fade76ecdf97" providerId="LiveId" clId="{A5E50579-1733-4537-B8F2-65A7B3AAE54E}" dt="2024-07-19T22:06:42.390" v="3925" actId="478"/>
          <ac:spMkLst>
            <pc:docMk/>
            <pc:sldMk cId="1995195482" sldId="290"/>
            <ac:spMk id="70" creationId="{78B341C4-2B1A-F076-C254-B6068E0B7310}"/>
          </ac:spMkLst>
        </pc:spChg>
        <pc:spChg chg="mod">
          <ac:chgData name="adilton junio" userId="66b3fade76ecdf97" providerId="LiveId" clId="{A5E50579-1733-4537-B8F2-65A7B3AAE54E}" dt="2024-07-19T21:06:23.713" v="3057" actId="20577"/>
          <ac:spMkLst>
            <pc:docMk/>
            <pc:sldMk cId="1995195482" sldId="290"/>
            <ac:spMk id="92" creationId="{389AD4BA-DE4A-1658-2487-F94C2EEF6666}"/>
          </ac:spMkLst>
        </pc:spChg>
        <pc:grpChg chg="del">
          <ac:chgData name="adilton junio" userId="66b3fade76ecdf97" providerId="LiveId" clId="{A5E50579-1733-4537-B8F2-65A7B3AAE54E}" dt="2024-07-19T21:07:12.583" v="3070" actId="478"/>
          <ac:grpSpMkLst>
            <pc:docMk/>
            <pc:sldMk cId="1995195482" sldId="290"/>
            <ac:grpSpMk id="12" creationId="{98EC4917-AA68-1205-1760-374B3E26A41E}"/>
          </ac:grpSpMkLst>
        </pc:grpChg>
      </pc:sldChg>
      <pc:sldChg chg="addSp delSp modSp add del mod">
        <pc:chgData name="adilton junio" userId="66b3fade76ecdf97" providerId="LiveId" clId="{A5E50579-1733-4537-B8F2-65A7B3AAE54E}" dt="2024-07-19T22:15:34.832" v="4220" actId="47"/>
        <pc:sldMkLst>
          <pc:docMk/>
          <pc:sldMk cId="3233668455" sldId="291"/>
        </pc:sldMkLst>
        <pc:spChg chg="add del mod">
          <ac:chgData name="adilton junio" userId="66b3fade76ecdf97" providerId="LiveId" clId="{A5E50579-1733-4537-B8F2-65A7B3AAE54E}" dt="2024-07-19T22:14:17.886" v="4119" actId="478"/>
          <ac:spMkLst>
            <pc:docMk/>
            <pc:sldMk cId="3233668455" sldId="291"/>
            <ac:spMk id="3" creationId="{6F90025A-1F90-3006-EE52-E0B60CCD309C}"/>
          </ac:spMkLst>
        </pc:spChg>
        <pc:spChg chg="add del mod">
          <ac:chgData name="adilton junio" userId="66b3fade76ecdf97" providerId="LiveId" clId="{A5E50579-1733-4537-B8F2-65A7B3AAE54E}" dt="2024-07-19T22:14:17.886" v="4119" actId="478"/>
          <ac:spMkLst>
            <pc:docMk/>
            <pc:sldMk cId="3233668455" sldId="291"/>
            <ac:spMk id="5" creationId="{D6F635AA-E238-8C9A-E1CF-1A17D957BD45}"/>
          </ac:spMkLst>
        </pc:spChg>
        <pc:spChg chg="add del mod">
          <ac:chgData name="adilton junio" userId="66b3fade76ecdf97" providerId="LiveId" clId="{A5E50579-1733-4537-B8F2-65A7B3AAE54E}" dt="2024-07-19T22:14:17.886" v="4119" actId="478"/>
          <ac:spMkLst>
            <pc:docMk/>
            <pc:sldMk cId="3233668455" sldId="291"/>
            <ac:spMk id="7" creationId="{91C6A20F-863E-6A7F-F885-AAA2C67FC808}"/>
          </ac:spMkLst>
        </pc:spChg>
        <pc:spChg chg="mod">
          <ac:chgData name="adilton junio" userId="66b3fade76ecdf97" providerId="LiveId" clId="{A5E50579-1733-4537-B8F2-65A7B3AAE54E}" dt="2024-07-19T22:14:28.256" v="4200" actId="1076"/>
          <ac:spMkLst>
            <pc:docMk/>
            <pc:sldMk cId="3233668455" sldId="291"/>
            <ac:spMk id="10" creationId="{75F1EE07-FF18-5666-6CD3-1C996B921451}"/>
          </ac:spMkLst>
        </pc:spChg>
        <pc:spChg chg="mod">
          <ac:chgData name="adilton junio" userId="66b3fade76ecdf97" providerId="LiveId" clId="{A5E50579-1733-4537-B8F2-65A7B3AAE54E}" dt="2024-07-19T22:14:28.256" v="4200" actId="1076"/>
          <ac:spMkLst>
            <pc:docMk/>
            <pc:sldMk cId="3233668455" sldId="291"/>
            <ac:spMk id="11" creationId="{96F4F071-F7BA-F817-D815-3DBB2A7FC13F}"/>
          </ac:spMkLst>
        </pc:spChg>
        <pc:spChg chg="add del mod">
          <ac:chgData name="adilton junio" userId="66b3fade76ecdf97" providerId="LiveId" clId="{A5E50579-1733-4537-B8F2-65A7B3AAE54E}" dt="2024-07-19T21:59:38.726" v="3807" actId="478"/>
          <ac:spMkLst>
            <pc:docMk/>
            <pc:sldMk cId="3233668455" sldId="291"/>
            <ac:spMk id="12" creationId="{9A342273-97B3-0C73-8333-774883EE586E}"/>
          </ac:spMkLst>
        </pc:spChg>
        <pc:spChg chg="mod">
          <ac:chgData name="adilton junio" userId="66b3fade76ecdf97" providerId="LiveId" clId="{A5E50579-1733-4537-B8F2-65A7B3AAE54E}" dt="2024-07-19T22:14:28.256" v="4200" actId="1076"/>
          <ac:spMkLst>
            <pc:docMk/>
            <pc:sldMk cId="3233668455" sldId="291"/>
            <ac:spMk id="13" creationId="{3CD90516-EDDF-D128-3535-353C70C31494}"/>
          </ac:spMkLst>
        </pc:spChg>
        <pc:spChg chg="add del mod">
          <ac:chgData name="adilton junio" userId="66b3fade76ecdf97" providerId="LiveId" clId="{A5E50579-1733-4537-B8F2-65A7B3AAE54E}" dt="2024-07-19T22:14:17.886" v="4119" actId="478"/>
          <ac:spMkLst>
            <pc:docMk/>
            <pc:sldMk cId="3233668455" sldId="291"/>
            <ac:spMk id="14" creationId="{77B44B9C-AAF1-6B15-6DC9-7639DD05A8E7}"/>
          </ac:spMkLst>
        </pc:spChg>
        <pc:spChg chg="add del mod">
          <ac:chgData name="adilton junio" userId="66b3fade76ecdf97" providerId="LiveId" clId="{A5E50579-1733-4537-B8F2-65A7B3AAE54E}" dt="2024-07-19T22:14:17.886" v="4119" actId="478"/>
          <ac:spMkLst>
            <pc:docMk/>
            <pc:sldMk cId="3233668455" sldId="291"/>
            <ac:spMk id="15" creationId="{593C8CBC-B8F1-67EC-F6DD-268E8F0DBAA7}"/>
          </ac:spMkLst>
        </pc:spChg>
        <pc:spChg chg="mod">
          <ac:chgData name="adilton junio" userId="66b3fade76ecdf97" providerId="LiveId" clId="{A5E50579-1733-4537-B8F2-65A7B3AAE54E}" dt="2024-07-19T22:14:28.256" v="4200" actId="1076"/>
          <ac:spMkLst>
            <pc:docMk/>
            <pc:sldMk cId="3233668455" sldId="291"/>
            <ac:spMk id="27" creationId="{987B891E-5411-A661-E7C3-3495A51E130B}"/>
          </ac:spMkLst>
        </pc:spChg>
        <pc:spChg chg="mod">
          <ac:chgData name="adilton junio" userId="66b3fade76ecdf97" providerId="LiveId" clId="{A5E50579-1733-4537-B8F2-65A7B3AAE54E}" dt="2024-07-19T22:14:28.256" v="4200" actId="1076"/>
          <ac:spMkLst>
            <pc:docMk/>
            <pc:sldMk cId="3233668455" sldId="291"/>
            <ac:spMk id="28" creationId="{66100F78-C5D7-A403-419C-93047F709B4F}"/>
          </ac:spMkLst>
        </pc:spChg>
        <pc:spChg chg="mod">
          <ac:chgData name="adilton junio" userId="66b3fade76ecdf97" providerId="LiveId" clId="{A5E50579-1733-4537-B8F2-65A7B3AAE54E}" dt="2024-07-19T22:14:28.256" v="4200" actId="1076"/>
          <ac:spMkLst>
            <pc:docMk/>
            <pc:sldMk cId="3233668455" sldId="291"/>
            <ac:spMk id="29" creationId="{E67362DF-34E7-DAA4-D24F-40FB780979F5}"/>
          </ac:spMkLst>
        </pc:spChg>
        <pc:spChg chg="mod">
          <ac:chgData name="adilton junio" userId="66b3fade76ecdf97" providerId="LiveId" clId="{A5E50579-1733-4537-B8F2-65A7B3AAE54E}" dt="2024-07-19T22:14:28.256" v="4200" actId="1076"/>
          <ac:spMkLst>
            <pc:docMk/>
            <pc:sldMk cId="3233668455" sldId="291"/>
            <ac:spMk id="30" creationId="{E00E947C-A73E-5306-ED37-459668394D34}"/>
          </ac:spMkLst>
        </pc:spChg>
        <pc:spChg chg="mod">
          <ac:chgData name="adilton junio" userId="66b3fade76ecdf97" providerId="LiveId" clId="{A5E50579-1733-4537-B8F2-65A7B3AAE54E}" dt="2024-07-19T22:14:28.256" v="4200" actId="1076"/>
          <ac:spMkLst>
            <pc:docMk/>
            <pc:sldMk cId="3233668455" sldId="291"/>
            <ac:spMk id="31" creationId="{C2CE47C6-DEAC-571D-C9FC-94BDEB1C73DE}"/>
          </ac:spMkLst>
        </pc:spChg>
        <pc:spChg chg="add del mod">
          <ac:chgData name="adilton junio" userId="66b3fade76ecdf97" providerId="LiveId" clId="{A5E50579-1733-4537-B8F2-65A7B3AAE54E}" dt="2024-07-19T22:14:17.886" v="4119" actId="478"/>
          <ac:spMkLst>
            <pc:docMk/>
            <pc:sldMk cId="3233668455" sldId="291"/>
            <ac:spMk id="70" creationId="{78B341C4-2B1A-F076-C254-B6068E0B7310}"/>
          </ac:spMkLst>
        </pc:spChg>
      </pc:sldChg>
      <pc:sldChg chg="delSp add del mod">
        <pc:chgData name="adilton junio" userId="66b3fade76ecdf97" providerId="LiveId" clId="{A5E50579-1733-4537-B8F2-65A7B3AAE54E}" dt="2024-07-19T22:06:26.293" v="3921" actId="47"/>
        <pc:sldMkLst>
          <pc:docMk/>
          <pc:sldMk cId="1961761973" sldId="292"/>
        </pc:sldMkLst>
        <pc:spChg chg="del">
          <ac:chgData name="adilton junio" userId="66b3fade76ecdf97" providerId="LiveId" clId="{A5E50579-1733-4537-B8F2-65A7B3AAE54E}" dt="2024-07-19T22:06:20.412" v="3919" actId="478"/>
          <ac:spMkLst>
            <pc:docMk/>
            <pc:sldMk cId="1961761973" sldId="292"/>
            <ac:spMk id="70" creationId="{78B341C4-2B1A-F076-C254-B6068E0B7310}"/>
          </ac:spMkLst>
        </pc:spChg>
      </pc:sldChg>
      <pc:sldChg chg="addSp delSp modSp add del mod">
        <pc:chgData name="adilton junio" userId="66b3fade76ecdf97" providerId="LiveId" clId="{A5E50579-1733-4537-B8F2-65A7B3AAE54E}" dt="2024-07-19T22:24:46.379" v="4309" actId="47"/>
        <pc:sldMkLst>
          <pc:docMk/>
          <pc:sldMk cId="776929890" sldId="293"/>
        </pc:sldMkLst>
        <pc:spChg chg="del">
          <ac:chgData name="adilton junio" userId="66b3fade76ecdf97" providerId="LiveId" clId="{A5E50579-1733-4537-B8F2-65A7B3AAE54E}" dt="2024-07-19T22:06:34.113" v="3922" actId="478"/>
          <ac:spMkLst>
            <pc:docMk/>
            <pc:sldMk cId="776929890" sldId="293"/>
            <ac:spMk id="3" creationId="{6F90025A-1F90-3006-EE52-E0B60CCD309C}"/>
          </ac:spMkLst>
        </pc:spChg>
        <pc:spChg chg="del">
          <ac:chgData name="adilton junio" userId="66b3fade76ecdf97" providerId="LiveId" clId="{A5E50579-1733-4537-B8F2-65A7B3AAE54E}" dt="2024-07-19T22:06:34.113" v="3922" actId="478"/>
          <ac:spMkLst>
            <pc:docMk/>
            <pc:sldMk cId="776929890" sldId="293"/>
            <ac:spMk id="5" creationId="{D6F635AA-E238-8C9A-E1CF-1A17D957BD45}"/>
          </ac:spMkLst>
        </pc:spChg>
        <pc:spChg chg="del">
          <ac:chgData name="adilton junio" userId="66b3fade76ecdf97" providerId="LiveId" clId="{A5E50579-1733-4537-B8F2-65A7B3AAE54E}" dt="2024-07-19T22:06:34.113" v="3922" actId="478"/>
          <ac:spMkLst>
            <pc:docMk/>
            <pc:sldMk cId="776929890" sldId="293"/>
            <ac:spMk id="7" creationId="{91C6A20F-863E-6A7F-F885-AAA2C67FC808}"/>
          </ac:spMkLst>
        </pc:spChg>
        <pc:spChg chg="mod">
          <ac:chgData name="adilton junio" userId="66b3fade76ecdf97" providerId="LiveId" clId="{A5E50579-1733-4537-B8F2-65A7B3AAE54E}" dt="2024-07-19T22:20:18.194" v="4268" actId="207"/>
          <ac:spMkLst>
            <pc:docMk/>
            <pc:sldMk cId="776929890" sldId="293"/>
            <ac:spMk id="10" creationId="{75F1EE07-FF18-5666-6CD3-1C996B921451}"/>
          </ac:spMkLst>
        </pc:spChg>
        <pc:spChg chg="mod">
          <ac:chgData name="adilton junio" userId="66b3fade76ecdf97" providerId="LiveId" clId="{A5E50579-1733-4537-B8F2-65A7B3AAE54E}" dt="2024-07-19T22:19:09.055" v="4243"/>
          <ac:spMkLst>
            <pc:docMk/>
            <pc:sldMk cId="776929890" sldId="293"/>
            <ac:spMk id="11" creationId="{96F4F071-F7BA-F817-D815-3DBB2A7FC13F}"/>
          </ac:spMkLst>
        </pc:spChg>
        <pc:spChg chg="add mod">
          <ac:chgData name="adilton junio" userId="66b3fade76ecdf97" providerId="LiveId" clId="{A5E50579-1733-4537-B8F2-65A7B3AAE54E}" dt="2024-07-19T22:15:56.174" v="4221" actId="6549"/>
          <ac:spMkLst>
            <pc:docMk/>
            <pc:sldMk cId="776929890" sldId="293"/>
            <ac:spMk id="12" creationId="{EB3CCF7E-DD5B-74CD-F977-70679BB003E4}"/>
          </ac:spMkLst>
        </pc:spChg>
        <pc:spChg chg="mod">
          <ac:chgData name="adilton junio" userId="66b3fade76ecdf97" providerId="LiveId" clId="{A5E50579-1733-4537-B8F2-65A7B3AAE54E}" dt="2024-07-19T22:19:22.711" v="4255" actId="6549"/>
          <ac:spMkLst>
            <pc:docMk/>
            <pc:sldMk cId="776929890" sldId="293"/>
            <ac:spMk id="13" creationId="{3CD90516-EDDF-D128-3535-353C70C31494}"/>
          </ac:spMkLst>
        </pc:spChg>
        <pc:spChg chg="del">
          <ac:chgData name="adilton junio" userId="66b3fade76ecdf97" providerId="LiveId" clId="{A5E50579-1733-4537-B8F2-65A7B3AAE54E}" dt="2024-07-19T22:06:34.113" v="3922" actId="478"/>
          <ac:spMkLst>
            <pc:docMk/>
            <pc:sldMk cId="776929890" sldId="293"/>
            <ac:spMk id="14" creationId="{77B44B9C-AAF1-6B15-6DC9-7639DD05A8E7}"/>
          </ac:spMkLst>
        </pc:spChg>
        <pc:spChg chg="del">
          <ac:chgData name="adilton junio" userId="66b3fade76ecdf97" providerId="LiveId" clId="{A5E50579-1733-4537-B8F2-65A7B3AAE54E}" dt="2024-07-19T22:06:34.113" v="3922" actId="478"/>
          <ac:spMkLst>
            <pc:docMk/>
            <pc:sldMk cId="776929890" sldId="293"/>
            <ac:spMk id="15" creationId="{593C8CBC-B8F1-67EC-F6DD-268E8F0DBAA7}"/>
          </ac:spMkLst>
        </pc:spChg>
        <pc:spChg chg="mod">
          <ac:chgData name="adilton junio" userId="66b3fade76ecdf97" providerId="LiveId" clId="{A5E50579-1733-4537-B8F2-65A7B3AAE54E}" dt="2024-07-19T22:20:48.581" v="4269" actId="20577"/>
          <ac:spMkLst>
            <pc:docMk/>
            <pc:sldMk cId="776929890" sldId="293"/>
            <ac:spMk id="27" creationId="{987B891E-5411-A661-E7C3-3495A51E130B}"/>
          </ac:spMkLst>
        </pc:spChg>
        <pc:spChg chg="mod">
          <ac:chgData name="adilton junio" userId="66b3fade76ecdf97" providerId="LiveId" clId="{A5E50579-1733-4537-B8F2-65A7B3AAE54E}" dt="2024-07-19T22:21:08.364" v="4272" actId="20577"/>
          <ac:spMkLst>
            <pc:docMk/>
            <pc:sldMk cId="776929890" sldId="293"/>
            <ac:spMk id="28" creationId="{66100F78-C5D7-A403-419C-93047F709B4F}"/>
          </ac:spMkLst>
        </pc:spChg>
        <pc:spChg chg="mod">
          <ac:chgData name="adilton junio" userId="66b3fade76ecdf97" providerId="LiveId" clId="{A5E50579-1733-4537-B8F2-65A7B3AAE54E}" dt="2024-07-19T22:21:13.122" v="4273" actId="20577"/>
          <ac:spMkLst>
            <pc:docMk/>
            <pc:sldMk cId="776929890" sldId="293"/>
            <ac:spMk id="29" creationId="{E67362DF-34E7-DAA4-D24F-40FB780979F5}"/>
          </ac:spMkLst>
        </pc:spChg>
        <pc:spChg chg="mod">
          <ac:chgData name="adilton junio" userId="66b3fade76ecdf97" providerId="LiveId" clId="{A5E50579-1733-4537-B8F2-65A7B3AAE54E}" dt="2024-07-19T22:19:29.394" v="4261" actId="1036"/>
          <ac:spMkLst>
            <pc:docMk/>
            <pc:sldMk cId="776929890" sldId="293"/>
            <ac:spMk id="30" creationId="{E00E947C-A73E-5306-ED37-459668394D34}"/>
          </ac:spMkLst>
        </pc:spChg>
        <pc:spChg chg="mod">
          <ac:chgData name="adilton junio" userId="66b3fade76ecdf97" providerId="LiveId" clId="{A5E50579-1733-4537-B8F2-65A7B3AAE54E}" dt="2024-07-19T22:19:29.394" v="4261" actId="1036"/>
          <ac:spMkLst>
            <pc:docMk/>
            <pc:sldMk cId="776929890" sldId="293"/>
            <ac:spMk id="31" creationId="{C2CE47C6-DEAC-571D-C9FC-94BDEB1C73DE}"/>
          </ac:spMkLst>
        </pc:spChg>
        <pc:spChg chg="del">
          <ac:chgData name="adilton junio" userId="66b3fade76ecdf97" providerId="LiveId" clId="{A5E50579-1733-4537-B8F2-65A7B3AAE54E}" dt="2024-07-19T22:06:34.113" v="3922" actId="478"/>
          <ac:spMkLst>
            <pc:docMk/>
            <pc:sldMk cId="776929890" sldId="293"/>
            <ac:spMk id="70" creationId="{78B341C4-2B1A-F076-C254-B6068E0B7310}"/>
          </ac:spMkLst>
        </pc:spChg>
      </pc:sldChg>
      <pc:sldChg chg="modSp add mod ord">
        <pc:chgData name="adilton junio" userId="66b3fade76ecdf97" providerId="LiveId" clId="{A5E50579-1733-4537-B8F2-65A7B3AAE54E}" dt="2024-07-19T22:30:27.596" v="4381" actId="404"/>
        <pc:sldMkLst>
          <pc:docMk/>
          <pc:sldMk cId="609989728" sldId="294"/>
        </pc:sldMkLst>
        <pc:spChg chg="mod">
          <ac:chgData name="adilton junio" userId="66b3fade76ecdf97" providerId="LiveId" clId="{A5E50579-1733-4537-B8F2-65A7B3AAE54E}" dt="2024-07-19T22:22:35.688" v="4277" actId="14100"/>
          <ac:spMkLst>
            <pc:docMk/>
            <pc:sldMk cId="609989728" sldId="294"/>
            <ac:spMk id="11" creationId="{96F4F071-F7BA-F817-D815-3DBB2A7FC13F}"/>
          </ac:spMkLst>
        </pc:spChg>
        <pc:spChg chg="mod">
          <ac:chgData name="adilton junio" userId="66b3fade76ecdf97" providerId="LiveId" clId="{A5E50579-1733-4537-B8F2-65A7B3AAE54E}" dt="2024-07-19T22:22:31.773" v="4276" actId="14100"/>
          <ac:spMkLst>
            <pc:docMk/>
            <pc:sldMk cId="609989728" sldId="294"/>
            <ac:spMk id="13" creationId="{3CD90516-EDDF-D128-3535-353C70C31494}"/>
          </ac:spMkLst>
        </pc:spChg>
        <pc:spChg chg="mod">
          <ac:chgData name="adilton junio" userId="66b3fade76ecdf97" providerId="LiveId" clId="{A5E50579-1733-4537-B8F2-65A7B3AAE54E}" dt="2024-07-19T22:22:26.326" v="4275" actId="14100"/>
          <ac:spMkLst>
            <pc:docMk/>
            <pc:sldMk cId="609989728" sldId="294"/>
            <ac:spMk id="27" creationId="{987B891E-5411-A661-E7C3-3495A51E130B}"/>
          </ac:spMkLst>
        </pc:spChg>
        <pc:spChg chg="mod">
          <ac:chgData name="adilton junio" userId="66b3fade76ecdf97" providerId="LiveId" clId="{A5E50579-1733-4537-B8F2-65A7B3AAE54E}" dt="2024-07-19T22:22:49.029" v="4279" actId="14100"/>
          <ac:spMkLst>
            <pc:docMk/>
            <pc:sldMk cId="609989728" sldId="294"/>
            <ac:spMk id="28" creationId="{66100F78-C5D7-A403-419C-93047F709B4F}"/>
          </ac:spMkLst>
        </pc:spChg>
        <pc:spChg chg="mod">
          <ac:chgData name="adilton junio" userId="66b3fade76ecdf97" providerId="LiveId" clId="{A5E50579-1733-4537-B8F2-65A7B3AAE54E}" dt="2024-07-19T22:22:53.473" v="4281" actId="14100"/>
          <ac:spMkLst>
            <pc:docMk/>
            <pc:sldMk cId="609989728" sldId="294"/>
            <ac:spMk id="29" creationId="{E67362DF-34E7-DAA4-D24F-40FB780979F5}"/>
          </ac:spMkLst>
        </pc:spChg>
        <pc:spChg chg="mod">
          <ac:chgData name="adilton junio" userId="66b3fade76ecdf97" providerId="LiveId" clId="{A5E50579-1733-4537-B8F2-65A7B3AAE54E}" dt="2024-07-19T22:30:27.596" v="4381" actId="404"/>
          <ac:spMkLst>
            <pc:docMk/>
            <pc:sldMk cId="609989728" sldId="294"/>
            <ac:spMk id="31" creationId="{C2CE47C6-DEAC-571D-C9FC-94BDEB1C73DE}"/>
          </ac:spMkLst>
        </pc:spChg>
      </pc:sldChg>
      <pc:sldChg chg="addSp delSp modSp add mod">
        <pc:chgData name="adilton junio" userId="66b3fade76ecdf97" providerId="LiveId" clId="{A5E50579-1733-4537-B8F2-65A7B3AAE54E}" dt="2024-07-19T22:33:44.266" v="4424" actId="20577"/>
        <pc:sldMkLst>
          <pc:docMk/>
          <pc:sldMk cId="3309868588" sldId="295"/>
        </pc:sldMkLst>
        <pc:spChg chg="add mod">
          <ac:chgData name="adilton junio" userId="66b3fade76ecdf97" providerId="LiveId" clId="{A5E50579-1733-4537-B8F2-65A7B3AAE54E}" dt="2024-07-19T22:33:44.266" v="4424" actId="20577"/>
          <ac:spMkLst>
            <pc:docMk/>
            <pc:sldMk cId="3309868588" sldId="295"/>
            <ac:spMk id="3" creationId="{72809E10-80A8-13F9-1702-A91766264365}"/>
          </ac:spMkLst>
        </pc:spChg>
        <pc:spChg chg="add mod">
          <ac:chgData name="adilton junio" userId="66b3fade76ecdf97" providerId="LiveId" clId="{A5E50579-1733-4537-B8F2-65A7B3AAE54E}" dt="2024-07-19T22:33:37.534" v="4423" actId="20577"/>
          <ac:spMkLst>
            <pc:docMk/>
            <pc:sldMk cId="3309868588" sldId="295"/>
            <ac:spMk id="5" creationId="{9EF378B8-E408-D35D-3908-9C32E9D35CFF}"/>
          </ac:spMkLst>
        </pc:spChg>
        <pc:spChg chg="del">
          <ac:chgData name="adilton junio" userId="66b3fade76ecdf97" providerId="LiveId" clId="{A5E50579-1733-4537-B8F2-65A7B3AAE54E}" dt="2024-07-19T22:27:49.865" v="4354" actId="478"/>
          <ac:spMkLst>
            <pc:docMk/>
            <pc:sldMk cId="3309868588" sldId="295"/>
            <ac:spMk id="10" creationId="{75F1EE07-FF18-5666-6CD3-1C996B921451}"/>
          </ac:spMkLst>
        </pc:spChg>
        <pc:spChg chg="del">
          <ac:chgData name="adilton junio" userId="66b3fade76ecdf97" providerId="LiveId" clId="{A5E50579-1733-4537-B8F2-65A7B3AAE54E}" dt="2024-07-19T22:27:49.865" v="4354" actId="478"/>
          <ac:spMkLst>
            <pc:docMk/>
            <pc:sldMk cId="3309868588" sldId="295"/>
            <ac:spMk id="11" creationId="{96F4F071-F7BA-F817-D815-3DBB2A7FC13F}"/>
          </ac:spMkLst>
        </pc:spChg>
        <pc:spChg chg="mod">
          <ac:chgData name="adilton junio" userId="66b3fade76ecdf97" providerId="LiveId" clId="{A5E50579-1733-4537-B8F2-65A7B3AAE54E}" dt="2024-07-19T22:28:17.039" v="4365" actId="14100"/>
          <ac:spMkLst>
            <pc:docMk/>
            <pc:sldMk cId="3309868588" sldId="295"/>
            <ac:spMk id="12" creationId="{EB3CCF7E-DD5B-74CD-F977-70679BB003E4}"/>
          </ac:spMkLst>
        </pc:spChg>
        <pc:spChg chg="del">
          <ac:chgData name="adilton junio" userId="66b3fade76ecdf97" providerId="LiveId" clId="{A5E50579-1733-4537-B8F2-65A7B3AAE54E}" dt="2024-07-19T22:27:49.865" v="4354" actId="478"/>
          <ac:spMkLst>
            <pc:docMk/>
            <pc:sldMk cId="3309868588" sldId="295"/>
            <ac:spMk id="13" creationId="{3CD90516-EDDF-D128-3535-353C70C31494}"/>
          </ac:spMkLst>
        </pc:spChg>
        <pc:spChg chg="del">
          <ac:chgData name="adilton junio" userId="66b3fade76ecdf97" providerId="LiveId" clId="{A5E50579-1733-4537-B8F2-65A7B3AAE54E}" dt="2024-07-19T22:27:49.865" v="4354" actId="478"/>
          <ac:spMkLst>
            <pc:docMk/>
            <pc:sldMk cId="3309868588" sldId="295"/>
            <ac:spMk id="27" creationId="{987B891E-5411-A661-E7C3-3495A51E130B}"/>
          </ac:spMkLst>
        </pc:spChg>
        <pc:spChg chg="del">
          <ac:chgData name="adilton junio" userId="66b3fade76ecdf97" providerId="LiveId" clId="{A5E50579-1733-4537-B8F2-65A7B3AAE54E}" dt="2024-07-19T22:27:49.865" v="4354" actId="478"/>
          <ac:spMkLst>
            <pc:docMk/>
            <pc:sldMk cId="3309868588" sldId="295"/>
            <ac:spMk id="28" creationId="{66100F78-C5D7-A403-419C-93047F709B4F}"/>
          </ac:spMkLst>
        </pc:spChg>
        <pc:spChg chg="del">
          <ac:chgData name="adilton junio" userId="66b3fade76ecdf97" providerId="LiveId" clId="{A5E50579-1733-4537-B8F2-65A7B3AAE54E}" dt="2024-07-19T22:27:51.298" v="4355" actId="478"/>
          <ac:spMkLst>
            <pc:docMk/>
            <pc:sldMk cId="3309868588" sldId="295"/>
            <ac:spMk id="29" creationId="{E67362DF-34E7-DAA4-D24F-40FB780979F5}"/>
          </ac:spMkLst>
        </pc:spChg>
        <pc:spChg chg="del">
          <ac:chgData name="adilton junio" userId="66b3fade76ecdf97" providerId="LiveId" clId="{A5E50579-1733-4537-B8F2-65A7B3AAE54E}" dt="2024-07-19T22:27:51.298" v="4355" actId="478"/>
          <ac:spMkLst>
            <pc:docMk/>
            <pc:sldMk cId="3309868588" sldId="295"/>
            <ac:spMk id="30" creationId="{E00E947C-A73E-5306-ED37-459668394D34}"/>
          </ac:spMkLst>
        </pc:spChg>
        <pc:spChg chg="del">
          <ac:chgData name="adilton junio" userId="66b3fade76ecdf97" providerId="LiveId" clId="{A5E50579-1733-4537-B8F2-65A7B3AAE54E}" dt="2024-07-19T22:27:49.865" v="4354" actId="478"/>
          <ac:spMkLst>
            <pc:docMk/>
            <pc:sldMk cId="3309868588" sldId="295"/>
            <ac:spMk id="31" creationId="{C2CE47C6-DEAC-571D-C9FC-94BDEB1C73DE}"/>
          </ac:spMkLst>
        </pc:spChg>
      </pc:sldChg>
      <pc:sldChg chg="addSp delSp modSp mod ord">
        <pc:chgData name="adilton junio" userId="66b3fade76ecdf97" providerId="LiveId" clId="{A5E50579-1733-4537-B8F2-65A7B3AAE54E}" dt="2024-07-26T19:54:57.627" v="6714"/>
        <pc:sldMkLst>
          <pc:docMk/>
          <pc:sldMk cId="2771550805" sldId="297"/>
        </pc:sldMkLst>
        <pc:spChg chg="mod">
          <ac:chgData name="adilton junio" userId="66b3fade76ecdf97" providerId="LiveId" clId="{A5E50579-1733-4537-B8F2-65A7B3AAE54E}" dt="2024-07-22T12:57:46.351" v="4573" actId="1038"/>
          <ac:spMkLst>
            <pc:docMk/>
            <pc:sldMk cId="2771550805" sldId="297"/>
            <ac:spMk id="3" creationId="{B40F7ACA-6FC0-F7F9-73A3-908D823ED7D3}"/>
          </ac:spMkLst>
        </pc:spChg>
        <pc:spChg chg="mod">
          <ac:chgData name="adilton junio" userId="66b3fade76ecdf97" providerId="LiveId" clId="{A5E50579-1733-4537-B8F2-65A7B3AAE54E}" dt="2024-07-22T12:57:39.414" v="4568" actId="14100"/>
          <ac:spMkLst>
            <pc:docMk/>
            <pc:sldMk cId="2771550805" sldId="297"/>
            <ac:spMk id="5" creationId="{78E868B1-D7F2-0274-FD4D-C4416085B4E9}"/>
          </ac:spMkLst>
        </pc:spChg>
        <pc:spChg chg="add del">
          <ac:chgData name="adilton junio" userId="66b3fade76ecdf97" providerId="LiveId" clId="{A5E50579-1733-4537-B8F2-65A7B3AAE54E}" dt="2024-07-22T12:57:05.039" v="4552" actId="22"/>
          <ac:spMkLst>
            <pc:docMk/>
            <pc:sldMk cId="2771550805" sldId="297"/>
            <ac:spMk id="14" creationId="{FE7E9329-DBED-CAB5-9494-634BA3DF6B9C}"/>
          </ac:spMkLst>
        </pc:spChg>
        <pc:spChg chg="add del">
          <ac:chgData name="adilton junio" userId="66b3fade76ecdf97" providerId="LiveId" clId="{A5E50579-1733-4537-B8F2-65A7B3AAE54E}" dt="2024-07-22T12:57:10.145" v="4554" actId="22"/>
          <ac:spMkLst>
            <pc:docMk/>
            <pc:sldMk cId="2771550805" sldId="297"/>
            <ac:spMk id="30" creationId="{7A58B8BB-9A3C-CEA7-78A7-640189AA2C0A}"/>
          </ac:spMkLst>
        </pc:spChg>
        <pc:spChg chg="add mod">
          <ac:chgData name="adilton junio" userId="66b3fade76ecdf97" providerId="LiveId" clId="{A5E50579-1733-4537-B8F2-65A7B3AAE54E}" dt="2024-07-22T12:57:21.132" v="4556" actId="164"/>
          <ac:spMkLst>
            <pc:docMk/>
            <pc:sldMk cId="2771550805" sldId="297"/>
            <ac:spMk id="35" creationId="{521DDD0D-51C3-EEB4-0CD8-F69650CAFD8A}"/>
          </ac:spMkLst>
        </pc:spChg>
        <pc:spChg chg="mod">
          <ac:chgData name="adilton junio" userId="66b3fade76ecdf97" providerId="LiveId" clId="{A5E50579-1733-4537-B8F2-65A7B3AAE54E}" dt="2024-07-22T12:17:19.269" v="4475" actId="1076"/>
          <ac:spMkLst>
            <pc:docMk/>
            <pc:sldMk cId="2771550805" sldId="297"/>
            <ac:spMk id="72" creationId="{9D3C9934-751B-7E33-684D-BBDD4A3B5B1B}"/>
          </ac:spMkLst>
        </pc:spChg>
        <pc:grpChg chg="mod">
          <ac:chgData name="adilton junio" userId="66b3fade76ecdf97" providerId="LiveId" clId="{A5E50579-1733-4537-B8F2-65A7B3AAE54E}" dt="2024-07-22T12:57:32.340" v="4565" actId="1038"/>
          <ac:grpSpMkLst>
            <pc:docMk/>
            <pc:sldMk cId="2771550805" sldId="297"/>
            <ac:grpSpMk id="7" creationId="{13B2D9B9-E0CB-8F71-A186-E0181FF06A11}"/>
          </ac:grpSpMkLst>
        </pc:grpChg>
        <pc:grpChg chg="mod">
          <ac:chgData name="adilton junio" userId="66b3fade76ecdf97" providerId="LiveId" clId="{A5E50579-1733-4537-B8F2-65A7B3AAE54E}" dt="2024-07-22T12:56:52.612" v="4550" actId="1036"/>
          <ac:grpSpMkLst>
            <pc:docMk/>
            <pc:sldMk cId="2771550805" sldId="297"/>
            <ac:grpSpMk id="10" creationId="{3A290E40-F056-0C55-ED18-A8AD31B33071}"/>
          </ac:grpSpMkLst>
        </pc:grpChg>
        <pc:grpChg chg="add mod ord">
          <ac:chgData name="adilton junio" userId="66b3fade76ecdf97" providerId="LiveId" clId="{A5E50579-1733-4537-B8F2-65A7B3AAE54E}" dt="2024-07-22T12:57:25.334" v="4557" actId="167"/>
          <ac:grpSpMkLst>
            <pc:docMk/>
            <pc:sldMk cId="2771550805" sldId="297"/>
            <ac:grpSpMk id="37" creationId="{DC6DB741-547A-8C6B-0E4E-DC93E3754B78}"/>
          </ac:grpSpMkLst>
        </pc:grpChg>
        <pc:grpChg chg="mod">
          <ac:chgData name="adilton junio" userId="66b3fade76ecdf97" providerId="LiveId" clId="{A5E50579-1733-4537-B8F2-65A7B3AAE54E}" dt="2024-07-22T12:57:21.132" v="4556" actId="164"/>
          <ac:grpSpMkLst>
            <pc:docMk/>
            <pc:sldMk cId="2771550805" sldId="297"/>
            <ac:grpSpMk id="73" creationId="{6259D298-4372-8E4E-54B5-F43FCFCFE086}"/>
          </ac:grpSpMkLst>
        </pc:grpChg>
        <pc:picChg chg="mod modCrop">
          <ac:chgData name="adilton junio" userId="66b3fade76ecdf97" providerId="LiveId" clId="{A5E50579-1733-4537-B8F2-65A7B3AAE54E}" dt="2024-07-22T12:56:48.116" v="4538" actId="1038"/>
          <ac:picMkLst>
            <pc:docMk/>
            <pc:sldMk cId="2771550805" sldId="297"/>
            <ac:picMk id="69" creationId="{BE928D1C-AC8B-F923-80C1-C79847D0BD95}"/>
          </ac:picMkLst>
        </pc:picChg>
      </pc:sldChg>
      <pc:sldChg chg="addSp modSp mod ord">
        <pc:chgData name="adilton junio" userId="66b3fade76ecdf97" providerId="LiveId" clId="{A5E50579-1733-4537-B8F2-65A7B3AAE54E}" dt="2024-07-26T19:54:59.749" v="6716"/>
        <pc:sldMkLst>
          <pc:docMk/>
          <pc:sldMk cId="2205380317" sldId="298"/>
        </pc:sldMkLst>
        <pc:spChg chg="mod">
          <ac:chgData name="adilton junio" userId="66b3fade76ecdf97" providerId="LiveId" clId="{A5E50579-1733-4537-B8F2-65A7B3AAE54E}" dt="2024-07-22T13:00:17.264" v="4635" actId="1037"/>
          <ac:spMkLst>
            <pc:docMk/>
            <pc:sldMk cId="2205380317" sldId="298"/>
            <ac:spMk id="3" creationId="{B40F7ACA-6FC0-F7F9-73A3-908D823ED7D3}"/>
          </ac:spMkLst>
        </pc:spChg>
        <pc:spChg chg="mod">
          <ac:chgData name="adilton junio" userId="66b3fade76ecdf97" providerId="LiveId" clId="{A5E50579-1733-4537-B8F2-65A7B3AAE54E}" dt="2024-07-22T13:00:05.007" v="4629" actId="1035"/>
          <ac:spMkLst>
            <pc:docMk/>
            <pc:sldMk cId="2205380317" sldId="298"/>
            <ac:spMk id="5" creationId="{78E868B1-D7F2-0274-FD4D-C4416085B4E9}"/>
          </ac:spMkLst>
        </pc:spChg>
        <pc:spChg chg="add mod">
          <ac:chgData name="adilton junio" userId="66b3fade76ecdf97" providerId="LiveId" clId="{A5E50579-1733-4537-B8F2-65A7B3AAE54E}" dt="2024-07-22T12:17:11.044" v="4474" actId="164"/>
          <ac:spMkLst>
            <pc:docMk/>
            <pc:sldMk cId="2205380317" sldId="298"/>
            <ac:spMk id="14" creationId="{1C1ADEC8-69EC-7EB6-4237-F1D3592D8DBA}"/>
          </ac:spMkLst>
        </pc:spChg>
        <pc:spChg chg="mod">
          <ac:chgData name="adilton junio" userId="66b3fade76ecdf97" providerId="LiveId" clId="{A5E50579-1733-4537-B8F2-65A7B3AAE54E}" dt="2024-07-22T12:59:37.733" v="4611" actId="1037"/>
          <ac:spMkLst>
            <pc:docMk/>
            <pc:sldMk cId="2205380317" sldId="298"/>
            <ac:spMk id="19" creationId="{4F50683D-56A8-1BEB-33FF-1DA2865995DF}"/>
          </ac:spMkLst>
        </pc:spChg>
        <pc:spChg chg="mod">
          <ac:chgData name="adilton junio" userId="66b3fade76ecdf97" providerId="LiveId" clId="{A5E50579-1733-4537-B8F2-65A7B3AAE54E}" dt="2024-07-22T12:59:40.769" v="4612" actId="1076"/>
          <ac:spMkLst>
            <pc:docMk/>
            <pc:sldMk cId="2205380317" sldId="298"/>
            <ac:spMk id="20" creationId="{4C33C151-AFDE-0EF7-7928-BEEC639D923D}"/>
          </ac:spMkLst>
        </pc:spChg>
        <pc:grpChg chg="mod">
          <ac:chgData name="adilton junio" userId="66b3fade76ecdf97" providerId="LiveId" clId="{A5E50579-1733-4537-B8F2-65A7B3AAE54E}" dt="2024-07-22T12:59:57.309" v="4620" actId="1036"/>
          <ac:grpSpMkLst>
            <pc:docMk/>
            <pc:sldMk cId="2205380317" sldId="298"/>
            <ac:grpSpMk id="7" creationId="{13B2D9B9-E0CB-8F71-A186-E0181FF06A11}"/>
          </ac:grpSpMkLst>
        </pc:grpChg>
        <pc:grpChg chg="add mod">
          <ac:chgData name="adilton junio" userId="66b3fade76ecdf97" providerId="LiveId" clId="{A5E50579-1733-4537-B8F2-65A7B3AAE54E}" dt="2024-07-22T12:56:40.832" v="4529" actId="1038"/>
          <ac:grpSpMkLst>
            <pc:docMk/>
            <pc:sldMk cId="2205380317" sldId="298"/>
            <ac:grpSpMk id="16" creationId="{D5A97C9B-8DC0-ECD8-457E-F4DF08EBAA69}"/>
          </ac:grpSpMkLst>
        </pc:grpChg>
        <pc:grpChg chg="add mod">
          <ac:chgData name="adilton junio" userId="66b3fade76ecdf97" providerId="LiveId" clId="{A5E50579-1733-4537-B8F2-65A7B3AAE54E}" dt="2024-07-22T12:59:31.381" v="4609" actId="1037"/>
          <ac:grpSpMkLst>
            <pc:docMk/>
            <pc:sldMk cId="2205380317" sldId="298"/>
            <ac:grpSpMk id="18" creationId="{7DABA30D-1951-0BB6-8E69-A878D06FC9B6}"/>
          </ac:grpSpMkLst>
        </pc:grpChg>
        <pc:picChg chg="mod">
          <ac:chgData name="adilton junio" userId="66b3fade76ecdf97" providerId="LiveId" clId="{A5E50579-1733-4537-B8F2-65A7B3AAE54E}" dt="2024-07-22T12:17:11.044" v="4474" actId="164"/>
          <ac:picMkLst>
            <pc:docMk/>
            <pc:sldMk cId="2205380317" sldId="298"/>
            <ac:picMk id="69" creationId="{BE928D1C-AC8B-F923-80C1-C79847D0BD95}"/>
          </ac:picMkLst>
        </pc:picChg>
        <pc:picChg chg="mod">
          <ac:chgData name="adilton junio" userId="66b3fade76ecdf97" providerId="LiveId" clId="{A5E50579-1733-4537-B8F2-65A7B3AAE54E}" dt="2024-07-22T12:56:18.208" v="4515" actId="1038"/>
          <ac:picMkLst>
            <pc:docMk/>
            <pc:sldMk cId="2205380317" sldId="298"/>
            <ac:picMk id="71" creationId="{98548C5C-FF4C-6630-93C6-B16368D95A53}"/>
          </ac:picMkLst>
        </pc:picChg>
      </pc:sldChg>
      <pc:sldChg chg="addSp delSp modSp mod">
        <pc:chgData name="adilton junio" userId="66b3fade76ecdf97" providerId="LiveId" clId="{A5E50579-1733-4537-B8F2-65A7B3AAE54E}" dt="2024-07-26T18:07:54.682" v="6707" actId="1036"/>
        <pc:sldMkLst>
          <pc:docMk/>
          <pc:sldMk cId="3748239064" sldId="299"/>
        </pc:sldMkLst>
        <pc:spChg chg="add mod">
          <ac:chgData name="adilton junio" userId="66b3fade76ecdf97" providerId="LiveId" clId="{A5E50579-1733-4537-B8F2-65A7B3AAE54E}" dt="2024-07-26T15:33:10.600" v="5900" actId="14100"/>
          <ac:spMkLst>
            <pc:docMk/>
            <pc:sldMk cId="3748239064" sldId="299"/>
            <ac:spMk id="3" creationId="{B6EBFD14-BB4B-C480-0B6F-7F0E188E2D9A}"/>
          </ac:spMkLst>
        </pc:spChg>
        <pc:spChg chg="add mod">
          <ac:chgData name="adilton junio" userId="66b3fade76ecdf97" providerId="LiveId" clId="{A5E50579-1733-4537-B8F2-65A7B3AAE54E}" dt="2024-07-26T17:22:23.554" v="6384" actId="1076"/>
          <ac:spMkLst>
            <pc:docMk/>
            <pc:sldMk cId="3748239064" sldId="299"/>
            <ac:spMk id="5" creationId="{3524C003-3D9B-2317-74E1-A6B2F7A2F207}"/>
          </ac:spMkLst>
        </pc:spChg>
        <pc:spChg chg="add mod topLvl">
          <ac:chgData name="adilton junio" userId="66b3fade76ecdf97" providerId="LiveId" clId="{A5E50579-1733-4537-B8F2-65A7B3AAE54E}" dt="2024-07-25T23:45:48.119" v="4853" actId="1076"/>
          <ac:spMkLst>
            <pc:docMk/>
            <pc:sldMk cId="3748239064" sldId="299"/>
            <ac:spMk id="7" creationId="{B7F8D121-128C-B445-2A60-E73F203197DC}"/>
          </ac:spMkLst>
        </pc:spChg>
        <pc:spChg chg="add mod">
          <ac:chgData name="adilton junio" userId="66b3fade76ecdf97" providerId="LiveId" clId="{A5E50579-1733-4537-B8F2-65A7B3AAE54E}" dt="2024-07-26T15:34:21.529" v="5917" actId="1076"/>
          <ac:spMkLst>
            <pc:docMk/>
            <pc:sldMk cId="3748239064" sldId="299"/>
            <ac:spMk id="10" creationId="{6E445B9B-3B17-7D03-C176-B879CF5A4177}"/>
          </ac:spMkLst>
        </pc:spChg>
        <pc:spChg chg="add del mod">
          <ac:chgData name="adilton junio" userId="66b3fade76ecdf97" providerId="LiveId" clId="{A5E50579-1733-4537-B8F2-65A7B3AAE54E}" dt="2024-07-26T17:17:43.223" v="6334" actId="478"/>
          <ac:spMkLst>
            <pc:docMk/>
            <pc:sldMk cId="3748239064" sldId="299"/>
            <ac:spMk id="11" creationId="{F743E1BA-E4F7-BC2C-8FA7-F95F392B5AEB}"/>
          </ac:spMkLst>
        </pc:spChg>
        <pc:spChg chg="add del mod">
          <ac:chgData name="adilton junio" userId="66b3fade76ecdf97" providerId="LiveId" clId="{A5E50579-1733-4537-B8F2-65A7B3AAE54E}" dt="2024-07-26T17:17:43.223" v="6334" actId="478"/>
          <ac:spMkLst>
            <pc:docMk/>
            <pc:sldMk cId="3748239064" sldId="299"/>
            <ac:spMk id="12" creationId="{0DD9261A-7731-FF3E-E82D-18C489960786}"/>
          </ac:spMkLst>
        </pc:spChg>
        <pc:spChg chg="mod">
          <ac:chgData name="adilton junio" userId="66b3fade76ecdf97" providerId="LiveId" clId="{A5E50579-1733-4537-B8F2-65A7B3AAE54E}" dt="2024-07-22T12:15:39.019" v="4460" actId="1076"/>
          <ac:spMkLst>
            <pc:docMk/>
            <pc:sldMk cId="3748239064" sldId="299"/>
            <ac:spMk id="12" creationId="{287D84C5-5879-069D-57FC-520832C9CCAA}"/>
          </ac:spMkLst>
        </pc:spChg>
        <pc:spChg chg="add del mod">
          <ac:chgData name="adilton junio" userId="66b3fade76ecdf97" providerId="LiveId" clId="{A5E50579-1733-4537-B8F2-65A7B3AAE54E}" dt="2024-07-26T17:28:16.668" v="6484" actId="478"/>
          <ac:spMkLst>
            <pc:docMk/>
            <pc:sldMk cId="3748239064" sldId="299"/>
            <ac:spMk id="13" creationId="{16B3E8D1-3873-061C-1FD9-66FB4A1FC6F5}"/>
          </ac:spMkLst>
        </pc:spChg>
        <pc:spChg chg="mod">
          <ac:chgData name="adilton junio" userId="66b3fade76ecdf97" providerId="LiveId" clId="{A5E50579-1733-4537-B8F2-65A7B3AAE54E}" dt="2024-07-22T12:15:33.965" v="4458" actId="1076"/>
          <ac:spMkLst>
            <pc:docMk/>
            <pc:sldMk cId="3748239064" sldId="299"/>
            <ac:spMk id="13" creationId="{78731000-D5CB-97D7-7E26-11F1BDCC9E21}"/>
          </ac:spMkLst>
        </pc:spChg>
        <pc:spChg chg="add mod">
          <ac:chgData name="adilton junio" userId="66b3fade76ecdf97" providerId="LiveId" clId="{A5E50579-1733-4537-B8F2-65A7B3AAE54E}" dt="2024-07-26T17:34:22.468" v="6553" actId="14100"/>
          <ac:spMkLst>
            <pc:docMk/>
            <pc:sldMk cId="3748239064" sldId="299"/>
            <ac:spMk id="14" creationId="{56C7BD90-B932-0315-C7B2-E38077FA37C4}"/>
          </ac:spMkLst>
        </pc:spChg>
        <pc:spChg chg="add del mod">
          <ac:chgData name="adilton junio" userId="66b3fade76ecdf97" providerId="LiveId" clId="{A5E50579-1733-4537-B8F2-65A7B3AAE54E}" dt="2024-07-26T17:28:16.668" v="6484" actId="478"/>
          <ac:spMkLst>
            <pc:docMk/>
            <pc:sldMk cId="3748239064" sldId="299"/>
            <ac:spMk id="15" creationId="{7CB68200-96E1-5DD2-FD08-163D0229F70B}"/>
          </ac:spMkLst>
        </pc:spChg>
        <pc:spChg chg="mod">
          <ac:chgData name="adilton junio" userId="66b3fade76ecdf97" providerId="LiveId" clId="{A5E50579-1733-4537-B8F2-65A7B3AAE54E}" dt="2024-07-22T12:15:52.103" v="4463" actId="1076"/>
          <ac:spMkLst>
            <pc:docMk/>
            <pc:sldMk cId="3748239064" sldId="299"/>
            <ac:spMk id="15" creationId="{8BE3BE45-59DB-A66A-3C3F-ADB5EA637F12}"/>
          </ac:spMkLst>
        </pc:spChg>
        <pc:spChg chg="add del mod">
          <ac:chgData name="adilton junio" userId="66b3fade76ecdf97" providerId="LiveId" clId="{A5E50579-1733-4537-B8F2-65A7B3AAE54E}" dt="2024-07-26T17:28:16.668" v="6484" actId="478"/>
          <ac:spMkLst>
            <pc:docMk/>
            <pc:sldMk cId="3748239064" sldId="299"/>
            <ac:spMk id="16" creationId="{35520BFE-921C-0D54-3171-FBC1BD66E125}"/>
          </ac:spMkLst>
        </pc:spChg>
        <pc:spChg chg="add del mod">
          <ac:chgData name="adilton junio" userId="66b3fade76ecdf97" providerId="LiveId" clId="{A5E50579-1733-4537-B8F2-65A7B3AAE54E}" dt="2024-07-26T17:28:16.668" v="6484" actId="478"/>
          <ac:spMkLst>
            <pc:docMk/>
            <pc:sldMk cId="3748239064" sldId="299"/>
            <ac:spMk id="17" creationId="{42D15887-FFF8-B828-1A93-BA9F71A8BC9F}"/>
          </ac:spMkLst>
        </pc:spChg>
        <pc:spChg chg="mod">
          <ac:chgData name="adilton junio" userId="66b3fade76ecdf97" providerId="LiveId" clId="{A5E50579-1733-4537-B8F2-65A7B3AAE54E}" dt="2024-07-22T12:15:55.961" v="4464" actId="1076"/>
          <ac:spMkLst>
            <pc:docMk/>
            <pc:sldMk cId="3748239064" sldId="299"/>
            <ac:spMk id="17" creationId="{615EA317-4332-0BA6-4BDF-491340EB3596}"/>
          </ac:spMkLst>
        </pc:spChg>
        <pc:spChg chg="mod topLvl">
          <ac:chgData name="adilton junio" userId="66b3fade76ecdf97" providerId="LiveId" clId="{A5E50579-1733-4537-B8F2-65A7B3AAE54E}" dt="2024-07-25T23:45:34.083" v="4850" actId="165"/>
          <ac:spMkLst>
            <pc:docMk/>
            <pc:sldMk cId="3748239064" sldId="299"/>
            <ac:spMk id="18" creationId="{C13F6F8D-4732-6D80-7B49-D18C67208F3A}"/>
          </ac:spMkLst>
        </pc:spChg>
        <pc:spChg chg="add mod">
          <ac:chgData name="adilton junio" userId="66b3fade76ecdf97" providerId="LiveId" clId="{A5E50579-1733-4537-B8F2-65A7B3AAE54E}" dt="2024-07-26T18:02:35.404" v="6698" actId="20577"/>
          <ac:spMkLst>
            <pc:docMk/>
            <pc:sldMk cId="3748239064" sldId="299"/>
            <ac:spMk id="19" creationId="{5EE09121-F214-EF21-9CDC-A40578ACA098}"/>
          </ac:spMkLst>
        </pc:spChg>
        <pc:spChg chg="add del mod">
          <ac:chgData name="adilton junio" userId="66b3fade76ecdf97" providerId="LiveId" clId="{A5E50579-1733-4537-B8F2-65A7B3AAE54E}" dt="2024-07-25T23:36:50.837" v="4774" actId="478"/>
          <ac:spMkLst>
            <pc:docMk/>
            <pc:sldMk cId="3748239064" sldId="299"/>
            <ac:spMk id="21" creationId="{66575EEE-FB67-3FD2-AA61-AEF1BC8063B4}"/>
          </ac:spMkLst>
        </pc:spChg>
        <pc:spChg chg="add del mod">
          <ac:chgData name="adilton junio" userId="66b3fade76ecdf97" providerId="LiveId" clId="{A5E50579-1733-4537-B8F2-65A7B3AAE54E}" dt="2024-07-25T23:36:49.867" v="4773" actId="478"/>
          <ac:spMkLst>
            <pc:docMk/>
            <pc:sldMk cId="3748239064" sldId="299"/>
            <ac:spMk id="22" creationId="{3BC5702B-A89F-733E-15AD-38E375BEC92F}"/>
          </ac:spMkLst>
        </pc:spChg>
        <pc:spChg chg="mod">
          <ac:chgData name="adilton junio" userId="66b3fade76ecdf97" providerId="LiveId" clId="{A5E50579-1733-4537-B8F2-65A7B3AAE54E}" dt="2024-07-25T23:37:08.244" v="4775"/>
          <ac:spMkLst>
            <pc:docMk/>
            <pc:sldMk cId="3748239064" sldId="299"/>
            <ac:spMk id="24" creationId="{681B4422-768B-F576-2249-A77C9A9EF2FB}"/>
          </ac:spMkLst>
        </pc:spChg>
        <pc:spChg chg="mod">
          <ac:chgData name="adilton junio" userId="66b3fade76ecdf97" providerId="LiveId" clId="{A5E50579-1733-4537-B8F2-65A7B3AAE54E}" dt="2024-07-25T23:37:08.244" v="4775"/>
          <ac:spMkLst>
            <pc:docMk/>
            <pc:sldMk cId="3748239064" sldId="299"/>
            <ac:spMk id="25" creationId="{6A5BEDB1-2779-14A1-8A8E-0EB8BA893222}"/>
          </ac:spMkLst>
        </pc:spChg>
        <pc:spChg chg="mod">
          <ac:chgData name="adilton junio" userId="66b3fade76ecdf97" providerId="LiveId" clId="{A5E50579-1733-4537-B8F2-65A7B3AAE54E}" dt="2024-07-25T23:37:08.244" v="4775"/>
          <ac:spMkLst>
            <pc:docMk/>
            <pc:sldMk cId="3748239064" sldId="299"/>
            <ac:spMk id="27" creationId="{2FC57591-5081-4F6F-90F3-874C59987DCD}"/>
          </ac:spMkLst>
        </pc:spChg>
        <pc:spChg chg="mod ord topLvl">
          <ac:chgData name="adilton junio" userId="66b3fade76ecdf97" providerId="LiveId" clId="{A5E50579-1733-4537-B8F2-65A7B3AAE54E}" dt="2024-07-25T23:46:44.095" v="4859" actId="166"/>
          <ac:spMkLst>
            <pc:docMk/>
            <pc:sldMk cId="3748239064" sldId="299"/>
            <ac:spMk id="29" creationId="{DF81BCFE-8F8F-2FB0-53A9-0B17667DEA43}"/>
          </ac:spMkLst>
        </pc:spChg>
        <pc:spChg chg="mod">
          <ac:chgData name="adilton junio" userId="66b3fade76ecdf97" providerId="LiveId" clId="{A5E50579-1733-4537-B8F2-65A7B3AAE54E}" dt="2024-07-25T23:37:08.244" v="4775"/>
          <ac:spMkLst>
            <pc:docMk/>
            <pc:sldMk cId="3748239064" sldId="299"/>
            <ac:spMk id="30" creationId="{8D857D8A-F4B3-30E9-0690-2962AEC671D0}"/>
          </ac:spMkLst>
        </pc:spChg>
        <pc:spChg chg="mod">
          <ac:chgData name="adilton junio" userId="66b3fade76ecdf97" providerId="LiveId" clId="{A5E50579-1733-4537-B8F2-65A7B3AAE54E}" dt="2024-07-25T23:37:08.244" v="4775"/>
          <ac:spMkLst>
            <pc:docMk/>
            <pc:sldMk cId="3748239064" sldId="299"/>
            <ac:spMk id="32" creationId="{5B289E89-FF55-111C-5957-DB0BF499822E}"/>
          </ac:spMkLst>
        </pc:spChg>
        <pc:spChg chg="mod topLvl">
          <ac:chgData name="adilton junio" userId="66b3fade76ecdf97" providerId="LiveId" clId="{A5E50579-1733-4537-B8F2-65A7B3AAE54E}" dt="2024-07-25T23:45:41.612" v="4851" actId="165"/>
          <ac:spMkLst>
            <pc:docMk/>
            <pc:sldMk cId="3748239064" sldId="299"/>
            <ac:spMk id="34" creationId="{BAFA6D09-E08D-17B4-751C-E3F915D21DC7}"/>
          </ac:spMkLst>
        </pc:spChg>
        <pc:spChg chg="add del mod topLvl">
          <ac:chgData name="adilton junio" userId="66b3fade76ecdf97" providerId="LiveId" clId="{A5E50579-1733-4537-B8F2-65A7B3AAE54E}" dt="2024-07-25T23:47:42.554" v="4885" actId="1076"/>
          <ac:spMkLst>
            <pc:docMk/>
            <pc:sldMk cId="3748239064" sldId="299"/>
            <ac:spMk id="35" creationId="{E5061862-454A-4477-FD50-99DF5D4F5B64}"/>
          </ac:spMkLst>
        </pc:spChg>
        <pc:spChg chg="mod ord topLvl">
          <ac:chgData name="adilton junio" userId="66b3fade76ecdf97" providerId="LiveId" clId="{A5E50579-1733-4537-B8F2-65A7B3AAE54E}" dt="2024-07-25T23:46:44.095" v="4859" actId="166"/>
          <ac:spMkLst>
            <pc:docMk/>
            <pc:sldMk cId="3748239064" sldId="299"/>
            <ac:spMk id="36" creationId="{70CB4C46-1593-AEEC-5513-7023DE6F7777}"/>
          </ac:spMkLst>
        </pc:spChg>
        <pc:spChg chg="mod">
          <ac:chgData name="adilton junio" userId="66b3fade76ecdf97" providerId="LiveId" clId="{A5E50579-1733-4537-B8F2-65A7B3AAE54E}" dt="2024-07-25T23:37:08.244" v="4775"/>
          <ac:spMkLst>
            <pc:docMk/>
            <pc:sldMk cId="3748239064" sldId="299"/>
            <ac:spMk id="38" creationId="{D3401EA7-2AAB-117D-55EB-0FD7A6806831}"/>
          </ac:spMkLst>
        </pc:spChg>
        <pc:spChg chg="mod">
          <ac:chgData name="adilton junio" userId="66b3fade76ecdf97" providerId="LiveId" clId="{A5E50579-1733-4537-B8F2-65A7B3AAE54E}" dt="2024-07-25T23:37:08.244" v="4775"/>
          <ac:spMkLst>
            <pc:docMk/>
            <pc:sldMk cId="3748239064" sldId="299"/>
            <ac:spMk id="40" creationId="{E81F6EEB-090A-6B24-D9D7-4F6F32D9CA2F}"/>
          </ac:spMkLst>
        </pc:spChg>
        <pc:spChg chg="mod">
          <ac:chgData name="adilton junio" userId="66b3fade76ecdf97" providerId="LiveId" clId="{A5E50579-1733-4537-B8F2-65A7B3AAE54E}" dt="2024-07-25T23:37:08.244" v="4775"/>
          <ac:spMkLst>
            <pc:docMk/>
            <pc:sldMk cId="3748239064" sldId="299"/>
            <ac:spMk id="41" creationId="{BAB550B8-1076-9E57-CB58-EAF6B2E60595}"/>
          </ac:spMkLst>
        </pc:spChg>
        <pc:spChg chg="mod">
          <ac:chgData name="adilton junio" userId="66b3fade76ecdf97" providerId="LiveId" clId="{A5E50579-1733-4537-B8F2-65A7B3AAE54E}" dt="2024-07-25T23:37:08.244" v="4775"/>
          <ac:spMkLst>
            <pc:docMk/>
            <pc:sldMk cId="3748239064" sldId="299"/>
            <ac:spMk id="42" creationId="{872AA348-69B2-3F79-DE3A-96D919526C52}"/>
          </ac:spMkLst>
        </pc:spChg>
        <pc:spChg chg="mod ord topLvl">
          <ac:chgData name="adilton junio" userId="66b3fade76ecdf97" providerId="LiveId" clId="{A5E50579-1733-4537-B8F2-65A7B3AAE54E}" dt="2024-07-25T23:46:44.095" v="4859" actId="166"/>
          <ac:spMkLst>
            <pc:docMk/>
            <pc:sldMk cId="3748239064" sldId="299"/>
            <ac:spMk id="43" creationId="{B8132112-7B8D-8055-D5E6-8D63CA226AD3}"/>
          </ac:spMkLst>
        </pc:spChg>
        <pc:spChg chg="mod">
          <ac:chgData name="adilton junio" userId="66b3fade76ecdf97" providerId="LiveId" clId="{A5E50579-1733-4537-B8F2-65A7B3AAE54E}" dt="2024-07-26T15:33:53.708" v="5915" actId="20577"/>
          <ac:spMkLst>
            <pc:docMk/>
            <pc:sldMk cId="3748239064" sldId="299"/>
            <ac:spMk id="45" creationId="{F0AF4F56-E22C-A6A0-666F-527D78EB8C70}"/>
          </ac:spMkLst>
        </pc:spChg>
        <pc:spChg chg="mod">
          <ac:chgData name="adilton junio" userId="66b3fade76ecdf97" providerId="LiveId" clId="{A5E50579-1733-4537-B8F2-65A7B3AAE54E}" dt="2024-07-25T23:37:08.244" v="4775"/>
          <ac:spMkLst>
            <pc:docMk/>
            <pc:sldMk cId="3748239064" sldId="299"/>
            <ac:spMk id="47" creationId="{DD778F29-795C-138C-7368-47ED3F9CFFA5}"/>
          </ac:spMkLst>
        </pc:spChg>
        <pc:spChg chg="mod">
          <ac:chgData name="adilton junio" userId="66b3fade76ecdf97" providerId="LiveId" clId="{A5E50579-1733-4537-B8F2-65A7B3AAE54E}" dt="2024-07-25T23:37:08.244" v="4775"/>
          <ac:spMkLst>
            <pc:docMk/>
            <pc:sldMk cId="3748239064" sldId="299"/>
            <ac:spMk id="50" creationId="{874B7C6A-B4E2-C5F2-2455-F72A53583922}"/>
          </ac:spMkLst>
        </pc:spChg>
        <pc:spChg chg="mod">
          <ac:chgData name="adilton junio" userId="66b3fade76ecdf97" providerId="LiveId" clId="{A5E50579-1733-4537-B8F2-65A7B3AAE54E}" dt="2024-07-25T23:37:08.244" v="4775"/>
          <ac:spMkLst>
            <pc:docMk/>
            <pc:sldMk cId="3748239064" sldId="299"/>
            <ac:spMk id="51" creationId="{D8065CB4-8D0B-628D-4311-46D042E7EFF4}"/>
          </ac:spMkLst>
        </pc:spChg>
        <pc:spChg chg="mod">
          <ac:chgData name="adilton junio" userId="66b3fade76ecdf97" providerId="LiveId" clId="{A5E50579-1733-4537-B8F2-65A7B3AAE54E}" dt="2024-07-25T23:37:08.244" v="4775"/>
          <ac:spMkLst>
            <pc:docMk/>
            <pc:sldMk cId="3748239064" sldId="299"/>
            <ac:spMk id="52" creationId="{97452B9E-E12F-6125-852B-12693D0B223E}"/>
          </ac:spMkLst>
        </pc:spChg>
        <pc:spChg chg="mod">
          <ac:chgData name="adilton junio" userId="66b3fade76ecdf97" providerId="LiveId" clId="{A5E50579-1733-4537-B8F2-65A7B3AAE54E}" dt="2024-07-25T23:37:08.244" v="4775"/>
          <ac:spMkLst>
            <pc:docMk/>
            <pc:sldMk cId="3748239064" sldId="299"/>
            <ac:spMk id="53" creationId="{14D7093E-2821-CD36-263D-717956EA3AED}"/>
          </ac:spMkLst>
        </pc:spChg>
        <pc:spChg chg="mod">
          <ac:chgData name="adilton junio" userId="66b3fade76ecdf97" providerId="LiveId" clId="{A5E50579-1733-4537-B8F2-65A7B3AAE54E}" dt="2024-07-25T23:37:08.244" v="4775"/>
          <ac:spMkLst>
            <pc:docMk/>
            <pc:sldMk cId="3748239064" sldId="299"/>
            <ac:spMk id="54" creationId="{9D5E11CB-CFF7-5B4C-C9F1-6252109BEFA7}"/>
          </ac:spMkLst>
        </pc:spChg>
        <pc:spChg chg="mod">
          <ac:chgData name="adilton junio" userId="66b3fade76ecdf97" providerId="LiveId" clId="{A5E50579-1733-4537-B8F2-65A7B3AAE54E}" dt="2024-07-25T23:37:08.244" v="4775"/>
          <ac:spMkLst>
            <pc:docMk/>
            <pc:sldMk cId="3748239064" sldId="299"/>
            <ac:spMk id="56" creationId="{00A6F293-EBD9-EC37-B2CF-87D23DCDFD1D}"/>
          </ac:spMkLst>
        </pc:spChg>
        <pc:spChg chg="mod">
          <ac:chgData name="adilton junio" userId="66b3fade76ecdf97" providerId="LiveId" clId="{A5E50579-1733-4537-B8F2-65A7B3AAE54E}" dt="2024-07-25T23:37:08.244" v="4775"/>
          <ac:spMkLst>
            <pc:docMk/>
            <pc:sldMk cId="3748239064" sldId="299"/>
            <ac:spMk id="57" creationId="{6C5E1270-574E-25D6-038C-F3C76022FE08}"/>
          </ac:spMkLst>
        </pc:spChg>
        <pc:spChg chg="mod">
          <ac:chgData name="adilton junio" userId="66b3fade76ecdf97" providerId="LiveId" clId="{A5E50579-1733-4537-B8F2-65A7B3AAE54E}" dt="2024-07-25T23:37:08.244" v="4775"/>
          <ac:spMkLst>
            <pc:docMk/>
            <pc:sldMk cId="3748239064" sldId="299"/>
            <ac:spMk id="58" creationId="{445A14AB-5A2E-71D7-7F30-C103F88DB4F1}"/>
          </ac:spMkLst>
        </pc:spChg>
        <pc:spChg chg="mod">
          <ac:chgData name="adilton junio" userId="66b3fade76ecdf97" providerId="LiveId" clId="{A5E50579-1733-4537-B8F2-65A7B3AAE54E}" dt="2024-07-25T23:37:08.244" v="4775"/>
          <ac:spMkLst>
            <pc:docMk/>
            <pc:sldMk cId="3748239064" sldId="299"/>
            <ac:spMk id="59" creationId="{E5EE6CA5-DA7F-7138-C787-C0C1816E1112}"/>
          </ac:spMkLst>
        </pc:spChg>
        <pc:spChg chg="mod topLvl">
          <ac:chgData name="adilton junio" userId="66b3fade76ecdf97" providerId="LiveId" clId="{A5E50579-1733-4537-B8F2-65A7B3AAE54E}" dt="2024-07-25T23:41:07.228" v="4826" actId="20577"/>
          <ac:spMkLst>
            <pc:docMk/>
            <pc:sldMk cId="3748239064" sldId="299"/>
            <ac:spMk id="62" creationId="{61ABA17A-A29E-D052-85EC-27F438C2233A}"/>
          </ac:spMkLst>
        </pc:spChg>
        <pc:spChg chg="mod">
          <ac:chgData name="adilton junio" userId="66b3fade76ecdf97" providerId="LiveId" clId="{A5E50579-1733-4537-B8F2-65A7B3AAE54E}" dt="2024-07-26T15:33:45.533" v="5909" actId="20577"/>
          <ac:spMkLst>
            <pc:docMk/>
            <pc:sldMk cId="3748239064" sldId="299"/>
            <ac:spMk id="63" creationId="{0D3FA61D-BBAE-66C8-03C9-673E425B53E2}"/>
          </ac:spMkLst>
        </pc:spChg>
        <pc:spChg chg="mod">
          <ac:chgData name="adilton junio" userId="66b3fade76ecdf97" providerId="LiveId" clId="{A5E50579-1733-4537-B8F2-65A7B3AAE54E}" dt="2024-07-25T23:29:05.080" v="4716" actId="1076"/>
          <ac:spMkLst>
            <pc:docMk/>
            <pc:sldMk cId="3748239064" sldId="299"/>
            <ac:spMk id="64" creationId="{76363AD0-F7A9-36D6-CA69-29C1DE4253C0}"/>
          </ac:spMkLst>
        </pc:spChg>
        <pc:spChg chg="del mod topLvl">
          <ac:chgData name="adilton junio" userId="66b3fade76ecdf97" providerId="LiveId" clId="{A5E50579-1733-4537-B8F2-65A7B3AAE54E}" dt="2024-07-25T23:40:10.112" v="4806" actId="478"/>
          <ac:spMkLst>
            <pc:docMk/>
            <pc:sldMk cId="3748239064" sldId="299"/>
            <ac:spMk id="65" creationId="{48DC9F3D-B7BD-544A-9C0E-B4CED0E51E5C}"/>
          </ac:spMkLst>
        </pc:spChg>
        <pc:spChg chg="mod topLvl">
          <ac:chgData name="adilton junio" userId="66b3fade76ecdf97" providerId="LiveId" clId="{A5E50579-1733-4537-B8F2-65A7B3AAE54E}" dt="2024-07-25T23:41:07.228" v="4826" actId="20577"/>
          <ac:spMkLst>
            <pc:docMk/>
            <pc:sldMk cId="3748239064" sldId="299"/>
            <ac:spMk id="67" creationId="{2FC597D4-3222-2955-CC94-1195AC7271B5}"/>
          </ac:spMkLst>
        </pc:spChg>
        <pc:spChg chg="mod topLvl">
          <ac:chgData name="adilton junio" userId="66b3fade76ecdf97" providerId="LiveId" clId="{A5E50579-1733-4537-B8F2-65A7B3AAE54E}" dt="2024-07-25T23:41:07.228" v="4826" actId="20577"/>
          <ac:spMkLst>
            <pc:docMk/>
            <pc:sldMk cId="3748239064" sldId="299"/>
            <ac:spMk id="68" creationId="{A2582CA0-7FA2-783A-7785-46368546E9C7}"/>
          </ac:spMkLst>
        </pc:spChg>
        <pc:spChg chg="del mod topLvl">
          <ac:chgData name="adilton junio" userId="66b3fade76ecdf97" providerId="LiveId" clId="{A5E50579-1733-4537-B8F2-65A7B3AAE54E}" dt="2024-07-25T23:40:14.307" v="4808" actId="478"/>
          <ac:spMkLst>
            <pc:docMk/>
            <pc:sldMk cId="3748239064" sldId="299"/>
            <ac:spMk id="69" creationId="{AAD6AFA4-9B7C-FCFB-F029-97DF5C6098E7}"/>
          </ac:spMkLst>
        </pc:spChg>
        <pc:spChg chg="del mod topLvl">
          <ac:chgData name="adilton junio" userId="66b3fade76ecdf97" providerId="LiveId" clId="{A5E50579-1733-4537-B8F2-65A7B3AAE54E}" dt="2024-07-25T23:40:43.498" v="4813" actId="478"/>
          <ac:spMkLst>
            <pc:docMk/>
            <pc:sldMk cId="3748239064" sldId="299"/>
            <ac:spMk id="71" creationId="{DF0BB69B-897A-AD7C-FF5A-1F5F6C59FE8F}"/>
          </ac:spMkLst>
        </pc:spChg>
        <pc:spChg chg="mod topLvl">
          <ac:chgData name="adilton junio" userId="66b3fade76ecdf97" providerId="LiveId" clId="{A5E50579-1733-4537-B8F2-65A7B3AAE54E}" dt="2024-07-25T23:41:07.228" v="4826" actId="20577"/>
          <ac:spMkLst>
            <pc:docMk/>
            <pc:sldMk cId="3748239064" sldId="299"/>
            <ac:spMk id="73" creationId="{B807D31E-CB18-F074-8B5D-877C56597F55}"/>
          </ac:spMkLst>
        </pc:spChg>
        <pc:spChg chg="mod topLvl">
          <ac:chgData name="adilton junio" userId="66b3fade76ecdf97" providerId="LiveId" clId="{A5E50579-1733-4537-B8F2-65A7B3AAE54E}" dt="2024-07-25T23:41:07.228" v="4826" actId="20577"/>
          <ac:spMkLst>
            <pc:docMk/>
            <pc:sldMk cId="3748239064" sldId="299"/>
            <ac:spMk id="74" creationId="{09CD786E-4EC1-7B63-220F-7E69DCE1B5AB}"/>
          </ac:spMkLst>
        </pc:spChg>
        <pc:spChg chg="mod topLvl">
          <ac:chgData name="adilton junio" userId="66b3fade76ecdf97" providerId="LiveId" clId="{A5E50579-1733-4537-B8F2-65A7B3AAE54E}" dt="2024-07-25T23:41:07.228" v="4826" actId="20577"/>
          <ac:spMkLst>
            <pc:docMk/>
            <pc:sldMk cId="3748239064" sldId="299"/>
            <ac:spMk id="75" creationId="{EC2E5985-E80C-9F03-BCE4-798FADED5956}"/>
          </ac:spMkLst>
        </pc:spChg>
        <pc:spChg chg="del mod topLvl">
          <ac:chgData name="adilton junio" userId="66b3fade76ecdf97" providerId="LiveId" clId="{A5E50579-1733-4537-B8F2-65A7B3AAE54E}" dt="2024-07-25T23:38:15.760" v="4785" actId="478"/>
          <ac:spMkLst>
            <pc:docMk/>
            <pc:sldMk cId="3748239064" sldId="299"/>
            <ac:spMk id="78" creationId="{D031491C-52CB-B6D9-C1EF-B4EDAB6F69CA}"/>
          </ac:spMkLst>
        </pc:spChg>
        <pc:spChg chg="mod">
          <ac:chgData name="adilton junio" userId="66b3fade76ecdf97" providerId="LiveId" clId="{A5E50579-1733-4537-B8F2-65A7B3AAE54E}" dt="2024-07-25T23:37:43.442" v="4781" actId="165"/>
          <ac:spMkLst>
            <pc:docMk/>
            <pc:sldMk cId="3748239064" sldId="299"/>
            <ac:spMk id="81" creationId="{E8E349CE-5BF8-EBD6-09D8-328AF0E4D376}"/>
          </ac:spMkLst>
        </pc:spChg>
        <pc:spChg chg="mod">
          <ac:chgData name="adilton junio" userId="66b3fade76ecdf97" providerId="LiveId" clId="{A5E50579-1733-4537-B8F2-65A7B3AAE54E}" dt="2024-07-25T23:37:43.442" v="4781" actId="165"/>
          <ac:spMkLst>
            <pc:docMk/>
            <pc:sldMk cId="3748239064" sldId="299"/>
            <ac:spMk id="82" creationId="{E05A4FAB-9C2F-A33D-3D4F-92E17FB2A323}"/>
          </ac:spMkLst>
        </pc:spChg>
        <pc:spChg chg="mod">
          <ac:chgData name="adilton junio" userId="66b3fade76ecdf97" providerId="LiveId" clId="{A5E50579-1733-4537-B8F2-65A7B3AAE54E}" dt="2024-07-25T23:37:43.442" v="4781" actId="165"/>
          <ac:spMkLst>
            <pc:docMk/>
            <pc:sldMk cId="3748239064" sldId="299"/>
            <ac:spMk id="83" creationId="{8BE2A204-DAD6-E0C1-4796-7DE5A26A871B}"/>
          </ac:spMkLst>
        </pc:spChg>
        <pc:spChg chg="mod">
          <ac:chgData name="adilton junio" userId="66b3fade76ecdf97" providerId="LiveId" clId="{A5E50579-1733-4537-B8F2-65A7B3AAE54E}" dt="2024-07-25T23:37:43.442" v="4781" actId="165"/>
          <ac:spMkLst>
            <pc:docMk/>
            <pc:sldMk cId="3748239064" sldId="299"/>
            <ac:spMk id="84" creationId="{4038578B-0EAF-028E-41E5-6E360076CC81}"/>
          </ac:spMkLst>
        </pc:spChg>
        <pc:spChg chg="mod">
          <ac:chgData name="adilton junio" userId="66b3fade76ecdf97" providerId="LiveId" clId="{A5E50579-1733-4537-B8F2-65A7B3AAE54E}" dt="2024-07-25T23:37:43.442" v="4781" actId="165"/>
          <ac:spMkLst>
            <pc:docMk/>
            <pc:sldMk cId="3748239064" sldId="299"/>
            <ac:spMk id="85" creationId="{396C7E4F-EBB4-79DE-1A17-5AE889AC65AB}"/>
          </ac:spMkLst>
        </pc:spChg>
        <pc:spChg chg="mod">
          <ac:chgData name="adilton junio" userId="66b3fade76ecdf97" providerId="LiveId" clId="{A5E50579-1733-4537-B8F2-65A7B3AAE54E}" dt="2024-07-25T23:37:43.442" v="4781" actId="165"/>
          <ac:spMkLst>
            <pc:docMk/>
            <pc:sldMk cId="3748239064" sldId="299"/>
            <ac:spMk id="87" creationId="{4AEC27F0-15AE-1990-0DD1-D65154EAFD4F}"/>
          </ac:spMkLst>
        </pc:spChg>
        <pc:spChg chg="mod">
          <ac:chgData name="adilton junio" userId="66b3fade76ecdf97" providerId="LiveId" clId="{A5E50579-1733-4537-B8F2-65A7B3AAE54E}" dt="2024-07-25T23:37:43.442" v="4781" actId="165"/>
          <ac:spMkLst>
            <pc:docMk/>
            <pc:sldMk cId="3748239064" sldId="299"/>
            <ac:spMk id="88" creationId="{1EA8613D-C8E7-F729-B2A3-F518304D7B94}"/>
          </ac:spMkLst>
        </pc:spChg>
        <pc:spChg chg="mod">
          <ac:chgData name="adilton junio" userId="66b3fade76ecdf97" providerId="LiveId" clId="{A5E50579-1733-4537-B8F2-65A7B3AAE54E}" dt="2024-07-25T23:37:43.442" v="4781" actId="165"/>
          <ac:spMkLst>
            <pc:docMk/>
            <pc:sldMk cId="3748239064" sldId="299"/>
            <ac:spMk id="89" creationId="{F62D7773-0AC3-831D-7527-B91A95F2A2CD}"/>
          </ac:spMkLst>
        </pc:spChg>
        <pc:spChg chg="del mod topLvl">
          <ac:chgData name="adilton junio" userId="66b3fade76ecdf97" providerId="LiveId" clId="{A5E50579-1733-4537-B8F2-65A7B3AAE54E}" dt="2024-07-25T23:40:11.225" v="4807" actId="478"/>
          <ac:spMkLst>
            <pc:docMk/>
            <pc:sldMk cId="3748239064" sldId="299"/>
            <ac:spMk id="90" creationId="{2DEF35D7-906B-0B52-61EB-0059B8C1B34B}"/>
          </ac:spMkLst>
        </pc:spChg>
        <pc:spChg chg="add mod">
          <ac:chgData name="adilton junio" userId="66b3fade76ecdf97" providerId="LiveId" clId="{A5E50579-1733-4537-B8F2-65A7B3AAE54E}" dt="2024-07-25T23:41:28.296" v="4831" actId="1076"/>
          <ac:spMkLst>
            <pc:docMk/>
            <pc:sldMk cId="3748239064" sldId="299"/>
            <ac:spMk id="103" creationId="{17A2A9A5-934F-2BF4-00C5-987D2514C70C}"/>
          </ac:spMkLst>
        </pc:spChg>
        <pc:spChg chg="add mod">
          <ac:chgData name="adilton junio" userId="66b3fade76ecdf97" providerId="LiveId" clId="{A5E50579-1733-4537-B8F2-65A7B3AAE54E}" dt="2024-07-26T18:07:54.682" v="6707" actId="1036"/>
          <ac:spMkLst>
            <pc:docMk/>
            <pc:sldMk cId="3748239064" sldId="299"/>
            <ac:spMk id="104" creationId="{5A2BA33E-D48F-D271-24A7-6477C121EE9C}"/>
          </ac:spMkLst>
        </pc:spChg>
        <pc:spChg chg="add mod">
          <ac:chgData name="adilton junio" userId="66b3fade76ecdf97" providerId="LiveId" clId="{A5E50579-1733-4537-B8F2-65A7B3AAE54E}" dt="2024-07-25T23:47:44.826" v="4886" actId="1076"/>
          <ac:spMkLst>
            <pc:docMk/>
            <pc:sldMk cId="3748239064" sldId="299"/>
            <ac:spMk id="109" creationId="{95A8BBF4-516C-206F-6094-0DDF35E20EE3}"/>
          </ac:spMkLst>
        </pc:spChg>
        <pc:spChg chg="add mod">
          <ac:chgData name="adilton junio" userId="66b3fade76ecdf97" providerId="LiveId" clId="{A5E50579-1733-4537-B8F2-65A7B3AAE54E}" dt="2024-07-25T23:47:39.580" v="4883" actId="1076"/>
          <ac:spMkLst>
            <pc:docMk/>
            <pc:sldMk cId="3748239064" sldId="299"/>
            <ac:spMk id="110" creationId="{BBD7B21A-EFE7-F2E5-1437-430530737810}"/>
          </ac:spMkLst>
        </pc:spChg>
        <pc:spChg chg="add del mod">
          <ac:chgData name="adilton junio" userId="66b3fade76ecdf97" providerId="LiveId" clId="{A5E50579-1733-4537-B8F2-65A7B3AAE54E}" dt="2024-07-25T23:50:17.710" v="4964" actId="478"/>
          <ac:spMkLst>
            <pc:docMk/>
            <pc:sldMk cId="3748239064" sldId="299"/>
            <ac:spMk id="111" creationId="{A17790EF-8BAD-B4D2-080E-986AF5A834B1}"/>
          </ac:spMkLst>
        </pc:spChg>
        <pc:spChg chg="add del mod">
          <ac:chgData name="adilton junio" userId="66b3fade76ecdf97" providerId="LiveId" clId="{A5E50579-1733-4537-B8F2-65A7B3AAE54E}" dt="2024-07-26T15:11:29.797" v="5733" actId="478"/>
          <ac:spMkLst>
            <pc:docMk/>
            <pc:sldMk cId="3748239064" sldId="299"/>
            <ac:spMk id="112" creationId="{39A864FB-FE46-C328-F7EE-AE3EA3ED7726}"/>
          </ac:spMkLst>
        </pc:spChg>
        <pc:spChg chg="add mod">
          <ac:chgData name="adilton junio" userId="66b3fade76ecdf97" providerId="LiveId" clId="{A5E50579-1733-4537-B8F2-65A7B3AAE54E}" dt="2024-07-26T18:07:54.682" v="6707" actId="1036"/>
          <ac:spMkLst>
            <pc:docMk/>
            <pc:sldMk cId="3748239064" sldId="299"/>
            <ac:spMk id="113" creationId="{01678C57-964E-2D6D-D620-845E22B021E8}"/>
          </ac:spMkLst>
        </pc:spChg>
        <pc:spChg chg="add del mod">
          <ac:chgData name="adilton junio" userId="66b3fade76ecdf97" providerId="LiveId" clId="{A5E50579-1733-4537-B8F2-65A7B3AAE54E}" dt="2024-07-26T00:17:48.432" v="5183" actId="478"/>
          <ac:spMkLst>
            <pc:docMk/>
            <pc:sldMk cId="3748239064" sldId="299"/>
            <ac:spMk id="114" creationId="{28EC1035-E309-267D-63E6-7B40647B4045}"/>
          </ac:spMkLst>
        </pc:spChg>
        <pc:spChg chg="add del mod">
          <ac:chgData name="adilton junio" userId="66b3fade76ecdf97" providerId="LiveId" clId="{A5E50579-1733-4537-B8F2-65A7B3AAE54E}" dt="2024-07-26T00:25:56.536" v="5230" actId="478"/>
          <ac:spMkLst>
            <pc:docMk/>
            <pc:sldMk cId="3748239064" sldId="299"/>
            <ac:spMk id="115" creationId="{1B6CB2AF-6E61-68DB-CCE3-851CD8B8C6F4}"/>
          </ac:spMkLst>
        </pc:spChg>
        <pc:spChg chg="add del mod">
          <ac:chgData name="adilton junio" userId="66b3fade76ecdf97" providerId="LiveId" clId="{A5E50579-1733-4537-B8F2-65A7B3AAE54E}" dt="2024-07-26T16:36:39.436" v="6053" actId="478"/>
          <ac:spMkLst>
            <pc:docMk/>
            <pc:sldMk cId="3748239064" sldId="299"/>
            <ac:spMk id="116" creationId="{365E56EA-B039-FE24-A4BF-C2AC4292EDE3}"/>
          </ac:spMkLst>
        </pc:spChg>
        <pc:spChg chg="add del mod">
          <ac:chgData name="adilton junio" userId="66b3fade76ecdf97" providerId="LiveId" clId="{A5E50579-1733-4537-B8F2-65A7B3AAE54E}" dt="2024-07-26T16:36:39.436" v="6053" actId="478"/>
          <ac:spMkLst>
            <pc:docMk/>
            <pc:sldMk cId="3748239064" sldId="299"/>
            <ac:spMk id="117" creationId="{32743F20-1955-8B66-9BEF-4A690F56FAB2}"/>
          </ac:spMkLst>
        </pc:spChg>
        <pc:spChg chg="add del mod">
          <ac:chgData name="adilton junio" userId="66b3fade76ecdf97" providerId="LiveId" clId="{A5E50579-1733-4537-B8F2-65A7B3AAE54E}" dt="2024-07-26T00:30:55.798" v="5298" actId="478"/>
          <ac:spMkLst>
            <pc:docMk/>
            <pc:sldMk cId="3748239064" sldId="299"/>
            <ac:spMk id="118" creationId="{017F1A71-3084-59FC-CDB1-5DD4ED1782D3}"/>
          </ac:spMkLst>
        </pc:spChg>
        <pc:spChg chg="add del mod">
          <ac:chgData name="adilton junio" userId="66b3fade76ecdf97" providerId="LiveId" clId="{A5E50579-1733-4537-B8F2-65A7B3AAE54E}" dt="2024-07-26T00:30:56.809" v="5299" actId="478"/>
          <ac:spMkLst>
            <pc:docMk/>
            <pc:sldMk cId="3748239064" sldId="299"/>
            <ac:spMk id="119" creationId="{6DCD300D-E750-C19C-329E-C915B3E175FB}"/>
          </ac:spMkLst>
        </pc:spChg>
        <pc:spChg chg="add del mod">
          <ac:chgData name="adilton junio" userId="66b3fade76ecdf97" providerId="LiveId" clId="{A5E50579-1733-4537-B8F2-65A7B3AAE54E}" dt="2024-07-26T00:30:57.462" v="5300" actId="478"/>
          <ac:spMkLst>
            <pc:docMk/>
            <pc:sldMk cId="3748239064" sldId="299"/>
            <ac:spMk id="120" creationId="{84CFBE13-237A-FFFA-0B4E-1C3B9861D293}"/>
          </ac:spMkLst>
        </pc:spChg>
        <pc:spChg chg="add mod">
          <ac:chgData name="adilton junio" userId="66b3fade76ecdf97" providerId="LiveId" clId="{A5E50579-1733-4537-B8F2-65A7B3AAE54E}" dt="2024-07-26T00:29:43.779" v="5278" actId="20577"/>
          <ac:spMkLst>
            <pc:docMk/>
            <pc:sldMk cId="3748239064" sldId="299"/>
            <ac:spMk id="121" creationId="{02FB1E52-0601-1D97-3AA6-E16C53B09E84}"/>
          </ac:spMkLst>
        </pc:spChg>
        <pc:spChg chg="add mod">
          <ac:chgData name="adilton junio" userId="66b3fade76ecdf97" providerId="LiveId" clId="{A5E50579-1733-4537-B8F2-65A7B3AAE54E}" dt="2024-07-26T00:29:35.462" v="5266" actId="1036"/>
          <ac:spMkLst>
            <pc:docMk/>
            <pc:sldMk cId="3748239064" sldId="299"/>
            <ac:spMk id="122" creationId="{72C6148B-C90F-6F91-4579-0FDC3B51DD0C}"/>
          </ac:spMkLst>
        </pc:spChg>
        <pc:spChg chg="add mod">
          <ac:chgData name="adilton junio" userId="66b3fade76ecdf97" providerId="LiveId" clId="{A5E50579-1733-4537-B8F2-65A7B3AAE54E}" dt="2024-07-26T00:29:53.829" v="5291" actId="20577"/>
          <ac:spMkLst>
            <pc:docMk/>
            <pc:sldMk cId="3748239064" sldId="299"/>
            <ac:spMk id="123" creationId="{50CC4033-FC63-5385-C92E-D77BF51156BA}"/>
          </ac:spMkLst>
        </pc:spChg>
        <pc:spChg chg="add del mod">
          <ac:chgData name="adilton junio" userId="66b3fade76ecdf97" providerId="LiveId" clId="{A5E50579-1733-4537-B8F2-65A7B3AAE54E}" dt="2024-07-26T16:52:12.670" v="6134" actId="478"/>
          <ac:spMkLst>
            <pc:docMk/>
            <pc:sldMk cId="3748239064" sldId="299"/>
            <ac:spMk id="124" creationId="{5E900C21-F5C5-E756-6327-1B359DACFC2D}"/>
          </ac:spMkLst>
        </pc:spChg>
        <pc:spChg chg="add del mod">
          <ac:chgData name="adilton junio" userId="66b3fade76ecdf97" providerId="LiveId" clId="{A5E50579-1733-4537-B8F2-65A7B3AAE54E}" dt="2024-07-26T17:17:43.223" v="6334" actId="478"/>
          <ac:spMkLst>
            <pc:docMk/>
            <pc:sldMk cId="3748239064" sldId="299"/>
            <ac:spMk id="125" creationId="{9F3ACE98-6EE9-777B-C3B6-AE1ACA4A4244}"/>
          </ac:spMkLst>
        </pc:spChg>
        <pc:spChg chg="add del mod">
          <ac:chgData name="adilton junio" userId="66b3fade76ecdf97" providerId="LiveId" clId="{A5E50579-1733-4537-B8F2-65A7B3AAE54E}" dt="2024-07-26T16:52:12.320" v="6133" actId="478"/>
          <ac:spMkLst>
            <pc:docMk/>
            <pc:sldMk cId="3748239064" sldId="299"/>
            <ac:spMk id="126" creationId="{509A7449-8B93-1097-AFA2-4CBC8EB8D151}"/>
          </ac:spMkLst>
        </pc:spChg>
        <pc:grpChg chg="add del mod">
          <ac:chgData name="adilton junio" userId="66b3fade76ecdf97" providerId="LiveId" clId="{A5E50579-1733-4537-B8F2-65A7B3AAE54E}" dt="2024-07-25T23:45:34.083" v="4850" actId="165"/>
          <ac:grpSpMkLst>
            <pc:docMk/>
            <pc:sldMk cId="3748239064" sldId="299"/>
            <ac:grpSpMk id="3" creationId="{667F5570-A684-9EDA-E0A2-B2305CED249F}"/>
          </ac:grpSpMkLst>
        </pc:grpChg>
        <pc:grpChg chg="add mod">
          <ac:chgData name="adilton junio" userId="66b3fade76ecdf97" providerId="LiveId" clId="{A5E50579-1733-4537-B8F2-65A7B3AAE54E}" dt="2024-07-22T12:16:05.175" v="4466" actId="164"/>
          <ac:grpSpMkLst>
            <pc:docMk/>
            <pc:sldMk cId="3748239064" sldId="299"/>
            <ac:grpSpMk id="11" creationId="{0B515AC4-EFEE-D7FD-B417-46DEDBE04D97}"/>
          </ac:grpSpMkLst>
        </pc:grpChg>
        <pc:grpChg chg="add mod">
          <ac:chgData name="adilton junio" userId="66b3fade76ecdf97" providerId="LiveId" clId="{A5E50579-1733-4537-B8F2-65A7B3AAE54E}" dt="2024-07-22T12:16:01.399" v="4465" actId="164"/>
          <ac:grpSpMkLst>
            <pc:docMk/>
            <pc:sldMk cId="3748239064" sldId="299"/>
            <ac:grpSpMk id="14" creationId="{314F1706-418C-E68F-0711-3528257EB36E}"/>
          </ac:grpSpMkLst>
        </pc:grpChg>
        <pc:grpChg chg="del mod topLvl">
          <ac:chgData name="adilton junio" userId="66b3fade76ecdf97" providerId="LiveId" clId="{A5E50579-1733-4537-B8F2-65A7B3AAE54E}" dt="2024-07-25T23:45:41.612" v="4851" actId="165"/>
          <ac:grpSpMkLst>
            <pc:docMk/>
            <pc:sldMk cId="3748239064" sldId="299"/>
            <ac:grpSpMk id="16" creationId="{ED5A5953-B802-1AA9-02FF-60EB1C8B5BF2}"/>
          </ac:grpSpMkLst>
        </pc:grpChg>
        <pc:grpChg chg="add del mod">
          <ac:chgData name="adilton junio" userId="66b3fade76ecdf97" providerId="LiveId" clId="{A5E50579-1733-4537-B8F2-65A7B3AAE54E}" dt="2024-07-25T23:28:10.098" v="4704" actId="478"/>
          <ac:grpSpMkLst>
            <pc:docMk/>
            <pc:sldMk cId="3748239064" sldId="299"/>
            <ac:grpSpMk id="19" creationId="{7DD4F8AD-585A-ED2A-7ECD-BB7039ED8DDB}"/>
          </ac:grpSpMkLst>
        </pc:grpChg>
        <pc:grpChg chg="add del mod">
          <ac:chgData name="adilton junio" userId="66b3fade76ecdf97" providerId="LiveId" clId="{A5E50579-1733-4537-B8F2-65A7B3AAE54E}" dt="2024-07-25T23:28:09.770" v="4703" actId="478"/>
          <ac:grpSpMkLst>
            <pc:docMk/>
            <pc:sldMk cId="3748239064" sldId="299"/>
            <ac:grpSpMk id="20" creationId="{F4DBCE44-B638-7A50-884C-64214FB07DD1}"/>
          </ac:grpSpMkLst>
        </pc:grpChg>
        <pc:grpChg chg="add del mod">
          <ac:chgData name="adilton junio" userId="66b3fade76ecdf97" providerId="LiveId" clId="{A5E50579-1733-4537-B8F2-65A7B3AAE54E}" dt="2024-07-25T23:37:33.717" v="4778" actId="478"/>
          <ac:grpSpMkLst>
            <pc:docMk/>
            <pc:sldMk cId="3748239064" sldId="299"/>
            <ac:grpSpMk id="23" creationId="{46824E16-BE04-427A-033F-6E6DDD7C9B41}"/>
          </ac:grpSpMkLst>
        </pc:grpChg>
        <pc:grpChg chg="mod">
          <ac:chgData name="adilton junio" userId="66b3fade76ecdf97" providerId="LiveId" clId="{A5E50579-1733-4537-B8F2-65A7B3AAE54E}" dt="2024-07-25T23:37:08.244" v="4775"/>
          <ac:grpSpMkLst>
            <pc:docMk/>
            <pc:sldMk cId="3748239064" sldId="299"/>
            <ac:grpSpMk id="33" creationId="{439CC5C9-4591-D2D4-5F8B-08BD21866316}"/>
          </ac:grpSpMkLst>
        </pc:grpChg>
        <pc:grpChg chg="mod">
          <ac:chgData name="adilton junio" userId="66b3fade76ecdf97" providerId="LiveId" clId="{A5E50579-1733-4537-B8F2-65A7B3AAE54E}" dt="2024-07-25T23:37:08.244" v="4775"/>
          <ac:grpSpMkLst>
            <pc:docMk/>
            <pc:sldMk cId="3748239064" sldId="299"/>
            <ac:grpSpMk id="44" creationId="{A8878045-721D-4C93-5E2A-D09638FF0B3D}"/>
          </ac:grpSpMkLst>
        </pc:grpChg>
        <pc:grpChg chg="mod">
          <ac:chgData name="adilton junio" userId="66b3fade76ecdf97" providerId="LiveId" clId="{A5E50579-1733-4537-B8F2-65A7B3AAE54E}" dt="2024-07-25T23:37:08.244" v="4775"/>
          <ac:grpSpMkLst>
            <pc:docMk/>
            <pc:sldMk cId="3748239064" sldId="299"/>
            <ac:grpSpMk id="46" creationId="{1CFBE767-E1B8-7133-0972-93CA315B9D0B}"/>
          </ac:grpSpMkLst>
        </pc:grpChg>
        <pc:grpChg chg="mod">
          <ac:chgData name="adilton junio" userId="66b3fade76ecdf97" providerId="LiveId" clId="{A5E50579-1733-4537-B8F2-65A7B3AAE54E}" dt="2024-07-25T23:37:08.244" v="4775"/>
          <ac:grpSpMkLst>
            <pc:docMk/>
            <pc:sldMk cId="3748239064" sldId="299"/>
            <ac:grpSpMk id="48" creationId="{EF76E1DE-C78A-1661-E8AF-386553699273}"/>
          </ac:grpSpMkLst>
        </pc:grpChg>
        <pc:grpChg chg="mod">
          <ac:chgData name="adilton junio" userId="66b3fade76ecdf97" providerId="LiveId" clId="{A5E50579-1733-4537-B8F2-65A7B3AAE54E}" dt="2024-07-25T23:37:08.244" v="4775"/>
          <ac:grpSpMkLst>
            <pc:docMk/>
            <pc:sldMk cId="3748239064" sldId="299"/>
            <ac:grpSpMk id="49" creationId="{17113984-B936-96A6-4A75-D1125F227854}"/>
          </ac:grpSpMkLst>
        </pc:grpChg>
        <pc:grpChg chg="mod">
          <ac:chgData name="adilton junio" userId="66b3fade76ecdf97" providerId="LiveId" clId="{A5E50579-1733-4537-B8F2-65A7B3AAE54E}" dt="2024-07-25T23:37:08.244" v="4775"/>
          <ac:grpSpMkLst>
            <pc:docMk/>
            <pc:sldMk cId="3748239064" sldId="299"/>
            <ac:grpSpMk id="55" creationId="{E8733EE6-A186-162B-9415-A04AD806C76C}"/>
          </ac:grpSpMkLst>
        </pc:grpChg>
        <pc:grpChg chg="add del mod">
          <ac:chgData name="adilton junio" userId="66b3fade76ecdf97" providerId="LiveId" clId="{A5E50579-1733-4537-B8F2-65A7B3AAE54E}" dt="2024-07-25T23:37:43.442" v="4781" actId="165"/>
          <ac:grpSpMkLst>
            <pc:docMk/>
            <pc:sldMk cId="3748239064" sldId="299"/>
            <ac:grpSpMk id="61" creationId="{120385A2-3217-A9C8-6439-64E5325E7270}"/>
          </ac:grpSpMkLst>
        </pc:grpChg>
        <pc:grpChg chg="del mod topLvl">
          <ac:chgData name="adilton junio" userId="66b3fade76ecdf97" providerId="LiveId" clId="{A5E50579-1733-4537-B8F2-65A7B3AAE54E}" dt="2024-07-25T23:40:11.225" v="4807" actId="478"/>
          <ac:grpSpMkLst>
            <pc:docMk/>
            <pc:sldMk cId="3748239064" sldId="299"/>
            <ac:grpSpMk id="70" creationId="{C2C460EE-1A8F-ABA4-1E32-FC6C900802A5}"/>
          </ac:grpSpMkLst>
        </pc:grpChg>
        <pc:grpChg chg="del mod topLvl">
          <ac:chgData name="adilton junio" userId="66b3fade76ecdf97" providerId="LiveId" clId="{A5E50579-1733-4537-B8F2-65A7B3AAE54E}" dt="2024-07-25T23:37:59.194" v="4782" actId="478"/>
          <ac:grpSpMkLst>
            <pc:docMk/>
            <pc:sldMk cId="3748239064" sldId="299"/>
            <ac:grpSpMk id="76" creationId="{69BEC1B7-2FD0-A8B7-5280-5C5AC9CA7FB3}"/>
          </ac:grpSpMkLst>
        </pc:grpChg>
        <pc:grpChg chg="del mod topLvl">
          <ac:chgData name="adilton junio" userId="66b3fade76ecdf97" providerId="LiveId" clId="{A5E50579-1733-4537-B8F2-65A7B3AAE54E}" dt="2024-07-25T23:38:13.751" v="4784" actId="478"/>
          <ac:grpSpMkLst>
            <pc:docMk/>
            <pc:sldMk cId="3748239064" sldId="299"/>
            <ac:grpSpMk id="77" creationId="{AC32D2C2-A467-1D2E-5356-CACDE2CC92C7}"/>
          </ac:grpSpMkLst>
        </pc:grpChg>
        <pc:grpChg chg="del mod topLvl">
          <ac:chgData name="adilton junio" userId="66b3fade76ecdf97" providerId="LiveId" clId="{A5E50579-1733-4537-B8F2-65A7B3AAE54E}" dt="2024-07-25T23:38:11.308" v="4783" actId="478"/>
          <ac:grpSpMkLst>
            <pc:docMk/>
            <pc:sldMk cId="3748239064" sldId="299"/>
            <ac:grpSpMk id="79" creationId="{0C435BF4-89B1-B33A-E080-8E918D6234A4}"/>
          </ac:grpSpMkLst>
        </pc:grpChg>
        <pc:grpChg chg="mod">
          <ac:chgData name="adilton junio" userId="66b3fade76ecdf97" providerId="LiveId" clId="{A5E50579-1733-4537-B8F2-65A7B3AAE54E}" dt="2024-07-25T23:37:43.442" v="4781" actId="165"/>
          <ac:grpSpMkLst>
            <pc:docMk/>
            <pc:sldMk cId="3748239064" sldId="299"/>
            <ac:grpSpMk id="80" creationId="{B9649F09-CEB1-96B8-C6B2-E163A119DFBF}"/>
          </ac:grpSpMkLst>
        </pc:grpChg>
        <pc:grpChg chg="mod">
          <ac:chgData name="adilton junio" userId="66b3fade76ecdf97" providerId="LiveId" clId="{A5E50579-1733-4537-B8F2-65A7B3AAE54E}" dt="2024-07-25T23:37:43.442" v="4781" actId="165"/>
          <ac:grpSpMkLst>
            <pc:docMk/>
            <pc:sldMk cId="3748239064" sldId="299"/>
            <ac:grpSpMk id="86" creationId="{52055275-83EE-1527-9C80-FE5BB96CFC4E}"/>
          </ac:grpSpMkLst>
        </pc:grpChg>
        <pc:grpChg chg="add del mod topLvl">
          <ac:chgData name="adilton junio" userId="66b3fade76ecdf97" providerId="LiveId" clId="{A5E50579-1733-4537-B8F2-65A7B3AAE54E}" dt="2024-07-25T23:39:30.715" v="4798" actId="165"/>
          <ac:grpSpMkLst>
            <pc:docMk/>
            <pc:sldMk cId="3748239064" sldId="299"/>
            <ac:grpSpMk id="95" creationId="{7E3033BE-E19B-EE5D-5EAC-8ED5FE53A450}"/>
          </ac:grpSpMkLst>
        </pc:grpChg>
        <pc:grpChg chg="add del mod">
          <ac:chgData name="adilton junio" userId="66b3fade76ecdf97" providerId="LiveId" clId="{A5E50579-1733-4537-B8F2-65A7B3AAE54E}" dt="2024-07-25T23:39:24.586" v="4797" actId="165"/>
          <ac:grpSpMkLst>
            <pc:docMk/>
            <pc:sldMk cId="3748239064" sldId="299"/>
            <ac:grpSpMk id="96" creationId="{348C2642-8ECB-0A26-4CBB-D93B5E1AA2B9}"/>
          </ac:grpSpMkLst>
        </pc:grpChg>
        <pc:grpChg chg="add del mod">
          <ac:chgData name="adilton junio" userId="66b3fade76ecdf97" providerId="LiveId" clId="{A5E50579-1733-4537-B8F2-65A7B3AAE54E}" dt="2024-07-26T15:33:31.872" v="5903" actId="478"/>
          <ac:grpSpMkLst>
            <pc:docMk/>
            <pc:sldMk cId="3748239064" sldId="299"/>
            <ac:grpSpMk id="101" creationId="{7B768A9C-86E4-51F1-054D-0AAFFED3E580}"/>
          </ac:grpSpMkLst>
        </pc:grpChg>
        <pc:grpChg chg="add mod">
          <ac:chgData name="adilton junio" userId="66b3fade76ecdf97" providerId="LiveId" clId="{A5E50579-1733-4537-B8F2-65A7B3AAE54E}" dt="2024-07-25T23:41:13.434" v="4828" actId="1076"/>
          <ac:grpSpMkLst>
            <pc:docMk/>
            <pc:sldMk cId="3748239064" sldId="299"/>
            <ac:grpSpMk id="102" creationId="{1F0FABD9-0916-6E52-561F-B7B8897A3A82}"/>
          </ac:grpSpMkLst>
        </pc:grpChg>
        <pc:picChg chg="add mod modCrop">
          <ac:chgData name="adilton junio" userId="66b3fade76ecdf97" providerId="LiveId" clId="{A5E50579-1733-4537-B8F2-65A7B3AAE54E}" dt="2024-07-22T12:16:05.175" v="4466" actId="164"/>
          <ac:picMkLst>
            <pc:docMk/>
            <pc:sldMk cId="3748239064" sldId="299"/>
            <ac:picMk id="5" creationId="{66D0A45A-2DC4-7785-FB88-9836E6006683}"/>
          </ac:picMkLst>
        </pc:picChg>
        <pc:picChg chg="add mod modCrop">
          <ac:chgData name="adilton junio" userId="66b3fade76ecdf97" providerId="LiveId" clId="{A5E50579-1733-4537-B8F2-65A7B3AAE54E}" dt="2024-07-22T12:16:01.399" v="4465" actId="164"/>
          <ac:picMkLst>
            <pc:docMk/>
            <pc:sldMk cId="3748239064" sldId="299"/>
            <ac:picMk id="10" creationId="{C3E0CC7F-28BD-5EDF-0553-C35B79D74B8B}"/>
          </ac:picMkLst>
        </pc:picChg>
        <pc:cxnChg chg="mod">
          <ac:chgData name="adilton junio" userId="66b3fade76ecdf97" providerId="LiveId" clId="{A5E50579-1733-4537-B8F2-65A7B3AAE54E}" dt="2024-07-25T23:37:33.717" v="4778" actId="478"/>
          <ac:cxnSpMkLst>
            <pc:docMk/>
            <pc:sldMk cId="3748239064" sldId="299"/>
            <ac:cxnSpMk id="26" creationId="{10A0534C-CC64-AB34-71E4-A4AB3CEB85E3}"/>
          </ac:cxnSpMkLst>
        </pc:cxnChg>
        <pc:cxnChg chg="mod ord topLvl">
          <ac:chgData name="adilton junio" userId="66b3fade76ecdf97" providerId="LiveId" clId="{A5E50579-1733-4537-B8F2-65A7B3AAE54E}" dt="2024-07-25T23:46:44.095" v="4859" actId="166"/>
          <ac:cxnSpMkLst>
            <pc:docMk/>
            <pc:sldMk cId="3748239064" sldId="299"/>
            <ac:cxnSpMk id="28" creationId="{A1B08812-DDEB-94E7-A3DA-BFA6C834C60D}"/>
          </ac:cxnSpMkLst>
        </pc:cxnChg>
        <pc:cxnChg chg="mod ord topLvl">
          <ac:chgData name="adilton junio" userId="66b3fade76ecdf97" providerId="LiveId" clId="{A5E50579-1733-4537-B8F2-65A7B3AAE54E}" dt="2024-07-25T23:46:44.095" v="4859" actId="166"/>
          <ac:cxnSpMkLst>
            <pc:docMk/>
            <pc:sldMk cId="3748239064" sldId="299"/>
            <ac:cxnSpMk id="31" creationId="{B9D8060F-FF25-82BA-813F-6B1980F32044}"/>
          </ac:cxnSpMkLst>
        </pc:cxnChg>
        <pc:cxnChg chg="mod ord topLvl">
          <ac:chgData name="adilton junio" userId="66b3fade76ecdf97" providerId="LiveId" clId="{A5E50579-1733-4537-B8F2-65A7B3AAE54E}" dt="2024-07-25T23:46:44.095" v="4859" actId="166"/>
          <ac:cxnSpMkLst>
            <pc:docMk/>
            <pc:sldMk cId="3748239064" sldId="299"/>
            <ac:cxnSpMk id="37" creationId="{D8631C18-D8AB-9195-C234-9CB102B56835}"/>
          </ac:cxnSpMkLst>
        </pc:cxnChg>
        <pc:cxnChg chg="mod">
          <ac:chgData name="adilton junio" userId="66b3fade76ecdf97" providerId="LiveId" clId="{A5E50579-1733-4537-B8F2-65A7B3AAE54E}" dt="2024-07-25T23:37:33.717" v="4778" actId="478"/>
          <ac:cxnSpMkLst>
            <pc:docMk/>
            <pc:sldMk cId="3748239064" sldId="299"/>
            <ac:cxnSpMk id="39" creationId="{6EA5BB9C-0EE4-4B6B-64CB-1A334B1FC585}"/>
          </ac:cxnSpMkLst>
        </pc:cxnChg>
        <pc:cxnChg chg="mod">
          <ac:chgData name="adilton junio" userId="66b3fade76ecdf97" providerId="LiveId" clId="{A5E50579-1733-4537-B8F2-65A7B3AAE54E}" dt="2024-07-25T23:37:08.244" v="4775"/>
          <ac:cxnSpMkLst>
            <pc:docMk/>
            <pc:sldMk cId="3748239064" sldId="299"/>
            <ac:cxnSpMk id="60" creationId="{10541540-5804-701C-8F49-089C27C145C1}"/>
          </ac:cxnSpMkLst>
        </pc:cxnChg>
        <pc:cxnChg chg="del mod topLvl">
          <ac:chgData name="adilton junio" userId="66b3fade76ecdf97" providerId="LiveId" clId="{A5E50579-1733-4537-B8F2-65A7B3AAE54E}" dt="2024-07-26T15:33:33.218" v="5904" actId="478"/>
          <ac:cxnSpMkLst>
            <pc:docMk/>
            <pc:sldMk cId="3748239064" sldId="299"/>
            <ac:cxnSpMk id="66" creationId="{FC0D6DD6-7BB1-8050-6C2F-FD73E3BFEDC2}"/>
          </ac:cxnSpMkLst>
        </pc:cxnChg>
        <pc:cxnChg chg="del mod topLvl">
          <ac:chgData name="adilton junio" userId="66b3fade76ecdf97" providerId="LiveId" clId="{A5E50579-1733-4537-B8F2-65A7B3AAE54E}" dt="2024-07-26T15:33:30.809" v="5902" actId="478"/>
          <ac:cxnSpMkLst>
            <pc:docMk/>
            <pc:sldMk cId="3748239064" sldId="299"/>
            <ac:cxnSpMk id="72" creationId="{B929641B-DFB5-1A32-79EF-20A1107183D0}"/>
          </ac:cxnSpMkLst>
        </pc:cxnChg>
        <pc:cxnChg chg="del mod topLvl">
          <ac:chgData name="adilton junio" userId="66b3fade76ecdf97" providerId="LiveId" clId="{A5E50579-1733-4537-B8F2-65A7B3AAE54E}" dt="2024-07-26T15:33:31.872" v="5903" actId="478"/>
          <ac:cxnSpMkLst>
            <pc:docMk/>
            <pc:sldMk cId="3748239064" sldId="299"/>
            <ac:cxnSpMk id="91" creationId="{ED6604EF-8374-A723-EB8E-8D58A3C563B6}"/>
          </ac:cxnSpMkLst>
        </pc:cxnChg>
      </pc:sldChg>
      <pc:sldChg chg="addSp delSp modSp add mod">
        <pc:chgData name="adilton junio" userId="66b3fade76ecdf97" providerId="LiveId" clId="{A5E50579-1733-4537-B8F2-65A7B3AAE54E}" dt="2024-07-26T15:31:51.060" v="5885"/>
        <pc:sldMkLst>
          <pc:docMk/>
          <pc:sldMk cId="3506965981" sldId="300"/>
        </pc:sldMkLst>
        <pc:spChg chg="mod">
          <ac:chgData name="adilton junio" userId="66b3fade76ecdf97" providerId="LiveId" clId="{A5E50579-1733-4537-B8F2-65A7B3AAE54E}" dt="2024-07-22T12:54:01.515" v="4486" actId="1076"/>
          <ac:spMkLst>
            <pc:docMk/>
            <pc:sldMk cId="3506965981" sldId="300"/>
            <ac:spMk id="2" creationId="{210C4684-E1A1-C731-9947-6934CF464A62}"/>
          </ac:spMkLst>
        </pc:spChg>
        <pc:spChg chg="mod">
          <ac:chgData name="adilton junio" userId="66b3fade76ecdf97" providerId="LiveId" clId="{A5E50579-1733-4537-B8F2-65A7B3AAE54E}" dt="2024-07-22T12:54:01.515" v="4486" actId="1076"/>
          <ac:spMkLst>
            <pc:docMk/>
            <pc:sldMk cId="3506965981" sldId="300"/>
            <ac:spMk id="4" creationId="{310BE2A7-F3D2-24C6-A415-EA4964A8FD02}"/>
          </ac:spMkLst>
        </pc:spChg>
        <pc:spChg chg="add del">
          <ac:chgData name="adilton junio" userId="66b3fade76ecdf97" providerId="LiveId" clId="{A5E50579-1733-4537-B8F2-65A7B3AAE54E}" dt="2024-07-22T12:54:31.911" v="4490" actId="22"/>
          <ac:spMkLst>
            <pc:docMk/>
            <pc:sldMk cId="3506965981" sldId="300"/>
            <ac:spMk id="7" creationId="{3C8A11B6-5393-4761-1C09-A6EE055ECB79}"/>
          </ac:spMkLst>
        </pc:spChg>
        <pc:spChg chg="mod">
          <ac:chgData name="adilton junio" userId="66b3fade76ecdf97" providerId="LiveId" clId="{A5E50579-1733-4537-B8F2-65A7B3AAE54E}" dt="2024-07-26T15:31:51.060" v="5885"/>
          <ac:spMkLst>
            <pc:docMk/>
            <pc:sldMk cId="3506965981" sldId="300"/>
            <ac:spMk id="7" creationId="{D6129482-E781-4C22-3E41-42E63ADE78CA}"/>
          </ac:spMkLst>
        </pc:spChg>
        <pc:spChg chg="mod">
          <ac:chgData name="adilton junio" userId="66b3fade76ecdf97" providerId="LiveId" clId="{A5E50579-1733-4537-B8F2-65A7B3AAE54E}" dt="2024-07-22T12:54:01.515" v="4486" actId="1076"/>
          <ac:spMkLst>
            <pc:docMk/>
            <pc:sldMk cId="3506965981" sldId="300"/>
            <ac:spMk id="8" creationId="{9BEF1642-B655-7CAD-CD9D-3570B3E8A5FE}"/>
          </ac:spMkLst>
        </pc:spChg>
        <pc:spChg chg="mod">
          <ac:chgData name="adilton junio" userId="66b3fade76ecdf97" providerId="LiveId" clId="{A5E50579-1733-4537-B8F2-65A7B3AAE54E}" dt="2024-07-22T12:54:01.515" v="4486" actId="1076"/>
          <ac:spMkLst>
            <pc:docMk/>
            <pc:sldMk cId="3506965981" sldId="300"/>
            <ac:spMk id="9" creationId="{6712AAAE-5D61-5AD9-F1A7-A27ACC47ED61}"/>
          </ac:spMkLst>
        </pc:spChg>
        <pc:spChg chg="mod">
          <ac:chgData name="adilton junio" userId="66b3fade76ecdf97" providerId="LiveId" clId="{A5E50579-1733-4537-B8F2-65A7B3AAE54E}" dt="2024-07-26T15:31:51.060" v="5885"/>
          <ac:spMkLst>
            <pc:docMk/>
            <pc:sldMk cId="3506965981" sldId="300"/>
            <ac:spMk id="11" creationId="{C97CE1B2-9A85-EA3B-1335-8A79C8509949}"/>
          </ac:spMkLst>
        </pc:spChg>
        <pc:spChg chg="mod">
          <ac:chgData name="adilton junio" userId="66b3fade76ecdf97" providerId="LiveId" clId="{A5E50579-1733-4537-B8F2-65A7B3AAE54E}" dt="2024-07-26T15:31:51.060" v="5885"/>
          <ac:spMkLst>
            <pc:docMk/>
            <pc:sldMk cId="3506965981" sldId="300"/>
            <ac:spMk id="12" creationId="{01B3D41F-1DD7-0D34-7F64-1F9049FFD5BF}"/>
          </ac:spMkLst>
        </pc:spChg>
        <pc:spChg chg="del mod topLvl">
          <ac:chgData name="adilton junio" userId="66b3fade76ecdf97" providerId="LiveId" clId="{A5E50579-1733-4537-B8F2-65A7B3AAE54E}" dt="2024-07-22T12:54:53.231" v="4495" actId="478"/>
          <ac:spMkLst>
            <pc:docMk/>
            <pc:sldMk cId="3506965981" sldId="300"/>
            <ac:spMk id="12" creationId="{287D84C5-5879-069D-57FC-520832C9CCAA}"/>
          </ac:spMkLst>
        </pc:spChg>
        <pc:spChg chg="mod">
          <ac:chgData name="adilton junio" userId="66b3fade76ecdf97" providerId="LiveId" clId="{A5E50579-1733-4537-B8F2-65A7B3AAE54E}" dt="2024-07-26T15:31:51.060" v="5885"/>
          <ac:spMkLst>
            <pc:docMk/>
            <pc:sldMk cId="3506965981" sldId="300"/>
            <ac:spMk id="13" creationId="{44BF31FB-E897-26A3-1E41-8AEBEE603ED6}"/>
          </ac:spMkLst>
        </pc:spChg>
        <pc:spChg chg="del mod">
          <ac:chgData name="adilton junio" userId="66b3fade76ecdf97" providerId="LiveId" clId="{A5E50579-1733-4537-B8F2-65A7B3AAE54E}" dt="2024-07-22T12:53:53.112" v="4484" actId="478"/>
          <ac:spMkLst>
            <pc:docMk/>
            <pc:sldMk cId="3506965981" sldId="300"/>
            <ac:spMk id="13" creationId="{78731000-D5CB-97D7-7E26-11F1BDCC9E21}"/>
          </ac:spMkLst>
        </pc:spChg>
        <pc:spChg chg="mod">
          <ac:chgData name="adilton junio" userId="66b3fade76ecdf97" providerId="LiveId" clId="{A5E50579-1733-4537-B8F2-65A7B3AAE54E}" dt="2024-07-26T15:31:51.060" v="5885"/>
          <ac:spMkLst>
            <pc:docMk/>
            <pc:sldMk cId="3506965981" sldId="300"/>
            <ac:spMk id="14" creationId="{B29755B8-4C58-E4E8-7215-00DA64563A50}"/>
          </ac:spMkLst>
        </pc:spChg>
        <pc:spChg chg="del mod topLvl">
          <ac:chgData name="adilton junio" userId="66b3fade76ecdf97" providerId="LiveId" clId="{A5E50579-1733-4537-B8F2-65A7B3AAE54E}" dt="2024-07-22T12:55:00.975" v="4497" actId="478"/>
          <ac:spMkLst>
            <pc:docMk/>
            <pc:sldMk cId="3506965981" sldId="300"/>
            <ac:spMk id="15" creationId="{8BE3BE45-59DB-A66A-3C3F-ADB5EA637F12}"/>
          </ac:spMkLst>
        </pc:spChg>
        <pc:spChg chg="mod">
          <ac:chgData name="adilton junio" userId="66b3fade76ecdf97" providerId="LiveId" clId="{A5E50579-1733-4537-B8F2-65A7B3AAE54E}" dt="2024-07-26T15:31:51.060" v="5885"/>
          <ac:spMkLst>
            <pc:docMk/>
            <pc:sldMk cId="3506965981" sldId="300"/>
            <ac:spMk id="15" creationId="{C444ECF3-7A9B-68D3-F9D0-6109BBC1513C}"/>
          </ac:spMkLst>
        </pc:spChg>
        <pc:spChg chg="del mod">
          <ac:chgData name="adilton junio" userId="66b3fade76ecdf97" providerId="LiveId" clId="{A5E50579-1733-4537-B8F2-65A7B3AAE54E}" dt="2024-07-22T12:54:07.308" v="4487" actId="478"/>
          <ac:spMkLst>
            <pc:docMk/>
            <pc:sldMk cId="3506965981" sldId="300"/>
            <ac:spMk id="17" creationId="{615EA317-4332-0BA6-4BDF-491340EB3596}"/>
          </ac:spMkLst>
        </pc:spChg>
        <pc:spChg chg="mod">
          <ac:chgData name="adilton junio" userId="66b3fade76ecdf97" providerId="LiveId" clId="{A5E50579-1733-4537-B8F2-65A7B3AAE54E}" dt="2024-07-26T15:31:51.060" v="5885"/>
          <ac:spMkLst>
            <pc:docMk/>
            <pc:sldMk cId="3506965981" sldId="300"/>
            <ac:spMk id="17" creationId="{DBE9CFA7-2FFC-B681-3301-09A7FE412887}"/>
          </ac:spMkLst>
        </pc:spChg>
        <pc:spChg chg="del mod">
          <ac:chgData name="adilton junio" userId="66b3fade76ecdf97" providerId="LiveId" clId="{A5E50579-1733-4537-B8F2-65A7B3AAE54E}" dt="2024-07-26T15:31:50.162" v="5884" actId="478"/>
          <ac:spMkLst>
            <pc:docMk/>
            <pc:sldMk cId="3506965981" sldId="300"/>
            <ac:spMk id="18" creationId="{C13F6F8D-4732-6D80-7B49-D18C67208F3A}"/>
          </ac:spMkLst>
        </pc:spChg>
        <pc:spChg chg="mod">
          <ac:chgData name="adilton junio" userId="66b3fade76ecdf97" providerId="LiveId" clId="{A5E50579-1733-4537-B8F2-65A7B3AAE54E}" dt="2024-07-26T15:31:51.060" v="5885"/>
          <ac:spMkLst>
            <pc:docMk/>
            <pc:sldMk cId="3506965981" sldId="300"/>
            <ac:spMk id="19" creationId="{3EADE988-51E2-162A-0A79-AB10BF98E8AE}"/>
          </ac:spMkLst>
        </pc:spChg>
        <pc:spChg chg="mod">
          <ac:chgData name="adilton junio" userId="66b3fade76ecdf97" providerId="LiveId" clId="{A5E50579-1733-4537-B8F2-65A7B3AAE54E}" dt="2024-07-26T15:31:51.060" v="5885"/>
          <ac:spMkLst>
            <pc:docMk/>
            <pc:sldMk cId="3506965981" sldId="300"/>
            <ac:spMk id="20" creationId="{661CADBC-0E4A-6C98-033D-89776E530FB1}"/>
          </ac:spMkLst>
        </pc:spChg>
        <pc:spChg chg="add mod">
          <ac:chgData name="adilton junio" userId="66b3fade76ecdf97" providerId="LiveId" clId="{A5E50579-1733-4537-B8F2-65A7B3AAE54E}" dt="2024-07-22T12:55:53.198" v="4506" actId="164"/>
          <ac:spMkLst>
            <pc:docMk/>
            <pc:sldMk cId="3506965981" sldId="300"/>
            <ac:spMk id="21" creationId="{7C14DDAD-ED0D-D604-4F18-7770604737ED}"/>
          </ac:spMkLst>
        </pc:spChg>
        <pc:spChg chg="del mod">
          <ac:chgData name="adilton junio" userId="66b3fade76ecdf97" providerId="LiveId" clId="{A5E50579-1733-4537-B8F2-65A7B3AAE54E}" dt="2024-07-26T15:31:50.162" v="5884" actId="478"/>
          <ac:spMkLst>
            <pc:docMk/>
            <pc:sldMk cId="3506965981" sldId="300"/>
            <ac:spMk id="29" creationId="{DF81BCFE-8F8F-2FB0-53A9-0B17667DEA43}"/>
          </ac:spMkLst>
        </pc:spChg>
        <pc:spChg chg="del mod">
          <ac:chgData name="adilton junio" userId="66b3fade76ecdf97" providerId="LiveId" clId="{A5E50579-1733-4537-B8F2-65A7B3AAE54E}" dt="2024-07-26T15:31:50.162" v="5884" actId="478"/>
          <ac:spMkLst>
            <pc:docMk/>
            <pc:sldMk cId="3506965981" sldId="300"/>
            <ac:spMk id="36" creationId="{70CB4C46-1593-AEEC-5513-7023DE6F7777}"/>
          </ac:spMkLst>
        </pc:spChg>
        <pc:spChg chg="del mod">
          <ac:chgData name="adilton junio" userId="66b3fade76ecdf97" providerId="LiveId" clId="{A5E50579-1733-4537-B8F2-65A7B3AAE54E}" dt="2024-07-26T15:31:50.162" v="5884" actId="478"/>
          <ac:spMkLst>
            <pc:docMk/>
            <pc:sldMk cId="3506965981" sldId="300"/>
            <ac:spMk id="43" creationId="{B8132112-7B8D-8055-D5E6-8D63CA226AD3}"/>
          </ac:spMkLst>
        </pc:spChg>
        <pc:spChg chg="del mod">
          <ac:chgData name="adilton junio" userId="66b3fade76ecdf97" providerId="LiveId" clId="{A5E50579-1733-4537-B8F2-65A7B3AAE54E}" dt="2024-07-26T15:31:50.162" v="5884" actId="478"/>
          <ac:spMkLst>
            <pc:docMk/>
            <pc:sldMk cId="3506965981" sldId="300"/>
            <ac:spMk id="45" creationId="{F0AF4F56-E22C-A6A0-666F-527D78EB8C70}"/>
          </ac:spMkLst>
        </pc:spChg>
        <pc:spChg chg="del mod">
          <ac:chgData name="adilton junio" userId="66b3fade76ecdf97" providerId="LiveId" clId="{A5E50579-1733-4537-B8F2-65A7B3AAE54E}" dt="2024-07-26T15:31:50.162" v="5884" actId="478"/>
          <ac:spMkLst>
            <pc:docMk/>
            <pc:sldMk cId="3506965981" sldId="300"/>
            <ac:spMk id="63" creationId="{0D3FA61D-BBAE-66C8-03C9-673E425B53E2}"/>
          </ac:spMkLst>
        </pc:spChg>
        <pc:spChg chg="del mod">
          <ac:chgData name="adilton junio" userId="66b3fade76ecdf97" providerId="LiveId" clId="{A5E50579-1733-4537-B8F2-65A7B3AAE54E}" dt="2024-07-26T15:31:50.162" v="5884" actId="478"/>
          <ac:spMkLst>
            <pc:docMk/>
            <pc:sldMk cId="3506965981" sldId="300"/>
            <ac:spMk id="64" creationId="{76363AD0-F7A9-36D6-CA69-29C1DE4253C0}"/>
          </ac:spMkLst>
        </pc:spChg>
        <pc:spChg chg="mod">
          <ac:chgData name="adilton junio" userId="66b3fade76ecdf97" providerId="LiveId" clId="{A5E50579-1733-4537-B8F2-65A7B3AAE54E}" dt="2024-07-22T12:54:01.515" v="4486" actId="1076"/>
          <ac:spMkLst>
            <pc:docMk/>
            <pc:sldMk cId="3506965981" sldId="300"/>
            <ac:spMk id="92" creationId="{389AD4BA-DE4A-1658-2487-F94C2EEF6666}"/>
          </ac:spMkLst>
        </pc:spChg>
        <pc:grpChg chg="add mod">
          <ac:chgData name="adilton junio" userId="66b3fade76ecdf97" providerId="LiveId" clId="{A5E50579-1733-4537-B8F2-65A7B3AAE54E}" dt="2024-07-26T15:31:51.060" v="5885"/>
          <ac:grpSpMkLst>
            <pc:docMk/>
            <pc:sldMk cId="3506965981" sldId="300"/>
            <ac:grpSpMk id="3" creationId="{3CAB834E-81F6-3EE7-46C9-07E608289523}"/>
          </ac:grpSpMkLst>
        </pc:grpChg>
        <pc:grpChg chg="del mod">
          <ac:chgData name="adilton junio" userId="66b3fade76ecdf97" providerId="LiveId" clId="{A5E50579-1733-4537-B8F2-65A7B3AAE54E}" dt="2024-07-22T12:53:53.112" v="4484" actId="478"/>
          <ac:grpSpMkLst>
            <pc:docMk/>
            <pc:sldMk cId="3506965981" sldId="300"/>
            <ac:grpSpMk id="11" creationId="{0B515AC4-EFEE-D7FD-B417-46DEDBE04D97}"/>
          </ac:grpSpMkLst>
        </pc:grpChg>
        <pc:grpChg chg="del mod">
          <ac:chgData name="adilton junio" userId="66b3fade76ecdf97" providerId="LiveId" clId="{A5E50579-1733-4537-B8F2-65A7B3AAE54E}" dt="2024-07-22T12:54:07.308" v="4487" actId="478"/>
          <ac:grpSpMkLst>
            <pc:docMk/>
            <pc:sldMk cId="3506965981" sldId="300"/>
            <ac:grpSpMk id="14" creationId="{314F1706-418C-E68F-0711-3528257EB36E}"/>
          </ac:grpSpMkLst>
        </pc:grpChg>
        <pc:grpChg chg="del mod">
          <ac:chgData name="adilton junio" userId="66b3fade76ecdf97" providerId="LiveId" clId="{A5E50579-1733-4537-B8F2-65A7B3AAE54E}" dt="2024-07-26T15:31:47.667" v="5883" actId="478"/>
          <ac:grpSpMkLst>
            <pc:docMk/>
            <pc:sldMk cId="3506965981" sldId="300"/>
            <ac:grpSpMk id="16" creationId="{ED5A5953-B802-1AA9-02FF-60EB1C8B5BF2}"/>
          </ac:grpSpMkLst>
        </pc:grpChg>
        <pc:grpChg chg="del mod">
          <ac:chgData name="adilton junio" userId="66b3fade76ecdf97" providerId="LiveId" clId="{A5E50579-1733-4537-B8F2-65A7B3AAE54E}" dt="2024-07-22T12:54:57.187" v="4496" actId="165"/>
          <ac:grpSpMkLst>
            <pc:docMk/>
            <pc:sldMk cId="3506965981" sldId="300"/>
            <ac:grpSpMk id="19" creationId="{7DD4F8AD-585A-ED2A-7ECD-BB7039ED8DDB}"/>
          </ac:grpSpMkLst>
        </pc:grpChg>
        <pc:grpChg chg="del mod">
          <ac:chgData name="adilton junio" userId="66b3fade76ecdf97" providerId="LiveId" clId="{A5E50579-1733-4537-B8F2-65A7B3AAE54E}" dt="2024-07-22T12:54:49.680" v="4494" actId="165"/>
          <ac:grpSpMkLst>
            <pc:docMk/>
            <pc:sldMk cId="3506965981" sldId="300"/>
            <ac:grpSpMk id="20" creationId="{F4DBCE44-B638-7A50-884C-64214FB07DD1}"/>
          </ac:grpSpMkLst>
        </pc:grpChg>
        <pc:grpChg chg="add mod">
          <ac:chgData name="adilton junio" userId="66b3fade76ecdf97" providerId="LiveId" clId="{A5E50579-1733-4537-B8F2-65A7B3AAE54E}" dt="2024-07-22T12:56:24.995" v="4521" actId="1038"/>
          <ac:grpSpMkLst>
            <pc:docMk/>
            <pc:sldMk cId="3506965981" sldId="300"/>
            <ac:grpSpMk id="22" creationId="{897C7B08-F291-EF75-032C-1034C6C5928B}"/>
          </ac:grpSpMkLst>
        </pc:grpChg>
        <pc:picChg chg="mod topLvl modCrop">
          <ac:chgData name="adilton junio" userId="66b3fade76ecdf97" providerId="LiveId" clId="{A5E50579-1733-4537-B8F2-65A7B3AAE54E}" dt="2024-07-22T12:55:53.198" v="4506" actId="164"/>
          <ac:picMkLst>
            <pc:docMk/>
            <pc:sldMk cId="3506965981" sldId="300"/>
            <ac:picMk id="5" creationId="{66D0A45A-2DC4-7785-FB88-9836E6006683}"/>
          </ac:picMkLst>
        </pc:picChg>
        <pc:picChg chg="mod">
          <ac:chgData name="adilton junio" userId="66b3fade76ecdf97" providerId="LiveId" clId="{A5E50579-1733-4537-B8F2-65A7B3AAE54E}" dt="2024-07-22T12:54:01.515" v="4486" actId="1076"/>
          <ac:picMkLst>
            <pc:docMk/>
            <pc:sldMk cId="3506965981" sldId="300"/>
            <ac:picMk id="6" creationId="{9DA9C8AB-72FF-D7D8-7E4D-1C5ECDBF0C8D}"/>
          </ac:picMkLst>
        </pc:picChg>
        <pc:picChg chg="mod topLvl modCrop">
          <ac:chgData name="adilton junio" userId="66b3fade76ecdf97" providerId="LiveId" clId="{A5E50579-1733-4537-B8F2-65A7B3AAE54E}" dt="2024-07-23T22:36:19.107" v="4672" actId="1076"/>
          <ac:picMkLst>
            <pc:docMk/>
            <pc:sldMk cId="3506965981" sldId="300"/>
            <ac:picMk id="10" creationId="{C3E0CC7F-28BD-5EDF-0553-C35B79D74B8B}"/>
          </ac:picMkLst>
        </pc:picChg>
        <pc:cxnChg chg="del mod">
          <ac:chgData name="adilton junio" userId="66b3fade76ecdf97" providerId="LiveId" clId="{A5E50579-1733-4537-B8F2-65A7B3AAE54E}" dt="2024-07-26T15:31:50.162" v="5884" actId="478"/>
          <ac:cxnSpMkLst>
            <pc:docMk/>
            <pc:sldMk cId="3506965981" sldId="300"/>
            <ac:cxnSpMk id="28" creationId="{A1B08812-DDEB-94E7-A3DA-BFA6C834C60D}"/>
          </ac:cxnSpMkLst>
        </pc:cxnChg>
        <pc:cxnChg chg="del mod">
          <ac:chgData name="adilton junio" userId="66b3fade76ecdf97" providerId="LiveId" clId="{A5E50579-1733-4537-B8F2-65A7B3AAE54E}" dt="2024-07-26T15:31:50.162" v="5884" actId="478"/>
          <ac:cxnSpMkLst>
            <pc:docMk/>
            <pc:sldMk cId="3506965981" sldId="300"/>
            <ac:cxnSpMk id="31" creationId="{B9D8060F-FF25-82BA-813F-6B1980F32044}"/>
          </ac:cxnSpMkLst>
        </pc:cxnChg>
        <pc:cxnChg chg="del mod">
          <ac:chgData name="adilton junio" userId="66b3fade76ecdf97" providerId="LiveId" clId="{A5E50579-1733-4537-B8F2-65A7B3AAE54E}" dt="2024-07-26T15:31:50.162" v="5884" actId="478"/>
          <ac:cxnSpMkLst>
            <pc:docMk/>
            <pc:sldMk cId="3506965981" sldId="300"/>
            <ac:cxnSpMk id="37" creationId="{D8631C18-D8AB-9195-C234-9CB102B56835}"/>
          </ac:cxnSpMkLst>
        </pc:cxnChg>
      </pc:sldChg>
      <pc:sldChg chg="addSp delSp modSp add mod ord">
        <pc:chgData name="adilton junio" userId="66b3fade76ecdf97" providerId="LiveId" clId="{A5E50579-1733-4537-B8F2-65A7B3AAE54E}" dt="2024-07-26T15:31:56.039" v="5887"/>
        <pc:sldMkLst>
          <pc:docMk/>
          <pc:sldMk cId="4039754217" sldId="301"/>
        </pc:sldMkLst>
        <pc:spChg chg="add mod">
          <ac:chgData name="adilton junio" userId="66b3fade76ecdf97" providerId="LiveId" clId="{A5E50579-1733-4537-B8F2-65A7B3AAE54E}" dt="2024-07-23T22:36:46.307" v="4680" actId="164"/>
          <ac:spMkLst>
            <pc:docMk/>
            <pc:sldMk cId="4039754217" sldId="301"/>
            <ac:spMk id="3" creationId="{818FC1DD-C764-8B75-81FD-CA88E5C7BF65}"/>
          </ac:spMkLst>
        </pc:spChg>
        <pc:spChg chg="mod">
          <ac:chgData name="adilton junio" userId="66b3fade76ecdf97" providerId="LiveId" clId="{A5E50579-1733-4537-B8F2-65A7B3AAE54E}" dt="2024-07-26T15:31:56.039" v="5887"/>
          <ac:spMkLst>
            <pc:docMk/>
            <pc:sldMk cId="4039754217" sldId="301"/>
            <ac:spMk id="12" creationId="{073709EA-379C-C6C6-6E54-EE2C8EC08F44}"/>
          </ac:spMkLst>
        </pc:spChg>
        <pc:spChg chg="del mod">
          <ac:chgData name="adilton junio" userId="66b3fade76ecdf97" providerId="LiveId" clId="{A5E50579-1733-4537-B8F2-65A7B3AAE54E}" dt="2024-07-23T22:36:51.788" v="4681" actId="478"/>
          <ac:spMkLst>
            <pc:docMk/>
            <pc:sldMk cId="4039754217" sldId="301"/>
            <ac:spMk id="12" creationId="{287D84C5-5879-069D-57FC-520832C9CCAA}"/>
          </ac:spMkLst>
        </pc:spChg>
        <pc:spChg chg="mod">
          <ac:chgData name="adilton junio" userId="66b3fade76ecdf97" providerId="LiveId" clId="{A5E50579-1733-4537-B8F2-65A7B3AAE54E}" dt="2024-07-23T22:35:29.707" v="4670" actId="6549"/>
          <ac:spMkLst>
            <pc:docMk/>
            <pc:sldMk cId="4039754217" sldId="301"/>
            <ac:spMk id="13" creationId="{78731000-D5CB-97D7-7E26-11F1BDCC9E21}"/>
          </ac:spMkLst>
        </pc:spChg>
        <pc:spChg chg="mod">
          <ac:chgData name="adilton junio" userId="66b3fade76ecdf97" providerId="LiveId" clId="{A5E50579-1733-4537-B8F2-65A7B3AAE54E}" dt="2024-07-26T15:31:56.039" v="5887"/>
          <ac:spMkLst>
            <pc:docMk/>
            <pc:sldMk cId="4039754217" sldId="301"/>
            <ac:spMk id="14" creationId="{58327AD5-E9E1-D733-3BBD-D5640F1DF982}"/>
          </ac:spMkLst>
        </pc:spChg>
        <pc:spChg chg="mod">
          <ac:chgData name="adilton junio" userId="66b3fade76ecdf97" providerId="LiveId" clId="{A5E50579-1733-4537-B8F2-65A7B3AAE54E}" dt="2024-07-26T15:31:56.039" v="5887"/>
          <ac:spMkLst>
            <pc:docMk/>
            <pc:sldMk cId="4039754217" sldId="301"/>
            <ac:spMk id="15" creationId="{26121BBD-D818-FF94-6035-B171FF0051B3}"/>
          </ac:spMkLst>
        </pc:spChg>
        <pc:spChg chg="del mod">
          <ac:chgData name="adilton junio" userId="66b3fade76ecdf97" providerId="LiveId" clId="{A5E50579-1733-4537-B8F2-65A7B3AAE54E}" dt="2024-07-23T22:37:53.339" v="4701" actId="478"/>
          <ac:spMkLst>
            <pc:docMk/>
            <pc:sldMk cId="4039754217" sldId="301"/>
            <ac:spMk id="15" creationId="{8BE3BE45-59DB-A66A-3C3F-ADB5EA637F12}"/>
          </ac:spMkLst>
        </pc:spChg>
        <pc:spChg chg="mod">
          <ac:chgData name="adilton junio" userId="66b3fade76ecdf97" providerId="LiveId" clId="{A5E50579-1733-4537-B8F2-65A7B3AAE54E}" dt="2024-07-23T22:37:28.314" v="4693" actId="1076"/>
          <ac:spMkLst>
            <pc:docMk/>
            <pc:sldMk cId="4039754217" sldId="301"/>
            <ac:spMk id="17" creationId="{615EA317-4332-0BA6-4BDF-491340EB3596}"/>
          </ac:spMkLst>
        </pc:spChg>
        <pc:spChg chg="del">
          <ac:chgData name="adilton junio" userId="66b3fade76ecdf97" providerId="LiveId" clId="{A5E50579-1733-4537-B8F2-65A7B3AAE54E}" dt="2024-07-26T15:31:54.914" v="5886" actId="478"/>
          <ac:spMkLst>
            <pc:docMk/>
            <pc:sldMk cId="4039754217" sldId="301"/>
            <ac:spMk id="18" creationId="{C13F6F8D-4732-6D80-7B49-D18C67208F3A}"/>
          </ac:spMkLst>
        </pc:spChg>
        <pc:spChg chg="add mod">
          <ac:chgData name="adilton junio" userId="66b3fade76ecdf97" providerId="LiveId" clId="{A5E50579-1733-4537-B8F2-65A7B3AAE54E}" dt="2024-07-23T22:37:10.819" v="4685" actId="164"/>
          <ac:spMkLst>
            <pc:docMk/>
            <pc:sldMk cId="4039754217" sldId="301"/>
            <ac:spMk id="21" creationId="{AC2DE33A-7AE7-2305-F66E-A40CAA056467}"/>
          </ac:spMkLst>
        </pc:spChg>
        <pc:spChg chg="mod">
          <ac:chgData name="adilton junio" userId="66b3fade76ecdf97" providerId="LiveId" clId="{A5E50579-1733-4537-B8F2-65A7B3AAE54E}" dt="2024-07-26T15:31:56.039" v="5887"/>
          <ac:spMkLst>
            <pc:docMk/>
            <pc:sldMk cId="4039754217" sldId="301"/>
            <ac:spMk id="23" creationId="{68976DF3-A4AE-F46F-F5FA-62C41604B0D9}"/>
          </ac:spMkLst>
        </pc:spChg>
        <pc:spChg chg="mod">
          <ac:chgData name="adilton junio" userId="66b3fade76ecdf97" providerId="LiveId" clId="{A5E50579-1733-4537-B8F2-65A7B3AAE54E}" dt="2024-07-26T15:31:56.039" v="5887"/>
          <ac:spMkLst>
            <pc:docMk/>
            <pc:sldMk cId="4039754217" sldId="301"/>
            <ac:spMk id="24" creationId="{E208D9F0-58B8-A37E-4DC2-53BFC805DCE1}"/>
          </ac:spMkLst>
        </pc:spChg>
        <pc:spChg chg="mod">
          <ac:chgData name="adilton junio" userId="66b3fade76ecdf97" providerId="LiveId" clId="{A5E50579-1733-4537-B8F2-65A7B3AAE54E}" dt="2024-07-26T15:31:56.039" v="5887"/>
          <ac:spMkLst>
            <pc:docMk/>
            <pc:sldMk cId="4039754217" sldId="301"/>
            <ac:spMk id="25" creationId="{2D161C52-1B93-CD1E-1119-7858FEC1BC9D}"/>
          </ac:spMkLst>
        </pc:spChg>
        <pc:spChg chg="mod">
          <ac:chgData name="adilton junio" userId="66b3fade76ecdf97" providerId="LiveId" clId="{A5E50579-1733-4537-B8F2-65A7B3AAE54E}" dt="2024-07-26T15:31:56.039" v="5887"/>
          <ac:spMkLst>
            <pc:docMk/>
            <pc:sldMk cId="4039754217" sldId="301"/>
            <ac:spMk id="26" creationId="{7A118EE0-2F40-2068-6069-6BAB7E28293A}"/>
          </ac:spMkLst>
        </pc:spChg>
        <pc:spChg chg="mod">
          <ac:chgData name="adilton junio" userId="66b3fade76ecdf97" providerId="LiveId" clId="{A5E50579-1733-4537-B8F2-65A7B3AAE54E}" dt="2024-07-26T15:31:56.039" v="5887"/>
          <ac:spMkLst>
            <pc:docMk/>
            <pc:sldMk cId="4039754217" sldId="301"/>
            <ac:spMk id="27" creationId="{5EE92163-17BE-1A07-CE2F-DE9B63A79C2E}"/>
          </ac:spMkLst>
        </pc:spChg>
        <pc:spChg chg="del">
          <ac:chgData name="adilton junio" userId="66b3fade76ecdf97" providerId="LiveId" clId="{A5E50579-1733-4537-B8F2-65A7B3AAE54E}" dt="2024-07-26T15:31:54.914" v="5886" actId="478"/>
          <ac:spMkLst>
            <pc:docMk/>
            <pc:sldMk cId="4039754217" sldId="301"/>
            <ac:spMk id="29" creationId="{DF81BCFE-8F8F-2FB0-53A9-0B17667DEA43}"/>
          </ac:spMkLst>
        </pc:spChg>
        <pc:spChg chg="mod">
          <ac:chgData name="adilton junio" userId="66b3fade76ecdf97" providerId="LiveId" clId="{A5E50579-1733-4537-B8F2-65A7B3AAE54E}" dt="2024-07-26T15:31:56.039" v="5887"/>
          <ac:spMkLst>
            <pc:docMk/>
            <pc:sldMk cId="4039754217" sldId="301"/>
            <ac:spMk id="30" creationId="{A362F5B7-BC6B-33D5-9A15-7E661F80CCF4}"/>
          </ac:spMkLst>
        </pc:spChg>
        <pc:spChg chg="del">
          <ac:chgData name="adilton junio" userId="66b3fade76ecdf97" providerId="LiveId" clId="{A5E50579-1733-4537-B8F2-65A7B3AAE54E}" dt="2024-07-26T15:31:54.914" v="5886" actId="478"/>
          <ac:spMkLst>
            <pc:docMk/>
            <pc:sldMk cId="4039754217" sldId="301"/>
            <ac:spMk id="36" creationId="{70CB4C46-1593-AEEC-5513-7023DE6F7777}"/>
          </ac:spMkLst>
        </pc:spChg>
        <pc:spChg chg="del">
          <ac:chgData name="adilton junio" userId="66b3fade76ecdf97" providerId="LiveId" clId="{A5E50579-1733-4537-B8F2-65A7B3AAE54E}" dt="2024-07-26T15:31:54.914" v="5886" actId="478"/>
          <ac:spMkLst>
            <pc:docMk/>
            <pc:sldMk cId="4039754217" sldId="301"/>
            <ac:spMk id="43" creationId="{B8132112-7B8D-8055-D5E6-8D63CA226AD3}"/>
          </ac:spMkLst>
        </pc:spChg>
        <pc:spChg chg="del">
          <ac:chgData name="adilton junio" userId="66b3fade76ecdf97" providerId="LiveId" clId="{A5E50579-1733-4537-B8F2-65A7B3AAE54E}" dt="2024-07-26T15:31:54.914" v="5886" actId="478"/>
          <ac:spMkLst>
            <pc:docMk/>
            <pc:sldMk cId="4039754217" sldId="301"/>
            <ac:spMk id="45" creationId="{F0AF4F56-E22C-A6A0-666F-527D78EB8C70}"/>
          </ac:spMkLst>
        </pc:spChg>
        <pc:spChg chg="del">
          <ac:chgData name="adilton junio" userId="66b3fade76ecdf97" providerId="LiveId" clId="{A5E50579-1733-4537-B8F2-65A7B3AAE54E}" dt="2024-07-26T15:31:54.914" v="5886" actId="478"/>
          <ac:spMkLst>
            <pc:docMk/>
            <pc:sldMk cId="4039754217" sldId="301"/>
            <ac:spMk id="63" creationId="{0D3FA61D-BBAE-66C8-03C9-673E425B53E2}"/>
          </ac:spMkLst>
        </pc:spChg>
        <pc:spChg chg="del">
          <ac:chgData name="adilton junio" userId="66b3fade76ecdf97" providerId="LiveId" clId="{A5E50579-1733-4537-B8F2-65A7B3AAE54E}" dt="2024-07-26T15:31:54.914" v="5886" actId="478"/>
          <ac:spMkLst>
            <pc:docMk/>
            <pc:sldMk cId="4039754217" sldId="301"/>
            <ac:spMk id="64" creationId="{76363AD0-F7A9-36D6-CA69-29C1DE4253C0}"/>
          </ac:spMkLst>
        </pc:spChg>
        <pc:grpChg chg="add mod">
          <ac:chgData name="adilton junio" userId="66b3fade76ecdf97" providerId="LiveId" clId="{A5E50579-1733-4537-B8F2-65A7B3AAE54E}" dt="2024-07-23T22:36:46.307" v="4680" actId="164"/>
          <ac:grpSpMkLst>
            <pc:docMk/>
            <pc:sldMk cId="4039754217" sldId="301"/>
            <ac:grpSpMk id="7" creationId="{0980A9C5-C5B9-6AC1-1CCB-556C7397A48B}"/>
          </ac:grpSpMkLst>
        </pc:grpChg>
        <pc:grpChg chg="add mod">
          <ac:chgData name="adilton junio" userId="66b3fade76ecdf97" providerId="LiveId" clId="{A5E50579-1733-4537-B8F2-65A7B3AAE54E}" dt="2024-07-26T15:31:56.039" v="5887"/>
          <ac:grpSpMkLst>
            <pc:docMk/>
            <pc:sldMk cId="4039754217" sldId="301"/>
            <ac:grpSpMk id="11" creationId="{01E8D11F-30D9-AA69-49D2-AD29C7A8EF4F}"/>
          </ac:grpSpMkLst>
        </pc:grpChg>
        <pc:grpChg chg="del mod">
          <ac:chgData name="adilton junio" userId="66b3fade76ecdf97" providerId="LiveId" clId="{A5E50579-1733-4537-B8F2-65A7B3AAE54E}" dt="2024-07-23T22:36:51.788" v="4681" actId="478"/>
          <ac:grpSpMkLst>
            <pc:docMk/>
            <pc:sldMk cId="4039754217" sldId="301"/>
            <ac:grpSpMk id="11" creationId="{0B515AC4-EFEE-D7FD-B417-46DEDBE04D97}"/>
          </ac:grpSpMkLst>
        </pc:grpChg>
        <pc:grpChg chg="del mod">
          <ac:chgData name="adilton junio" userId="66b3fade76ecdf97" providerId="LiveId" clId="{A5E50579-1733-4537-B8F2-65A7B3AAE54E}" dt="2024-07-23T22:37:53.339" v="4701" actId="478"/>
          <ac:grpSpMkLst>
            <pc:docMk/>
            <pc:sldMk cId="4039754217" sldId="301"/>
            <ac:grpSpMk id="14" creationId="{314F1706-418C-E68F-0711-3528257EB36E}"/>
          </ac:grpSpMkLst>
        </pc:grpChg>
        <pc:grpChg chg="del">
          <ac:chgData name="adilton junio" userId="66b3fade76ecdf97" providerId="LiveId" clId="{A5E50579-1733-4537-B8F2-65A7B3AAE54E}" dt="2024-07-26T15:31:54.914" v="5886" actId="478"/>
          <ac:grpSpMkLst>
            <pc:docMk/>
            <pc:sldMk cId="4039754217" sldId="301"/>
            <ac:grpSpMk id="16" creationId="{ED5A5953-B802-1AA9-02FF-60EB1C8B5BF2}"/>
          </ac:grpSpMkLst>
        </pc:grpChg>
        <pc:grpChg chg="mod">
          <ac:chgData name="adilton junio" userId="66b3fade76ecdf97" providerId="LiveId" clId="{A5E50579-1733-4537-B8F2-65A7B3AAE54E}" dt="2024-07-23T22:37:10.819" v="4685" actId="164"/>
          <ac:grpSpMkLst>
            <pc:docMk/>
            <pc:sldMk cId="4039754217" sldId="301"/>
            <ac:grpSpMk id="19" creationId="{7DD4F8AD-585A-ED2A-7ECD-BB7039ED8DDB}"/>
          </ac:grpSpMkLst>
        </pc:grpChg>
        <pc:grpChg chg="add del mod">
          <ac:chgData name="adilton junio" userId="66b3fade76ecdf97" providerId="LiveId" clId="{A5E50579-1733-4537-B8F2-65A7B3AAE54E}" dt="2024-07-23T22:36:46.307" v="4680" actId="164"/>
          <ac:grpSpMkLst>
            <pc:docMk/>
            <pc:sldMk cId="4039754217" sldId="301"/>
            <ac:grpSpMk id="20" creationId="{F4DBCE44-B638-7A50-884C-64214FB07DD1}"/>
          </ac:grpSpMkLst>
        </pc:grpChg>
        <pc:grpChg chg="add mod">
          <ac:chgData name="adilton junio" userId="66b3fade76ecdf97" providerId="LiveId" clId="{A5E50579-1733-4537-B8F2-65A7B3AAE54E}" dt="2024-07-23T22:37:10.819" v="4685" actId="164"/>
          <ac:grpSpMkLst>
            <pc:docMk/>
            <pc:sldMk cId="4039754217" sldId="301"/>
            <ac:grpSpMk id="22" creationId="{4B29814F-37B9-BCEE-3EDF-0CF8D339DD7B}"/>
          </ac:grpSpMkLst>
        </pc:grpChg>
        <pc:picChg chg="mod modCrop">
          <ac:chgData name="adilton junio" userId="66b3fade76ecdf97" providerId="LiveId" clId="{A5E50579-1733-4537-B8F2-65A7B3AAE54E}" dt="2024-07-23T22:36:32.374" v="4675" actId="732"/>
          <ac:picMkLst>
            <pc:docMk/>
            <pc:sldMk cId="4039754217" sldId="301"/>
            <ac:picMk id="5" creationId="{66D0A45A-2DC4-7785-FB88-9836E6006683}"/>
          </ac:picMkLst>
        </pc:picChg>
        <pc:picChg chg="mod modCrop">
          <ac:chgData name="adilton junio" userId="66b3fade76ecdf97" providerId="LiveId" clId="{A5E50579-1733-4537-B8F2-65A7B3AAE54E}" dt="2024-07-23T22:37:48.015" v="4700" actId="732"/>
          <ac:picMkLst>
            <pc:docMk/>
            <pc:sldMk cId="4039754217" sldId="301"/>
            <ac:picMk id="10" creationId="{C3E0CC7F-28BD-5EDF-0553-C35B79D74B8B}"/>
          </ac:picMkLst>
        </pc:picChg>
        <pc:cxnChg chg="del">
          <ac:chgData name="adilton junio" userId="66b3fade76ecdf97" providerId="LiveId" clId="{A5E50579-1733-4537-B8F2-65A7B3AAE54E}" dt="2024-07-26T15:31:54.914" v="5886" actId="478"/>
          <ac:cxnSpMkLst>
            <pc:docMk/>
            <pc:sldMk cId="4039754217" sldId="301"/>
            <ac:cxnSpMk id="28" creationId="{A1B08812-DDEB-94E7-A3DA-BFA6C834C60D}"/>
          </ac:cxnSpMkLst>
        </pc:cxnChg>
        <pc:cxnChg chg="del">
          <ac:chgData name="adilton junio" userId="66b3fade76ecdf97" providerId="LiveId" clId="{A5E50579-1733-4537-B8F2-65A7B3AAE54E}" dt="2024-07-26T15:31:54.914" v="5886" actId="478"/>
          <ac:cxnSpMkLst>
            <pc:docMk/>
            <pc:sldMk cId="4039754217" sldId="301"/>
            <ac:cxnSpMk id="31" creationId="{B9D8060F-FF25-82BA-813F-6B1980F32044}"/>
          </ac:cxnSpMkLst>
        </pc:cxnChg>
        <pc:cxnChg chg="del">
          <ac:chgData name="adilton junio" userId="66b3fade76ecdf97" providerId="LiveId" clId="{A5E50579-1733-4537-B8F2-65A7B3AAE54E}" dt="2024-07-26T15:31:54.914" v="5886" actId="478"/>
          <ac:cxnSpMkLst>
            <pc:docMk/>
            <pc:sldMk cId="4039754217" sldId="301"/>
            <ac:cxnSpMk id="37" creationId="{D8631C18-D8AB-9195-C234-9CB102B56835}"/>
          </ac:cxnSpMkLst>
        </pc:cxnChg>
      </pc:sldChg>
      <pc:sldChg chg="addSp delSp modSp add mod">
        <pc:chgData name="adilton junio" userId="66b3fade76ecdf97" providerId="LiveId" clId="{A5E50579-1733-4537-B8F2-65A7B3AAE54E}" dt="2024-07-26T15:31:43.685" v="5882" actId="164"/>
        <pc:sldMkLst>
          <pc:docMk/>
          <pc:sldMk cId="3157881707" sldId="302"/>
        </pc:sldMkLst>
        <pc:spChg chg="mod">
          <ac:chgData name="adilton junio" userId="66b3fade76ecdf97" providerId="LiveId" clId="{A5E50579-1733-4537-B8F2-65A7B3AAE54E}" dt="2024-07-26T15:31:43.685" v="5882" actId="164"/>
          <ac:spMkLst>
            <pc:docMk/>
            <pc:sldMk cId="3157881707" sldId="302"/>
            <ac:spMk id="18" creationId="{C13F6F8D-4732-6D80-7B49-D18C67208F3A}"/>
          </ac:spMkLst>
        </pc:spChg>
        <pc:spChg chg="mod">
          <ac:chgData name="adilton junio" userId="66b3fade76ecdf97" providerId="LiveId" clId="{A5E50579-1733-4537-B8F2-65A7B3AAE54E}" dt="2024-07-26T15:31:43.685" v="5882" actId="164"/>
          <ac:spMkLst>
            <pc:docMk/>
            <pc:sldMk cId="3157881707" sldId="302"/>
            <ac:spMk id="29" creationId="{DF81BCFE-8F8F-2FB0-53A9-0B17667DEA43}"/>
          </ac:spMkLst>
        </pc:spChg>
        <pc:spChg chg="mod topLvl">
          <ac:chgData name="adilton junio" userId="66b3fade76ecdf97" providerId="LiveId" clId="{A5E50579-1733-4537-B8F2-65A7B3AAE54E}" dt="2024-07-26T15:31:43.685" v="5882" actId="164"/>
          <ac:spMkLst>
            <pc:docMk/>
            <pc:sldMk cId="3157881707" sldId="302"/>
            <ac:spMk id="34" creationId="{BAFA6D09-E08D-17B4-751C-E3F915D21DC7}"/>
          </ac:spMkLst>
        </pc:spChg>
        <pc:spChg chg="mod topLvl">
          <ac:chgData name="adilton junio" userId="66b3fade76ecdf97" providerId="LiveId" clId="{A5E50579-1733-4537-B8F2-65A7B3AAE54E}" dt="2024-07-26T15:31:43.685" v="5882" actId="164"/>
          <ac:spMkLst>
            <pc:docMk/>
            <pc:sldMk cId="3157881707" sldId="302"/>
            <ac:spMk id="35" creationId="{E5061862-454A-4477-FD50-99DF5D4F5B64}"/>
          </ac:spMkLst>
        </pc:spChg>
        <pc:spChg chg="mod">
          <ac:chgData name="adilton junio" userId="66b3fade76ecdf97" providerId="LiveId" clId="{A5E50579-1733-4537-B8F2-65A7B3AAE54E}" dt="2024-07-26T15:31:43.685" v="5882" actId="164"/>
          <ac:spMkLst>
            <pc:docMk/>
            <pc:sldMk cId="3157881707" sldId="302"/>
            <ac:spMk id="36" creationId="{70CB4C46-1593-AEEC-5513-7023DE6F7777}"/>
          </ac:spMkLst>
        </pc:spChg>
        <pc:spChg chg="mod">
          <ac:chgData name="adilton junio" userId="66b3fade76ecdf97" providerId="LiveId" clId="{A5E50579-1733-4537-B8F2-65A7B3AAE54E}" dt="2024-07-26T15:31:43.685" v="5882" actId="164"/>
          <ac:spMkLst>
            <pc:docMk/>
            <pc:sldMk cId="3157881707" sldId="302"/>
            <ac:spMk id="43" creationId="{B8132112-7B8D-8055-D5E6-8D63CA226AD3}"/>
          </ac:spMkLst>
        </pc:spChg>
        <pc:spChg chg="mod">
          <ac:chgData name="adilton junio" userId="66b3fade76ecdf97" providerId="LiveId" clId="{A5E50579-1733-4537-B8F2-65A7B3AAE54E}" dt="2024-07-26T15:31:43.685" v="5882" actId="164"/>
          <ac:spMkLst>
            <pc:docMk/>
            <pc:sldMk cId="3157881707" sldId="302"/>
            <ac:spMk id="45" creationId="{F0AF4F56-E22C-A6A0-666F-527D78EB8C70}"/>
          </ac:spMkLst>
        </pc:spChg>
        <pc:spChg chg="mod">
          <ac:chgData name="adilton junio" userId="66b3fade76ecdf97" providerId="LiveId" clId="{A5E50579-1733-4537-B8F2-65A7B3AAE54E}" dt="2024-07-26T15:31:43.685" v="5882" actId="164"/>
          <ac:spMkLst>
            <pc:docMk/>
            <pc:sldMk cId="3157881707" sldId="302"/>
            <ac:spMk id="63" creationId="{0D3FA61D-BBAE-66C8-03C9-673E425B53E2}"/>
          </ac:spMkLst>
        </pc:spChg>
        <pc:spChg chg="mod">
          <ac:chgData name="adilton junio" userId="66b3fade76ecdf97" providerId="LiveId" clId="{A5E50579-1733-4537-B8F2-65A7B3AAE54E}" dt="2024-07-26T15:31:43.685" v="5882" actId="164"/>
          <ac:spMkLst>
            <pc:docMk/>
            <pc:sldMk cId="3157881707" sldId="302"/>
            <ac:spMk id="64" creationId="{76363AD0-F7A9-36D6-CA69-29C1DE4253C0}"/>
          </ac:spMkLst>
        </pc:spChg>
        <pc:grpChg chg="del mod">
          <ac:chgData name="adilton junio" userId="66b3fade76ecdf97" providerId="LiveId" clId="{A5E50579-1733-4537-B8F2-65A7B3AAE54E}" dt="2024-07-26T15:29:46.246" v="5853" actId="165"/>
          <ac:grpSpMkLst>
            <pc:docMk/>
            <pc:sldMk cId="3157881707" sldId="302"/>
            <ac:grpSpMk id="16" creationId="{ED5A5953-B802-1AA9-02FF-60EB1C8B5BF2}"/>
          </ac:grpSpMkLst>
        </pc:grpChg>
        <pc:grpChg chg="add mod">
          <ac:chgData name="adilton junio" userId="66b3fade76ecdf97" providerId="LiveId" clId="{A5E50579-1733-4537-B8F2-65A7B3AAE54E}" dt="2024-07-26T15:31:43.685" v="5882" actId="164"/>
          <ac:grpSpMkLst>
            <pc:docMk/>
            <pc:sldMk cId="3157881707" sldId="302"/>
            <ac:grpSpMk id="24" creationId="{C8733F8E-2254-0B1E-06B3-30BA0275D89A}"/>
          </ac:grpSpMkLst>
        </pc:grpChg>
        <pc:cxnChg chg="del mod">
          <ac:chgData name="adilton junio" userId="66b3fade76ecdf97" providerId="LiveId" clId="{A5E50579-1733-4537-B8F2-65A7B3AAE54E}" dt="2024-07-26T15:30:49.852" v="5867" actId="478"/>
          <ac:cxnSpMkLst>
            <pc:docMk/>
            <pc:sldMk cId="3157881707" sldId="302"/>
            <ac:cxnSpMk id="28" creationId="{A1B08812-DDEB-94E7-A3DA-BFA6C834C60D}"/>
          </ac:cxnSpMkLst>
        </pc:cxnChg>
        <pc:cxnChg chg="del mod">
          <ac:chgData name="adilton junio" userId="66b3fade76ecdf97" providerId="LiveId" clId="{A5E50579-1733-4537-B8F2-65A7B3AAE54E}" dt="2024-07-26T15:30:49.852" v="5867" actId="478"/>
          <ac:cxnSpMkLst>
            <pc:docMk/>
            <pc:sldMk cId="3157881707" sldId="302"/>
            <ac:cxnSpMk id="31" creationId="{B9D8060F-FF25-82BA-813F-6B1980F32044}"/>
          </ac:cxnSpMkLst>
        </pc:cxnChg>
        <pc:cxnChg chg="del mod">
          <ac:chgData name="adilton junio" userId="66b3fade76ecdf97" providerId="LiveId" clId="{A5E50579-1733-4537-B8F2-65A7B3AAE54E}" dt="2024-07-26T15:30:49.852" v="5867" actId="478"/>
          <ac:cxnSpMkLst>
            <pc:docMk/>
            <pc:sldMk cId="3157881707" sldId="302"/>
            <ac:cxnSpMk id="37" creationId="{D8631C18-D8AB-9195-C234-9CB102B56835}"/>
          </ac:cxnSpMkLst>
        </pc:cxnChg>
      </pc:sldChg>
      <pc:sldChg chg="addSp delSp modSp add mod delAnim modAnim">
        <pc:chgData name="adilton junio" userId="66b3fade76ecdf97" providerId="LiveId" clId="{A5E50579-1733-4537-B8F2-65A7B3AAE54E}" dt="2024-07-26T19:54:13.077" v="6709"/>
        <pc:sldMkLst>
          <pc:docMk/>
          <pc:sldMk cId="3275812016" sldId="303"/>
        </pc:sldMkLst>
        <pc:spChg chg="add del mod">
          <ac:chgData name="adilton junio" userId="66b3fade76ecdf97" providerId="LiveId" clId="{A5E50579-1733-4537-B8F2-65A7B3AAE54E}" dt="2024-07-26T16:35:28.152" v="6051" actId="478"/>
          <ac:spMkLst>
            <pc:docMk/>
            <pc:sldMk cId="3275812016" sldId="303"/>
            <ac:spMk id="3" creationId="{3E9CB500-6985-1D07-EB18-E865D19FA106}"/>
          </ac:spMkLst>
        </pc:spChg>
        <pc:spChg chg="add mod ord">
          <ac:chgData name="adilton junio" userId="66b3fade76ecdf97" providerId="LiveId" clId="{A5E50579-1733-4537-B8F2-65A7B3AAE54E}" dt="2024-07-26T15:35:21.116" v="5920" actId="403"/>
          <ac:spMkLst>
            <pc:docMk/>
            <pc:sldMk cId="3275812016" sldId="303"/>
            <ac:spMk id="5" creationId="{3E72013B-B5BF-9DB2-08AB-018C1B724AFE}"/>
          </ac:spMkLst>
        </pc:spChg>
        <pc:spChg chg="del">
          <ac:chgData name="adilton junio" userId="66b3fade76ecdf97" providerId="LiveId" clId="{A5E50579-1733-4537-B8F2-65A7B3AAE54E}" dt="2024-07-26T15:34:55.458" v="5918" actId="478"/>
          <ac:spMkLst>
            <pc:docMk/>
            <pc:sldMk cId="3275812016" sldId="303"/>
            <ac:spMk id="7" creationId="{B7F8D121-128C-B445-2A60-E73F203197DC}"/>
          </ac:spMkLst>
        </pc:spChg>
        <pc:spChg chg="add mod ord">
          <ac:chgData name="adilton junio" userId="66b3fade76ecdf97" providerId="LiveId" clId="{A5E50579-1733-4537-B8F2-65A7B3AAE54E}" dt="2024-07-26T15:35:28.079" v="5923" actId="403"/>
          <ac:spMkLst>
            <pc:docMk/>
            <pc:sldMk cId="3275812016" sldId="303"/>
            <ac:spMk id="10" creationId="{2F3A333B-EFAE-C2A5-740F-3750873331BC}"/>
          </ac:spMkLst>
        </pc:spChg>
        <pc:spChg chg="add mod ord">
          <ac:chgData name="adilton junio" userId="66b3fade76ecdf97" providerId="LiveId" clId="{A5E50579-1733-4537-B8F2-65A7B3AAE54E}" dt="2024-07-26T15:35:39.906" v="5928" actId="403"/>
          <ac:spMkLst>
            <pc:docMk/>
            <pc:sldMk cId="3275812016" sldId="303"/>
            <ac:spMk id="11" creationId="{684E64F2-8F92-D953-B0F8-FA6820AC042D}"/>
          </ac:spMkLst>
        </pc:spChg>
        <pc:spChg chg="add mod">
          <ac:chgData name="adilton junio" userId="66b3fade76ecdf97" providerId="LiveId" clId="{A5E50579-1733-4537-B8F2-65A7B3AAE54E}" dt="2024-07-26T15:35:39.906" v="5928" actId="403"/>
          <ac:spMkLst>
            <pc:docMk/>
            <pc:sldMk cId="3275812016" sldId="303"/>
            <ac:spMk id="12" creationId="{51E2F8BB-ACCB-1AD6-B010-A47898B79837}"/>
          </ac:spMkLst>
        </pc:spChg>
        <pc:spChg chg="add mod">
          <ac:chgData name="adilton junio" userId="66b3fade76ecdf97" providerId="LiveId" clId="{A5E50579-1733-4537-B8F2-65A7B3AAE54E}" dt="2024-07-26T15:35:24.762" v="5922" actId="1076"/>
          <ac:spMkLst>
            <pc:docMk/>
            <pc:sldMk cId="3275812016" sldId="303"/>
            <ac:spMk id="13" creationId="{B0308A3A-C344-4C9B-351A-9B266A9A2AF5}"/>
          </ac:spMkLst>
        </pc:spChg>
        <pc:spChg chg="add del mod">
          <ac:chgData name="adilton junio" userId="66b3fade76ecdf97" providerId="LiveId" clId="{A5E50579-1733-4537-B8F2-65A7B3AAE54E}" dt="2024-07-26T15:12:20.153" v="5766" actId="478"/>
          <ac:spMkLst>
            <pc:docMk/>
            <pc:sldMk cId="3275812016" sldId="303"/>
            <ac:spMk id="14" creationId="{6D89F05F-B7CB-1E8B-C08B-98E3D91357A2}"/>
          </ac:spMkLst>
        </pc:spChg>
        <pc:spChg chg="add del mod">
          <ac:chgData name="adilton junio" userId="66b3fade76ecdf97" providerId="LiveId" clId="{A5E50579-1733-4537-B8F2-65A7B3AAE54E}" dt="2024-07-26T15:02:47.295" v="5667" actId="478"/>
          <ac:spMkLst>
            <pc:docMk/>
            <pc:sldMk cId="3275812016" sldId="303"/>
            <ac:spMk id="15" creationId="{C132F9A8-9A5B-1DF3-A6C4-AAC15974BD7D}"/>
          </ac:spMkLst>
        </pc:spChg>
        <pc:spChg chg="add mod">
          <ac:chgData name="adilton junio" userId="66b3fade76ecdf97" providerId="LiveId" clId="{A5E50579-1733-4537-B8F2-65A7B3AAE54E}" dt="2024-07-26T15:35:50.584" v="5932" actId="1076"/>
          <ac:spMkLst>
            <pc:docMk/>
            <pc:sldMk cId="3275812016" sldId="303"/>
            <ac:spMk id="16" creationId="{7403F1AD-FEBC-56CC-C45A-EB5C26749B92}"/>
          </ac:spMkLst>
        </pc:spChg>
        <pc:spChg chg="add mod">
          <ac:chgData name="adilton junio" userId="66b3fade76ecdf97" providerId="LiveId" clId="{A5E50579-1733-4537-B8F2-65A7B3AAE54E}" dt="2024-07-26T15:35:47.221" v="5931" actId="1076"/>
          <ac:spMkLst>
            <pc:docMk/>
            <pc:sldMk cId="3275812016" sldId="303"/>
            <ac:spMk id="17" creationId="{CEF20C63-3E10-CCE1-539A-8CFACC1E0177}"/>
          </ac:spMkLst>
        </pc:spChg>
        <pc:spChg chg="del">
          <ac:chgData name="adilton junio" userId="66b3fade76ecdf97" providerId="LiveId" clId="{A5E50579-1733-4537-B8F2-65A7B3AAE54E}" dt="2024-07-26T15:34:55.458" v="5918" actId="478"/>
          <ac:spMkLst>
            <pc:docMk/>
            <pc:sldMk cId="3275812016" sldId="303"/>
            <ac:spMk id="18" creationId="{C13F6F8D-4732-6D80-7B49-D18C67208F3A}"/>
          </ac:spMkLst>
        </pc:spChg>
        <pc:spChg chg="add mod">
          <ac:chgData name="adilton junio" userId="66b3fade76ecdf97" providerId="LiveId" clId="{A5E50579-1733-4537-B8F2-65A7B3AAE54E}" dt="2024-07-26T15:34:55.734" v="5919"/>
          <ac:spMkLst>
            <pc:docMk/>
            <pc:sldMk cId="3275812016" sldId="303"/>
            <ac:spMk id="22" creationId="{070BB0A3-C258-DF09-73BE-406F1FB62D0B}"/>
          </ac:spMkLst>
        </pc:spChg>
        <pc:spChg chg="add mod">
          <ac:chgData name="adilton junio" userId="66b3fade76ecdf97" providerId="LiveId" clId="{A5E50579-1733-4537-B8F2-65A7B3AAE54E}" dt="2024-07-26T15:34:55.734" v="5919"/>
          <ac:spMkLst>
            <pc:docMk/>
            <pc:sldMk cId="3275812016" sldId="303"/>
            <ac:spMk id="23" creationId="{C84B89A0-FC7F-F8D0-E195-9D3ECA1F1C34}"/>
          </ac:spMkLst>
        </pc:spChg>
        <pc:spChg chg="add mod">
          <ac:chgData name="adilton junio" userId="66b3fade76ecdf97" providerId="LiveId" clId="{A5E50579-1733-4537-B8F2-65A7B3AAE54E}" dt="2024-07-26T15:34:55.734" v="5919"/>
          <ac:spMkLst>
            <pc:docMk/>
            <pc:sldMk cId="3275812016" sldId="303"/>
            <ac:spMk id="24" creationId="{AC133182-D2FD-30F7-27FA-C7A4E5CBD57C}"/>
          </ac:spMkLst>
        </pc:spChg>
        <pc:spChg chg="add mod">
          <ac:chgData name="adilton junio" userId="66b3fade76ecdf97" providerId="LiveId" clId="{A5E50579-1733-4537-B8F2-65A7B3AAE54E}" dt="2024-07-26T15:34:55.734" v="5919"/>
          <ac:spMkLst>
            <pc:docMk/>
            <pc:sldMk cId="3275812016" sldId="303"/>
            <ac:spMk id="25" creationId="{788DCDA9-6021-DC2B-3F62-51113B967270}"/>
          </ac:spMkLst>
        </pc:spChg>
        <pc:spChg chg="add mod">
          <ac:chgData name="adilton junio" userId="66b3fade76ecdf97" providerId="LiveId" clId="{A5E50579-1733-4537-B8F2-65A7B3AAE54E}" dt="2024-07-26T15:34:55.734" v="5919"/>
          <ac:spMkLst>
            <pc:docMk/>
            <pc:sldMk cId="3275812016" sldId="303"/>
            <ac:spMk id="26" creationId="{D5B03C33-C44F-4FAE-E5FA-D1A816B6E0E0}"/>
          </ac:spMkLst>
        </pc:spChg>
        <pc:spChg chg="add mod">
          <ac:chgData name="adilton junio" userId="66b3fade76ecdf97" providerId="LiveId" clId="{A5E50579-1733-4537-B8F2-65A7B3AAE54E}" dt="2024-07-26T15:34:55.734" v="5919"/>
          <ac:spMkLst>
            <pc:docMk/>
            <pc:sldMk cId="3275812016" sldId="303"/>
            <ac:spMk id="27" creationId="{5DFE4017-124A-F0A1-062C-6091E62E6D5A}"/>
          </ac:spMkLst>
        </pc:spChg>
        <pc:spChg chg="del">
          <ac:chgData name="adilton junio" userId="66b3fade76ecdf97" providerId="LiveId" clId="{A5E50579-1733-4537-B8F2-65A7B3AAE54E}" dt="2024-07-26T15:34:55.458" v="5918" actId="478"/>
          <ac:spMkLst>
            <pc:docMk/>
            <pc:sldMk cId="3275812016" sldId="303"/>
            <ac:spMk id="29" creationId="{DF81BCFE-8F8F-2FB0-53A9-0B17667DEA43}"/>
          </ac:spMkLst>
        </pc:spChg>
        <pc:spChg chg="add mod">
          <ac:chgData name="adilton junio" userId="66b3fade76ecdf97" providerId="LiveId" clId="{A5E50579-1733-4537-B8F2-65A7B3AAE54E}" dt="2024-07-26T15:34:55.734" v="5919"/>
          <ac:spMkLst>
            <pc:docMk/>
            <pc:sldMk cId="3275812016" sldId="303"/>
            <ac:spMk id="30" creationId="{E1EEF720-5225-BE77-A75B-FCCB599C4AEC}"/>
          </ac:spMkLst>
        </pc:spChg>
        <pc:spChg chg="mod">
          <ac:chgData name="adilton junio" userId="66b3fade76ecdf97" providerId="LiveId" clId="{A5E50579-1733-4537-B8F2-65A7B3AAE54E}" dt="2024-07-26T15:34:55.734" v="5919"/>
          <ac:spMkLst>
            <pc:docMk/>
            <pc:sldMk cId="3275812016" sldId="303"/>
            <ac:spMk id="33" creationId="{40C90E1E-B5AD-419E-9BA8-A75DD9D38B5B}"/>
          </ac:spMkLst>
        </pc:spChg>
        <pc:spChg chg="del">
          <ac:chgData name="adilton junio" userId="66b3fade76ecdf97" providerId="LiveId" clId="{A5E50579-1733-4537-B8F2-65A7B3AAE54E}" dt="2024-07-26T15:34:55.458" v="5918" actId="478"/>
          <ac:spMkLst>
            <pc:docMk/>
            <pc:sldMk cId="3275812016" sldId="303"/>
            <ac:spMk id="34" creationId="{BAFA6D09-E08D-17B4-751C-E3F915D21DC7}"/>
          </ac:spMkLst>
        </pc:spChg>
        <pc:spChg chg="del">
          <ac:chgData name="adilton junio" userId="66b3fade76ecdf97" providerId="LiveId" clId="{A5E50579-1733-4537-B8F2-65A7B3AAE54E}" dt="2024-07-26T15:34:55.458" v="5918" actId="478"/>
          <ac:spMkLst>
            <pc:docMk/>
            <pc:sldMk cId="3275812016" sldId="303"/>
            <ac:spMk id="35" creationId="{E5061862-454A-4477-FD50-99DF5D4F5B64}"/>
          </ac:spMkLst>
        </pc:spChg>
        <pc:spChg chg="del">
          <ac:chgData name="adilton junio" userId="66b3fade76ecdf97" providerId="LiveId" clId="{A5E50579-1733-4537-B8F2-65A7B3AAE54E}" dt="2024-07-26T15:34:55.458" v="5918" actId="478"/>
          <ac:spMkLst>
            <pc:docMk/>
            <pc:sldMk cId="3275812016" sldId="303"/>
            <ac:spMk id="36" creationId="{70CB4C46-1593-AEEC-5513-7023DE6F7777}"/>
          </ac:spMkLst>
        </pc:spChg>
        <pc:spChg chg="mod">
          <ac:chgData name="adilton junio" userId="66b3fade76ecdf97" providerId="LiveId" clId="{A5E50579-1733-4537-B8F2-65A7B3AAE54E}" dt="2024-07-26T15:34:55.734" v="5919"/>
          <ac:spMkLst>
            <pc:docMk/>
            <pc:sldMk cId="3275812016" sldId="303"/>
            <ac:spMk id="38" creationId="{4F14356D-6814-36BF-37EC-4DDC6160E85E}"/>
          </ac:spMkLst>
        </pc:spChg>
        <pc:spChg chg="mod">
          <ac:chgData name="adilton junio" userId="66b3fade76ecdf97" providerId="LiveId" clId="{A5E50579-1733-4537-B8F2-65A7B3AAE54E}" dt="2024-07-26T15:34:55.734" v="5919"/>
          <ac:spMkLst>
            <pc:docMk/>
            <pc:sldMk cId="3275812016" sldId="303"/>
            <ac:spMk id="39" creationId="{0C46CA14-F4E0-5CDB-B1E1-A025D2E19E45}"/>
          </ac:spMkLst>
        </pc:spChg>
        <pc:spChg chg="mod">
          <ac:chgData name="adilton junio" userId="66b3fade76ecdf97" providerId="LiveId" clId="{A5E50579-1733-4537-B8F2-65A7B3AAE54E}" dt="2024-07-26T15:34:55.734" v="5919"/>
          <ac:spMkLst>
            <pc:docMk/>
            <pc:sldMk cId="3275812016" sldId="303"/>
            <ac:spMk id="40" creationId="{D427B0C3-9EAA-D702-C501-973BC3C8B01A}"/>
          </ac:spMkLst>
        </pc:spChg>
        <pc:spChg chg="mod">
          <ac:chgData name="adilton junio" userId="66b3fade76ecdf97" providerId="LiveId" clId="{A5E50579-1733-4537-B8F2-65A7B3AAE54E}" dt="2024-07-26T15:34:55.734" v="5919"/>
          <ac:spMkLst>
            <pc:docMk/>
            <pc:sldMk cId="3275812016" sldId="303"/>
            <ac:spMk id="41" creationId="{23B21975-DF13-2729-6E20-39E60D45AA6F}"/>
          </ac:spMkLst>
        </pc:spChg>
        <pc:spChg chg="mod">
          <ac:chgData name="adilton junio" userId="66b3fade76ecdf97" providerId="LiveId" clId="{A5E50579-1733-4537-B8F2-65A7B3AAE54E}" dt="2024-07-26T15:34:55.734" v="5919"/>
          <ac:spMkLst>
            <pc:docMk/>
            <pc:sldMk cId="3275812016" sldId="303"/>
            <ac:spMk id="42" creationId="{DDE747F0-CE16-9A7D-CA12-D5797926EE24}"/>
          </ac:spMkLst>
        </pc:spChg>
        <pc:spChg chg="del">
          <ac:chgData name="adilton junio" userId="66b3fade76ecdf97" providerId="LiveId" clId="{A5E50579-1733-4537-B8F2-65A7B3AAE54E}" dt="2024-07-26T15:34:55.458" v="5918" actId="478"/>
          <ac:spMkLst>
            <pc:docMk/>
            <pc:sldMk cId="3275812016" sldId="303"/>
            <ac:spMk id="43" creationId="{B8132112-7B8D-8055-D5E6-8D63CA226AD3}"/>
          </ac:spMkLst>
        </pc:spChg>
        <pc:spChg chg="mod">
          <ac:chgData name="adilton junio" userId="66b3fade76ecdf97" providerId="LiveId" clId="{A5E50579-1733-4537-B8F2-65A7B3AAE54E}" dt="2024-07-26T15:34:55.734" v="5919"/>
          <ac:spMkLst>
            <pc:docMk/>
            <pc:sldMk cId="3275812016" sldId="303"/>
            <ac:spMk id="44" creationId="{AA927E5D-D5E9-CC7A-7A3F-3DCAE1017C70}"/>
          </ac:spMkLst>
        </pc:spChg>
        <pc:spChg chg="del">
          <ac:chgData name="adilton junio" userId="66b3fade76ecdf97" providerId="LiveId" clId="{A5E50579-1733-4537-B8F2-65A7B3AAE54E}" dt="2024-07-26T15:34:55.458" v="5918" actId="478"/>
          <ac:spMkLst>
            <pc:docMk/>
            <pc:sldMk cId="3275812016" sldId="303"/>
            <ac:spMk id="45" creationId="{F0AF4F56-E22C-A6A0-666F-527D78EB8C70}"/>
          </ac:spMkLst>
        </pc:spChg>
        <pc:spChg chg="add mod">
          <ac:chgData name="adilton junio" userId="66b3fade76ecdf97" providerId="LiveId" clId="{A5E50579-1733-4537-B8F2-65A7B3AAE54E}" dt="2024-07-26T15:34:55.734" v="5919"/>
          <ac:spMkLst>
            <pc:docMk/>
            <pc:sldMk cId="3275812016" sldId="303"/>
            <ac:spMk id="46" creationId="{D42E810C-A8EC-019B-699B-546F998FF2B2}"/>
          </ac:spMkLst>
        </pc:spChg>
        <pc:spChg chg="add mod">
          <ac:chgData name="adilton junio" userId="66b3fade76ecdf97" providerId="LiveId" clId="{A5E50579-1733-4537-B8F2-65A7B3AAE54E}" dt="2024-07-26T15:34:55.734" v="5919"/>
          <ac:spMkLst>
            <pc:docMk/>
            <pc:sldMk cId="3275812016" sldId="303"/>
            <ac:spMk id="48" creationId="{EE9197BF-1016-7D4E-37CE-518EFCD62C5E}"/>
          </ac:spMkLst>
        </pc:spChg>
        <pc:spChg chg="add mod">
          <ac:chgData name="adilton junio" userId="66b3fade76ecdf97" providerId="LiveId" clId="{A5E50579-1733-4537-B8F2-65A7B3AAE54E}" dt="2024-07-26T15:34:55.734" v="5919"/>
          <ac:spMkLst>
            <pc:docMk/>
            <pc:sldMk cId="3275812016" sldId="303"/>
            <ac:spMk id="50" creationId="{22EF2D45-C6D0-86EC-F762-2E14E208B59E}"/>
          </ac:spMkLst>
        </pc:spChg>
        <pc:spChg chg="add mod">
          <ac:chgData name="adilton junio" userId="66b3fade76ecdf97" providerId="LiveId" clId="{A5E50579-1733-4537-B8F2-65A7B3AAE54E}" dt="2024-07-26T15:34:55.734" v="5919"/>
          <ac:spMkLst>
            <pc:docMk/>
            <pc:sldMk cId="3275812016" sldId="303"/>
            <ac:spMk id="52" creationId="{479AF1D6-BDD6-882E-C2A7-CC9AA5C3ED32}"/>
          </ac:spMkLst>
        </pc:spChg>
        <pc:spChg chg="add mod">
          <ac:chgData name="adilton junio" userId="66b3fade76ecdf97" providerId="LiveId" clId="{A5E50579-1733-4537-B8F2-65A7B3AAE54E}" dt="2024-07-26T15:34:55.734" v="5919"/>
          <ac:spMkLst>
            <pc:docMk/>
            <pc:sldMk cId="3275812016" sldId="303"/>
            <ac:spMk id="53" creationId="{0CDA2268-204C-889B-FBA9-F7859D00597D}"/>
          </ac:spMkLst>
        </pc:spChg>
        <pc:spChg chg="add mod">
          <ac:chgData name="adilton junio" userId="66b3fade76ecdf97" providerId="LiveId" clId="{A5E50579-1733-4537-B8F2-65A7B3AAE54E}" dt="2024-07-26T15:34:55.734" v="5919"/>
          <ac:spMkLst>
            <pc:docMk/>
            <pc:sldMk cId="3275812016" sldId="303"/>
            <ac:spMk id="54" creationId="{AE686639-DC89-CE6D-A816-4CE2C36BD0EE}"/>
          </ac:spMkLst>
        </pc:spChg>
        <pc:spChg chg="add mod">
          <ac:chgData name="adilton junio" userId="66b3fade76ecdf97" providerId="LiveId" clId="{A5E50579-1733-4537-B8F2-65A7B3AAE54E}" dt="2024-07-26T15:34:55.734" v="5919"/>
          <ac:spMkLst>
            <pc:docMk/>
            <pc:sldMk cId="3275812016" sldId="303"/>
            <ac:spMk id="55" creationId="{8D69EB1F-EB3A-2547-47F0-2AA54DE36DF1}"/>
          </ac:spMkLst>
        </pc:spChg>
        <pc:spChg chg="add mod">
          <ac:chgData name="adilton junio" userId="66b3fade76ecdf97" providerId="LiveId" clId="{A5E50579-1733-4537-B8F2-65A7B3AAE54E}" dt="2024-07-26T15:34:55.734" v="5919"/>
          <ac:spMkLst>
            <pc:docMk/>
            <pc:sldMk cId="3275812016" sldId="303"/>
            <ac:spMk id="56" creationId="{43DDC3C0-8B67-3651-236B-55C14DBCF08A}"/>
          </ac:spMkLst>
        </pc:spChg>
        <pc:spChg chg="add mod">
          <ac:chgData name="adilton junio" userId="66b3fade76ecdf97" providerId="LiveId" clId="{A5E50579-1733-4537-B8F2-65A7B3AAE54E}" dt="2024-07-26T15:34:55.734" v="5919"/>
          <ac:spMkLst>
            <pc:docMk/>
            <pc:sldMk cId="3275812016" sldId="303"/>
            <ac:spMk id="57" creationId="{27161F76-D9DA-ED16-56FF-CA1BE42286D1}"/>
          </ac:spMkLst>
        </pc:spChg>
        <pc:spChg chg="add mod">
          <ac:chgData name="adilton junio" userId="66b3fade76ecdf97" providerId="LiveId" clId="{A5E50579-1733-4537-B8F2-65A7B3AAE54E}" dt="2024-07-26T16:47:26.289" v="6128" actId="207"/>
          <ac:spMkLst>
            <pc:docMk/>
            <pc:sldMk cId="3275812016" sldId="303"/>
            <ac:spMk id="58" creationId="{79B3FC20-1C02-838D-254C-A885953DF46E}"/>
          </ac:spMkLst>
        </pc:spChg>
        <pc:spChg chg="add mod">
          <ac:chgData name="adilton junio" userId="66b3fade76ecdf97" providerId="LiveId" clId="{A5E50579-1733-4537-B8F2-65A7B3AAE54E}" dt="2024-07-26T16:44:36.809" v="6122" actId="404"/>
          <ac:spMkLst>
            <pc:docMk/>
            <pc:sldMk cId="3275812016" sldId="303"/>
            <ac:spMk id="60" creationId="{A2093502-7F00-8DED-2639-186BC8A55F85}"/>
          </ac:spMkLst>
        </pc:spChg>
        <pc:spChg chg="add mod">
          <ac:chgData name="adilton junio" userId="66b3fade76ecdf97" providerId="LiveId" clId="{A5E50579-1733-4537-B8F2-65A7B3AAE54E}" dt="2024-07-26T16:44:36.809" v="6122" actId="404"/>
          <ac:spMkLst>
            <pc:docMk/>
            <pc:sldMk cId="3275812016" sldId="303"/>
            <ac:spMk id="61" creationId="{06BB7480-E2AE-0390-CEF4-0E032E4A9EDB}"/>
          </ac:spMkLst>
        </pc:spChg>
        <pc:spChg chg="del">
          <ac:chgData name="adilton junio" userId="66b3fade76ecdf97" providerId="LiveId" clId="{A5E50579-1733-4537-B8F2-65A7B3AAE54E}" dt="2024-07-26T15:34:55.458" v="5918" actId="478"/>
          <ac:spMkLst>
            <pc:docMk/>
            <pc:sldMk cId="3275812016" sldId="303"/>
            <ac:spMk id="63" creationId="{0D3FA61D-BBAE-66C8-03C9-673E425B53E2}"/>
          </ac:spMkLst>
        </pc:spChg>
        <pc:spChg chg="del">
          <ac:chgData name="adilton junio" userId="66b3fade76ecdf97" providerId="LiveId" clId="{A5E50579-1733-4537-B8F2-65A7B3AAE54E}" dt="2024-07-26T15:34:55.458" v="5918" actId="478"/>
          <ac:spMkLst>
            <pc:docMk/>
            <pc:sldMk cId="3275812016" sldId="303"/>
            <ac:spMk id="64" creationId="{76363AD0-F7A9-36D6-CA69-29C1DE4253C0}"/>
          </ac:spMkLst>
        </pc:spChg>
        <pc:spChg chg="add mod">
          <ac:chgData name="adilton junio" userId="66b3fade76ecdf97" providerId="LiveId" clId="{A5E50579-1733-4537-B8F2-65A7B3AAE54E}" dt="2024-07-26T16:44:36.809" v="6122" actId="404"/>
          <ac:spMkLst>
            <pc:docMk/>
            <pc:sldMk cId="3275812016" sldId="303"/>
            <ac:spMk id="65" creationId="{737EC9D8-9902-F332-9BD6-B7040BAB148D}"/>
          </ac:spMkLst>
        </pc:spChg>
        <pc:spChg chg="mod">
          <ac:chgData name="adilton junio" userId="66b3fade76ecdf97" providerId="LiveId" clId="{A5E50579-1733-4537-B8F2-65A7B3AAE54E}" dt="2024-07-26T17:41:19.677" v="6621" actId="20577"/>
          <ac:spMkLst>
            <pc:docMk/>
            <pc:sldMk cId="3275812016" sldId="303"/>
            <ac:spMk id="71" creationId="{05BFFCF9-2657-AC8E-2D8D-06041638F242}"/>
          </ac:spMkLst>
        </pc:spChg>
        <pc:spChg chg="mod">
          <ac:chgData name="adilton junio" userId="66b3fade76ecdf97" providerId="LiveId" clId="{A5E50579-1733-4537-B8F2-65A7B3AAE54E}" dt="2024-07-26T17:41:19.677" v="6621" actId="20577"/>
          <ac:spMkLst>
            <pc:docMk/>
            <pc:sldMk cId="3275812016" sldId="303"/>
            <ac:spMk id="76" creationId="{0C6137FC-819A-A173-0146-B02859470AE7}"/>
          </ac:spMkLst>
        </pc:spChg>
        <pc:spChg chg="mod">
          <ac:chgData name="adilton junio" userId="66b3fade76ecdf97" providerId="LiveId" clId="{A5E50579-1733-4537-B8F2-65A7B3AAE54E}" dt="2024-07-26T17:41:19.677" v="6621" actId="20577"/>
          <ac:spMkLst>
            <pc:docMk/>
            <pc:sldMk cId="3275812016" sldId="303"/>
            <ac:spMk id="77" creationId="{44842056-E60F-2E21-EECB-3A5557394D85}"/>
          </ac:spMkLst>
        </pc:spChg>
        <pc:spChg chg="add del mod">
          <ac:chgData name="adilton junio" userId="66b3fade76ecdf97" providerId="LiveId" clId="{A5E50579-1733-4537-B8F2-65A7B3AAE54E}" dt="2024-07-26T17:41:27.675" v="6626" actId="478"/>
          <ac:spMkLst>
            <pc:docMk/>
            <pc:sldMk cId="3275812016" sldId="303"/>
            <ac:spMk id="78" creationId="{A0E3B4F5-C355-9331-CB13-2F41DEC09E97}"/>
          </ac:spMkLst>
        </pc:spChg>
        <pc:spChg chg="add del mod topLvl">
          <ac:chgData name="adilton junio" userId="66b3fade76ecdf97" providerId="LiveId" clId="{A5E50579-1733-4537-B8F2-65A7B3AAE54E}" dt="2024-07-26T18:03:26.187" v="6699" actId="478"/>
          <ac:spMkLst>
            <pc:docMk/>
            <pc:sldMk cId="3275812016" sldId="303"/>
            <ac:spMk id="79" creationId="{6602F9D2-5ACB-3102-387E-17E3A5ECF641}"/>
          </ac:spMkLst>
        </pc:spChg>
        <pc:spChg chg="add del mod topLvl">
          <ac:chgData name="adilton junio" userId="66b3fade76ecdf97" providerId="LiveId" clId="{A5E50579-1733-4537-B8F2-65A7B3AAE54E}" dt="2024-07-26T18:03:28.509" v="6700" actId="478"/>
          <ac:spMkLst>
            <pc:docMk/>
            <pc:sldMk cId="3275812016" sldId="303"/>
            <ac:spMk id="80" creationId="{970DD170-E80F-483F-6E36-A6CA81D25365}"/>
          </ac:spMkLst>
        </pc:spChg>
        <pc:spChg chg="add mod">
          <ac:chgData name="adilton junio" userId="66b3fade76ecdf97" providerId="LiveId" clId="{A5E50579-1733-4537-B8F2-65A7B3AAE54E}" dt="2024-07-26T17:47:24.240" v="6639"/>
          <ac:spMkLst>
            <pc:docMk/>
            <pc:sldMk cId="3275812016" sldId="303"/>
            <ac:spMk id="81" creationId="{EA313F1A-B999-ECD9-1E02-1D10AF551499}"/>
          </ac:spMkLst>
        </pc:spChg>
        <pc:spChg chg="add mod topLvl">
          <ac:chgData name="adilton junio" userId="66b3fade76ecdf97" providerId="LiveId" clId="{A5E50579-1733-4537-B8F2-65A7B3AAE54E}" dt="2024-07-26T19:54:10.767" v="6708" actId="164"/>
          <ac:spMkLst>
            <pc:docMk/>
            <pc:sldMk cId="3275812016" sldId="303"/>
            <ac:spMk id="82" creationId="{074DA93E-D2B9-6C44-9D4D-C171F625C2B7}"/>
          </ac:spMkLst>
        </pc:spChg>
        <pc:spChg chg="add mod">
          <ac:chgData name="adilton junio" userId="66b3fade76ecdf97" providerId="LiveId" clId="{A5E50579-1733-4537-B8F2-65A7B3AAE54E}" dt="2024-07-26T17:49:18.354" v="6650"/>
          <ac:spMkLst>
            <pc:docMk/>
            <pc:sldMk cId="3275812016" sldId="303"/>
            <ac:spMk id="84" creationId="{91EDB1B0-877A-6C79-1B96-788E948D3FFE}"/>
          </ac:spMkLst>
        </pc:spChg>
        <pc:spChg chg="add del mod">
          <ac:chgData name="adilton junio" userId="66b3fade76ecdf97" providerId="LiveId" clId="{A5E50579-1733-4537-B8F2-65A7B3AAE54E}" dt="2024-07-26T17:51:11.633" v="6654" actId="478"/>
          <ac:spMkLst>
            <pc:docMk/>
            <pc:sldMk cId="3275812016" sldId="303"/>
            <ac:spMk id="85" creationId="{3537658C-6260-11C5-3DD2-3B5665A8FAA5}"/>
          </ac:spMkLst>
        </pc:spChg>
        <pc:spChg chg="add mod topLvl">
          <ac:chgData name="adilton junio" userId="66b3fade76ecdf97" providerId="LiveId" clId="{A5E50579-1733-4537-B8F2-65A7B3AAE54E}" dt="2024-07-26T19:54:10.767" v="6708" actId="164"/>
          <ac:spMkLst>
            <pc:docMk/>
            <pc:sldMk cId="3275812016" sldId="303"/>
            <ac:spMk id="86" creationId="{50BDCC01-326A-C324-703F-A479567262D7}"/>
          </ac:spMkLst>
        </pc:spChg>
        <pc:spChg chg="add del mod topLvl">
          <ac:chgData name="adilton junio" userId="66b3fade76ecdf97" providerId="LiveId" clId="{A5E50579-1733-4537-B8F2-65A7B3AAE54E}" dt="2024-07-26T18:03:29.845" v="6701" actId="478"/>
          <ac:spMkLst>
            <pc:docMk/>
            <pc:sldMk cId="3275812016" sldId="303"/>
            <ac:spMk id="87" creationId="{F029C378-0419-1720-9496-C15CD912EA39}"/>
          </ac:spMkLst>
        </pc:spChg>
        <pc:spChg chg="add del mod topLvl">
          <ac:chgData name="adilton junio" userId="66b3fade76ecdf97" providerId="LiveId" clId="{A5E50579-1733-4537-B8F2-65A7B3AAE54E}" dt="2024-07-26T18:03:38.623" v="6702" actId="478"/>
          <ac:spMkLst>
            <pc:docMk/>
            <pc:sldMk cId="3275812016" sldId="303"/>
            <ac:spMk id="89" creationId="{428824B3-DE33-39FA-005E-A8A1883E6A48}"/>
          </ac:spMkLst>
        </pc:spChg>
        <pc:spChg chg="del mod">
          <ac:chgData name="adilton junio" userId="66b3fade76ecdf97" providerId="LiveId" clId="{A5E50579-1733-4537-B8F2-65A7B3AAE54E}" dt="2024-07-26T14:38:07.801" v="5480" actId="478"/>
          <ac:spMkLst>
            <pc:docMk/>
            <pc:sldMk cId="3275812016" sldId="303"/>
            <ac:spMk id="104" creationId="{5A2BA33E-D48F-D271-24A7-6477C121EE9C}"/>
          </ac:spMkLst>
        </pc:spChg>
        <pc:spChg chg="del">
          <ac:chgData name="adilton junio" userId="66b3fade76ecdf97" providerId="LiveId" clId="{A5E50579-1733-4537-B8F2-65A7B3AAE54E}" dt="2024-07-26T15:34:55.458" v="5918" actId="478"/>
          <ac:spMkLst>
            <pc:docMk/>
            <pc:sldMk cId="3275812016" sldId="303"/>
            <ac:spMk id="109" creationId="{95A8BBF4-516C-206F-6094-0DDF35E20EE3}"/>
          </ac:spMkLst>
        </pc:spChg>
        <pc:spChg chg="del">
          <ac:chgData name="adilton junio" userId="66b3fade76ecdf97" providerId="LiveId" clId="{A5E50579-1733-4537-B8F2-65A7B3AAE54E}" dt="2024-07-26T15:34:55.458" v="5918" actId="478"/>
          <ac:spMkLst>
            <pc:docMk/>
            <pc:sldMk cId="3275812016" sldId="303"/>
            <ac:spMk id="110" creationId="{BBD7B21A-EFE7-F2E5-1437-430530737810}"/>
          </ac:spMkLst>
        </pc:spChg>
        <pc:spChg chg="del mod">
          <ac:chgData name="adilton junio" userId="66b3fade76ecdf97" providerId="LiveId" clId="{A5E50579-1733-4537-B8F2-65A7B3AAE54E}" dt="2024-07-26T15:12:19.302" v="5765" actId="478"/>
          <ac:spMkLst>
            <pc:docMk/>
            <pc:sldMk cId="3275812016" sldId="303"/>
            <ac:spMk id="112" creationId="{39A864FB-FE46-C328-F7EE-AE3EA3ED7726}"/>
          </ac:spMkLst>
        </pc:spChg>
        <pc:spChg chg="mod">
          <ac:chgData name="adilton junio" userId="66b3fade76ecdf97" providerId="LiveId" clId="{A5E50579-1733-4537-B8F2-65A7B3AAE54E}" dt="2024-07-26T17:16:40.980" v="6333" actId="20577"/>
          <ac:spMkLst>
            <pc:docMk/>
            <pc:sldMk cId="3275812016" sldId="303"/>
            <ac:spMk id="113" creationId="{01678C57-964E-2D6D-D620-845E22B021E8}"/>
          </ac:spMkLst>
        </pc:spChg>
        <pc:spChg chg="del">
          <ac:chgData name="adilton junio" userId="66b3fade76ecdf97" providerId="LiveId" clId="{A5E50579-1733-4537-B8F2-65A7B3AAE54E}" dt="2024-07-26T14:27:41.517" v="5388" actId="478"/>
          <ac:spMkLst>
            <pc:docMk/>
            <pc:sldMk cId="3275812016" sldId="303"/>
            <ac:spMk id="116" creationId="{365E56EA-B039-FE24-A4BF-C2AC4292EDE3}"/>
          </ac:spMkLst>
        </pc:spChg>
        <pc:spChg chg="del">
          <ac:chgData name="adilton junio" userId="66b3fade76ecdf97" providerId="LiveId" clId="{A5E50579-1733-4537-B8F2-65A7B3AAE54E}" dt="2024-07-26T14:27:41.517" v="5388" actId="478"/>
          <ac:spMkLst>
            <pc:docMk/>
            <pc:sldMk cId="3275812016" sldId="303"/>
            <ac:spMk id="117" creationId="{32743F20-1955-8B66-9BEF-4A690F56FAB2}"/>
          </ac:spMkLst>
        </pc:spChg>
        <pc:spChg chg="del">
          <ac:chgData name="adilton junio" userId="66b3fade76ecdf97" providerId="LiveId" clId="{A5E50579-1733-4537-B8F2-65A7B3AAE54E}" dt="2024-07-26T15:34:55.458" v="5918" actId="478"/>
          <ac:spMkLst>
            <pc:docMk/>
            <pc:sldMk cId="3275812016" sldId="303"/>
            <ac:spMk id="121" creationId="{02FB1E52-0601-1D97-3AA6-E16C53B09E84}"/>
          </ac:spMkLst>
        </pc:spChg>
        <pc:spChg chg="del">
          <ac:chgData name="adilton junio" userId="66b3fade76ecdf97" providerId="LiveId" clId="{A5E50579-1733-4537-B8F2-65A7B3AAE54E}" dt="2024-07-26T15:34:55.458" v="5918" actId="478"/>
          <ac:spMkLst>
            <pc:docMk/>
            <pc:sldMk cId="3275812016" sldId="303"/>
            <ac:spMk id="122" creationId="{72C6148B-C90F-6F91-4579-0FDC3B51DD0C}"/>
          </ac:spMkLst>
        </pc:spChg>
        <pc:spChg chg="del">
          <ac:chgData name="adilton junio" userId="66b3fade76ecdf97" providerId="LiveId" clId="{A5E50579-1733-4537-B8F2-65A7B3AAE54E}" dt="2024-07-26T15:34:55.458" v="5918" actId="478"/>
          <ac:spMkLst>
            <pc:docMk/>
            <pc:sldMk cId="3275812016" sldId="303"/>
            <ac:spMk id="123" creationId="{50CC4033-FC63-5385-C92E-D77BF51156BA}"/>
          </ac:spMkLst>
        </pc:spChg>
        <pc:spChg chg="del">
          <ac:chgData name="adilton junio" userId="66b3fade76ecdf97" providerId="LiveId" clId="{A5E50579-1733-4537-B8F2-65A7B3AAE54E}" dt="2024-07-26T14:27:41.517" v="5388" actId="478"/>
          <ac:spMkLst>
            <pc:docMk/>
            <pc:sldMk cId="3275812016" sldId="303"/>
            <ac:spMk id="124" creationId="{5E900C21-F5C5-E756-6327-1B359DACFC2D}"/>
          </ac:spMkLst>
        </pc:spChg>
        <pc:spChg chg="del">
          <ac:chgData name="adilton junio" userId="66b3fade76ecdf97" providerId="LiveId" clId="{A5E50579-1733-4537-B8F2-65A7B3AAE54E}" dt="2024-07-26T14:27:41.517" v="5388" actId="478"/>
          <ac:spMkLst>
            <pc:docMk/>
            <pc:sldMk cId="3275812016" sldId="303"/>
            <ac:spMk id="125" creationId="{9F3ACE98-6EE9-777B-C3B6-AE1ACA4A4244}"/>
          </ac:spMkLst>
        </pc:spChg>
        <pc:spChg chg="del">
          <ac:chgData name="adilton junio" userId="66b3fade76ecdf97" providerId="LiveId" clId="{A5E50579-1733-4537-B8F2-65A7B3AAE54E}" dt="2024-07-26T14:27:41.517" v="5388" actId="478"/>
          <ac:spMkLst>
            <pc:docMk/>
            <pc:sldMk cId="3275812016" sldId="303"/>
            <ac:spMk id="126" creationId="{509A7449-8B93-1097-AFA2-4CBC8EB8D151}"/>
          </ac:spMkLst>
        </pc:spChg>
        <pc:grpChg chg="add mod">
          <ac:chgData name="adilton junio" userId="66b3fade76ecdf97" providerId="LiveId" clId="{A5E50579-1733-4537-B8F2-65A7B3AAE54E}" dt="2024-07-26T16:42:00.634" v="6080" actId="1036"/>
          <ac:grpSpMkLst>
            <pc:docMk/>
            <pc:sldMk cId="3275812016" sldId="303"/>
            <ac:grpSpMk id="19" creationId="{68CB1834-7824-E069-765E-8F9EE720E9A2}"/>
          </ac:grpSpMkLst>
        </pc:grpChg>
        <pc:grpChg chg="add mod">
          <ac:chgData name="adilton junio" userId="66b3fade76ecdf97" providerId="LiveId" clId="{A5E50579-1733-4537-B8F2-65A7B3AAE54E}" dt="2024-07-26T16:42:00.634" v="6080" actId="1036"/>
          <ac:grpSpMkLst>
            <pc:docMk/>
            <pc:sldMk cId="3275812016" sldId="303"/>
            <ac:grpSpMk id="20" creationId="{B97BB7EF-15DC-DBE4-10D2-E2E82ED6C5FA}"/>
          </ac:grpSpMkLst>
        </pc:grpChg>
        <pc:grpChg chg="add mod">
          <ac:chgData name="adilton junio" userId="66b3fade76ecdf97" providerId="LiveId" clId="{A5E50579-1733-4537-B8F2-65A7B3AAE54E}" dt="2024-07-26T16:42:00.634" v="6080" actId="1036"/>
          <ac:grpSpMkLst>
            <pc:docMk/>
            <pc:sldMk cId="3275812016" sldId="303"/>
            <ac:grpSpMk id="21" creationId="{EB2185EF-D510-EA98-3216-F04F747E4271}"/>
          </ac:grpSpMkLst>
        </pc:grpChg>
        <pc:grpChg chg="add mod">
          <ac:chgData name="adilton junio" userId="66b3fade76ecdf97" providerId="LiveId" clId="{A5E50579-1733-4537-B8F2-65A7B3AAE54E}" dt="2024-07-26T15:34:55.734" v="5919"/>
          <ac:grpSpMkLst>
            <pc:docMk/>
            <pc:sldMk cId="3275812016" sldId="303"/>
            <ac:grpSpMk id="32" creationId="{86558B24-28A4-A097-C69B-B5465FEF610C}"/>
          </ac:grpSpMkLst>
        </pc:grpChg>
        <pc:grpChg chg="add mod">
          <ac:chgData name="adilton junio" userId="66b3fade76ecdf97" providerId="LiveId" clId="{A5E50579-1733-4537-B8F2-65A7B3AAE54E}" dt="2024-07-26T16:44:36.809" v="6122" actId="404"/>
          <ac:grpSpMkLst>
            <pc:docMk/>
            <pc:sldMk cId="3275812016" sldId="303"/>
            <ac:grpSpMk id="69" creationId="{5B1F544A-29FA-FF03-6A9A-A7DBE9C4F58D}"/>
          </ac:grpSpMkLst>
        </pc:grpChg>
        <pc:grpChg chg="add mod">
          <ac:chgData name="adilton junio" userId="66b3fade76ecdf97" providerId="LiveId" clId="{A5E50579-1733-4537-B8F2-65A7B3AAE54E}" dt="2024-07-26T17:41:19.677" v="6621" actId="20577"/>
          <ac:grpSpMkLst>
            <pc:docMk/>
            <pc:sldMk cId="3275812016" sldId="303"/>
            <ac:grpSpMk id="70" creationId="{60CB932A-D19B-D8F8-5D56-98A05CF0F52C}"/>
          </ac:grpSpMkLst>
        </pc:grpChg>
        <pc:grpChg chg="add del mod">
          <ac:chgData name="adilton junio" userId="66b3fade76ecdf97" providerId="LiveId" clId="{A5E50579-1733-4537-B8F2-65A7B3AAE54E}" dt="2024-07-26T18:03:28.509" v="6700" actId="478"/>
          <ac:grpSpMkLst>
            <pc:docMk/>
            <pc:sldMk cId="3275812016" sldId="303"/>
            <ac:grpSpMk id="83" creationId="{519DDFEE-1F2D-ECF4-8FAF-D23111FEDFBE}"/>
          </ac:grpSpMkLst>
        </pc:grpChg>
        <pc:grpChg chg="add del mod">
          <ac:chgData name="adilton junio" userId="66b3fade76ecdf97" providerId="LiveId" clId="{A5E50579-1733-4537-B8F2-65A7B3AAE54E}" dt="2024-07-26T18:03:29.845" v="6701" actId="478"/>
          <ac:grpSpMkLst>
            <pc:docMk/>
            <pc:sldMk cId="3275812016" sldId="303"/>
            <ac:grpSpMk id="88" creationId="{45223783-9271-645E-59CF-F62983D0C1EB}"/>
          </ac:grpSpMkLst>
        </pc:grpChg>
        <pc:grpChg chg="add del mod">
          <ac:chgData name="adilton junio" userId="66b3fade76ecdf97" providerId="LiveId" clId="{A5E50579-1733-4537-B8F2-65A7B3AAE54E}" dt="2024-07-26T18:03:26.187" v="6699" actId="478"/>
          <ac:grpSpMkLst>
            <pc:docMk/>
            <pc:sldMk cId="3275812016" sldId="303"/>
            <ac:grpSpMk id="90" creationId="{4AC1704A-0062-FB14-A779-ECD9B15C98A9}"/>
          </ac:grpSpMkLst>
        </pc:grpChg>
        <pc:grpChg chg="add mod">
          <ac:chgData name="adilton junio" userId="66b3fade76ecdf97" providerId="LiveId" clId="{A5E50579-1733-4537-B8F2-65A7B3AAE54E}" dt="2024-07-26T19:54:10.767" v="6708" actId="164"/>
          <ac:grpSpMkLst>
            <pc:docMk/>
            <pc:sldMk cId="3275812016" sldId="303"/>
            <ac:grpSpMk id="93" creationId="{F50EC28C-4E36-C89A-4710-97C30C114F3B}"/>
          </ac:grpSpMkLst>
        </pc:grpChg>
        <pc:grpChg chg="del">
          <ac:chgData name="adilton junio" userId="66b3fade76ecdf97" providerId="LiveId" clId="{A5E50579-1733-4537-B8F2-65A7B3AAE54E}" dt="2024-07-26T15:34:55.458" v="5918" actId="478"/>
          <ac:grpSpMkLst>
            <pc:docMk/>
            <pc:sldMk cId="3275812016" sldId="303"/>
            <ac:grpSpMk id="102" creationId="{1F0FABD9-0916-6E52-561F-B7B8897A3A82}"/>
          </ac:grpSpMkLst>
        </pc:grpChg>
        <pc:cxnChg chg="del">
          <ac:chgData name="adilton junio" userId="66b3fade76ecdf97" providerId="LiveId" clId="{A5E50579-1733-4537-B8F2-65A7B3AAE54E}" dt="2024-07-26T15:34:55.458" v="5918" actId="478"/>
          <ac:cxnSpMkLst>
            <pc:docMk/>
            <pc:sldMk cId="3275812016" sldId="303"/>
            <ac:cxnSpMk id="28" creationId="{A1B08812-DDEB-94E7-A3DA-BFA6C834C60D}"/>
          </ac:cxnSpMkLst>
        </pc:cxnChg>
        <pc:cxnChg chg="del">
          <ac:chgData name="adilton junio" userId="66b3fade76ecdf97" providerId="LiveId" clId="{A5E50579-1733-4537-B8F2-65A7B3AAE54E}" dt="2024-07-26T15:34:55.458" v="5918" actId="478"/>
          <ac:cxnSpMkLst>
            <pc:docMk/>
            <pc:sldMk cId="3275812016" sldId="303"/>
            <ac:cxnSpMk id="31" creationId="{B9D8060F-FF25-82BA-813F-6B1980F32044}"/>
          </ac:cxnSpMkLst>
        </pc:cxnChg>
        <pc:cxnChg chg="del">
          <ac:chgData name="adilton junio" userId="66b3fade76ecdf97" providerId="LiveId" clId="{A5E50579-1733-4537-B8F2-65A7B3AAE54E}" dt="2024-07-26T15:34:55.458" v="5918" actId="478"/>
          <ac:cxnSpMkLst>
            <pc:docMk/>
            <pc:sldMk cId="3275812016" sldId="303"/>
            <ac:cxnSpMk id="37" creationId="{D8631C18-D8AB-9195-C234-9CB102B56835}"/>
          </ac:cxnSpMkLst>
        </pc:cxnChg>
        <pc:cxnChg chg="add mod">
          <ac:chgData name="adilton junio" userId="66b3fade76ecdf97" providerId="LiveId" clId="{A5E50579-1733-4537-B8F2-65A7B3AAE54E}" dt="2024-07-26T15:34:55.734" v="5919"/>
          <ac:cxnSpMkLst>
            <pc:docMk/>
            <pc:sldMk cId="3275812016" sldId="303"/>
            <ac:cxnSpMk id="47" creationId="{57F07546-33D3-4A64-FB87-C603113C0ACF}"/>
          </ac:cxnSpMkLst>
        </pc:cxnChg>
        <pc:cxnChg chg="add mod">
          <ac:chgData name="adilton junio" userId="66b3fade76ecdf97" providerId="LiveId" clId="{A5E50579-1733-4537-B8F2-65A7B3AAE54E}" dt="2024-07-26T15:34:55.734" v="5919"/>
          <ac:cxnSpMkLst>
            <pc:docMk/>
            <pc:sldMk cId="3275812016" sldId="303"/>
            <ac:cxnSpMk id="49" creationId="{16F2F07F-DFC9-0D50-CC10-D7AF5A52030A}"/>
          </ac:cxnSpMkLst>
        </pc:cxnChg>
        <pc:cxnChg chg="add mod">
          <ac:chgData name="adilton junio" userId="66b3fade76ecdf97" providerId="LiveId" clId="{A5E50579-1733-4537-B8F2-65A7B3AAE54E}" dt="2024-07-26T15:34:55.734" v="5919"/>
          <ac:cxnSpMkLst>
            <pc:docMk/>
            <pc:sldMk cId="3275812016" sldId="303"/>
            <ac:cxnSpMk id="51" creationId="{BED1B153-566E-F9D7-F09D-8D5FFC142EBD}"/>
          </ac:cxnSpMkLst>
        </pc:cxnChg>
        <pc:cxnChg chg="mod">
          <ac:chgData name="adilton junio" userId="66b3fade76ecdf97" providerId="LiveId" clId="{A5E50579-1733-4537-B8F2-65A7B3AAE54E}" dt="2024-07-26T15:34:55.458" v="5918" actId="478"/>
          <ac:cxnSpMkLst>
            <pc:docMk/>
            <pc:sldMk cId="3275812016" sldId="303"/>
            <ac:cxnSpMk id="72" creationId="{B929641B-DFB5-1A32-79EF-20A1107183D0}"/>
          </ac:cxnSpMkLst>
        </pc:cxnChg>
        <pc:cxnChg chg="mod">
          <ac:chgData name="adilton junio" userId="66b3fade76ecdf97" providerId="LiveId" clId="{A5E50579-1733-4537-B8F2-65A7B3AAE54E}" dt="2024-07-26T15:34:55.458" v="5918" actId="478"/>
          <ac:cxnSpMkLst>
            <pc:docMk/>
            <pc:sldMk cId="3275812016" sldId="303"/>
            <ac:cxnSpMk id="91" creationId="{ED6604EF-8374-A723-EB8E-8D58A3C563B6}"/>
          </ac:cxnSpMkLst>
        </pc:cxnChg>
      </pc:sldChg>
      <pc:sldChg chg="delSp modSp add del mod delAnim">
        <pc:chgData name="adilton junio" userId="66b3fade76ecdf97" providerId="LiveId" clId="{A5E50579-1733-4537-B8F2-65A7B3AAE54E}" dt="2024-07-26T16:38:21.497" v="6067" actId="47"/>
        <pc:sldMkLst>
          <pc:docMk/>
          <pc:sldMk cId="666496713" sldId="304"/>
        </pc:sldMkLst>
        <pc:spChg chg="mod">
          <ac:chgData name="adilton junio" userId="66b3fade76ecdf97" providerId="LiveId" clId="{A5E50579-1733-4537-B8F2-65A7B3AAE54E}" dt="2024-07-26T16:35:09.936" v="6050" actId="207"/>
          <ac:spMkLst>
            <pc:docMk/>
            <pc:sldMk cId="666496713" sldId="304"/>
            <ac:spMk id="3" creationId="{3E9CB500-6985-1D07-EB18-E865D19FA106}"/>
          </ac:spMkLst>
        </pc:spChg>
        <pc:spChg chg="del topLvl">
          <ac:chgData name="adilton junio" userId="66b3fade76ecdf97" providerId="LiveId" clId="{A5E50579-1733-4537-B8F2-65A7B3AAE54E}" dt="2024-07-26T16:04:30.583" v="6024" actId="478"/>
          <ac:spMkLst>
            <pc:docMk/>
            <pc:sldMk cId="666496713" sldId="304"/>
            <ac:spMk id="5" creationId="{3E72013B-B5BF-9DB2-08AB-018C1B724AFE}"/>
          </ac:spMkLst>
        </pc:spChg>
        <pc:spChg chg="del topLvl">
          <ac:chgData name="adilton junio" userId="66b3fade76ecdf97" providerId="LiveId" clId="{A5E50579-1733-4537-B8F2-65A7B3AAE54E}" dt="2024-07-26T16:04:27.869" v="6022" actId="478"/>
          <ac:spMkLst>
            <pc:docMk/>
            <pc:sldMk cId="666496713" sldId="304"/>
            <ac:spMk id="10" creationId="{2F3A333B-EFAE-C2A5-740F-3750873331BC}"/>
          </ac:spMkLst>
        </pc:spChg>
        <pc:spChg chg="del">
          <ac:chgData name="adilton junio" userId="66b3fade76ecdf97" providerId="LiveId" clId="{A5E50579-1733-4537-B8F2-65A7B3AAE54E}" dt="2024-07-26T16:04:26.737" v="6021" actId="478"/>
          <ac:spMkLst>
            <pc:docMk/>
            <pc:sldMk cId="666496713" sldId="304"/>
            <ac:spMk id="11" creationId="{684E64F2-8F92-D953-B0F8-FA6820AC042D}"/>
          </ac:spMkLst>
        </pc:spChg>
        <pc:spChg chg="del topLvl">
          <ac:chgData name="adilton junio" userId="66b3fade76ecdf97" providerId="LiveId" clId="{A5E50579-1733-4537-B8F2-65A7B3AAE54E}" dt="2024-07-26T16:04:29.314" v="6023" actId="478"/>
          <ac:spMkLst>
            <pc:docMk/>
            <pc:sldMk cId="666496713" sldId="304"/>
            <ac:spMk id="12" creationId="{51E2F8BB-ACCB-1AD6-B010-A47898B79837}"/>
          </ac:spMkLst>
        </pc:spChg>
        <pc:spChg chg="mod topLvl">
          <ac:chgData name="adilton junio" userId="66b3fade76ecdf97" providerId="LiveId" clId="{A5E50579-1733-4537-B8F2-65A7B3AAE54E}" dt="2024-07-26T16:04:43.515" v="6025" actId="207"/>
          <ac:spMkLst>
            <pc:docMk/>
            <pc:sldMk cId="666496713" sldId="304"/>
            <ac:spMk id="13" creationId="{B0308A3A-C344-4C9B-351A-9B266A9A2AF5}"/>
          </ac:spMkLst>
        </pc:spChg>
        <pc:spChg chg="mod topLvl">
          <ac:chgData name="adilton junio" userId="66b3fade76ecdf97" providerId="LiveId" clId="{A5E50579-1733-4537-B8F2-65A7B3AAE54E}" dt="2024-07-26T16:04:46.543" v="6026" actId="207"/>
          <ac:spMkLst>
            <pc:docMk/>
            <pc:sldMk cId="666496713" sldId="304"/>
            <ac:spMk id="16" creationId="{7403F1AD-FEBC-56CC-C45A-EB5C26749B92}"/>
          </ac:spMkLst>
        </pc:spChg>
        <pc:spChg chg="mod topLvl">
          <ac:chgData name="adilton junio" userId="66b3fade76ecdf97" providerId="LiveId" clId="{A5E50579-1733-4537-B8F2-65A7B3AAE54E}" dt="2024-07-26T16:04:58.059" v="6031" actId="20577"/>
          <ac:spMkLst>
            <pc:docMk/>
            <pc:sldMk cId="666496713" sldId="304"/>
            <ac:spMk id="17" creationId="{CEF20C63-3E10-CCE1-539A-8CFACC1E0177}"/>
          </ac:spMkLst>
        </pc:spChg>
        <pc:grpChg chg="del">
          <ac:chgData name="adilton junio" userId="66b3fade76ecdf97" providerId="LiveId" clId="{A5E50579-1733-4537-B8F2-65A7B3AAE54E}" dt="2024-07-26T16:04:30.583" v="6024" actId="478"/>
          <ac:grpSpMkLst>
            <pc:docMk/>
            <pc:sldMk cId="666496713" sldId="304"/>
            <ac:grpSpMk id="19" creationId="{68CB1834-7824-E069-765E-8F9EE720E9A2}"/>
          </ac:grpSpMkLst>
        </pc:grpChg>
        <pc:grpChg chg="del">
          <ac:chgData name="adilton junio" userId="66b3fade76ecdf97" providerId="LiveId" clId="{A5E50579-1733-4537-B8F2-65A7B3AAE54E}" dt="2024-07-26T16:04:29.314" v="6023" actId="478"/>
          <ac:grpSpMkLst>
            <pc:docMk/>
            <pc:sldMk cId="666496713" sldId="304"/>
            <ac:grpSpMk id="20" creationId="{B97BB7EF-15DC-DBE4-10D2-E2E82ED6C5FA}"/>
          </ac:grpSpMkLst>
        </pc:grpChg>
        <pc:grpChg chg="del">
          <ac:chgData name="adilton junio" userId="66b3fade76ecdf97" providerId="LiveId" clId="{A5E50579-1733-4537-B8F2-65A7B3AAE54E}" dt="2024-07-26T16:04:27.869" v="6022" actId="478"/>
          <ac:grpSpMkLst>
            <pc:docMk/>
            <pc:sldMk cId="666496713" sldId="304"/>
            <ac:grpSpMk id="21" creationId="{EB2185EF-D510-EA98-3216-F04F747E4271}"/>
          </ac:grpSpMkLst>
        </pc:grpChg>
      </pc:sldChg>
      <pc:sldChg chg="addSp delSp modSp mod delAnim modAnim">
        <pc:chgData name="adilton junio" userId="66b3fade76ecdf97" providerId="LiveId" clId="{A5E50579-1733-4537-B8F2-65A7B3AAE54E}" dt="2024-07-29T21:10:44.787" v="7217"/>
        <pc:sldMkLst>
          <pc:docMk/>
          <pc:sldMk cId="299146221" sldId="309"/>
        </pc:sldMkLst>
        <pc:spChg chg="add mod">
          <ac:chgData name="adilton junio" userId="66b3fade76ecdf97" providerId="LiveId" clId="{A5E50579-1733-4537-B8F2-65A7B3AAE54E}" dt="2024-07-29T18:03:10.320" v="6722"/>
          <ac:spMkLst>
            <pc:docMk/>
            <pc:sldMk cId="299146221" sldId="309"/>
            <ac:spMk id="3" creationId="{DCD37C2B-0769-D4D2-35C5-AC7D7F5F0271}"/>
          </ac:spMkLst>
        </pc:spChg>
        <pc:spChg chg="add mod">
          <ac:chgData name="adilton junio" userId="66b3fade76ecdf97" providerId="LiveId" clId="{A5E50579-1733-4537-B8F2-65A7B3AAE54E}" dt="2024-07-29T18:03:10.320" v="6722"/>
          <ac:spMkLst>
            <pc:docMk/>
            <pc:sldMk cId="299146221" sldId="309"/>
            <ac:spMk id="5" creationId="{21ACE4AB-F895-4FCC-E646-C60F9B6E7AEE}"/>
          </ac:spMkLst>
        </pc:spChg>
        <pc:spChg chg="add del mod topLvl">
          <ac:chgData name="adilton junio" userId="66b3fade76ecdf97" providerId="LiveId" clId="{A5E50579-1733-4537-B8F2-65A7B3AAE54E}" dt="2024-07-29T20:45:09.477" v="7080" actId="14100"/>
          <ac:spMkLst>
            <pc:docMk/>
            <pc:sldMk cId="299146221" sldId="309"/>
            <ac:spMk id="7" creationId="{B9D15DB9-0F1A-9543-6C2C-F2ACDB45F7B7}"/>
          </ac:spMkLst>
        </pc:spChg>
        <pc:spChg chg="add del mod topLvl">
          <ac:chgData name="adilton junio" userId="66b3fade76ecdf97" providerId="LiveId" clId="{A5E50579-1733-4537-B8F2-65A7B3AAE54E}" dt="2024-07-29T21:09:36.040" v="7193" actId="1037"/>
          <ac:spMkLst>
            <pc:docMk/>
            <pc:sldMk cId="299146221" sldId="309"/>
            <ac:spMk id="10" creationId="{363FECEA-7659-140C-A78E-63141019AF26}"/>
          </ac:spMkLst>
        </pc:spChg>
        <pc:spChg chg="add mod topLvl">
          <ac:chgData name="adilton junio" userId="66b3fade76ecdf97" providerId="LiveId" clId="{A5E50579-1733-4537-B8F2-65A7B3AAE54E}" dt="2024-07-29T21:09:41.782" v="7204" actId="1037"/>
          <ac:spMkLst>
            <pc:docMk/>
            <pc:sldMk cId="299146221" sldId="309"/>
            <ac:spMk id="11" creationId="{27E488CB-FDF0-3D2A-2DC4-F8FFD326AD11}"/>
          </ac:spMkLst>
        </pc:spChg>
        <pc:spChg chg="mod">
          <ac:chgData name="adilton junio" userId="66b3fade76ecdf97" providerId="LiveId" clId="{A5E50579-1733-4537-B8F2-65A7B3AAE54E}" dt="2024-07-29T18:03:28.955" v="6746" actId="1036"/>
          <ac:spMkLst>
            <pc:docMk/>
            <pc:sldMk cId="299146221" sldId="309"/>
            <ac:spMk id="12" creationId="{CCFFD778-827D-7623-F639-93B3B1F48235}"/>
          </ac:spMkLst>
        </pc:spChg>
        <pc:spChg chg="mod">
          <ac:chgData name="adilton junio" userId="66b3fade76ecdf97" providerId="LiveId" clId="{A5E50579-1733-4537-B8F2-65A7B3AAE54E}" dt="2024-07-29T18:03:26.503" v="6736" actId="1076"/>
          <ac:spMkLst>
            <pc:docMk/>
            <pc:sldMk cId="299146221" sldId="309"/>
            <ac:spMk id="13" creationId="{4171A242-35E6-4AF9-6329-09435E17C75F}"/>
          </ac:spMkLst>
        </pc:spChg>
        <pc:spChg chg="add del mod topLvl">
          <ac:chgData name="adilton junio" userId="66b3fade76ecdf97" providerId="LiveId" clId="{A5E50579-1733-4537-B8F2-65A7B3AAE54E}" dt="2024-07-29T21:09:09.594" v="7183" actId="21"/>
          <ac:spMkLst>
            <pc:docMk/>
            <pc:sldMk cId="299146221" sldId="309"/>
            <ac:spMk id="14" creationId="{00C41CB7-4E9D-BB66-176A-4897F021FE73}"/>
          </ac:spMkLst>
        </pc:spChg>
        <pc:spChg chg="add mod topLvl">
          <ac:chgData name="adilton junio" userId="66b3fade76ecdf97" providerId="LiveId" clId="{A5E50579-1733-4537-B8F2-65A7B3AAE54E}" dt="2024-07-29T20:44:52.434" v="7071" actId="164"/>
          <ac:spMkLst>
            <pc:docMk/>
            <pc:sldMk cId="299146221" sldId="309"/>
            <ac:spMk id="18" creationId="{D267F849-8BE0-03B5-E46A-8022C028350A}"/>
          </ac:spMkLst>
        </pc:spChg>
        <pc:spChg chg="add mod">
          <ac:chgData name="adilton junio" userId="66b3fade76ecdf97" providerId="LiveId" clId="{A5E50579-1733-4537-B8F2-65A7B3AAE54E}" dt="2024-07-29T20:44:52.434" v="7071" actId="164"/>
          <ac:spMkLst>
            <pc:docMk/>
            <pc:sldMk cId="299146221" sldId="309"/>
            <ac:spMk id="19" creationId="{CB56CDA1-E35E-8409-8B31-DEA70BEC8776}"/>
          </ac:spMkLst>
        </pc:spChg>
        <pc:spChg chg="add mod">
          <ac:chgData name="adilton junio" userId="66b3fade76ecdf97" providerId="LiveId" clId="{A5E50579-1733-4537-B8F2-65A7B3AAE54E}" dt="2024-07-29T20:48:55.716" v="7179"/>
          <ac:spMkLst>
            <pc:docMk/>
            <pc:sldMk cId="299146221" sldId="309"/>
            <ac:spMk id="21" creationId="{F0B5B83F-575A-CF35-21F0-48F15E0BF9C3}"/>
          </ac:spMkLst>
        </pc:spChg>
        <pc:spChg chg="add mod topLvl">
          <ac:chgData name="adilton junio" userId="66b3fade76ecdf97" providerId="LiveId" clId="{A5E50579-1733-4537-B8F2-65A7B3AAE54E}" dt="2024-07-29T20:48:49.030" v="7173"/>
          <ac:spMkLst>
            <pc:docMk/>
            <pc:sldMk cId="299146221" sldId="309"/>
            <ac:spMk id="24" creationId="{8BB56B66-C5C1-33D5-96BB-ABC11D6B7912}"/>
          </ac:spMkLst>
        </pc:spChg>
        <pc:spChg chg="add mod">
          <ac:chgData name="adilton junio" userId="66b3fade76ecdf97" providerId="LiveId" clId="{A5E50579-1733-4537-B8F2-65A7B3AAE54E}" dt="2024-07-29T20:45:01.193" v="7073" actId="164"/>
          <ac:spMkLst>
            <pc:docMk/>
            <pc:sldMk cId="299146221" sldId="309"/>
            <ac:spMk id="27" creationId="{F7AE40AF-6BF9-7FF0-9AD3-68B191308BC3}"/>
          </ac:spMkLst>
        </pc:spChg>
        <pc:spChg chg="add mod">
          <ac:chgData name="adilton junio" userId="66b3fade76ecdf97" providerId="LiveId" clId="{A5E50579-1733-4537-B8F2-65A7B3AAE54E}" dt="2024-07-29T20:46:37.016" v="7093" actId="164"/>
          <ac:spMkLst>
            <pc:docMk/>
            <pc:sldMk cId="299146221" sldId="309"/>
            <ac:spMk id="29" creationId="{69F0A5CC-CB88-564B-2EF0-C98DA89B9936}"/>
          </ac:spMkLst>
        </pc:spChg>
        <pc:spChg chg="add mod">
          <ac:chgData name="adilton junio" userId="66b3fade76ecdf97" providerId="LiveId" clId="{A5E50579-1733-4537-B8F2-65A7B3AAE54E}" dt="2024-07-29T20:46:37.016" v="7093" actId="164"/>
          <ac:spMkLst>
            <pc:docMk/>
            <pc:sldMk cId="299146221" sldId="309"/>
            <ac:spMk id="31" creationId="{4377DB64-4AA6-9E30-04FC-56F8D82E7F7A}"/>
          </ac:spMkLst>
        </pc:spChg>
        <pc:spChg chg="add mod">
          <ac:chgData name="adilton junio" userId="66b3fade76ecdf97" providerId="LiveId" clId="{A5E50579-1733-4537-B8F2-65A7B3AAE54E}" dt="2024-07-29T20:47:38.026" v="7121" actId="1076"/>
          <ac:spMkLst>
            <pc:docMk/>
            <pc:sldMk cId="299146221" sldId="309"/>
            <ac:spMk id="37" creationId="{E62B9F7D-642B-C721-4276-4C6BBF3FD452}"/>
          </ac:spMkLst>
        </pc:spChg>
        <pc:spChg chg="add mod">
          <ac:chgData name="adilton junio" userId="66b3fade76ecdf97" providerId="LiveId" clId="{A5E50579-1733-4537-B8F2-65A7B3AAE54E}" dt="2024-07-29T20:47:32.830" v="7117" actId="20577"/>
          <ac:spMkLst>
            <pc:docMk/>
            <pc:sldMk cId="299146221" sldId="309"/>
            <ac:spMk id="39" creationId="{17C69425-DEEB-701F-A18E-566FED3CA9C0}"/>
          </ac:spMkLst>
        </pc:spChg>
        <pc:spChg chg="mod">
          <ac:chgData name="adilton junio" userId="66b3fade76ecdf97" providerId="LiveId" clId="{A5E50579-1733-4537-B8F2-65A7B3AAE54E}" dt="2024-07-29T20:48:01.603" v="7146" actId="20577"/>
          <ac:spMkLst>
            <pc:docMk/>
            <pc:sldMk cId="299146221" sldId="309"/>
            <ac:spMk id="42" creationId="{DFBBF81D-93A5-D2CD-7B92-CAEC396F052B}"/>
          </ac:spMkLst>
        </pc:spChg>
        <pc:spChg chg="mod">
          <ac:chgData name="adilton junio" userId="66b3fade76ecdf97" providerId="LiveId" clId="{A5E50579-1733-4537-B8F2-65A7B3AAE54E}" dt="2024-07-29T20:47:58.928" v="7144" actId="1037"/>
          <ac:spMkLst>
            <pc:docMk/>
            <pc:sldMk cId="299146221" sldId="309"/>
            <ac:spMk id="45" creationId="{54E8AE2E-CFC1-0385-114D-1F467BB3334F}"/>
          </ac:spMkLst>
        </pc:spChg>
        <pc:spChg chg="mod">
          <ac:chgData name="adilton junio" userId="66b3fade76ecdf97" providerId="LiveId" clId="{A5E50579-1733-4537-B8F2-65A7B3AAE54E}" dt="2024-07-29T20:48:05.832" v="7147"/>
          <ac:spMkLst>
            <pc:docMk/>
            <pc:sldMk cId="299146221" sldId="309"/>
            <ac:spMk id="65" creationId="{DB401516-CA81-FFA4-9A53-9E1C9F9BA288}"/>
          </ac:spMkLst>
        </pc:spChg>
        <pc:spChg chg="mod">
          <ac:chgData name="adilton junio" userId="66b3fade76ecdf97" providerId="LiveId" clId="{A5E50579-1733-4537-B8F2-65A7B3AAE54E}" dt="2024-07-29T20:48:12.886" v="7151"/>
          <ac:spMkLst>
            <pc:docMk/>
            <pc:sldMk cId="299146221" sldId="309"/>
            <ac:spMk id="73" creationId="{E08A44BC-5F50-6FB2-0DAA-9BCA1CF94413}"/>
          </ac:spMkLst>
        </pc:spChg>
        <pc:spChg chg="mod">
          <ac:chgData name="adilton junio" userId="66b3fade76ecdf97" providerId="LiveId" clId="{A5E50579-1733-4537-B8F2-65A7B3AAE54E}" dt="2024-07-29T20:48:35.032" v="7166"/>
          <ac:spMkLst>
            <pc:docMk/>
            <pc:sldMk cId="299146221" sldId="309"/>
            <ac:spMk id="78" creationId="{615263F4-20D2-5269-F6FB-563E876B14F9}"/>
          </ac:spMkLst>
        </pc:spChg>
        <pc:spChg chg="mod">
          <ac:chgData name="adilton junio" userId="66b3fade76ecdf97" providerId="LiveId" clId="{A5E50579-1733-4537-B8F2-65A7B3AAE54E}" dt="2024-07-29T20:48:35.032" v="7166"/>
          <ac:spMkLst>
            <pc:docMk/>
            <pc:sldMk cId="299146221" sldId="309"/>
            <ac:spMk id="80" creationId="{A010B502-3690-C327-DBAE-8196D0AB13C4}"/>
          </ac:spMkLst>
        </pc:spChg>
        <pc:spChg chg="mod">
          <ac:chgData name="adilton junio" userId="66b3fade76ecdf97" providerId="LiveId" clId="{A5E50579-1733-4537-B8F2-65A7B3AAE54E}" dt="2024-07-29T20:49:00.417" v="7181"/>
          <ac:spMkLst>
            <pc:docMk/>
            <pc:sldMk cId="299146221" sldId="309"/>
            <ac:spMk id="86" creationId="{83AA3460-2D1E-5167-1E60-D9A3272FE2A4}"/>
          </ac:spMkLst>
        </pc:spChg>
        <pc:spChg chg="mod">
          <ac:chgData name="adilton junio" userId="66b3fade76ecdf97" providerId="LiveId" clId="{A5E50579-1733-4537-B8F2-65A7B3AAE54E}" dt="2024-07-29T20:49:00.417" v="7181"/>
          <ac:spMkLst>
            <pc:docMk/>
            <pc:sldMk cId="299146221" sldId="309"/>
            <ac:spMk id="89" creationId="{B99AC613-4118-7EE3-DDFA-A1D64F5CB531}"/>
          </ac:spMkLst>
        </pc:spChg>
        <pc:spChg chg="add mod">
          <ac:chgData name="adilton junio" userId="66b3fade76ecdf97" providerId="LiveId" clId="{A5E50579-1733-4537-B8F2-65A7B3AAE54E}" dt="2024-07-29T21:09:27.085" v="7186" actId="1076"/>
          <ac:spMkLst>
            <pc:docMk/>
            <pc:sldMk cId="299146221" sldId="309"/>
            <ac:spMk id="91" creationId="{00C41CB7-4E9D-BB66-176A-4897F021FE73}"/>
          </ac:spMkLst>
        </pc:spChg>
        <pc:spChg chg="mod">
          <ac:chgData name="adilton junio" userId="66b3fade76ecdf97" providerId="LiveId" clId="{A5E50579-1733-4537-B8F2-65A7B3AAE54E}" dt="2024-07-29T21:09:20.834" v="7185"/>
          <ac:spMkLst>
            <pc:docMk/>
            <pc:sldMk cId="299146221" sldId="309"/>
            <ac:spMk id="94" creationId="{E62B9F7D-642B-C721-4276-4C6BBF3FD452}"/>
          </ac:spMkLst>
        </pc:spChg>
        <pc:spChg chg="mod">
          <ac:chgData name="adilton junio" userId="66b3fade76ecdf97" providerId="LiveId" clId="{A5E50579-1733-4537-B8F2-65A7B3AAE54E}" dt="2024-07-29T21:09:20.834" v="7185"/>
          <ac:spMkLst>
            <pc:docMk/>
            <pc:sldMk cId="299146221" sldId="309"/>
            <ac:spMk id="96" creationId="{17C69425-DEEB-701F-A18E-566FED3CA9C0}"/>
          </ac:spMkLst>
        </pc:spChg>
        <pc:spChg chg="mod">
          <ac:chgData name="adilton junio" userId="66b3fade76ecdf97" providerId="LiveId" clId="{A5E50579-1733-4537-B8F2-65A7B3AAE54E}" dt="2024-07-29T21:09:20.834" v="7185"/>
          <ac:spMkLst>
            <pc:docMk/>
            <pc:sldMk cId="299146221" sldId="309"/>
            <ac:spMk id="98" creationId="{DFBBF81D-93A5-D2CD-7B92-CAEC396F052B}"/>
          </ac:spMkLst>
        </pc:spChg>
        <pc:spChg chg="mod">
          <ac:chgData name="adilton junio" userId="66b3fade76ecdf97" providerId="LiveId" clId="{A5E50579-1733-4537-B8F2-65A7B3AAE54E}" dt="2024-07-29T21:09:20.834" v="7185"/>
          <ac:spMkLst>
            <pc:docMk/>
            <pc:sldMk cId="299146221" sldId="309"/>
            <ac:spMk id="100" creationId="{54E8AE2E-CFC1-0385-114D-1F467BB3334F}"/>
          </ac:spMkLst>
        </pc:spChg>
        <pc:spChg chg="mod">
          <ac:chgData name="adilton junio" userId="66b3fade76ecdf97" providerId="LiveId" clId="{A5E50579-1733-4537-B8F2-65A7B3AAE54E}" dt="2024-07-29T21:09:20.834" v="7185"/>
          <ac:spMkLst>
            <pc:docMk/>
            <pc:sldMk cId="299146221" sldId="309"/>
            <ac:spMk id="102" creationId="{83AA3460-2D1E-5167-1E60-D9A3272FE2A4}"/>
          </ac:spMkLst>
        </pc:spChg>
        <pc:spChg chg="mod">
          <ac:chgData name="adilton junio" userId="66b3fade76ecdf97" providerId="LiveId" clId="{A5E50579-1733-4537-B8F2-65A7B3AAE54E}" dt="2024-07-29T21:09:20.834" v="7185"/>
          <ac:spMkLst>
            <pc:docMk/>
            <pc:sldMk cId="299146221" sldId="309"/>
            <ac:spMk id="106" creationId="{B99AC613-4118-7EE3-DDFA-A1D64F5CB531}"/>
          </ac:spMkLst>
        </pc:spChg>
        <pc:grpChg chg="add del mod">
          <ac:chgData name="adilton junio" userId="66b3fade76ecdf97" providerId="LiveId" clId="{A5E50579-1733-4537-B8F2-65A7B3AAE54E}" dt="2024-07-29T20:43:28.694" v="7021" actId="165"/>
          <ac:grpSpMkLst>
            <pc:docMk/>
            <pc:sldMk cId="299146221" sldId="309"/>
            <ac:grpSpMk id="15" creationId="{3700A9D2-A7AB-D126-AB50-FA42D0019823}"/>
          </ac:grpSpMkLst>
        </pc:grpChg>
        <pc:grpChg chg="add mod">
          <ac:chgData name="adilton junio" userId="66b3fade76ecdf97" providerId="LiveId" clId="{A5E50579-1733-4537-B8F2-65A7B3AAE54E}" dt="2024-07-29T21:09:36.040" v="7193" actId="1037"/>
          <ac:grpSpMkLst>
            <pc:docMk/>
            <pc:sldMk cId="299146221" sldId="309"/>
            <ac:grpSpMk id="33" creationId="{8ED53D26-E586-C0D7-26C3-108DFBDFD27E}"/>
          </ac:grpSpMkLst>
        </pc:grpChg>
        <pc:grpChg chg="add del mod">
          <ac:chgData name="adilton junio" userId="66b3fade76ecdf97" providerId="LiveId" clId="{A5E50579-1733-4537-B8F2-65A7B3AAE54E}" dt="2024-07-29T20:48:23.413" v="7155" actId="165"/>
          <ac:grpSpMkLst>
            <pc:docMk/>
            <pc:sldMk cId="299146221" sldId="309"/>
            <ac:grpSpMk id="34" creationId="{E15CD48B-68AF-8234-4FA0-37BB68300F59}"/>
          </ac:grpSpMkLst>
        </pc:grpChg>
        <pc:grpChg chg="add mod">
          <ac:chgData name="adilton junio" userId="66b3fade76ecdf97" providerId="LiveId" clId="{A5E50579-1733-4537-B8F2-65A7B3AAE54E}" dt="2024-07-29T20:46:37.016" v="7093" actId="164"/>
          <ac:grpSpMkLst>
            <pc:docMk/>
            <pc:sldMk cId="299146221" sldId="309"/>
            <ac:grpSpMk id="35" creationId="{90A002AE-08D9-9F0D-E6CD-9B3AD6DFF77E}"/>
          </ac:grpSpMkLst>
        </pc:grpChg>
        <pc:grpChg chg="add mod">
          <ac:chgData name="adilton junio" userId="66b3fade76ecdf97" providerId="LiveId" clId="{A5E50579-1733-4537-B8F2-65A7B3AAE54E}" dt="2024-07-29T21:09:41.782" v="7204" actId="1037"/>
          <ac:grpSpMkLst>
            <pc:docMk/>
            <pc:sldMk cId="299146221" sldId="309"/>
            <ac:grpSpMk id="36" creationId="{1DD23F9F-D097-426E-74F9-32F15523D622}"/>
          </ac:grpSpMkLst>
        </pc:grpChg>
        <pc:grpChg chg="add del mod">
          <ac:chgData name="adilton junio" userId="66b3fade76ecdf97" providerId="LiveId" clId="{A5E50579-1733-4537-B8F2-65A7B3AAE54E}" dt="2024-07-29T21:09:09.594" v="7183" actId="21"/>
          <ac:grpSpMkLst>
            <pc:docMk/>
            <pc:sldMk cId="299146221" sldId="309"/>
            <ac:grpSpMk id="40" creationId="{FCC147C8-4391-D954-8B60-D992FC8F5AF7}"/>
          </ac:grpSpMkLst>
        </pc:grpChg>
        <pc:grpChg chg="add del mod">
          <ac:chgData name="adilton junio" userId="66b3fade76ecdf97" providerId="LiveId" clId="{A5E50579-1733-4537-B8F2-65A7B3AAE54E}" dt="2024-07-29T21:09:09.594" v="7183" actId="21"/>
          <ac:grpSpMkLst>
            <pc:docMk/>
            <pc:sldMk cId="299146221" sldId="309"/>
            <ac:grpSpMk id="41" creationId="{532D6828-0802-A0AB-6C91-08E9BDC8D41B}"/>
          </ac:grpSpMkLst>
        </pc:grpChg>
        <pc:grpChg chg="add mod">
          <ac:chgData name="adilton junio" userId="66b3fade76ecdf97" providerId="LiveId" clId="{A5E50579-1733-4537-B8F2-65A7B3AAE54E}" dt="2024-07-29T20:48:09.167" v="7149" actId="1076"/>
          <ac:grpSpMkLst>
            <pc:docMk/>
            <pc:sldMk cId="299146221" sldId="309"/>
            <ac:grpSpMk id="46" creationId="{38F1A432-59BA-9B08-5DD9-29BC3E6D6CB9}"/>
          </ac:grpSpMkLst>
        </pc:grpChg>
        <pc:grpChg chg="add mod">
          <ac:chgData name="adilton junio" userId="66b3fade76ecdf97" providerId="LiveId" clId="{A5E50579-1733-4537-B8F2-65A7B3AAE54E}" dt="2024-07-29T20:48:15.310" v="7153" actId="1076"/>
          <ac:grpSpMkLst>
            <pc:docMk/>
            <pc:sldMk cId="299146221" sldId="309"/>
            <ac:grpSpMk id="68" creationId="{6468029B-59BF-D5C3-8DAB-342197E2D05B}"/>
          </ac:grpSpMkLst>
        </pc:grpChg>
        <pc:grpChg chg="add mod">
          <ac:chgData name="adilton junio" userId="66b3fade76ecdf97" providerId="LiveId" clId="{A5E50579-1733-4537-B8F2-65A7B3AAE54E}" dt="2024-07-29T21:09:36.040" v="7193" actId="1037"/>
          <ac:grpSpMkLst>
            <pc:docMk/>
            <pc:sldMk cId="299146221" sldId="309"/>
            <ac:grpSpMk id="75" creationId="{9535D6E7-BF32-48DC-C442-A79FD13A8BDC}"/>
          </ac:grpSpMkLst>
        </pc:grpChg>
        <pc:grpChg chg="add del mod">
          <ac:chgData name="adilton junio" userId="66b3fade76ecdf97" providerId="LiveId" clId="{A5E50579-1733-4537-B8F2-65A7B3AAE54E}" dt="2024-07-29T20:49:00.249" v="7180" actId="478"/>
          <ac:grpSpMkLst>
            <pc:docMk/>
            <pc:sldMk cId="299146221" sldId="309"/>
            <ac:grpSpMk id="77" creationId="{16F4DBA6-C300-4DFA-AD5B-754BBE98D1D9}"/>
          </ac:grpSpMkLst>
        </pc:grpChg>
        <pc:grpChg chg="add del mod">
          <ac:chgData name="adilton junio" userId="66b3fade76ecdf97" providerId="LiveId" clId="{A5E50579-1733-4537-B8F2-65A7B3AAE54E}" dt="2024-07-29T21:09:09.594" v="7183" actId="21"/>
          <ac:grpSpMkLst>
            <pc:docMk/>
            <pc:sldMk cId="299146221" sldId="309"/>
            <ac:grpSpMk id="82" creationId="{76137C8F-2E39-ED4E-3CFA-AD6C22EFB65E}"/>
          </ac:grpSpMkLst>
        </pc:grpChg>
        <pc:grpChg chg="add mod">
          <ac:chgData name="adilton junio" userId="66b3fade76ecdf97" providerId="LiveId" clId="{A5E50579-1733-4537-B8F2-65A7B3AAE54E}" dt="2024-07-29T21:09:27.085" v="7186" actId="1076"/>
          <ac:grpSpMkLst>
            <pc:docMk/>
            <pc:sldMk cId="299146221" sldId="309"/>
            <ac:grpSpMk id="93" creationId="{FCC147C8-4391-D954-8B60-D992FC8F5AF7}"/>
          </ac:grpSpMkLst>
        </pc:grpChg>
        <pc:grpChg chg="add mod">
          <ac:chgData name="adilton junio" userId="66b3fade76ecdf97" providerId="LiveId" clId="{A5E50579-1733-4537-B8F2-65A7B3AAE54E}" dt="2024-07-29T21:09:27.085" v="7186" actId="1076"/>
          <ac:grpSpMkLst>
            <pc:docMk/>
            <pc:sldMk cId="299146221" sldId="309"/>
            <ac:grpSpMk id="97" creationId="{532D6828-0802-A0AB-6C91-08E9BDC8D41B}"/>
          </ac:grpSpMkLst>
        </pc:grpChg>
        <pc:grpChg chg="add mod">
          <ac:chgData name="adilton junio" userId="66b3fade76ecdf97" providerId="LiveId" clId="{A5E50579-1733-4537-B8F2-65A7B3AAE54E}" dt="2024-07-29T21:10:17.043" v="7209" actId="1076"/>
          <ac:grpSpMkLst>
            <pc:docMk/>
            <pc:sldMk cId="299146221" sldId="309"/>
            <ac:grpSpMk id="101" creationId="{76137C8F-2E39-ED4E-3CFA-AD6C22EFB65E}"/>
          </ac:grpSpMkLst>
        </pc:grpChg>
        <pc:cxnChg chg="add mod">
          <ac:chgData name="adilton junio" userId="66b3fade76ecdf97" providerId="LiveId" clId="{A5E50579-1733-4537-B8F2-65A7B3AAE54E}" dt="2024-07-29T20:44:52.434" v="7071" actId="164"/>
          <ac:cxnSpMkLst>
            <pc:docMk/>
            <pc:sldMk cId="299146221" sldId="309"/>
            <ac:cxnSpMk id="17" creationId="{EBF4BE1C-8193-D207-3339-BDF43CF51FA5}"/>
          </ac:cxnSpMkLst>
        </pc:cxnChg>
        <pc:cxnChg chg="add mod">
          <ac:chgData name="adilton junio" userId="66b3fade76ecdf97" providerId="LiveId" clId="{A5E50579-1733-4537-B8F2-65A7B3AAE54E}" dt="2024-07-29T20:44:52.434" v="7071" actId="164"/>
          <ac:cxnSpMkLst>
            <pc:docMk/>
            <pc:sldMk cId="299146221" sldId="309"/>
            <ac:cxnSpMk id="20" creationId="{E3BF725C-5B0B-3A21-B2D7-496B9E2BD841}"/>
          </ac:cxnSpMkLst>
        </pc:cxnChg>
        <pc:cxnChg chg="add mod topLvl">
          <ac:chgData name="adilton junio" userId="66b3fade76ecdf97" providerId="LiveId" clId="{A5E50579-1733-4537-B8F2-65A7B3AAE54E}" dt="2024-07-29T20:48:28.027" v="7156" actId="164"/>
          <ac:cxnSpMkLst>
            <pc:docMk/>
            <pc:sldMk cId="299146221" sldId="309"/>
            <ac:cxnSpMk id="22" creationId="{0657E19A-1D64-8CAF-9F9E-AEADCCC01A9F}"/>
          </ac:cxnSpMkLst>
        </pc:cxnChg>
        <pc:cxnChg chg="add mod topLvl">
          <ac:chgData name="adilton junio" userId="66b3fade76ecdf97" providerId="LiveId" clId="{A5E50579-1733-4537-B8F2-65A7B3AAE54E}" dt="2024-07-29T20:48:28.027" v="7156" actId="164"/>
          <ac:cxnSpMkLst>
            <pc:docMk/>
            <pc:sldMk cId="299146221" sldId="309"/>
            <ac:cxnSpMk id="25" creationId="{9EE5DA30-98BC-B5B7-AF43-39DE39949097}"/>
          </ac:cxnSpMkLst>
        </pc:cxnChg>
        <pc:cxnChg chg="add mod">
          <ac:chgData name="adilton junio" userId="66b3fade76ecdf97" providerId="LiveId" clId="{A5E50579-1733-4537-B8F2-65A7B3AAE54E}" dt="2024-07-29T20:45:01.193" v="7073" actId="164"/>
          <ac:cxnSpMkLst>
            <pc:docMk/>
            <pc:sldMk cId="299146221" sldId="309"/>
            <ac:cxnSpMk id="28" creationId="{C70AB636-C817-5FB6-5025-C4C3B4E6485A}"/>
          </ac:cxnSpMkLst>
        </pc:cxnChg>
        <pc:cxnChg chg="add mod">
          <ac:chgData name="adilton junio" userId="66b3fade76ecdf97" providerId="LiveId" clId="{A5E50579-1733-4537-B8F2-65A7B3AAE54E}" dt="2024-07-29T20:46:37.016" v="7093" actId="164"/>
          <ac:cxnSpMkLst>
            <pc:docMk/>
            <pc:sldMk cId="299146221" sldId="309"/>
            <ac:cxnSpMk id="30" creationId="{C13517B1-6495-3C6D-3819-5AFB5E11202B}"/>
          </ac:cxnSpMkLst>
        </pc:cxnChg>
        <pc:cxnChg chg="add mod">
          <ac:chgData name="adilton junio" userId="66b3fade76ecdf97" providerId="LiveId" clId="{A5E50579-1733-4537-B8F2-65A7B3AAE54E}" dt="2024-07-29T20:46:37.016" v="7093" actId="164"/>
          <ac:cxnSpMkLst>
            <pc:docMk/>
            <pc:sldMk cId="299146221" sldId="309"/>
            <ac:cxnSpMk id="32" creationId="{BCB38E22-3286-F210-8D4D-A357C973C171}"/>
          </ac:cxnSpMkLst>
        </pc:cxnChg>
        <pc:cxnChg chg="add mod">
          <ac:chgData name="adilton junio" userId="66b3fade76ecdf97" providerId="LiveId" clId="{A5E50579-1733-4537-B8F2-65A7B3AAE54E}" dt="2024-07-29T20:47:32.830" v="7117" actId="20577"/>
          <ac:cxnSpMkLst>
            <pc:docMk/>
            <pc:sldMk cId="299146221" sldId="309"/>
            <ac:cxnSpMk id="38" creationId="{507C2C89-0141-902E-BDC6-99064F19ADEA}"/>
          </ac:cxnSpMkLst>
        </pc:cxnChg>
        <pc:cxnChg chg="mod">
          <ac:chgData name="adilton junio" userId="66b3fade76ecdf97" providerId="LiveId" clId="{A5E50579-1733-4537-B8F2-65A7B3AAE54E}" dt="2024-07-29T20:47:45.728" v="7123"/>
          <ac:cxnSpMkLst>
            <pc:docMk/>
            <pc:sldMk cId="299146221" sldId="309"/>
            <ac:cxnSpMk id="44" creationId="{DB53F0AE-A557-3169-55F8-9E3FF8389E5F}"/>
          </ac:cxnSpMkLst>
        </pc:cxnChg>
        <pc:cxnChg chg="mod">
          <ac:chgData name="adilton junio" userId="66b3fade76ecdf97" providerId="LiveId" clId="{A5E50579-1733-4537-B8F2-65A7B3AAE54E}" dt="2024-07-29T20:48:05.832" v="7147"/>
          <ac:cxnSpMkLst>
            <pc:docMk/>
            <pc:sldMk cId="299146221" sldId="309"/>
            <ac:cxnSpMk id="64" creationId="{A289B188-65FF-6A70-55B6-786D82E21CD6}"/>
          </ac:cxnSpMkLst>
        </pc:cxnChg>
        <pc:cxnChg chg="mod">
          <ac:chgData name="adilton junio" userId="66b3fade76ecdf97" providerId="LiveId" clId="{A5E50579-1733-4537-B8F2-65A7B3AAE54E}" dt="2024-07-29T20:48:05.832" v="7147"/>
          <ac:cxnSpMkLst>
            <pc:docMk/>
            <pc:sldMk cId="299146221" sldId="309"/>
            <ac:cxnSpMk id="66" creationId="{F07F2DA6-ADBF-8015-590D-701760CD47E9}"/>
          </ac:cxnSpMkLst>
        </pc:cxnChg>
        <pc:cxnChg chg="mod">
          <ac:chgData name="adilton junio" userId="66b3fade76ecdf97" providerId="LiveId" clId="{A5E50579-1733-4537-B8F2-65A7B3AAE54E}" dt="2024-07-29T20:48:12.886" v="7151"/>
          <ac:cxnSpMkLst>
            <pc:docMk/>
            <pc:sldMk cId="299146221" sldId="309"/>
            <ac:cxnSpMk id="72" creationId="{18B53064-45C5-65B3-6FA3-6AEFE3E0F334}"/>
          </ac:cxnSpMkLst>
        </pc:cxnChg>
        <pc:cxnChg chg="mod">
          <ac:chgData name="adilton junio" userId="66b3fade76ecdf97" providerId="LiveId" clId="{A5E50579-1733-4537-B8F2-65A7B3AAE54E}" dt="2024-07-29T20:48:12.886" v="7151"/>
          <ac:cxnSpMkLst>
            <pc:docMk/>
            <pc:sldMk cId="299146221" sldId="309"/>
            <ac:cxnSpMk id="74" creationId="{BF584763-2544-50E0-43FB-5352FE758E83}"/>
          </ac:cxnSpMkLst>
        </pc:cxnChg>
        <pc:cxnChg chg="mod">
          <ac:chgData name="adilton junio" userId="66b3fade76ecdf97" providerId="LiveId" clId="{A5E50579-1733-4537-B8F2-65A7B3AAE54E}" dt="2024-07-29T20:48:35.032" v="7166"/>
          <ac:cxnSpMkLst>
            <pc:docMk/>
            <pc:sldMk cId="299146221" sldId="309"/>
            <ac:cxnSpMk id="79" creationId="{5E80DFE8-95AD-545B-7A68-15CAB24D1059}"/>
          </ac:cxnSpMkLst>
        </pc:cxnChg>
        <pc:cxnChg chg="mod">
          <ac:chgData name="adilton junio" userId="66b3fade76ecdf97" providerId="LiveId" clId="{A5E50579-1733-4537-B8F2-65A7B3AAE54E}" dt="2024-07-29T20:48:35.032" v="7166"/>
          <ac:cxnSpMkLst>
            <pc:docMk/>
            <pc:sldMk cId="299146221" sldId="309"/>
            <ac:cxnSpMk id="81" creationId="{4EE9CD40-7D3C-2D16-6049-8CC11BDA0E3D}"/>
          </ac:cxnSpMkLst>
        </pc:cxnChg>
        <pc:cxnChg chg="mod">
          <ac:chgData name="adilton junio" userId="66b3fade76ecdf97" providerId="LiveId" clId="{A5E50579-1733-4537-B8F2-65A7B3AAE54E}" dt="2024-07-29T20:49:00.417" v="7181"/>
          <ac:cxnSpMkLst>
            <pc:docMk/>
            <pc:sldMk cId="299146221" sldId="309"/>
            <ac:cxnSpMk id="87" creationId="{45A27DB3-93A4-B262-EA4C-CC23AC2EE61F}"/>
          </ac:cxnSpMkLst>
        </pc:cxnChg>
        <pc:cxnChg chg="mod">
          <ac:chgData name="adilton junio" userId="66b3fade76ecdf97" providerId="LiveId" clId="{A5E50579-1733-4537-B8F2-65A7B3AAE54E}" dt="2024-07-29T20:49:00.417" v="7181"/>
          <ac:cxnSpMkLst>
            <pc:docMk/>
            <pc:sldMk cId="299146221" sldId="309"/>
            <ac:cxnSpMk id="90" creationId="{7A2C01A6-DE12-BB7F-C392-C37A9908AD7A}"/>
          </ac:cxnSpMkLst>
        </pc:cxnChg>
        <pc:cxnChg chg="mod">
          <ac:chgData name="adilton junio" userId="66b3fade76ecdf97" providerId="LiveId" clId="{A5E50579-1733-4537-B8F2-65A7B3AAE54E}" dt="2024-07-29T21:09:20.834" v="7185"/>
          <ac:cxnSpMkLst>
            <pc:docMk/>
            <pc:sldMk cId="299146221" sldId="309"/>
            <ac:cxnSpMk id="95" creationId="{507C2C89-0141-902E-BDC6-99064F19ADEA}"/>
          </ac:cxnSpMkLst>
        </pc:cxnChg>
        <pc:cxnChg chg="mod">
          <ac:chgData name="adilton junio" userId="66b3fade76ecdf97" providerId="LiveId" clId="{A5E50579-1733-4537-B8F2-65A7B3AAE54E}" dt="2024-07-29T21:09:20.834" v="7185"/>
          <ac:cxnSpMkLst>
            <pc:docMk/>
            <pc:sldMk cId="299146221" sldId="309"/>
            <ac:cxnSpMk id="99" creationId="{DB53F0AE-A557-3169-55F8-9E3FF8389E5F}"/>
          </ac:cxnSpMkLst>
        </pc:cxnChg>
        <pc:cxnChg chg="mod">
          <ac:chgData name="adilton junio" userId="66b3fade76ecdf97" providerId="LiveId" clId="{A5E50579-1733-4537-B8F2-65A7B3AAE54E}" dt="2024-07-29T21:09:20.834" v="7185"/>
          <ac:cxnSpMkLst>
            <pc:docMk/>
            <pc:sldMk cId="299146221" sldId="309"/>
            <ac:cxnSpMk id="104" creationId="{45A27DB3-93A4-B262-EA4C-CC23AC2EE61F}"/>
          </ac:cxnSpMkLst>
        </pc:cxnChg>
        <pc:cxnChg chg="mod">
          <ac:chgData name="adilton junio" userId="66b3fade76ecdf97" providerId="LiveId" clId="{A5E50579-1733-4537-B8F2-65A7B3AAE54E}" dt="2024-07-29T21:09:20.834" v="7185"/>
          <ac:cxnSpMkLst>
            <pc:docMk/>
            <pc:sldMk cId="299146221" sldId="309"/>
            <ac:cxnSpMk id="107" creationId="{7A2C01A6-DE12-BB7F-C392-C37A9908AD7A}"/>
          </ac:cxnSpMkLst>
        </pc:cxnChg>
      </pc:sldChg>
      <pc:sldChg chg="addSp delSp modSp add mod delAnim modAnim">
        <pc:chgData name="adilton junio" userId="66b3fade76ecdf97" providerId="LiveId" clId="{A5E50579-1733-4537-B8F2-65A7B3AAE54E}" dt="2024-07-29T20:42:08.373" v="6993" actId="20577"/>
        <pc:sldMkLst>
          <pc:docMk/>
          <pc:sldMk cId="1861547894" sldId="311"/>
        </pc:sldMkLst>
        <pc:spChg chg="mod">
          <ac:chgData name="adilton junio" userId="66b3fade76ecdf97" providerId="LiveId" clId="{A5E50579-1733-4537-B8F2-65A7B3AAE54E}" dt="2024-07-29T20:42:07.323" v="6991" actId="20577"/>
          <ac:spMkLst>
            <pc:docMk/>
            <pc:sldMk cId="1861547894" sldId="311"/>
            <ac:spMk id="7" creationId="{F4BA9C5B-26BB-EB98-5945-77462811179E}"/>
          </ac:spMkLst>
        </pc:spChg>
        <pc:spChg chg="mod">
          <ac:chgData name="adilton junio" userId="66b3fade76ecdf97" providerId="LiveId" clId="{A5E50579-1733-4537-B8F2-65A7B3AAE54E}" dt="2024-07-29T20:42:07.323" v="6991" actId="20577"/>
          <ac:spMkLst>
            <pc:docMk/>
            <pc:sldMk cId="1861547894" sldId="311"/>
            <ac:spMk id="14" creationId="{01B0D6D6-5A44-CA37-FA6B-E1960B60EBFA}"/>
          </ac:spMkLst>
        </pc:spChg>
        <pc:spChg chg="mod">
          <ac:chgData name="adilton junio" userId="66b3fade76ecdf97" providerId="LiveId" clId="{A5E50579-1733-4537-B8F2-65A7B3AAE54E}" dt="2024-07-29T20:42:07.323" v="6991" actId="20577"/>
          <ac:spMkLst>
            <pc:docMk/>
            <pc:sldMk cId="1861547894" sldId="311"/>
            <ac:spMk id="15" creationId="{5721C439-9E5A-D3AA-C9B8-21CF6C61C318}"/>
          </ac:spMkLst>
        </pc:spChg>
        <pc:spChg chg="mod">
          <ac:chgData name="adilton junio" userId="66b3fade76ecdf97" providerId="LiveId" clId="{A5E50579-1733-4537-B8F2-65A7B3AAE54E}" dt="2024-07-29T20:42:08.373" v="6993" actId="20577"/>
          <ac:spMkLst>
            <pc:docMk/>
            <pc:sldMk cId="1861547894" sldId="311"/>
            <ac:spMk id="18" creationId="{E69D3EC1-3F6E-F814-13EB-84AAD295B20D}"/>
          </ac:spMkLst>
        </pc:spChg>
        <pc:spChg chg="del">
          <ac:chgData name="adilton junio" userId="66b3fade76ecdf97" providerId="LiveId" clId="{A5E50579-1733-4537-B8F2-65A7B3AAE54E}" dt="2024-07-29T20:40:08.517" v="6961" actId="478"/>
          <ac:spMkLst>
            <pc:docMk/>
            <pc:sldMk cId="1861547894" sldId="311"/>
            <ac:spMk id="58" creationId="{79B3FC20-1C02-838D-254C-A885953DF46E}"/>
          </ac:spMkLst>
        </pc:spChg>
        <pc:spChg chg="del">
          <ac:chgData name="adilton junio" userId="66b3fade76ecdf97" providerId="LiveId" clId="{A5E50579-1733-4537-B8F2-65A7B3AAE54E}" dt="2024-07-29T20:40:09.900" v="6962" actId="478"/>
          <ac:spMkLst>
            <pc:docMk/>
            <pc:sldMk cId="1861547894" sldId="311"/>
            <ac:spMk id="113" creationId="{01678C57-964E-2D6D-D620-845E22B021E8}"/>
          </ac:spMkLst>
        </pc:spChg>
        <pc:grpChg chg="add mod">
          <ac:chgData name="adilton junio" userId="66b3fade76ecdf97" providerId="LiveId" clId="{A5E50579-1733-4537-B8F2-65A7B3AAE54E}" dt="2024-07-29T20:42:07.323" v="6991" actId="20577"/>
          <ac:grpSpMkLst>
            <pc:docMk/>
            <pc:sldMk cId="1861547894" sldId="311"/>
            <ac:grpSpMk id="3" creationId="{790FC1DD-682E-9ED4-3244-A74A13B24312}"/>
          </ac:grpSpMkLst>
        </pc:grpChg>
        <pc:grpChg chg="del">
          <ac:chgData name="adilton junio" userId="66b3fade76ecdf97" providerId="LiveId" clId="{A5E50579-1733-4537-B8F2-65A7B3AAE54E}" dt="2024-07-29T20:40:08.517" v="6961" actId="478"/>
          <ac:grpSpMkLst>
            <pc:docMk/>
            <pc:sldMk cId="1861547894" sldId="311"/>
            <ac:grpSpMk id="19" creationId="{68CB1834-7824-E069-765E-8F9EE720E9A2}"/>
          </ac:grpSpMkLst>
        </pc:grpChg>
        <pc:grpChg chg="del">
          <ac:chgData name="adilton junio" userId="66b3fade76ecdf97" providerId="LiveId" clId="{A5E50579-1733-4537-B8F2-65A7B3AAE54E}" dt="2024-07-29T20:40:08.517" v="6961" actId="478"/>
          <ac:grpSpMkLst>
            <pc:docMk/>
            <pc:sldMk cId="1861547894" sldId="311"/>
            <ac:grpSpMk id="20" creationId="{B97BB7EF-15DC-DBE4-10D2-E2E82ED6C5FA}"/>
          </ac:grpSpMkLst>
        </pc:grpChg>
        <pc:grpChg chg="del">
          <ac:chgData name="adilton junio" userId="66b3fade76ecdf97" providerId="LiveId" clId="{A5E50579-1733-4537-B8F2-65A7B3AAE54E}" dt="2024-07-29T20:40:08.517" v="6961" actId="478"/>
          <ac:grpSpMkLst>
            <pc:docMk/>
            <pc:sldMk cId="1861547894" sldId="311"/>
            <ac:grpSpMk id="21" creationId="{EB2185EF-D510-EA98-3216-F04F747E4271}"/>
          </ac:grpSpMkLst>
        </pc:grpChg>
        <pc:grpChg chg="del">
          <ac:chgData name="adilton junio" userId="66b3fade76ecdf97" providerId="LiveId" clId="{A5E50579-1733-4537-B8F2-65A7B3AAE54E}" dt="2024-07-29T20:40:08.517" v="6961" actId="478"/>
          <ac:grpSpMkLst>
            <pc:docMk/>
            <pc:sldMk cId="1861547894" sldId="311"/>
            <ac:grpSpMk id="69" creationId="{5B1F544A-29FA-FF03-6A9A-A7DBE9C4F58D}"/>
          </ac:grpSpMkLst>
        </pc:grpChg>
        <pc:grpChg chg="del">
          <ac:chgData name="adilton junio" userId="66b3fade76ecdf97" providerId="LiveId" clId="{A5E50579-1733-4537-B8F2-65A7B3AAE54E}" dt="2024-07-29T20:40:08.517" v="6961" actId="478"/>
          <ac:grpSpMkLst>
            <pc:docMk/>
            <pc:sldMk cId="1861547894" sldId="311"/>
            <ac:grpSpMk id="70" creationId="{60CB932A-D19B-D8F8-5D56-98A05CF0F52C}"/>
          </ac:grpSpMkLst>
        </pc:grpChg>
        <pc:grpChg chg="del">
          <ac:chgData name="adilton junio" userId="66b3fade76ecdf97" providerId="LiveId" clId="{A5E50579-1733-4537-B8F2-65A7B3AAE54E}" dt="2024-07-29T20:40:08.517" v="6961" actId="478"/>
          <ac:grpSpMkLst>
            <pc:docMk/>
            <pc:sldMk cId="1861547894" sldId="311"/>
            <ac:grpSpMk id="93" creationId="{F50EC28C-4E36-C89A-4710-97C30C114F3B}"/>
          </ac:grpSpMkLst>
        </pc:grpChg>
      </pc:sldChg>
      <pc:sldChg chg="add del">
        <pc:chgData name="adilton junio" userId="66b3fade76ecdf97" providerId="LiveId" clId="{A5E50579-1733-4537-B8F2-65A7B3AAE54E}" dt="2024-07-29T18:03:04.581" v="6721" actId="47"/>
        <pc:sldMkLst>
          <pc:docMk/>
          <pc:sldMk cId="3627908741" sldId="31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E4A63D-641C-DE73-7C3A-1207C9018D2E}"/>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FFE832FC-D4DC-5BD0-8D33-09082E2526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9F67DBD9-1E4E-31FA-562B-388CA634743B}"/>
              </a:ext>
            </a:extLst>
          </p:cNvPr>
          <p:cNvSpPr>
            <a:spLocks noGrp="1"/>
          </p:cNvSpPr>
          <p:nvPr>
            <p:ph type="dt" sz="half" idx="10"/>
          </p:nvPr>
        </p:nvSpPr>
        <p:spPr/>
        <p:txBody>
          <a:bodyPr/>
          <a:lstStyle/>
          <a:p>
            <a:fld id="{890BF836-F845-4043-9535-B2C99B84784A}" type="datetimeFigureOut">
              <a:rPr lang="pt-BR" smtClean="0"/>
              <a:t>30/07/2024</a:t>
            </a:fld>
            <a:endParaRPr lang="pt-BR"/>
          </a:p>
        </p:txBody>
      </p:sp>
      <p:sp>
        <p:nvSpPr>
          <p:cNvPr id="5" name="Espaço Reservado para Rodapé 4">
            <a:extLst>
              <a:ext uri="{FF2B5EF4-FFF2-40B4-BE49-F238E27FC236}">
                <a16:creationId xmlns:a16="http://schemas.microsoft.com/office/drawing/2014/main" id="{84EE6CC2-AC7B-781C-9713-3BCCD66CAB6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480E3791-BB45-0167-9AEE-181117432C0A}"/>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51693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5085BE-55AF-88BE-27A7-BF89D813C84E}"/>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45C50C24-978D-3C85-68E2-57C3725DA871}"/>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C21290FE-E5BC-45E4-6279-07ECBADBCF86}"/>
              </a:ext>
            </a:extLst>
          </p:cNvPr>
          <p:cNvSpPr>
            <a:spLocks noGrp="1"/>
          </p:cNvSpPr>
          <p:nvPr>
            <p:ph type="dt" sz="half" idx="10"/>
          </p:nvPr>
        </p:nvSpPr>
        <p:spPr/>
        <p:txBody>
          <a:bodyPr/>
          <a:lstStyle/>
          <a:p>
            <a:fld id="{890BF836-F845-4043-9535-B2C99B84784A}" type="datetimeFigureOut">
              <a:rPr lang="pt-BR" smtClean="0"/>
              <a:t>30/07/2024</a:t>
            </a:fld>
            <a:endParaRPr lang="pt-BR"/>
          </a:p>
        </p:txBody>
      </p:sp>
      <p:sp>
        <p:nvSpPr>
          <p:cNvPr id="5" name="Espaço Reservado para Rodapé 4">
            <a:extLst>
              <a:ext uri="{FF2B5EF4-FFF2-40B4-BE49-F238E27FC236}">
                <a16:creationId xmlns:a16="http://schemas.microsoft.com/office/drawing/2014/main" id="{FBEAC7AB-9977-3D85-0D4C-89B931C40D5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8AC40E6-5F84-328D-DA7D-2DFB1EB59E8F}"/>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1267425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56E4A8-272C-10ED-C2CB-1F5B25672341}"/>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FD71BDC6-5834-5978-EB63-8CEAC098185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49EC5BC3-8AD4-A1E3-68E2-75259F20A7D6}"/>
              </a:ext>
            </a:extLst>
          </p:cNvPr>
          <p:cNvSpPr>
            <a:spLocks noGrp="1"/>
          </p:cNvSpPr>
          <p:nvPr>
            <p:ph type="dt" sz="half" idx="10"/>
          </p:nvPr>
        </p:nvSpPr>
        <p:spPr/>
        <p:txBody>
          <a:bodyPr/>
          <a:lstStyle/>
          <a:p>
            <a:fld id="{890BF836-F845-4043-9535-B2C99B84784A}" type="datetimeFigureOut">
              <a:rPr lang="pt-BR" smtClean="0"/>
              <a:t>30/07/2024</a:t>
            </a:fld>
            <a:endParaRPr lang="pt-BR"/>
          </a:p>
        </p:txBody>
      </p:sp>
      <p:sp>
        <p:nvSpPr>
          <p:cNvPr id="5" name="Espaço Reservado para Rodapé 4">
            <a:extLst>
              <a:ext uri="{FF2B5EF4-FFF2-40B4-BE49-F238E27FC236}">
                <a16:creationId xmlns:a16="http://schemas.microsoft.com/office/drawing/2014/main" id="{BC4F2B7F-7731-FC52-7423-1AD13ED9725F}"/>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527B2C8-0013-81B3-690E-31A517AE1E4D}"/>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54035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831582-9063-951D-667C-D122374F6A70}"/>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AC67DBE6-234B-236C-EB69-FB97BA73EC45}"/>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CD3F6A77-39D9-D434-29C8-C3D986DD1566}"/>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EAC7B818-9AA4-D0F9-0B65-F52EFD5C4975}"/>
              </a:ext>
            </a:extLst>
          </p:cNvPr>
          <p:cNvSpPr>
            <a:spLocks noGrp="1"/>
          </p:cNvSpPr>
          <p:nvPr>
            <p:ph type="dt" sz="half" idx="10"/>
          </p:nvPr>
        </p:nvSpPr>
        <p:spPr/>
        <p:txBody>
          <a:bodyPr/>
          <a:lstStyle/>
          <a:p>
            <a:fld id="{890BF836-F845-4043-9535-B2C99B84784A}" type="datetimeFigureOut">
              <a:rPr lang="pt-BR" smtClean="0"/>
              <a:t>30/07/2024</a:t>
            </a:fld>
            <a:endParaRPr lang="pt-BR"/>
          </a:p>
        </p:txBody>
      </p:sp>
      <p:sp>
        <p:nvSpPr>
          <p:cNvPr id="6" name="Espaço Reservado para Rodapé 5">
            <a:extLst>
              <a:ext uri="{FF2B5EF4-FFF2-40B4-BE49-F238E27FC236}">
                <a16:creationId xmlns:a16="http://schemas.microsoft.com/office/drawing/2014/main" id="{B64572E7-5D15-7D42-EF38-9EA36C40126D}"/>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7758E0F8-6AAE-9D27-6E06-019F6AE6ECD3}"/>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532054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73CDBA-056C-82E7-A806-499BE959C1C0}"/>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B1C47778-7B78-F910-2851-1E61CF4196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0D6C57F0-512A-F129-F5C9-C11C1F943C94}"/>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1BF276BF-4F56-1C86-9E7D-2BEA92AB5D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09A243FD-9B9D-602A-B587-AFCC330A67D6}"/>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E7CFAF44-BCF6-F613-F03E-685BFDBBBAEE}"/>
              </a:ext>
            </a:extLst>
          </p:cNvPr>
          <p:cNvSpPr>
            <a:spLocks noGrp="1"/>
          </p:cNvSpPr>
          <p:nvPr>
            <p:ph type="dt" sz="half" idx="10"/>
          </p:nvPr>
        </p:nvSpPr>
        <p:spPr/>
        <p:txBody>
          <a:bodyPr/>
          <a:lstStyle/>
          <a:p>
            <a:fld id="{890BF836-F845-4043-9535-B2C99B84784A}" type="datetimeFigureOut">
              <a:rPr lang="pt-BR" smtClean="0"/>
              <a:t>30/07/2024</a:t>
            </a:fld>
            <a:endParaRPr lang="pt-BR"/>
          </a:p>
        </p:txBody>
      </p:sp>
      <p:sp>
        <p:nvSpPr>
          <p:cNvPr id="8" name="Espaço Reservado para Rodapé 7">
            <a:extLst>
              <a:ext uri="{FF2B5EF4-FFF2-40B4-BE49-F238E27FC236}">
                <a16:creationId xmlns:a16="http://schemas.microsoft.com/office/drawing/2014/main" id="{E74EA42B-CE6F-D44F-7C0E-8E45CF108CA3}"/>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BC109F83-0AC1-ADD6-79C1-6915D8A62168}"/>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4152656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D7EADE-69DC-A4BE-8ABC-B8F0ABDAEFCC}"/>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E0EB75F6-7ECB-9B73-7A14-9E842103A0AD}"/>
              </a:ext>
            </a:extLst>
          </p:cNvPr>
          <p:cNvSpPr>
            <a:spLocks noGrp="1"/>
          </p:cNvSpPr>
          <p:nvPr>
            <p:ph type="dt" sz="half" idx="10"/>
          </p:nvPr>
        </p:nvSpPr>
        <p:spPr/>
        <p:txBody>
          <a:bodyPr/>
          <a:lstStyle/>
          <a:p>
            <a:fld id="{890BF836-F845-4043-9535-B2C99B84784A}" type="datetimeFigureOut">
              <a:rPr lang="pt-BR" smtClean="0"/>
              <a:t>30/07/2024</a:t>
            </a:fld>
            <a:endParaRPr lang="pt-BR"/>
          </a:p>
        </p:txBody>
      </p:sp>
      <p:sp>
        <p:nvSpPr>
          <p:cNvPr id="4" name="Espaço Reservado para Rodapé 3">
            <a:extLst>
              <a:ext uri="{FF2B5EF4-FFF2-40B4-BE49-F238E27FC236}">
                <a16:creationId xmlns:a16="http://schemas.microsoft.com/office/drawing/2014/main" id="{0159C93C-9BE1-CA16-4006-68F427EB8403}"/>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BAA8D8C6-361D-DF25-5EA1-151D9354BC49}"/>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3973193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58AB69FC-7E0B-24CE-A50C-B3EBEA6D7469}"/>
              </a:ext>
            </a:extLst>
          </p:cNvPr>
          <p:cNvSpPr>
            <a:spLocks noGrp="1"/>
          </p:cNvSpPr>
          <p:nvPr>
            <p:ph type="dt" sz="half" idx="10"/>
          </p:nvPr>
        </p:nvSpPr>
        <p:spPr/>
        <p:txBody>
          <a:bodyPr/>
          <a:lstStyle/>
          <a:p>
            <a:fld id="{890BF836-F845-4043-9535-B2C99B84784A}" type="datetimeFigureOut">
              <a:rPr lang="pt-BR" smtClean="0"/>
              <a:t>30/07/2024</a:t>
            </a:fld>
            <a:endParaRPr lang="pt-BR"/>
          </a:p>
        </p:txBody>
      </p:sp>
      <p:sp>
        <p:nvSpPr>
          <p:cNvPr id="3" name="Espaço Reservado para Rodapé 2">
            <a:extLst>
              <a:ext uri="{FF2B5EF4-FFF2-40B4-BE49-F238E27FC236}">
                <a16:creationId xmlns:a16="http://schemas.microsoft.com/office/drawing/2014/main" id="{9A4C1C2B-09C7-8CD9-09D7-66DED186C476}"/>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3BD539CC-8ED1-8F81-AE47-47C47AF71841}"/>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810600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D521C0-2A7E-29F7-00B6-01CEAECD84DF}"/>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57A2563E-26D4-8C8D-2DF0-6BDA2DAF7B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B41A9A51-D4FF-E276-4879-8BD27D157C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A899D222-D077-A484-543F-099DB23429E2}"/>
              </a:ext>
            </a:extLst>
          </p:cNvPr>
          <p:cNvSpPr>
            <a:spLocks noGrp="1"/>
          </p:cNvSpPr>
          <p:nvPr>
            <p:ph type="dt" sz="half" idx="10"/>
          </p:nvPr>
        </p:nvSpPr>
        <p:spPr/>
        <p:txBody>
          <a:bodyPr/>
          <a:lstStyle/>
          <a:p>
            <a:fld id="{890BF836-F845-4043-9535-B2C99B84784A}" type="datetimeFigureOut">
              <a:rPr lang="pt-BR" smtClean="0"/>
              <a:t>30/07/2024</a:t>
            </a:fld>
            <a:endParaRPr lang="pt-BR"/>
          </a:p>
        </p:txBody>
      </p:sp>
      <p:sp>
        <p:nvSpPr>
          <p:cNvPr id="6" name="Espaço Reservado para Rodapé 5">
            <a:extLst>
              <a:ext uri="{FF2B5EF4-FFF2-40B4-BE49-F238E27FC236}">
                <a16:creationId xmlns:a16="http://schemas.microsoft.com/office/drawing/2014/main" id="{E545DF1F-8FCF-5983-3F83-13592A4305C6}"/>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F0565C37-878D-8EF7-8E42-23F01D3D40C0}"/>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2859715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81A938-755A-838B-BED7-03E1F722411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C7490C92-11E5-2F87-9334-4C8AC205C0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E738B3B2-20CE-03F7-B5D1-C8F6B0E18D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426896E2-7A05-6E82-02F7-1F6CDB1DEBF9}"/>
              </a:ext>
            </a:extLst>
          </p:cNvPr>
          <p:cNvSpPr>
            <a:spLocks noGrp="1"/>
          </p:cNvSpPr>
          <p:nvPr>
            <p:ph type="dt" sz="half" idx="10"/>
          </p:nvPr>
        </p:nvSpPr>
        <p:spPr/>
        <p:txBody>
          <a:bodyPr/>
          <a:lstStyle/>
          <a:p>
            <a:fld id="{890BF836-F845-4043-9535-B2C99B84784A}" type="datetimeFigureOut">
              <a:rPr lang="pt-BR" smtClean="0"/>
              <a:t>30/07/2024</a:t>
            </a:fld>
            <a:endParaRPr lang="pt-BR"/>
          </a:p>
        </p:txBody>
      </p:sp>
      <p:sp>
        <p:nvSpPr>
          <p:cNvPr id="6" name="Espaço Reservado para Rodapé 5">
            <a:extLst>
              <a:ext uri="{FF2B5EF4-FFF2-40B4-BE49-F238E27FC236}">
                <a16:creationId xmlns:a16="http://schemas.microsoft.com/office/drawing/2014/main" id="{90562F6F-1A2C-51A4-BA05-2CC025CAC635}"/>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F4B6572A-FA8F-ED58-8E82-8F975E28FD1E}"/>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3314890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F3FC8F-7924-0160-FAD7-A85324B72A5F}"/>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A6B613E6-30C6-2173-C1C9-BB5B5BA9BED4}"/>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43C70993-D9BB-A83F-33BA-C81C88217113}"/>
              </a:ext>
            </a:extLst>
          </p:cNvPr>
          <p:cNvSpPr>
            <a:spLocks noGrp="1"/>
          </p:cNvSpPr>
          <p:nvPr>
            <p:ph type="dt" sz="half" idx="10"/>
          </p:nvPr>
        </p:nvSpPr>
        <p:spPr/>
        <p:txBody>
          <a:bodyPr/>
          <a:lstStyle/>
          <a:p>
            <a:fld id="{890BF836-F845-4043-9535-B2C99B84784A}" type="datetimeFigureOut">
              <a:rPr lang="pt-BR" smtClean="0"/>
              <a:t>30/07/2024</a:t>
            </a:fld>
            <a:endParaRPr lang="pt-BR"/>
          </a:p>
        </p:txBody>
      </p:sp>
      <p:sp>
        <p:nvSpPr>
          <p:cNvPr id="5" name="Espaço Reservado para Rodapé 4">
            <a:extLst>
              <a:ext uri="{FF2B5EF4-FFF2-40B4-BE49-F238E27FC236}">
                <a16:creationId xmlns:a16="http://schemas.microsoft.com/office/drawing/2014/main" id="{2297F249-1F3F-7BF9-68AC-7015E122760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A207F9B-5D70-9448-E2B3-419F9487EE4D}"/>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2984051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C424580-4294-A97B-6B88-9FDC50061C6B}"/>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45260C74-8C3C-C6E8-91BB-638339E7ECA9}"/>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408035C9-2AE5-0569-30A5-49D153535C9F}"/>
              </a:ext>
            </a:extLst>
          </p:cNvPr>
          <p:cNvSpPr>
            <a:spLocks noGrp="1"/>
          </p:cNvSpPr>
          <p:nvPr>
            <p:ph type="dt" sz="half" idx="10"/>
          </p:nvPr>
        </p:nvSpPr>
        <p:spPr/>
        <p:txBody>
          <a:bodyPr/>
          <a:lstStyle/>
          <a:p>
            <a:fld id="{890BF836-F845-4043-9535-B2C99B84784A}" type="datetimeFigureOut">
              <a:rPr lang="pt-BR" smtClean="0"/>
              <a:t>30/07/2024</a:t>
            </a:fld>
            <a:endParaRPr lang="pt-BR"/>
          </a:p>
        </p:txBody>
      </p:sp>
      <p:sp>
        <p:nvSpPr>
          <p:cNvPr id="5" name="Espaço Reservado para Rodapé 4">
            <a:extLst>
              <a:ext uri="{FF2B5EF4-FFF2-40B4-BE49-F238E27FC236}">
                <a16:creationId xmlns:a16="http://schemas.microsoft.com/office/drawing/2014/main" id="{1C0C641B-B199-23BA-6588-127065C75618}"/>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254DF61E-C021-6B7E-F566-E02ED3B3EFEB}"/>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8851567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DDF8A63F-1A6A-DD6F-7A1B-D1C99182AE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C1B5F54F-E10C-7F3D-F522-1AD25E1C47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A212D7E8-1F4E-21B5-90E3-9A50BFE53E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90BF836-F845-4043-9535-B2C99B84784A}" type="datetimeFigureOut">
              <a:rPr lang="pt-BR" smtClean="0"/>
              <a:t>30/07/2024</a:t>
            </a:fld>
            <a:endParaRPr lang="pt-BR"/>
          </a:p>
        </p:txBody>
      </p:sp>
      <p:sp>
        <p:nvSpPr>
          <p:cNvPr id="5" name="Espaço Reservado para Rodapé 4">
            <a:extLst>
              <a:ext uri="{FF2B5EF4-FFF2-40B4-BE49-F238E27FC236}">
                <a16:creationId xmlns:a16="http://schemas.microsoft.com/office/drawing/2014/main" id="{4E03E8D0-5ECF-5A08-E68C-4DCDD9822E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F97160F5-A781-FEF6-48E3-5D74A863A4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18DEA0E-85EA-456D-AFA7-CB3476B579EB}" type="slidenum">
              <a:rPr lang="pt-BR" smtClean="0"/>
              <a:t>‹nº›</a:t>
            </a:fld>
            <a:endParaRPr lang="pt-BR"/>
          </a:p>
        </p:txBody>
      </p:sp>
    </p:spTree>
    <p:extLst>
      <p:ext uri="{BB962C8B-B14F-4D97-AF65-F5344CB8AC3E}">
        <p14:creationId xmlns:p14="http://schemas.microsoft.com/office/powerpoint/2010/main" val="35893143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dt@ufmg.br"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1.png"/><Relationship Id="rId3" Type="http://schemas.openxmlformats.org/officeDocument/2006/relationships/image" Target="../media/image3.svg"/><Relationship Id="rId7" Type="http://schemas.openxmlformats.org/officeDocument/2006/relationships/image" Target="../media/image8.png"/><Relationship Id="rId12" Type="http://schemas.openxmlformats.org/officeDocument/2006/relationships/image" Target="../media/image91.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86.png"/><Relationship Id="rId5" Type="http://schemas.openxmlformats.org/officeDocument/2006/relationships/image" Target="../media/image6.png"/><Relationship Id="rId10" Type="http://schemas.openxmlformats.org/officeDocument/2006/relationships/image" Target="../media/image10.png"/><Relationship Id="rId4" Type="http://schemas.openxmlformats.org/officeDocument/2006/relationships/image" Target="../media/image5.png"/><Relationship Id="rId9" Type="http://schemas.openxmlformats.org/officeDocument/2006/relationships/image" Target="../media/image610.png"/></Relationships>
</file>

<file path=ppt/slides/_rels/slide5.xml.rels><?xml version="1.0" encoding="UTF-8" standalone="yes"?>
<Relationships xmlns="http://schemas.openxmlformats.org/package/2006/relationships"><Relationship Id="rId8" Type="http://schemas.openxmlformats.org/officeDocument/2006/relationships/image" Target="../media/image151.png"/><Relationship Id="rId3" Type="http://schemas.openxmlformats.org/officeDocument/2006/relationships/image" Target="../media/image3.svg"/><Relationship Id="rId7" Type="http://schemas.openxmlformats.org/officeDocument/2006/relationships/image" Target="../media/image15.png"/><Relationship Id="rId12"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8.png"/><Relationship Id="rId5" Type="http://schemas.openxmlformats.org/officeDocument/2006/relationships/image" Target="../media/image13.png"/><Relationship Id="rId10" Type="http://schemas.openxmlformats.org/officeDocument/2006/relationships/image" Target="../media/image17.png"/><Relationship Id="rId4" Type="http://schemas.openxmlformats.org/officeDocument/2006/relationships/image" Target="../media/image12.pn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121.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3.svg"/><Relationship Id="rId7" Type="http://schemas.openxmlformats.org/officeDocument/2006/relationships/image" Target="../media/image114.png"/><Relationship Id="rId12" Type="http://schemas.openxmlformats.org/officeDocument/2006/relationships/image" Target="../media/image11.png"/><Relationship Id="rId17" Type="http://schemas.openxmlformats.org/officeDocument/2006/relationships/image" Target="../media/image25.png"/><Relationship Id="rId2" Type="http://schemas.openxmlformats.org/officeDocument/2006/relationships/image" Target="../media/image2.png"/><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101.png"/><Relationship Id="rId15" Type="http://schemas.openxmlformats.org/officeDocument/2006/relationships/image" Target="../media/image23.png"/><Relationship Id="rId19" Type="http://schemas.openxmlformats.org/officeDocument/2006/relationships/image" Target="../media/image27.png"/><Relationship Id="rId4" Type="http://schemas.openxmlformats.org/officeDocument/2006/relationships/image" Target="../media/image19.png"/><Relationship Id="rId9" Type="http://schemas.openxmlformats.org/officeDocument/2006/relationships/image" Target="../media/image20.png"/><Relationship Id="rId14" Type="http://schemas.openxmlformats.org/officeDocument/2006/relationships/image" Target="../media/image22.png"/></Relationships>
</file>

<file path=ppt/slides/_rels/slide7.xml.rels><?xml version="1.0" encoding="UTF-8" standalone="yes"?>
<Relationships xmlns="http://schemas.openxmlformats.org/package/2006/relationships"><Relationship Id="rId8" Type="http://schemas.openxmlformats.org/officeDocument/2006/relationships/image" Target="../media/image32.png"/><Relationship Id="rId18" Type="http://schemas.openxmlformats.org/officeDocument/2006/relationships/image" Target="../media/image39.png"/><Relationship Id="rId3" Type="http://schemas.openxmlformats.org/officeDocument/2006/relationships/image" Target="../media/image3.svg"/><Relationship Id="rId7" Type="http://schemas.openxmlformats.org/officeDocument/2006/relationships/image" Target="../media/image31.png"/><Relationship Id="rId17" Type="http://schemas.openxmlformats.org/officeDocument/2006/relationships/image" Target="../media/image37.png"/><Relationship Id="rId2" Type="http://schemas.openxmlformats.org/officeDocument/2006/relationships/image" Target="../media/image2.png"/><Relationship Id="rId16"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15" Type="http://schemas.openxmlformats.org/officeDocument/2006/relationships/image" Target="../media/image35.png"/><Relationship Id="rId10" Type="http://schemas.openxmlformats.org/officeDocument/2006/relationships/image" Target="../media/image34.png"/><Relationship Id="rId4" Type="http://schemas.openxmlformats.org/officeDocument/2006/relationships/image" Target="../media/image282.png"/><Relationship Id="rId9" Type="http://schemas.openxmlformats.org/officeDocument/2006/relationships/image" Target="../media/image33.png"/><Relationship Id="rId14" Type="http://schemas.openxmlformats.org/officeDocument/2006/relationships/image" Target="../media/image38.png"/></Relationships>
</file>

<file path=ppt/slides/_rels/slide8.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3.svg"/><Relationship Id="rId21" Type="http://schemas.openxmlformats.org/officeDocument/2006/relationships/image" Target="../media/image53.png"/><Relationship Id="rId7" Type="http://schemas.openxmlformats.org/officeDocument/2006/relationships/image" Target="../media/image32.png"/><Relationship Id="rId12" Type="http://schemas.openxmlformats.org/officeDocument/2006/relationships/image" Target="../media/image46.png"/><Relationship Id="rId17" Type="http://schemas.openxmlformats.org/officeDocument/2006/relationships/image" Target="../media/image51.png"/><Relationship Id="rId2" Type="http://schemas.openxmlformats.org/officeDocument/2006/relationships/image" Target="../media/image2.png"/><Relationship Id="rId20"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5.png"/><Relationship Id="rId5" Type="http://schemas.openxmlformats.org/officeDocument/2006/relationships/image" Target="../media/image40.png"/><Relationship Id="rId10" Type="http://schemas.openxmlformats.org/officeDocument/2006/relationships/image" Target="../media/image44.png"/><Relationship Id="rId19" Type="http://schemas.openxmlformats.org/officeDocument/2006/relationships/image" Target="../media/image49.png"/><Relationship Id="rId4" Type="http://schemas.openxmlformats.org/officeDocument/2006/relationships/image" Target="../media/image392.png"/><Relationship Id="rId9" Type="http://schemas.openxmlformats.org/officeDocument/2006/relationships/image" Target="../media/image43.png"/><Relationship Id="rId14" Type="http://schemas.openxmlformats.org/officeDocument/2006/relationships/image" Target="../media/image48.png"/></Relationships>
</file>

<file path=ppt/slides/_rels/slide9.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18" Type="http://schemas.openxmlformats.org/officeDocument/2006/relationships/image" Target="../media/image58.png"/><Relationship Id="rId3" Type="http://schemas.openxmlformats.org/officeDocument/2006/relationships/image" Target="../media/image3.svg"/><Relationship Id="rId21" Type="http://schemas.openxmlformats.org/officeDocument/2006/relationships/image" Target="../media/image61.png"/><Relationship Id="rId7" Type="http://schemas.openxmlformats.org/officeDocument/2006/relationships/image" Target="../media/image32.png"/><Relationship Id="rId12" Type="http://schemas.openxmlformats.org/officeDocument/2006/relationships/image" Target="../media/image47.png"/><Relationship Id="rId17" Type="http://schemas.openxmlformats.org/officeDocument/2006/relationships/image" Target="../media/image57.png"/><Relationship Id="rId2" Type="http://schemas.openxmlformats.org/officeDocument/2006/relationships/image" Target="../media/image2.png"/><Relationship Id="rId16" Type="http://schemas.openxmlformats.org/officeDocument/2006/relationships/image" Target="../media/image56.png"/><Relationship Id="rId20"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55.png"/><Relationship Id="rId10" Type="http://schemas.openxmlformats.org/officeDocument/2006/relationships/image" Target="../media/image45.png"/><Relationship Id="rId19" Type="http://schemas.openxmlformats.org/officeDocument/2006/relationships/image" Target="../media/image59.png"/><Relationship Id="rId4" Type="http://schemas.openxmlformats.org/officeDocument/2006/relationships/image" Target="../media/image392.png"/><Relationship Id="rId9" Type="http://schemas.openxmlformats.org/officeDocument/2006/relationships/image" Target="../media/image44.png"/><Relationship Id="rId14" Type="http://schemas.openxmlformats.org/officeDocument/2006/relationships/image" Target="../media/image54.png"/><Relationship Id="rId22" Type="http://schemas.openxmlformats.org/officeDocument/2006/relationships/image" Target="../media/image62.png"/></Relationships>
</file>

<file path=ppt/slides/_rels/slide10.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18" Type="http://schemas.openxmlformats.org/officeDocument/2006/relationships/image" Target="../media/image65.png"/><Relationship Id="rId3" Type="http://schemas.openxmlformats.org/officeDocument/2006/relationships/image" Target="../media/image3.svg"/><Relationship Id="rId7" Type="http://schemas.openxmlformats.org/officeDocument/2006/relationships/image" Target="../media/image32.png"/><Relationship Id="rId12" Type="http://schemas.openxmlformats.org/officeDocument/2006/relationships/image" Target="../media/image47.png"/><Relationship Id="rId17" Type="http://schemas.openxmlformats.org/officeDocument/2006/relationships/image" Target="../media/image64.png"/><Relationship Id="rId2" Type="http://schemas.openxmlformats.org/officeDocument/2006/relationships/image" Target="../media/image2.png"/><Relationship Id="rId16" Type="http://schemas.openxmlformats.org/officeDocument/2006/relationships/image" Target="../media/image63.png"/><Relationship Id="rId20"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0" Type="http://schemas.openxmlformats.org/officeDocument/2006/relationships/image" Target="../media/image45.png"/><Relationship Id="rId19" Type="http://schemas.openxmlformats.org/officeDocument/2006/relationships/image" Target="../media/image66.png"/><Relationship Id="rId4" Type="http://schemas.openxmlformats.org/officeDocument/2006/relationships/image" Target="../media/image392.png"/><Relationship Id="rId9" Type="http://schemas.openxmlformats.org/officeDocument/2006/relationships/image" Target="../media/image44.png"/></Relationships>
</file>

<file path=ppt/slides/_rels/slide11.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18" Type="http://schemas.openxmlformats.org/officeDocument/2006/relationships/image" Target="../media/image69.png"/><Relationship Id="rId3" Type="http://schemas.openxmlformats.org/officeDocument/2006/relationships/image" Target="../media/image3.svg"/><Relationship Id="rId21" Type="http://schemas.openxmlformats.org/officeDocument/2006/relationships/image" Target="../media/image72.png"/><Relationship Id="rId7" Type="http://schemas.openxmlformats.org/officeDocument/2006/relationships/image" Target="../media/image32.png"/><Relationship Id="rId12" Type="http://schemas.openxmlformats.org/officeDocument/2006/relationships/image" Target="../media/image47.png"/><Relationship Id="rId17" Type="http://schemas.openxmlformats.org/officeDocument/2006/relationships/image" Target="../media/image68.png"/><Relationship Id="rId2" Type="http://schemas.openxmlformats.org/officeDocument/2006/relationships/image" Target="../media/image2.png"/><Relationship Id="rId16" Type="http://schemas.openxmlformats.org/officeDocument/2006/relationships/image" Target="../media/image670.png"/><Relationship Id="rId20"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png"/><Relationship Id="rId24" Type="http://schemas.openxmlformats.org/officeDocument/2006/relationships/image" Target="../media/image75.png"/><Relationship Id="rId5" Type="http://schemas.openxmlformats.org/officeDocument/2006/relationships/image" Target="../media/image40.png"/><Relationship Id="rId15" Type="http://schemas.openxmlformats.org/officeDocument/2006/relationships/image" Target="../media/image660.png"/><Relationship Id="rId23" Type="http://schemas.openxmlformats.org/officeDocument/2006/relationships/image" Target="../media/image74.png"/><Relationship Id="rId10" Type="http://schemas.openxmlformats.org/officeDocument/2006/relationships/image" Target="../media/image45.png"/><Relationship Id="rId19" Type="http://schemas.openxmlformats.org/officeDocument/2006/relationships/image" Target="../media/image70.svg"/><Relationship Id="rId4" Type="http://schemas.openxmlformats.org/officeDocument/2006/relationships/image" Target="../media/image392.png"/><Relationship Id="rId9" Type="http://schemas.openxmlformats.org/officeDocument/2006/relationships/image" Target="../media/image44.png"/><Relationship Id="rId14" Type="http://schemas.openxmlformats.org/officeDocument/2006/relationships/image" Target="../media/image650.png"/><Relationship Id="rId22" Type="http://schemas.openxmlformats.org/officeDocument/2006/relationships/image" Target="../media/image73.png"/></Relationships>
</file>

<file path=ppt/slides/_rels/slide12.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3" Type="http://schemas.openxmlformats.org/officeDocument/2006/relationships/image" Target="../media/image3.svg"/><Relationship Id="rId7" Type="http://schemas.openxmlformats.org/officeDocument/2006/relationships/image" Target="../media/image78.png"/><Relationship Id="rId12" Type="http://schemas.openxmlformats.org/officeDocument/2006/relationships/image" Target="../media/image8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7.png"/><Relationship Id="rId11" Type="http://schemas.openxmlformats.org/officeDocument/2006/relationships/image" Target="../media/image82.png"/><Relationship Id="rId5" Type="http://schemas.openxmlformats.org/officeDocument/2006/relationships/image" Target="../media/image76.png"/><Relationship Id="rId10" Type="http://schemas.openxmlformats.org/officeDocument/2006/relationships/image" Target="../media/image81.png"/><Relationship Id="rId4" Type="http://schemas.openxmlformats.org/officeDocument/2006/relationships/image" Target="../media/image750.png"/><Relationship Id="rId9" Type="http://schemas.openxmlformats.org/officeDocument/2006/relationships/image" Target="../media/image80.png"/><Relationship Id="rId14" Type="http://schemas.openxmlformats.org/officeDocument/2006/relationships/image" Target="../media/image85.png"/></Relationships>
</file>

<file path=ppt/slides/_rels/slide13.xml.rels><?xml version="1.0" encoding="UTF-8" standalone="yes"?>
<Relationships xmlns="http://schemas.openxmlformats.org/package/2006/relationships"><Relationship Id="rId8" Type="http://schemas.openxmlformats.org/officeDocument/2006/relationships/image" Target="../media/image92.png"/><Relationship Id="rId13" Type="http://schemas.openxmlformats.org/officeDocument/2006/relationships/image" Target="../media/image97.png"/><Relationship Id="rId18" Type="http://schemas.openxmlformats.org/officeDocument/2006/relationships/image" Target="../media/image103.png"/><Relationship Id="rId3" Type="http://schemas.openxmlformats.org/officeDocument/2006/relationships/image" Target="../media/image3.svg"/><Relationship Id="rId7" Type="http://schemas.openxmlformats.org/officeDocument/2006/relationships/image" Target="../media/image90.png"/><Relationship Id="rId12" Type="http://schemas.openxmlformats.org/officeDocument/2006/relationships/image" Target="../media/image96.png"/><Relationship Id="rId17" Type="http://schemas.openxmlformats.org/officeDocument/2006/relationships/image" Target="../media/image102.png"/><Relationship Id="rId2" Type="http://schemas.openxmlformats.org/officeDocument/2006/relationships/image" Target="../media/image2.png"/><Relationship Id="rId16"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image" Target="../media/image89.png"/><Relationship Id="rId11" Type="http://schemas.openxmlformats.org/officeDocument/2006/relationships/image" Target="../media/image95.png"/><Relationship Id="rId5" Type="http://schemas.openxmlformats.org/officeDocument/2006/relationships/image" Target="../media/image88.png"/><Relationship Id="rId15" Type="http://schemas.openxmlformats.org/officeDocument/2006/relationships/image" Target="../media/image99.png"/><Relationship Id="rId10" Type="http://schemas.openxmlformats.org/officeDocument/2006/relationships/image" Target="../media/image94.png"/><Relationship Id="rId4" Type="http://schemas.openxmlformats.org/officeDocument/2006/relationships/image" Target="../media/image87.png"/><Relationship Id="rId9" Type="http://schemas.openxmlformats.org/officeDocument/2006/relationships/image" Target="../media/image93.png"/><Relationship Id="rId14" Type="http://schemas.openxmlformats.org/officeDocument/2006/relationships/image" Target="../media/image98.png"/></Relationships>
</file>

<file path=ppt/slides/_rels/slide14.xml.rels><?xml version="1.0" encoding="UTF-8" standalone="yes"?>
<Relationships xmlns="http://schemas.openxmlformats.org/package/2006/relationships"><Relationship Id="rId8" Type="http://schemas.openxmlformats.org/officeDocument/2006/relationships/image" Target="../media/image108.png"/><Relationship Id="rId13" Type="http://schemas.openxmlformats.org/officeDocument/2006/relationships/image" Target="../media/image113.png"/><Relationship Id="rId3" Type="http://schemas.openxmlformats.org/officeDocument/2006/relationships/image" Target="../media/image3.svg"/><Relationship Id="rId21" Type="http://schemas.openxmlformats.org/officeDocument/2006/relationships/image" Target="../media/image117.png"/><Relationship Id="rId7" Type="http://schemas.openxmlformats.org/officeDocument/2006/relationships/image" Target="../media/image107.png"/><Relationship Id="rId12" Type="http://schemas.openxmlformats.org/officeDocument/2006/relationships/image" Target="../media/image112.png"/><Relationship Id="rId17" Type="http://schemas.openxmlformats.org/officeDocument/2006/relationships/image" Target="../media/image118.png"/><Relationship Id="rId2" Type="http://schemas.openxmlformats.org/officeDocument/2006/relationships/image" Target="../media/image2.png"/><Relationship Id="rId20" Type="http://schemas.openxmlformats.org/officeDocument/2006/relationships/image" Target="../media/image116.png"/><Relationship Id="rId1" Type="http://schemas.openxmlformats.org/officeDocument/2006/relationships/slideLayout" Target="../slideLayouts/slideLayout2.xml"/><Relationship Id="rId6" Type="http://schemas.openxmlformats.org/officeDocument/2006/relationships/image" Target="../media/image106.png"/><Relationship Id="rId11" Type="http://schemas.openxmlformats.org/officeDocument/2006/relationships/image" Target="../media/image111.png"/><Relationship Id="rId24" Type="http://schemas.openxmlformats.org/officeDocument/2006/relationships/image" Target="../media/image123.png"/><Relationship Id="rId5" Type="http://schemas.openxmlformats.org/officeDocument/2006/relationships/image" Target="../media/image105.png"/><Relationship Id="rId23" Type="http://schemas.openxmlformats.org/officeDocument/2006/relationships/image" Target="../media/image122.png"/><Relationship Id="rId10" Type="http://schemas.openxmlformats.org/officeDocument/2006/relationships/image" Target="../media/image110.png"/><Relationship Id="rId19" Type="http://schemas.openxmlformats.org/officeDocument/2006/relationships/image" Target="../media/image120.png"/><Relationship Id="rId4" Type="http://schemas.openxmlformats.org/officeDocument/2006/relationships/image" Target="../media/image104.png"/><Relationship Id="rId9" Type="http://schemas.openxmlformats.org/officeDocument/2006/relationships/image" Target="../media/image109.png"/><Relationship Id="rId14" Type="http://schemas.openxmlformats.org/officeDocument/2006/relationships/image" Target="../media/image115.png"/><Relationship Id="rId22" Type="http://schemas.openxmlformats.org/officeDocument/2006/relationships/image" Target="../media/image119.png"/></Relationships>
</file>

<file path=ppt/slides/_rels/slide15.xml.rels><?xml version="1.0" encoding="UTF-8" standalone="yes"?>
<Relationships xmlns="http://schemas.openxmlformats.org/package/2006/relationships"><Relationship Id="rId13" Type="http://schemas.openxmlformats.org/officeDocument/2006/relationships/image" Target="../media/image131.png"/><Relationship Id="rId3" Type="http://schemas.openxmlformats.org/officeDocument/2006/relationships/image" Target="../media/image3.svg"/><Relationship Id="rId7" Type="http://schemas.openxmlformats.org/officeDocument/2006/relationships/image" Target="../media/image127.png"/><Relationship Id="rId12" Type="http://schemas.openxmlformats.org/officeDocument/2006/relationships/image" Target="../media/image130.png"/><Relationship Id="rId2" Type="http://schemas.openxmlformats.org/officeDocument/2006/relationships/image" Target="../media/image2.png"/><Relationship Id="rId16" Type="http://schemas.openxmlformats.org/officeDocument/2006/relationships/image" Target="../media/image133.png"/><Relationship Id="rId1" Type="http://schemas.openxmlformats.org/officeDocument/2006/relationships/slideLayout" Target="../slideLayouts/slideLayout2.xml"/><Relationship Id="rId6" Type="http://schemas.openxmlformats.org/officeDocument/2006/relationships/image" Target="../media/image126.png"/><Relationship Id="rId11" Type="http://schemas.openxmlformats.org/officeDocument/2006/relationships/image" Target="../media/image129.png"/><Relationship Id="rId5" Type="http://schemas.openxmlformats.org/officeDocument/2006/relationships/image" Target="../media/image125.png"/><Relationship Id="rId15" Type="http://schemas.openxmlformats.org/officeDocument/2006/relationships/image" Target="../media/image132.png"/><Relationship Id="rId10" Type="http://schemas.openxmlformats.org/officeDocument/2006/relationships/image" Target="../media/image89.png"/><Relationship Id="rId4" Type="http://schemas.openxmlformats.org/officeDocument/2006/relationships/image" Target="../media/image124.png"/><Relationship Id="rId9" Type="http://schemas.openxmlformats.org/officeDocument/2006/relationships/image" Target="../media/image128.png"/><Relationship Id="rId14" Type="http://schemas.openxmlformats.org/officeDocument/2006/relationships/image" Target="../media/image97.png"/></Relationships>
</file>

<file path=ppt/slides/_rels/slide16.xml.rels><?xml version="1.0" encoding="UTF-8" standalone="yes"?>
<Relationships xmlns="http://schemas.openxmlformats.org/package/2006/relationships"><Relationship Id="rId8" Type="http://schemas.openxmlformats.org/officeDocument/2006/relationships/image" Target="../media/image138.png"/><Relationship Id="rId3" Type="http://schemas.openxmlformats.org/officeDocument/2006/relationships/image" Target="../media/image3.svg"/><Relationship Id="rId7" Type="http://schemas.openxmlformats.org/officeDocument/2006/relationships/image" Target="../media/image13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36.png"/><Relationship Id="rId11" Type="http://schemas.openxmlformats.org/officeDocument/2006/relationships/image" Target="../media/image141.png"/><Relationship Id="rId5" Type="http://schemas.openxmlformats.org/officeDocument/2006/relationships/image" Target="../media/image135.png"/><Relationship Id="rId10" Type="http://schemas.openxmlformats.org/officeDocument/2006/relationships/image" Target="../media/image140.png"/><Relationship Id="rId4" Type="http://schemas.openxmlformats.org/officeDocument/2006/relationships/image" Target="../media/image134.png"/><Relationship Id="rId9" Type="http://schemas.openxmlformats.org/officeDocument/2006/relationships/image" Target="../media/image139.png"/></Relationships>
</file>

<file path=ppt/slides/_rels/slide17.xml.rels><?xml version="1.0" encoding="UTF-8" standalone="yes"?>
<Relationships xmlns="http://schemas.openxmlformats.org/package/2006/relationships"><Relationship Id="rId8" Type="http://schemas.openxmlformats.org/officeDocument/2006/relationships/image" Target="../media/image144.png"/><Relationship Id="rId3" Type="http://schemas.openxmlformats.org/officeDocument/2006/relationships/image" Target="../media/image3.svg"/><Relationship Id="rId7" Type="http://schemas.openxmlformats.org/officeDocument/2006/relationships/image" Target="../media/image14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42.png"/><Relationship Id="rId4" Type="http://schemas.openxmlformats.org/officeDocument/2006/relationships/image" Target="../media/image1401.png"/><Relationship Id="rId9" Type="http://schemas.openxmlformats.org/officeDocument/2006/relationships/image" Target="../media/image145.png"/></Relationships>
</file>

<file path=ppt/slides/_rels/slide18.xml.rels><?xml version="1.0" encoding="UTF-8" standalone="yes"?>
<Relationships xmlns="http://schemas.openxmlformats.org/package/2006/relationships"><Relationship Id="rId8" Type="http://schemas.openxmlformats.org/officeDocument/2006/relationships/image" Target="../media/image149.png"/><Relationship Id="rId3" Type="http://schemas.openxmlformats.org/officeDocument/2006/relationships/image" Target="../media/image3.svg"/><Relationship Id="rId7" Type="http://schemas.openxmlformats.org/officeDocument/2006/relationships/image" Target="../media/image148.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47.png"/><Relationship Id="rId5" Type="http://schemas.openxmlformats.org/officeDocument/2006/relationships/image" Target="../media/image146.png"/><Relationship Id="rId4" Type="http://schemas.openxmlformats.org/officeDocument/2006/relationships/image" Target="../media/image1450.png"/><Relationship Id="rId9" Type="http://schemas.openxmlformats.org/officeDocument/2006/relationships/image" Target="../media/image150.png"/></Relationships>
</file>

<file path=ppt/slides/_rels/slide19.xml.rels><?xml version="1.0" encoding="UTF-8" standalone="yes"?>
<Relationships xmlns="http://schemas.openxmlformats.org/package/2006/relationships"><Relationship Id="rId13" Type="http://schemas.openxmlformats.org/officeDocument/2006/relationships/image" Target="../media/image159.png"/><Relationship Id="rId3" Type="http://schemas.openxmlformats.org/officeDocument/2006/relationships/image" Target="../media/image3.svg"/><Relationship Id="rId12" Type="http://schemas.openxmlformats.org/officeDocument/2006/relationships/image" Target="../media/image156.png"/><Relationship Id="rId17" Type="http://schemas.openxmlformats.org/officeDocument/2006/relationships/image" Target="../media/image162.png"/><Relationship Id="rId2" Type="http://schemas.openxmlformats.org/officeDocument/2006/relationships/image" Target="../media/image2.png"/><Relationship Id="rId16" Type="http://schemas.openxmlformats.org/officeDocument/2006/relationships/image" Target="../media/image161.png"/><Relationship Id="rId1" Type="http://schemas.openxmlformats.org/officeDocument/2006/relationships/slideLayout" Target="../slideLayouts/slideLayout2.xml"/><Relationship Id="rId6" Type="http://schemas.openxmlformats.org/officeDocument/2006/relationships/image" Target="../media/image154.png"/><Relationship Id="rId11" Type="http://schemas.openxmlformats.org/officeDocument/2006/relationships/image" Target="../media/image155.png"/><Relationship Id="rId15" Type="http://schemas.openxmlformats.org/officeDocument/2006/relationships/image" Target="../media/image158.png"/><Relationship Id="rId10" Type="http://schemas.openxmlformats.org/officeDocument/2006/relationships/image" Target="../media/image153.png"/><Relationship Id="rId4" Type="http://schemas.openxmlformats.org/officeDocument/2006/relationships/image" Target="../media/image152.png"/><Relationship Id="rId9" Type="http://schemas.openxmlformats.org/officeDocument/2006/relationships/image" Target="../media/image157.png"/><Relationship Id="rId14" Type="http://schemas.openxmlformats.org/officeDocument/2006/relationships/image" Target="../media/image160.png"/></Relationships>
</file>

<file path=ppt/slides/_rels/slide20.xml.rels><?xml version="1.0" encoding="UTF-8" standalone="yes"?>
<Relationships xmlns="http://schemas.openxmlformats.org/package/2006/relationships"><Relationship Id="rId8" Type="http://schemas.openxmlformats.org/officeDocument/2006/relationships/image" Target="../media/image167.png"/><Relationship Id="rId13" Type="http://schemas.openxmlformats.org/officeDocument/2006/relationships/image" Target="../media/image172.png"/><Relationship Id="rId3" Type="http://schemas.openxmlformats.org/officeDocument/2006/relationships/image" Target="../media/image3.svg"/><Relationship Id="rId7" Type="http://schemas.openxmlformats.org/officeDocument/2006/relationships/image" Target="../media/image166.png"/><Relationship Id="rId12" Type="http://schemas.openxmlformats.org/officeDocument/2006/relationships/image" Target="../media/image171.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65.png"/><Relationship Id="rId11" Type="http://schemas.openxmlformats.org/officeDocument/2006/relationships/image" Target="../media/image170.png"/><Relationship Id="rId5" Type="http://schemas.openxmlformats.org/officeDocument/2006/relationships/image" Target="../media/image164.png"/><Relationship Id="rId10" Type="http://schemas.openxmlformats.org/officeDocument/2006/relationships/image" Target="../media/image169.png"/><Relationship Id="rId4" Type="http://schemas.openxmlformats.org/officeDocument/2006/relationships/image" Target="../media/image163.png"/><Relationship Id="rId9" Type="http://schemas.openxmlformats.org/officeDocument/2006/relationships/image" Target="../media/image168.png"/><Relationship Id="rId14" Type="http://schemas.openxmlformats.org/officeDocument/2006/relationships/image" Target="../media/image162.png"/></Relationships>
</file>

<file path=ppt/slides/_rels/slide21.xml.rels><?xml version="1.0" encoding="UTF-8" standalone="yes"?>
<Relationships xmlns="http://schemas.openxmlformats.org/package/2006/relationships"><Relationship Id="rId8" Type="http://schemas.openxmlformats.org/officeDocument/2006/relationships/image" Target="../media/image177.png"/><Relationship Id="rId3" Type="http://schemas.openxmlformats.org/officeDocument/2006/relationships/image" Target="../media/image3.svg"/><Relationship Id="rId7" Type="http://schemas.openxmlformats.org/officeDocument/2006/relationships/image" Target="../media/image176.png"/><Relationship Id="rId12" Type="http://schemas.openxmlformats.org/officeDocument/2006/relationships/image" Target="../media/image181.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75.png"/><Relationship Id="rId11" Type="http://schemas.openxmlformats.org/officeDocument/2006/relationships/image" Target="../media/image180.png"/><Relationship Id="rId5" Type="http://schemas.openxmlformats.org/officeDocument/2006/relationships/image" Target="../media/image174.png"/><Relationship Id="rId10" Type="http://schemas.openxmlformats.org/officeDocument/2006/relationships/image" Target="../media/image179.png"/><Relationship Id="rId4" Type="http://schemas.openxmlformats.org/officeDocument/2006/relationships/image" Target="../media/image173.png"/><Relationship Id="rId9" Type="http://schemas.openxmlformats.org/officeDocument/2006/relationships/image" Target="../media/image178.png"/></Relationships>
</file>

<file path=ppt/slides/_rels/slide22.xml.rels><?xml version="1.0" encoding="UTF-8" standalone="yes"?>
<Relationships xmlns="http://schemas.openxmlformats.org/package/2006/relationships"><Relationship Id="rId8" Type="http://schemas.openxmlformats.org/officeDocument/2006/relationships/image" Target="../media/image183.png"/><Relationship Id="rId13" Type="http://schemas.openxmlformats.org/officeDocument/2006/relationships/image" Target="../media/image188.png"/><Relationship Id="rId18" Type="http://schemas.openxmlformats.org/officeDocument/2006/relationships/image" Target="../media/image192.png"/><Relationship Id="rId3" Type="http://schemas.openxmlformats.org/officeDocument/2006/relationships/image" Target="../media/image3.svg"/><Relationship Id="rId7" Type="http://schemas.openxmlformats.org/officeDocument/2006/relationships/image" Target="../media/image1810.png"/><Relationship Id="rId12" Type="http://schemas.openxmlformats.org/officeDocument/2006/relationships/image" Target="../media/image187.png"/><Relationship Id="rId17" Type="http://schemas.openxmlformats.org/officeDocument/2006/relationships/image" Target="../media/image191.png"/><Relationship Id="rId2" Type="http://schemas.openxmlformats.org/officeDocument/2006/relationships/image" Target="../media/image2.png"/><Relationship Id="rId16" Type="http://schemas.openxmlformats.org/officeDocument/2006/relationships/image" Target="../media/image190.png"/><Relationship Id="rId1" Type="http://schemas.openxmlformats.org/officeDocument/2006/relationships/slideLayout" Target="../slideLayouts/slideLayout2.xml"/><Relationship Id="rId11" Type="http://schemas.openxmlformats.org/officeDocument/2006/relationships/image" Target="../media/image186.png"/><Relationship Id="rId5" Type="http://schemas.openxmlformats.org/officeDocument/2006/relationships/image" Target="../media/image182.png"/><Relationship Id="rId15" Type="http://schemas.openxmlformats.org/officeDocument/2006/relationships/image" Target="../media/image1890.png"/><Relationship Id="rId10" Type="http://schemas.openxmlformats.org/officeDocument/2006/relationships/image" Target="../media/image185.png"/><Relationship Id="rId19" Type="http://schemas.openxmlformats.org/officeDocument/2006/relationships/image" Target="../media/image193.png"/><Relationship Id="rId4" Type="http://schemas.openxmlformats.org/officeDocument/2006/relationships/image" Target="../media/image1780.png"/><Relationship Id="rId9" Type="http://schemas.openxmlformats.org/officeDocument/2006/relationships/image" Target="../media/image184.png"/><Relationship Id="rId14" Type="http://schemas.openxmlformats.org/officeDocument/2006/relationships/image" Target="../media/image189.png"/></Relationships>
</file>

<file path=ppt/slides/_rels/slide23.xml.rels><?xml version="1.0" encoding="UTF-8" standalone="yes"?>
<Relationships xmlns="http://schemas.openxmlformats.org/package/2006/relationships"><Relationship Id="rId8" Type="http://schemas.openxmlformats.org/officeDocument/2006/relationships/image" Target="../media/image195.png"/><Relationship Id="rId13" Type="http://schemas.openxmlformats.org/officeDocument/2006/relationships/image" Target="../media/image202.png"/><Relationship Id="rId3" Type="http://schemas.openxmlformats.org/officeDocument/2006/relationships/image" Target="../media/image3.svg"/><Relationship Id="rId7" Type="http://schemas.openxmlformats.org/officeDocument/2006/relationships/image" Target="../media/image197.png"/><Relationship Id="rId12" Type="http://schemas.openxmlformats.org/officeDocument/2006/relationships/image" Target="../media/image201.png"/><Relationship Id="rId17" Type="http://schemas.openxmlformats.org/officeDocument/2006/relationships/image" Target="../media/image206.png"/><Relationship Id="rId2" Type="http://schemas.openxmlformats.org/officeDocument/2006/relationships/image" Target="../media/image2.png"/><Relationship Id="rId16" Type="http://schemas.openxmlformats.org/officeDocument/2006/relationships/image" Target="../media/image205.png"/><Relationship Id="rId1" Type="http://schemas.openxmlformats.org/officeDocument/2006/relationships/slideLayout" Target="../slideLayouts/slideLayout2.xml"/><Relationship Id="rId6" Type="http://schemas.openxmlformats.org/officeDocument/2006/relationships/image" Target="../media/image196.png"/><Relationship Id="rId11" Type="http://schemas.openxmlformats.org/officeDocument/2006/relationships/image" Target="../media/image200.png"/><Relationship Id="rId15" Type="http://schemas.openxmlformats.org/officeDocument/2006/relationships/image" Target="../media/image204.png"/><Relationship Id="rId10" Type="http://schemas.openxmlformats.org/officeDocument/2006/relationships/image" Target="../media/image198.png"/><Relationship Id="rId4" Type="http://schemas.openxmlformats.org/officeDocument/2006/relationships/image" Target="../media/image194.png"/><Relationship Id="rId9" Type="http://schemas.openxmlformats.org/officeDocument/2006/relationships/image" Target="../media/image199.png"/><Relationship Id="rId14" Type="http://schemas.openxmlformats.org/officeDocument/2006/relationships/image" Target="../media/image203.png"/></Relationships>
</file>

<file path=ppt/slides/_rels/slide24.xml.rels><?xml version="1.0" encoding="UTF-8" standalone="yes"?>
<Relationships xmlns="http://schemas.openxmlformats.org/package/2006/relationships"><Relationship Id="rId8" Type="http://schemas.openxmlformats.org/officeDocument/2006/relationships/image" Target="../media/image211.png"/><Relationship Id="rId3" Type="http://schemas.openxmlformats.org/officeDocument/2006/relationships/image" Target="../media/image3.svg"/><Relationship Id="rId7" Type="http://schemas.openxmlformats.org/officeDocument/2006/relationships/image" Target="../media/image210.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09.png"/><Relationship Id="rId5" Type="http://schemas.openxmlformats.org/officeDocument/2006/relationships/image" Target="../media/image208.png"/><Relationship Id="rId10" Type="http://schemas.openxmlformats.org/officeDocument/2006/relationships/image" Target="../media/image213.png"/><Relationship Id="rId4" Type="http://schemas.openxmlformats.org/officeDocument/2006/relationships/image" Target="../media/image207.png"/><Relationship Id="rId9" Type="http://schemas.openxmlformats.org/officeDocument/2006/relationships/image" Target="../media/image212.png"/></Relationships>
</file>

<file path=ppt/slides/_rels/slide25.xml.rels><?xml version="1.0" encoding="UTF-8" standalone="yes"?>
<Relationships xmlns="http://schemas.openxmlformats.org/package/2006/relationships"><Relationship Id="rId8" Type="http://schemas.openxmlformats.org/officeDocument/2006/relationships/image" Target="../media/image218.png"/><Relationship Id="rId13" Type="http://schemas.openxmlformats.org/officeDocument/2006/relationships/image" Target="../media/image222.png"/><Relationship Id="rId18" Type="http://schemas.openxmlformats.org/officeDocument/2006/relationships/image" Target="../media/image227.png"/><Relationship Id="rId3" Type="http://schemas.openxmlformats.org/officeDocument/2006/relationships/image" Target="../media/image3.svg"/><Relationship Id="rId7" Type="http://schemas.openxmlformats.org/officeDocument/2006/relationships/image" Target="../media/image217.png"/><Relationship Id="rId12" Type="http://schemas.openxmlformats.org/officeDocument/2006/relationships/image" Target="../media/image221.png"/><Relationship Id="rId17" Type="http://schemas.openxmlformats.org/officeDocument/2006/relationships/image" Target="../media/image226.png"/><Relationship Id="rId2" Type="http://schemas.openxmlformats.org/officeDocument/2006/relationships/image" Target="../media/image2.png"/><Relationship Id="rId16" Type="http://schemas.openxmlformats.org/officeDocument/2006/relationships/image" Target="../media/image225.png"/><Relationship Id="rId1" Type="http://schemas.openxmlformats.org/officeDocument/2006/relationships/slideLayout" Target="../slideLayouts/slideLayout2.xml"/><Relationship Id="rId6" Type="http://schemas.openxmlformats.org/officeDocument/2006/relationships/image" Target="../media/image216.png"/><Relationship Id="rId11" Type="http://schemas.openxmlformats.org/officeDocument/2006/relationships/image" Target="../media/image2200.png"/><Relationship Id="rId5" Type="http://schemas.openxmlformats.org/officeDocument/2006/relationships/image" Target="../media/image215.png"/><Relationship Id="rId15" Type="http://schemas.openxmlformats.org/officeDocument/2006/relationships/image" Target="../media/image223.png"/><Relationship Id="rId10" Type="http://schemas.openxmlformats.org/officeDocument/2006/relationships/image" Target="../media/image220.png"/><Relationship Id="rId4" Type="http://schemas.openxmlformats.org/officeDocument/2006/relationships/image" Target="../media/image214.png"/><Relationship Id="rId9" Type="http://schemas.openxmlformats.org/officeDocument/2006/relationships/image" Target="../media/image219.png"/></Relationships>
</file>

<file path=ppt/slides/_rels/slide26.xml.rels><?xml version="1.0" encoding="UTF-8" standalone="yes"?>
<Relationships xmlns="http://schemas.openxmlformats.org/package/2006/relationships"><Relationship Id="rId8" Type="http://schemas.openxmlformats.org/officeDocument/2006/relationships/image" Target="../media/image99.png"/><Relationship Id="rId13" Type="http://schemas.openxmlformats.org/officeDocument/2006/relationships/image" Target="../media/image234.png"/><Relationship Id="rId3" Type="http://schemas.openxmlformats.org/officeDocument/2006/relationships/image" Target="../media/image3.svg"/><Relationship Id="rId7" Type="http://schemas.openxmlformats.org/officeDocument/2006/relationships/image" Target="../media/image98.png"/><Relationship Id="rId12" Type="http://schemas.openxmlformats.org/officeDocument/2006/relationships/image" Target="../media/image233.png"/><Relationship Id="rId2" Type="http://schemas.openxmlformats.org/officeDocument/2006/relationships/image" Target="../media/image2.png"/><Relationship Id="rId16" Type="http://schemas.openxmlformats.org/officeDocument/2006/relationships/image" Target="../media/image237.png"/><Relationship Id="rId1" Type="http://schemas.openxmlformats.org/officeDocument/2006/relationships/slideLayout" Target="../slideLayouts/slideLayout2.xml"/><Relationship Id="rId6" Type="http://schemas.openxmlformats.org/officeDocument/2006/relationships/image" Target="../media/image230.png"/><Relationship Id="rId11" Type="http://schemas.openxmlformats.org/officeDocument/2006/relationships/image" Target="../media/image232.png"/><Relationship Id="rId5" Type="http://schemas.openxmlformats.org/officeDocument/2006/relationships/image" Target="../media/image229.png"/><Relationship Id="rId15" Type="http://schemas.openxmlformats.org/officeDocument/2006/relationships/image" Target="../media/image236.png"/><Relationship Id="rId10" Type="http://schemas.openxmlformats.org/officeDocument/2006/relationships/image" Target="../media/image231.png"/><Relationship Id="rId4" Type="http://schemas.openxmlformats.org/officeDocument/2006/relationships/image" Target="../media/image228.png"/><Relationship Id="rId9" Type="http://schemas.openxmlformats.org/officeDocument/2006/relationships/image" Target="../media/image100.png"/><Relationship Id="rId14" Type="http://schemas.openxmlformats.org/officeDocument/2006/relationships/image" Target="../media/image235.png"/></Relationships>
</file>

<file path=ppt/slides/_rels/slide27.xml.rels><?xml version="1.0" encoding="UTF-8" standalone="yes"?>
<Relationships xmlns="http://schemas.openxmlformats.org/package/2006/relationships"><Relationship Id="rId13" Type="http://schemas.openxmlformats.org/officeDocument/2006/relationships/image" Target="../media/image239.png"/><Relationship Id="rId18" Type="http://schemas.openxmlformats.org/officeDocument/2006/relationships/image" Target="../media/image244.png"/><Relationship Id="rId26" Type="http://schemas.openxmlformats.org/officeDocument/2006/relationships/image" Target="../media/image252.png"/><Relationship Id="rId3" Type="http://schemas.openxmlformats.org/officeDocument/2006/relationships/image" Target="../media/image3.svg"/><Relationship Id="rId21" Type="http://schemas.openxmlformats.org/officeDocument/2006/relationships/image" Target="../media/image247.png"/><Relationship Id="rId12" Type="http://schemas.openxmlformats.org/officeDocument/2006/relationships/image" Target="../media/image2340.png"/><Relationship Id="rId17" Type="http://schemas.openxmlformats.org/officeDocument/2006/relationships/image" Target="../media/image243.png"/><Relationship Id="rId25" Type="http://schemas.openxmlformats.org/officeDocument/2006/relationships/image" Target="../media/image251.png"/><Relationship Id="rId2" Type="http://schemas.openxmlformats.org/officeDocument/2006/relationships/image" Target="../media/image2.png"/><Relationship Id="rId16" Type="http://schemas.openxmlformats.org/officeDocument/2006/relationships/image" Target="../media/image242.png"/><Relationship Id="rId20" Type="http://schemas.openxmlformats.org/officeDocument/2006/relationships/image" Target="../media/image246.png"/><Relationship Id="rId29" Type="http://schemas.openxmlformats.org/officeDocument/2006/relationships/image" Target="../media/image255.png"/><Relationship Id="rId1" Type="http://schemas.openxmlformats.org/officeDocument/2006/relationships/slideLayout" Target="../slideLayouts/slideLayout2.xml"/><Relationship Id="rId11" Type="http://schemas.openxmlformats.org/officeDocument/2006/relationships/image" Target="../media/image2330.png"/><Relationship Id="rId24" Type="http://schemas.openxmlformats.org/officeDocument/2006/relationships/image" Target="../media/image250.png"/><Relationship Id="rId32" Type="http://schemas.openxmlformats.org/officeDocument/2006/relationships/image" Target="../media/image258.png"/><Relationship Id="rId15" Type="http://schemas.openxmlformats.org/officeDocument/2006/relationships/image" Target="../media/image241.png"/><Relationship Id="rId23" Type="http://schemas.openxmlformats.org/officeDocument/2006/relationships/image" Target="../media/image249.png"/><Relationship Id="rId28" Type="http://schemas.openxmlformats.org/officeDocument/2006/relationships/image" Target="../media/image254.png"/><Relationship Id="rId19" Type="http://schemas.openxmlformats.org/officeDocument/2006/relationships/image" Target="../media/image245.png"/><Relationship Id="rId31" Type="http://schemas.openxmlformats.org/officeDocument/2006/relationships/image" Target="../media/image257.png"/><Relationship Id="rId4" Type="http://schemas.openxmlformats.org/officeDocument/2006/relationships/image" Target="../media/image238.png"/><Relationship Id="rId14" Type="http://schemas.openxmlformats.org/officeDocument/2006/relationships/image" Target="../media/image240.png"/><Relationship Id="rId22" Type="http://schemas.openxmlformats.org/officeDocument/2006/relationships/image" Target="../media/image248.png"/><Relationship Id="rId27" Type="http://schemas.openxmlformats.org/officeDocument/2006/relationships/image" Target="../media/image253.png"/><Relationship Id="rId30" Type="http://schemas.openxmlformats.org/officeDocument/2006/relationships/image" Target="../media/image256.png"/></Relationships>
</file>

<file path=ppt/slides/_rels/slide28.xml.rels><?xml version="1.0" encoding="UTF-8" standalone="yes"?>
<Relationships xmlns="http://schemas.openxmlformats.org/package/2006/relationships"><Relationship Id="rId8" Type="http://schemas.openxmlformats.org/officeDocument/2006/relationships/image" Target="../media/image263.png"/><Relationship Id="rId13" Type="http://schemas.openxmlformats.org/officeDocument/2006/relationships/image" Target="../media/image268.png"/><Relationship Id="rId3" Type="http://schemas.openxmlformats.org/officeDocument/2006/relationships/image" Target="../media/image3.svg"/><Relationship Id="rId7" Type="http://schemas.openxmlformats.org/officeDocument/2006/relationships/image" Target="../media/image262.png"/><Relationship Id="rId12" Type="http://schemas.openxmlformats.org/officeDocument/2006/relationships/image" Target="../media/image267.png"/><Relationship Id="rId2" Type="http://schemas.openxmlformats.org/officeDocument/2006/relationships/image" Target="../media/image2.png"/><Relationship Id="rId16" Type="http://schemas.openxmlformats.org/officeDocument/2006/relationships/image" Target="../media/image271.png"/><Relationship Id="rId1" Type="http://schemas.openxmlformats.org/officeDocument/2006/relationships/slideLayout" Target="../slideLayouts/slideLayout2.xml"/><Relationship Id="rId6" Type="http://schemas.openxmlformats.org/officeDocument/2006/relationships/image" Target="../media/image261.png"/><Relationship Id="rId11" Type="http://schemas.openxmlformats.org/officeDocument/2006/relationships/image" Target="../media/image266.png"/><Relationship Id="rId5" Type="http://schemas.openxmlformats.org/officeDocument/2006/relationships/image" Target="../media/image260.png"/><Relationship Id="rId15" Type="http://schemas.openxmlformats.org/officeDocument/2006/relationships/image" Target="../media/image270.png"/><Relationship Id="rId10" Type="http://schemas.openxmlformats.org/officeDocument/2006/relationships/image" Target="../media/image265.png"/><Relationship Id="rId4" Type="http://schemas.openxmlformats.org/officeDocument/2006/relationships/image" Target="../media/image259.png"/><Relationship Id="rId9" Type="http://schemas.openxmlformats.org/officeDocument/2006/relationships/image" Target="../media/image264.png"/><Relationship Id="rId14" Type="http://schemas.openxmlformats.org/officeDocument/2006/relationships/image" Target="../media/image269.png"/></Relationships>
</file>

<file path=ppt/slides/_rels/slide29.xml.rels><?xml version="1.0" encoding="UTF-8" standalone="yes"?>
<Relationships xmlns="http://schemas.openxmlformats.org/package/2006/relationships"><Relationship Id="rId8" Type="http://schemas.openxmlformats.org/officeDocument/2006/relationships/image" Target="../media/image263.png"/><Relationship Id="rId13" Type="http://schemas.openxmlformats.org/officeDocument/2006/relationships/image" Target="../media/image273.png"/><Relationship Id="rId18" Type="http://schemas.openxmlformats.org/officeDocument/2006/relationships/image" Target="../media/image278.png"/><Relationship Id="rId3" Type="http://schemas.openxmlformats.org/officeDocument/2006/relationships/image" Target="../media/image3.svg"/><Relationship Id="rId7" Type="http://schemas.openxmlformats.org/officeDocument/2006/relationships/image" Target="../media/image262.png"/><Relationship Id="rId12" Type="http://schemas.openxmlformats.org/officeDocument/2006/relationships/image" Target="../media/image272.png"/><Relationship Id="rId17" Type="http://schemas.openxmlformats.org/officeDocument/2006/relationships/image" Target="../media/image277.png"/><Relationship Id="rId2" Type="http://schemas.openxmlformats.org/officeDocument/2006/relationships/image" Target="../media/image2.png"/><Relationship Id="rId16" Type="http://schemas.openxmlformats.org/officeDocument/2006/relationships/image" Target="../media/image276.png"/><Relationship Id="rId1" Type="http://schemas.openxmlformats.org/officeDocument/2006/relationships/slideLayout" Target="../slideLayouts/slideLayout2.xml"/><Relationship Id="rId6" Type="http://schemas.openxmlformats.org/officeDocument/2006/relationships/image" Target="../media/image261.png"/><Relationship Id="rId11" Type="http://schemas.openxmlformats.org/officeDocument/2006/relationships/image" Target="../media/image266.png"/><Relationship Id="rId5" Type="http://schemas.openxmlformats.org/officeDocument/2006/relationships/image" Target="../media/image260.png"/><Relationship Id="rId15" Type="http://schemas.openxmlformats.org/officeDocument/2006/relationships/image" Target="../media/image275.png"/><Relationship Id="rId10" Type="http://schemas.openxmlformats.org/officeDocument/2006/relationships/image" Target="../media/image265.png"/><Relationship Id="rId4" Type="http://schemas.openxmlformats.org/officeDocument/2006/relationships/image" Target="../media/image259.png"/><Relationship Id="rId9" Type="http://schemas.openxmlformats.org/officeDocument/2006/relationships/image" Target="../media/image264.png"/><Relationship Id="rId14" Type="http://schemas.openxmlformats.org/officeDocument/2006/relationships/image" Target="../media/image274.png"/></Relationships>
</file>

<file path=ppt/slides/_rels/slide30.xml.rels><?xml version="1.0" encoding="UTF-8" standalone="yes"?>
<Relationships xmlns="http://schemas.openxmlformats.org/package/2006/relationships"><Relationship Id="rId8" Type="http://schemas.openxmlformats.org/officeDocument/2006/relationships/image" Target="../media/image263.png"/><Relationship Id="rId13" Type="http://schemas.openxmlformats.org/officeDocument/2006/relationships/image" Target="../media/image280.png"/><Relationship Id="rId18" Type="http://schemas.openxmlformats.org/officeDocument/2006/relationships/image" Target="../media/image286.png"/><Relationship Id="rId3" Type="http://schemas.openxmlformats.org/officeDocument/2006/relationships/image" Target="../media/image3.svg"/><Relationship Id="rId21" Type="http://schemas.openxmlformats.org/officeDocument/2006/relationships/image" Target="../media/image289.png"/><Relationship Id="rId7" Type="http://schemas.openxmlformats.org/officeDocument/2006/relationships/image" Target="../media/image262.png"/><Relationship Id="rId12" Type="http://schemas.openxmlformats.org/officeDocument/2006/relationships/image" Target="../media/image279.png"/><Relationship Id="rId17" Type="http://schemas.openxmlformats.org/officeDocument/2006/relationships/image" Target="../media/image285.png"/><Relationship Id="rId2" Type="http://schemas.openxmlformats.org/officeDocument/2006/relationships/image" Target="../media/image2.png"/><Relationship Id="rId16" Type="http://schemas.openxmlformats.org/officeDocument/2006/relationships/image" Target="../media/image284.png"/><Relationship Id="rId20" Type="http://schemas.openxmlformats.org/officeDocument/2006/relationships/image" Target="../media/image288.png"/><Relationship Id="rId1" Type="http://schemas.openxmlformats.org/officeDocument/2006/relationships/slideLayout" Target="../slideLayouts/slideLayout2.xml"/><Relationship Id="rId6" Type="http://schemas.openxmlformats.org/officeDocument/2006/relationships/image" Target="../media/image261.png"/><Relationship Id="rId11" Type="http://schemas.openxmlformats.org/officeDocument/2006/relationships/image" Target="../media/image266.png"/><Relationship Id="rId5" Type="http://schemas.openxmlformats.org/officeDocument/2006/relationships/image" Target="../media/image260.png"/><Relationship Id="rId15" Type="http://schemas.openxmlformats.org/officeDocument/2006/relationships/image" Target="../media/image283.png"/><Relationship Id="rId10" Type="http://schemas.openxmlformats.org/officeDocument/2006/relationships/image" Target="../media/image265.png"/><Relationship Id="rId19" Type="http://schemas.openxmlformats.org/officeDocument/2006/relationships/image" Target="../media/image287.png"/><Relationship Id="rId4" Type="http://schemas.openxmlformats.org/officeDocument/2006/relationships/image" Target="../media/image259.png"/><Relationship Id="rId9" Type="http://schemas.openxmlformats.org/officeDocument/2006/relationships/image" Target="../media/image264.png"/><Relationship Id="rId14" Type="http://schemas.openxmlformats.org/officeDocument/2006/relationships/image" Target="../media/image281.png"/></Relationships>
</file>

<file path=ppt/slides/_rels/slide31.xml.rels><?xml version="1.0" encoding="UTF-8" standalone="yes"?>
<Relationships xmlns="http://schemas.openxmlformats.org/package/2006/relationships"><Relationship Id="rId8" Type="http://schemas.openxmlformats.org/officeDocument/2006/relationships/image" Target="../media/image2851.png"/><Relationship Id="rId13" Type="http://schemas.openxmlformats.org/officeDocument/2006/relationships/image" Target="../media/image2900.png"/><Relationship Id="rId3" Type="http://schemas.openxmlformats.org/officeDocument/2006/relationships/image" Target="../media/image225.svg"/><Relationship Id="rId7" Type="http://schemas.openxmlformats.org/officeDocument/2006/relationships/image" Target="../media/image3.svg"/><Relationship Id="rId12" Type="http://schemas.openxmlformats.org/officeDocument/2006/relationships/image" Target="../media/image2890.png"/><Relationship Id="rId2" Type="http://schemas.openxmlformats.org/officeDocument/2006/relationships/image" Target="../media/image224.png"/><Relationship Id="rId16" Type="http://schemas.openxmlformats.org/officeDocument/2006/relationships/image" Target="../media/image293.png"/><Relationship Id="rId1" Type="http://schemas.openxmlformats.org/officeDocument/2006/relationships/slideLayout" Target="../slideLayouts/slideLayout2.xml"/><Relationship Id="rId6" Type="http://schemas.openxmlformats.org/officeDocument/2006/relationships/image" Target="../media/image2.png"/><Relationship Id="rId11" Type="http://schemas.openxmlformats.org/officeDocument/2006/relationships/image" Target="../media/image2880.png"/><Relationship Id="rId5" Type="http://schemas.openxmlformats.org/officeDocument/2006/relationships/image" Target="../media/image291.svg"/><Relationship Id="rId15" Type="http://schemas.openxmlformats.org/officeDocument/2006/relationships/image" Target="../media/image2920.png"/><Relationship Id="rId10" Type="http://schemas.openxmlformats.org/officeDocument/2006/relationships/image" Target="../media/image2871.png"/><Relationship Id="rId4" Type="http://schemas.openxmlformats.org/officeDocument/2006/relationships/image" Target="../media/image290.png"/><Relationship Id="rId9" Type="http://schemas.openxmlformats.org/officeDocument/2006/relationships/image" Target="../media/image2860.png"/><Relationship Id="rId14" Type="http://schemas.openxmlformats.org/officeDocument/2006/relationships/image" Target="../media/image291.png"/></Relationships>
</file>

<file path=ppt/slides/_rels/slide32.xml.rels><?xml version="1.0" encoding="UTF-8" standalone="yes"?>
<Relationships xmlns="http://schemas.openxmlformats.org/package/2006/relationships"><Relationship Id="rId8" Type="http://schemas.openxmlformats.org/officeDocument/2006/relationships/image" Target="../media/image2430.png"/><Relationship Id="rId13" Type="http://schemas.openxmlformats.org/officeDocument/2006/relationships/image" Target="../media/image2480.png"/><Relationship Id="rId18" Type="http://schemas.openxmlformats.org/officeDocument/2006/relationships/image" Target="../media/image295.svg"/><Relationship Id="rId3" Type="http://schemas.openxmlformats.org/officeDocument/2006/relationships/image" Target="../media/image3.svg"/><Relationship Id="rId7" Type="http://schemas.openxmlformats.org/officeDocument/2006/relationships/image" Target="../media/image2420.png"/><Relationship Id="rId12" Type="http://schemas.openxmlformats.org/officeDocument/2006/relationships/image" Target="../media/image293.svg"/><Relationship Id="rId17" Type="http://schemas.openxmlformats.org/officeDocument/2006/relationships/image" Target="../media/image294.png"/><Relationship Id="rId2" Type="http://schemas.openxmlformats.org/officeDocument/2006/relationships/image" Target="../media/image2.png"/><Relationship Id="rId16" Type="http://schemas.openxmlformats.org/officeDocument/2006/relationships/image" Target="../media/image2510.png"/><Relationship Id="rId1" Type="http://schemas.openxmlformats.org/officeDocument/2006/relationships/slideLayout" Target="../slideLayouts/slideLayout2.xml"/><Relationship Id="rId6" Type="http://schemas.openxmlformats.org/officeDocument/2006/relationships/image" Target="../media/image2410.png"/><Relationship Id="rId11" Type="http://schemas.openxmlformats.org/officeDocument/2006/relationships/image" Target="../media/image292.png"/><Relationship Id="rId5" Type="http://schemas.openxmlformats.org/officeDocument/2006/relationships/image" Target="../media/image2400.png"/><Relationship Id="rId10" Type="http://schemas.openxmlformats.org/officeDocument/2006/relationships/image" Target="../media/image2450.png"/><Relationship Id="rId19" Type="http://schemas.openxmlformats.org/officeDocument/2006/relationships/image" Target="../media/image2520.png"/><Relationship Id="rId4" Type="http://schemas.openxmlformats.org/officeDocument/2006/relationships/image" Target="../media/image2390.png"/><Relationship Id="rId9" Type="http://schemas.openxmlformats.org/officeDocument/2006/relationships/image" Target="../media/image2440.png"/></Relationships>
</file>

<file path=ppt/slides/_rels/slide33.xml.rels><?xml version="1.0" encoding="UTF-8" standalone="yes"?>
<Relationships xmlns="http://schemas.openxmlformats.org/package/2006/relationships"><Relationship Id="rId13" Type="http://schemas.openxmlformats.org/officeDocument/2006/relationships/image" Target="../media/image2620.png"/><Relationship Id="rId18" Type="http://schemas.openxmlformats.org/officeDocument/2006/relationships/image" Target="../media/image298.png"/><Relationship Id="rId8" Type="http://schemas.openxmlformats.org/officeDocument/2006/relationships/image" Target="../media/image2570.png"/><Relationship Id="rId3" Type="http://schemas.openxmlformats.org/officeDocument/2006/relationships/image" Target="../media/image3.svg"/><Relationship Id="rId21" Type="http://schemas.openxmlformats.org/officeDocument/2006/relationships/image" Target="../media/image301.png"/><Relationship Id="rId7" Type="http://schemas.openxmlformats.org/officeDocument/2006/relationships/image" Target="../media/image2270.png"/><Relationship Id="rId17" Type="http://schemas.openxmlformats.org/officeDocument/2006/relationships/image" Target="../media/image2660.png"/><Relationship Id="rId2" Type="http://schemas.openxmlformats.org/officeDocument/2006/relationships/image" Target="../media/image2.png"/><Relationship Id="rId16" Type="http://schemas.openxmlformats.org/officeDocument/2006/relationships/image" Target="../media/image2650.png"/><Relationship Id="rId20" Type="http://schemas.openxmlformats.org/officeDocument/2006/relationships/image" Target="../media/image300.png"/><Relationship Id="rId1" Type="http://schemas.openxmlformats.org/officeDocument/2006/relationships/slideLayout" Target="../slideLayouts/slideLayout2.xml"/><Relationship Id="rId6" Type="http://schemas.openxmlformats.org/officeDocument/2006/relationships/image" Target="../media/image2550.png"/><Relationship Id="rId11" Type="http://schemas.openxmlformats.org/officeDocument/2006/relationships/image" Target="../media/image2600.png"/><Relationship Id="rId24" Type="http://schemas.openxmlformats.org/officeDocument/2006/relationships/image" Target="../media/image304.png"/><Relationship Id="rId5" Type="http://schemas.openxmlformats.org/officeDocument/2006/relationships/image" Target="../media/image2540.png"/><Relationship Id="rId15" Type="http://schemas.openxmlformats.org/officeDocument/2006/relationships/image" Target="../media/image2640.png"/><Relationship Id="rId23" Type="http://schemas.openxmlformats.org/officeDocument/2006/relationships/image" Target="../media/image303.png"/><Relationship Id="rId19" Type="http://schemas.openxmlformats.org/officeDocument/2006/relationships/image" Target="../media/image299.png"/><Relationship Id="rId10" Type="http://schemas.openxmlformats.org/officeDocument/2006/relationships/image" Target="../media/image2590.png"/><Relationship Id="rId4" Type="http://schemas.openxmlformats.org/officeDocument/2006/relationships/image" Target="../media/image2260.png"/><Relationship Id="rId14" Type="http://schemas.openxmlformats.org/officeDocument/2006/relationships/image" Target="../media/image2630.png"/><Relationship Id="rId9" Type="http://schemas.openxmlformats.org/officeDocument/2006/relationships/image" Target="../media/image2580.png"/><Relationship Id="rId22" Type="http://schemas.openxmlformats.org/officeDocument/2006/relationships/image" Target="../media/image302.png"/></Relationships>
</file>

<file path=ppt/slides/_rels/slide34.xml.rels><?xml version="1.0" encoding="UTF-8" standalone="yes"?>
<Relationships xmlns="http://schemas.openxmlformats.org/package/2006/relationships"><Relationship Id="rId8" Type="http://schemas.openxmlformats.org/officeDocument/2006/relationships/image" Target="../media/image2350.png"/><Relationship Id="rId13" Type="http://schemas.openxmlformats.org/officeDocument/2006/relationships/image" Target="../media/image2590.png"/><Relationship Id="rId18" Type="http://schemas.openxmlformats.org/officeDocument/2006/relationships/image" Target="../media/image2401.png"/><Relationship Id="rId26" Type="http://schemas.openxmlformats.org/officeDocument/2006/relationships/image" Target="../media/image2481.png"/><Relationship Id="rId3" Type="http://schemas.openxmlformats.org/officeDocument/2006/relationships/image" Target="../media/image3.svg"/><Relationship Id="rId21" Type="http://schemas.openxmlformats.org/officeDocument/2006/relationships/image" Target="../media/image2431.png"/><Relationship Id="rId7" Type="http://schemas.openxmlformats.org/officeDocument/2006/relationships/image" Target="../media/image2260.png"/><Relationship Id="rId12" Type="http://schemas.openxmlformats.org/officeDocument/2006/relationships/image" Target="../media/image2580.png"/><Relationship Id="rId17" Type="http://schemas.openxmlformats.org/officeDocument/2006/relationships/image" Target="../media/image2391.png"/><Relationship Id="rId25" Type="http://schemas.openxmlformats.org/officeDocument/2006/relationships/image" Target="../media/image2470.png"/><Relationship Id="rId2" Type="http://schemas.openxmlformats.org/officeDocument/2006/relationships/image" Target="../media/image2.png"/><Relationship Id="rId16" Type="http://schemas.openxmlformats.org/officeDocument/2006/relationships/image" Target="../media/image2380.png"/><Relationship Id="rId20" Type="http://schemas.openxmlformats.org/officeDocument/2006/relationships/image" Target="../media/image2421.png"/><Relationship Id="rId29" Type="http://schemas.openxmlformats.org/officeDocument/2006/relationships/image" Target="../media/image2511.png"/><Relationship Id="rId1" Type="http://schemas.openxmlformats.org/officeDocument/2006/relationships/slideLayout" Target="../slideLayouts/slideLayout2.xml"/><Relationship Id="rId6" Type="http://schemas.openxmlformats.org/officeDocument/2006/relationships/image" Target="../media/image2341.png"/><Relationship Id="rId11" Type="http://schemas.openxmlformats.org/officeDocument/2006/relationships/image" Target="../media/image2570.png"/><Relationship Id="rId24" Type="http://schemas.openxmlformats.org/officeDocument/2006/relationships/image" Target="../media/image2460.png"/><Relationship Id="rId5" Type="http://schemas.openxmlformats.org/officeDocument/2006/relationships/image" Target="../media/image2331.png"/><Relationship Id="rId15" Type="http://schemas.openxmlformats.org/officeDocument/2006/relationships/image" Target="../media/image2370.png"/><Relationship Id="rId23" Type="http://schemas.openxmlformats.org/officeDocument/2006/relationships/image" Target="../media/image2451.png"/><Relationship Id="rId28" Type="http://schemas.openxmlformats.org/officeDocument/2006/relationships/image" Target="../media/image2500.png"/><Relationship Id="rId10" Type="http://schemas.openxmlformats.org/officeDocument/2006/relationships/image" Target="../media/image2270.png"/><Relationship Id="rId19" Type="http://schemas.openxmlformats.org/officeDocument/2006/relationships/image" Target="../media/image2411.png"/><Relationship Id="rId4" Type="http://schemas.openxmlformats.org/officeDocument/2006/relationships/image" Target="../media/image2320.png"/><Relationship Id="rId9" Type="http://schemas.openxmlformats.org/officeDocument/2006/relationships/image" Target="../media/image2360.png"/><Relationship Id="rId14" Type="http://schemas.openxmlformats.org/officeDocument/2006/relationships/image" Target="../media/image2600.png"/><Relationship Id="rId22" Type="http://schemas.openxmlformats.org/officeDocument/2006/relationships/image" Target="../media/image2441.png"/><Relationship Id="rId27" Type="http://schemas.openxmlformats.org/officeDocument/2006/relationships/image" Target="../media/image2490.png"/></Relationships>
</file>

<file path=ppt/slides/_rels/slide35.xml.rels><?xml version="1.0" encoding="UTF-8" standalone="yes"?>
<Relationships xmlns="http://schemas.openxmlformats.org/package/2006/relationships"><Relationship Id="rId8" Type="http://schemas.openxmlformats.org/officeDocument/2006/relationships/image" Target="../media/image309.png"/><Relationship Id="rId13" Type="http://schemas.openxmlformats.org/officeDocument/2006/relationships/image" Target="../media/image314.png"/><Relationship Id="rId18" Type="http://schemas.openxmlformats.org/officeDocument/2006/relationships/image" Target="../media/image319.png"/><Relationship Id="rId3" Type="http://schemas.openxmlformats.org/officeDocument/2006/relationships/image" Target="../media/image3.svg"/><Relationship Id="rId21" Type="http://schemas.openxmlformats.org/officeDocument/2006/relationships/image" Target="../media/image322.png"/><Relationship Id="rId7" Type="http://schemas.openxmlformats.org/officeDocument/2006/relationships/image" Target="../media/image308.png"/><Relationship Id="rId12" Type="http://schemas.openxmlformats.org/officeDocument/2006/relationships/image" Target="../media/image313.png"/><Relationship Id="rId17" Type="http://schemas.openxmlformats.org/officeDocument/2006/relationships/image" Target="../media/image318.png"/><Relationship Id="rId2" Type="http://schemas.openxmlformats.org/officeDocument/2006/relationships/image" Target="../media/image2.png"/><Relationship Id="rId16" Type="http://schemas.openxmlformats.org/officeDocument/2006/relationships/image" Target="../media/image317.png"/><Relationship Id="rId20" Type="http://schemas.openxmlformats.org/officeDocument/2006/relationships/image" Target="../media/image321.png"/><Relationship Id="rId1" Type="http://schemas.openxmlformats.org/officeDocument/2006/relationships/slideLayout" Target="../slideLayouts/slideLayout2.xml"/><Relationship Id="rId6" Type="http://schemas.openxmlformats.org/officeDocument/2006/relationships/image" Target="../media/image307.png"/><Relationship Id="rId11" Type="http://schemas.openxmlformats.org/officeDocument/2006/relationships/image" Target="../media/image312.png"/><Relationship Id="rId5" Type="http://schemas.openxmlformats.org/officeDocument/2006/relationships/image" Target="../media/image306.png"/><Relationship Id="rId15" Type="http://schemas.openxmlformats.org/officeDocument/2006/relationships/image" Target="../media/image316.png"/><Relationship Id="rId10" Type="http://schemas.openxmlformats.org/officeDocument/2006/relationships/image" Target="../media/image311.png"/><Relationship Id="rId19" Type="http://schemas.openxmlformats.org/officeDocument/2006/relationships/image" Target="../media/image320.png"/><Relationship Id="rId4" Type="http://schemas.openxmlformats.org/officeDocument/2006/relationships/image" Target="../media/image305.png"/><Relationship Id="rId9" Type="http://schemas.openxmlformats.org/officeDocument/2006/relationships/image" Target="../media/image310.png"/><Relationship Id="rId14" Type="http://schemas.openxmlformats.org/officeDocument/2006/relationships/image" Target="../media/image315.png"/><Relationship Id="rId22" Type="http://schemas.openxmlformats.org/officeDocument/2006/relationships/image" Target="../media/image323.png"/></Relationships>
</file>

<file path=ppt/slides/_rels/slide36.xml.rels><?xml version="1.0" encoding="UTF-8" standalone="yes"?>
<Relationships xmlns="http://schemas.openxmlformats.org/package/2006/relationships"><Relationship Id="rId8" Type="http://schemas.openxmlformats.org/officeDocument/2006/relationships/image" Target="../media/image2670.png"/><Relationship Id="rId13" Type="http://schemas.openxmlformats.org/officeDocument/2006/relationships/image" Target="../media/image324.png"/><Relationship Id="rId3" Type="http://schemas.openxmlformats.org/officeDocument/2006/relationships/image" Target="../media/image3.svg"/><Relationship Id="rId7" Type="http://schemas.openxmlformats.org/officeDocument/2006/relationships/image" Target="../media/image2610.png"/><Relationship Id="rId12" Type="http://schemas.openxmlformats.org/officeDocument/2006/relationships/image" Target="../media/image2840.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560.png"/><Relationship Id="rId11" Type="http://schemas.openxmlformats.org/officeDocument/2006/relationships/image" Target="../media/image297.svg"/><Relationship Id="rId5" Type="http://schemas.openxmlformats.org/officeDocument/2006/relationships/image" Target="../media/image2530.png"/><Relationship Id="rId15" Type="http://schemas.openxmlformats.org/officeDocument/2006/relationships/image" Target="../media/image2870.png"/><Relationship Id="rId10" Type="http://schemas.openxmlformats.org/officeDocument/2006/relationships/image" Target="../media/image296.png"/><Relationship Id="rId4" Type="http://schemas.openxmlformats.org/officeDocument/2006/relationships/image" Target="../media/image2521.png"/><Relationship Id="rId9" Type="http://schemas.openxmlformats.org/officeDocument/2006/relationships/image" Target="../media/image2680.png"/><Relationship Id="rId14" Type="http://schemas.openxmlformats.org/officeDocument/2006/relationships/image" Target="../media/image325.svg"/></Relationships>
</file>

<file path=ppt/slides/_rels/slide37.xml.rels><?xml version="1.0" encoding="UTF-8" standalone="yes"?>
<Relationships xmlns="http://schemas.openxmlformats.org/package/2006/relationships"><Relationship Id="rId8" Type="http://schemas.openxmlformats.org/officeDocument/2006/relationships/image" Target="../media/image2521.png"/><Relationship Id="rId13" Type="http://schemas.openxmlformats.org/officeDocument/2006/relationships/image" Target="../media/image2680.png"/><Relationship Id="rId3" Type="http://schemas.openxmlformats.org/officeDocument/2006/relationships/image" Target="../media/image3.svg"/><Relationship Id="rId7" Type="http://schemas.openxmlformats.org/officeDocument/2006/relationships/image" Target="../media/image329.svg"/><Relationship Id="rId12" Type="http://schemas.openxmlformats.org/officeDocument/2006/relationships/image" Target="../media/image2670.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328.png"/><Relationship Id="rId11" Type="http://schemas.openxmlformats.org/officeDocument/2006/relationships/image" Target="../media/image2610.png"/><Relationship Id="rId5" Type="http://schemas.openxmlformats.org/officeDocument/2006/relationships/image" Target="../media/image327.svg"/><Relationship Id="rId10" Type="http://schemas.openxmlformats.org/officeDocument/2006/relationships/image" Target="../media/image2560.png"/><Relationship Id="rId4" Type="http://schemas.openxmlformats.org/officeDocument/2006/relationships/image" Target="../media/image326.png"/><Relationship Id="rId9" Type="http://schemas.openxmlformats.org/officeDocument/2006/relationships/image" Target="../media/image2530.png"/></Relationships>
</file>

<file path=ppt/slides/_rels/slide38.xml.rels><?xml version="1.0" encoding="UTF-8" standalone="yes"?>
<Relationships xmlns="http://schemas.openxmlformats.org/package/2006/relationships"><Relationship Id="rId13" Type="http://schemas.openxmlformats.org/officeDocument/2006/relationships/image" Target="../media/image332.png"/><Relationship Id="rId18" Type="http://schemas.openxmlformats.org/officeDocument/2006/relationships/image" Target="../media/image2560.png"/><Relationship Id="rId3" Type="http://schemas.openxmlformats.org/officeDocument/2006/relationships/image" Target="../media/image3.svg"/><Relationship Id="rId21" Type="http://schemas.openxmlformats.org/officeDocument/2006/relationships/image" Target="../media/image2680.png"/><Relationship Id="rId12" Type="http://schemas.openxmlformats.org/officeDocument/2006/relationships/image" Target="../media/image2820.png"/><Relationship Id="rId17" Type="http://schemas.openxmlformats.org/officeDocument/2006/relationships/image" Target="../media/image2530.png"/><Relationship Id="rId2" Type="http://schemas.openxmlformats.org/officeDocument/2006/relationships/image" Target="../media/image2.png"/><Relationship Id="rId16" Type="http://schemas.openxmlformats.org/officeDocument/2006/relationships/image" Target="../media/image2521.png"/><Relationship Id="rId20" Type="http://schemas.openxmlformats.org/officeDocument/2006/relationships/image" Target="../media/image2670.png"/><Relationship Id="rId1" Type="http://schemas.openxmlformats.org/officeDocument/2006/relationships/slideLayout" Target="../slideLayouts/slideLayout2.xml"/><Relationship Id="rId5" Type="http://schemas.openxmlformats.org/officeDocument/2006/relationships/image" Target="../media/image331.svg"/><Relationship Id="rId15" Type="http://schemas.openxmlformats.org/officeDocument/2006/relationships/image" Target="../media/image2850.png"/><Relationship Id="rId19" Type="http://schemas.openxmlformats.org/officeDocument/2006/relationships/image" Target="../media/image2610.png"/><Relationship Id="rId4" Type="http://schemas.openxmlformats.org/officeDocument/2006/relationships/image" Target="../media/image330.png"/><Relationship Id="rId14" Type="http://schemas.openxmlformats.org/officeDocument/2006/relationships/image" Target="../media/image333.svg"/></Relationships>
</file>

<file path=ppt/slides/_rels/slide3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descr="Forma, Círculo&#10;&#10;Descrição gerada automaticamente">
            <a:extLst>
              <a:ext uri="{FF2B5EF4-FFF2-40B4-BE49-F238E27FC236}">
                <a16:creationId xmlns:a16="http://schemas.microsoft.com/office/drawing/2014/main" id="{0BE23913-79BD-9474-5788-E7ED9ADC86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aixaDeTexto 6">
            <a:extLst>
              <a:ext uri="{FF2B5EF4-FFF2-40B4-BE49-F238E27FC236}">
                <a16:creationId xmlns:a16="http://schemas.microsoft.com/office/drawing/2014/main" id="{31D06EC5-8553-0F5A-D878-AF0600CAF2F8}"/>
              </a:ext>
            </a:extLst>
          </p:cNvPr>
          <p:cNvSpPr txBox="1"/>
          <p:nvPr/>
        </p:nvSpPr>
        <p:spPr>
          <a:xfrm>
            <a:off x="731404" y="1520788"/>
            <a:ext cx="8100900" cy="3939540"/>
          </a:xfrm>
          <a:prstGeom prst="rect">
            <a:avLst/>
          </a:prstGeom>
          <a:noFill/>
        </p:spPr>
        <p:txBody>
          <a:bodyPr wrap="square">
            <a:spAutoFit/>
          </a:bodyPr>
          <a:lstStyle/>
          <a:p>
            <a:r>
              <a:rPr lang="pt-BR" sz="2000">
                <a:solidFill>
                  <a:schemeClr val="accent1">
                    <a:lumMod val="60000"/>
                    <a:lumOff val="40000"/>
                  </a:schemeClr>
                </a:solidFill>
                <a:latin typeface="Arial Black" panose="020B0A04020102020204" pitchFamily="34" charset="0"/>
              </a:rPr>
              <a:t>Method of Moments based on a surface admittance operator (MoM-SO):</a:t>
            </a:r>
          </a:p>
          <a:p>
            <a:r>
              <a:rPr lang="pt-BR">
                <a:solidFill>
                  <a:schemeClr val="accent1">
                    <a:lumMod val="40000"/>
                    <a:lumOff val="60000"/>
                  </a:schemeClr>
                </a:solidFill>
                <a:latin typeface="Arial Black" panose="020B0A04020102020204" pitchFamily="34" charset="0"/>
              </a:rPr>
              <a:t>An Introduction</a:t>
            </a:r>
          </a:p>
          <a:p>
            <a:endParaRPr lang="pt-BR" sz="1600">
              <a:solidFill>
                <a:schemeClr val="accent1">
                  <a:lumMod val="40000"/>
                  <a:lumOff val="60000"/>
                </a:schemeClr>
              </a:solidFill>
              <a:latin typeface="Arial Black" panose="020B0A04020102020204" pitchFamily="34" charset="0"/>
            </a:endParaRPr>
          </a:p>
          <a:p>
            <a:endParaRPr lang="pt-BR" sz="1600">
              <a:solidFill>
                <a:schemeClr val="accent1">
                  <a:lumMod val="40000"/>
                  <a:lumOff val="60000"/>
                </a:schemeClr>
              </a:solidFill>
              <a:latin typeface="Arial Black" panose="020B0A04020102020204" pitchFamily="34" charset="0"/>
            </a:endParaRPr>
          </a:p>
          <a:p>
            <a:endParaRPr lang="pt-BR"/>
          </a:p>
          <a:p>
            <a:r>
              <a:rPr lang="pt-BR"/>
              <a:t>Adilton Junio Ladeira PEREIRA</a:t>
            </a:r>
          </a:p>
          <a:p>
            <a:r>
              <a:rPr lang="pt-BR" sz="1600">
                <a:hlinkClick r:id="rId3"/>
              </a:rPr>
              <a:t>adt@ufmg.br</a:t>
            </a:r>
            <a:r>
              <a:rPr lang="pt-BR"/>
              <a:t> </a:t>
            </a:r>
          </a:p>
          <a:p>
            <a:r>
              <a:rPr lang="pt-BR" sz="1600"/>
              <a:t>Programa de Pós-Graduação em Engenharia Elétrica (PPGEE)¹</a:t>
            </a:r>
          </a:p>
          <a:p>
            <a:endParaRPr lang="pt-BR"/>
          </a:p>
          <a:p>
            <a:endParaRPr lang="pt-BR"/>
          </a:p>
          <a:p>
            <a:endParaRPr lang="pt-BR"/>
          </a:p>
          <a:p>
            <a:endParaRPr lang="pt-BR"/>
          </a:p>
          <a:p>
            <a:r>
              <a:rPr lang="pt-BR"/>
              <a:t>Belo Horizonte, julho de 2024</a:t>
            </a:r>
          </a:p>
        </p:txBody>
      </p:sp>
      <p:sp>
        <p:nvSpPr>
          <p:cNvPr id="3" name="CaixaDeTexto 2">
            <a:extLst>
              <a:ext uri="{FF2B5EF4-FFF2-40B4-BE49-F238E27FC236}">
                <a16:creationId xmlns:a16="http://schemas.microsoft.com/office/drawing/2014/main" id="{CDDBB8D9-3058-555A-A02A-94E74F5B0FFE}"/>
              </a:ext>
            </a:extLst>
          </p:cNvPr>
          <p:cNvSpPr txBox="1"/>
          <p:nvPr/>
        </p:nvSpPr>
        <p:spPr>
          <a:xfrm>
            <a:off x="659396" y="6254152"/>
            <a:ext cx="8460940" cy="307777"/>
          </a:xfrm>
          <a:prstGeom prst="rect">
            <a:avLst/>
          </a:prstGeom>
          <a:noFill/>
        </p:spPr>
        <p:txBody>
          <a:bodyPr wrap="square">
            <a:spAutoFit/>
          </a:bodyPr>
          <a:lstStyle>
            <a:defPPr>
              <a:defRPr lang="pt-BR"/>
            </a:defPPr>
            <a:lvl1pPr>
              <a:defRPr sz="1600"/>
            </a:lvl1pPr>
          </a:lstStyle>
          <a:p>
            <a:r>
              <a:rPr lang="en-GB" sz="1400"/>
              <a:t>¹ Universidade Federal de Minas Gerais – Av. Antônio Carlos 6627. Belo Horizonte, MG, Brasil. 31270-901.</a:t>
            </a:r>
            <a:endParaRPr lang="pt-BR" sz="1400"/>
          </a:p>
        </p:txBody>
      </p:sp>
    </p:spTree>
    <p:extLst>
      <p:ext uri="{BB962C8B-B14F-4D97-AF65-F5344CB8AC3E}">
        <p14:creationId xmlns:p14="http://schemas.microsoft.com/office/powerpoint/2010/main" val="2638793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2</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Agenda</a:t>
            </a:r>
          </a:p>
        </p:txBody>
      </p:sp>
      <p:sp>
        <p:nvSpPr>
          <p:cNvPr id="94" name="CaixaDeTexto 93">
            <a:extLst>
              <a:ext uri="{FF2B5EF4-FFF2-40B4-BE49-F238E27FC236}">
                <a16:creationId xmlns:a16="http://schemas.microsoft.com/office/drawing/2014/main" id="{D1D8FCDA-4632-6080-1621-67CDF796C564}"/>
              </a:ext>
            </a:extLst>
          </p:cNvPr>
          <p:cNvSpPr txBox="1"/>
          <p:nvPr/>
        </p:nvSpPr>
        <p:spPr>
          <a:xfrm>
            <a:off x="477565" y="1043970"/>
            <a:ext cx="9758895" cy="5409366"/>
          </a:xfrm>
          <a:prstGeom prst="rect">
            <a:avLst/>
          </a:prstGeom>
          <a:noFill/>
        </p:spPr>
        <p:txBody>
          <a:bodyPr wrap="square">
            <a:spAutoFit/>
          </a:bodyPr>
          <a:lstStyle/>
          <a:p>
            <a:pPr indent="-285750">
              <a:lnSpc>
                <a:spcPct val="150000"/>
              </a:lnSpc>
              <a:buFont typeface="Arial" panose="020B0604020202020204" pitchFamily="34" charset="0"/>
              <a:buChar char="•"/>
            </a:pPr>
            <a:r>
              <a:rPr lang="pt-BR">
                <a:solidFill>
                  <a:srgbClr val="0070C0"/>
                </a:solidFill>
                <a:latin typeface="Arial Black" panose="020B0A04020102020204" pitchFamily="34" charset="0"/>
              </a:rPr>
              <a:t>Introduction</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Motivation</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Differential Surface Admittance Concept</a:t>
            </a:r>
          </a:p>
          <a:p>
            <a:pPr indent="-285750">
              <a:lnSpc>
                <a:spcPct val="150000"/>
              </a:lnSpc>
              <a:buFont typeface="Arial" panose="020B0604020202020204" pitchFamily="34" charset="0"/>
              <a:buChar char="•"/>
            </a:pPr>
            <a:r>
              <a:rPr lang="en-US">
                <a:solidFill>
                  <a:srgbClr val="0070C0"/>
                </a:solidFill>
                <a:latin typeface="Arial Black" panose="020B0A04020102020204" pitchFamily="34" charset="0"/>
              </a:rPr>
              <a:t>Circular Conductors Surrounded by a Homogeneous Lossless Medium</a:t>
            </a:r>
            <a:endParaRPr lang="pt-BR">
              <a:solidFill>
                <a:srgbClr val="0070C0"/>
              </a:solidFill>
              <a:latin typeface="Arial Black" panose="020B0A04020102020204" pitchFamily="34" charset="0"/>
            </a:endParaRP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Problem Statement</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Surface Admittance Operator</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Electric Field Integral Equation (EFIE)</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Discrete Green’s Function</a:t>
            </a:r>
          </a:p>
          <a:p>
            <a:pPr indent="-285750">
              <a:lnSpc>
                <a:spcPct val="150000"/>
              </a:lnSpc>
              <a:buFont typeface="Arial" panose="020B0604020202020204" pitchFamily="34" charset="0"/>
              <a:buChar char="•"/>
            </a:pPr>
            <a:r>
              <a:rPr lang="pt-BR">
                <a:solidFill>
                  <a:srgbClr val="0070C0"/>
                </a:solidFill>
                <a:latin typeface="Arial Black" panose="020B0A04020102020204" pitchFamily="34" charset="0"/>
              </a:rPr>
              <a:t>p.u.l. Impedance</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Partial p.u.l. Impedance</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Total p.u.l. Impedance</a:t>
            </a:r>
          </a:p>
          <a:p>
            <a:pPr indent="-285750">
              <a:lnSpc>
                <a:spcPct val="150000"/>
              </a:lnSpc>
              <a:buFont typeface="Arial" panose="020B0604020202020204" pitchFamily="34" charset="0"/>
              <a:buChar char="•"/>
            </a:pPr>
            <a:r>
              <a:rPr lang="pt-BR">
                <a:solidFill>
                  <a:srgbClr val="0070C0"/>
                </a:solidFill>
                <a:latin typeface="Arial Black" panose="020B0A04020102020204" pitchFamily="34" charset="0"/>
              </a:rPr>
              <a:t>Examples</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Bifilar Line</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Coaxial (single core) Cable</a:t>
            </a:r>
          </a:p>
        </p:txBody>
      </p:sp>
    </p:spTree>
    <p:extLst>
      <p:ext uri="{BB962C8B-B14F-4D97-AF65-F5344CB8AC3E}">
        <p14:creationId xmlns:p14="http://schemas.microsoft.com/office/powerpoint/2010/main" val="2475942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4">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4">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4">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4">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4">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4">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4">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4">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4">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4">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3</a:t>
            </a:fld>
            <a:endParaRPr lang="pt-BR"/>
          </a:p>
        </p:txBody>
      </p:sp>
      <mc:AlternateContent xmlns:mc="http://schemas.openxmlformats.org/markup-compatibility/2006" xmlns:a14="http://schemas.microsoft.com/office/drawing/2010/main">
        <mc:Choice Requires="a14">
          <p:sp>
            <p:nvSpPr>
              <p:cNvPr id="94" name="CaixaDeTexto 93">
                <a:extLst>
                  <a:ext uri="{FF2B5EF4-FFF2-40B4-BE49-F238E27FC236}">
                    <a16:creationId xmlns:a16="http://schemas.microsoft.com/office/drawing/2014/main" id="{D1D8FCDA-4632-6080-1621-67CDF796C564}"/>
                  </a:ext>
                </a:extLst>
              </p:cNvPr>
              <p:cNvSpPr txBox="1"/>
              <p:nvPr/>
            </p:nvSpPr>
            <p:spPr>
              <a:xfrm>
                <a:off x="479424" y="1582341"/>
                <a:ext cx="10837863" cy="2862322"/>
              </a:xfrm>
              <a:prstGeom prst="rect">
                <a:avLst/>
              </a:prstGeom>
              <a:noFill/>
            </p:spPr>
            <p:txBody>
              <a:bodyPr wrap="square">
                <a:spAutoFit/>
              </a:bodyPr>
              <a:lstStyle>
                <a:defPPr>
                  <a:defRPr lang="pt-BR"/>
                </a:defPPr>
                <a:lvl1pPr>
                  <a:defRPr sz="1600"/>
                </a:lvl1pPr>
              </a:lstStyle>
              <a:p>
                <a:r>
                  <a:rPr lang="pt-BR" sz="1800"/>
                  <a:t>MoM-SO is a numerical technique for calculating the series impedance matrix, </a:t>
                </a:r>
                <a14:m>
                  <m:oMath xmlns:m="http://schemas.openxmlformats.org/officeDocument/2006/math">
                    <m:r>
                      <a:rPr lang="pt-BR" sz="1800">
                        <a:latin typeface="Cambria Math" panose="02040503050406030204" pitchFamily="18" charset="0"/>
                      </a:rPr>
                      <m:t>𝒁</m:t>
                    </m:r>
                  </m:oMath>
                </a14:m>
                <a:r>
                  <a:rPr lang="pt-BR" sz="1800"/>
                  <a:t>, of systems with round conductors (wires and cables) which takes into account both skin and proximity effects. </a:t>
                </a:r>
              </a:p>
              <a:p>
                <a:endParaRPr lang="pt-BR" sz="1800"/>
              </a:p>
              <a:p>
                <a:r>
                  <a:rPr lang="pt-BR" sz="1800"/>
                  <a:t>Analytical formulation accounts only for the skin effect, assuming a symmetrical distribution of current in all conductors. However, the proximity effect can significantly affect transient voltages and should therefore be considered [1].</a:t>
                </a:r>
              </a:p>
              <a:p>
                <a:endParaRPr lang="pt-BR" sz="1800"/>
              </a:p>
              <a:p>
                <a:r>
                  <a:rPr lang="pt-BR" sz="1800"/>
                  <a:t>The surface-based approach operator (SO) requires only the discretization of the surface of the conductors, in contrast with volume-based approaches that mesh the entire cable cross-section, such as finite elements and conductor partitioning [2].</a:t>
                </a:r>
              </a:p>
            </p:txBody>
          </p:sp>
        </mc:Choice>
        <mc:Fallback xmlns="">
          <p:sp>
            <p:nvSpPr>
              <p:cNvPr id="94" name="CaixaDeTexto 93">
                <a:extLst>
                  <a:ext uri="{FF2B5EF4-FFF2-40B4-BE49-F238E27FC236}">
                    <a16:creationId xmlns:a16="http://schemas.microsoft.com/office/drawing/2014/main" id="{D1D8FCDA-4632-6080-1621-67CDF796C564}"/>
                  </a:ext>
                </a:extLst>
              </p:cNvPr>
              <p:cNvSpPr txBox="1">
                <a:spLocks noRot="1" noChangeAspect="1" noMove="1" noResize="1" noEditPoints="1" noAdjustHandles="1" noChangeArrowheads="1" noChangeShapeType="1" noTextEdit="1"/>
              </p:cNvSpPr>
              <p:nvPr/>
            </p:nvSpPr>
            <p:spPr>
              <a:xfrm>
                <a:off x="479424" y="1582341"/>
                <a:ext cx="10837863" cy="2862322"/>
              </a:xfrm>
              <a:prstGeom prst="rect">
                <a:avLst/>
              </a:prstGeom>
              <a:blipFill>
                <a:blip r:embed="rId4"/>
                <a:stretch>
                  <a:fillRect l="-506" t="-1066" r="-394" b="-2772"/>
                </a:stretch>
              </a:blipFill>
            </p:spPr>
            <p:txBody>
              <a:bodyPr/>
              <a:lstStyle/>
              <a:p>
                <a:r>
                  <a:rPr lang="pt-BR">
                    <a:noFill/>
                  </a:rPr>
                  <a:t> </a:t>
                </a:r>
              </a:p>
            </p:txBody>
          </p:sp>
        </mc:Fallback>
      </mc:AlternateContent>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Motivation</a:t>
            </a:r>
          </a:p>
        </p:txBody>
      </p:sp>
      <p:sp>
        <p:nvSpPr>
          <p:cNvPr id="3" name="CaixaDeTexto 2">
            <a:extLst>
              <a:ext uri="{FF2B5EF4-FFF2-40B4-BE49-F238E27FC236}">
                <a16:creationId xmlns:a16="http://schemas.microsoft.com/office/drawing/2014/main" id="{95FB76DA-5C4C-83C3-D3CB-D54A13B9EBB3}"/>
              </a:ext>
            </a:extLst>
          </p:cNvPr>
          <p:cNvSpPr txBox="1"/>
          <p:nvPr/>
        </p:nvSpPr>
        <p:spPr>
          <a:xfrm>
            <a:off x="479425" y="165219"/>
            <a:ext cx="1872160" cy="307777"/>
          </a:xfrm>
          <a:prstGeom prst="rect">
            <a:avLst/>
          </a:prstGeom>
          <a:noFill/>
        </p:spPr>
        <p:txBody>
          <a:bodyPr wrap="square">
            <a:spAutoFit/>
          </a:bodyPr>
          <a:lstStyle/>
          <a:p>
            <a:r>
              <a:rPr lang="pt-BR" sz="1400">
                <a:solidFill>
                  <a:srgbClr val="0070C0"/>
                </a:solidFill>
                <a:latin typeface="Arial Black" panose="020B0A04020102020204" pitchFamily="34" charset="0"/>
              </a:rPr>
              <a:t>Introduction</a:t>
            </a:r>
          </a:p>
        </p:txBody>
      </p:sp>
    </p:spTree>
    <p:extLst>
      <p:ext uri="{BB962C8B-B14F-4D97-AF65-F5344CB8AC3E}">
        <p14:creationId xmlns:p14="http://schemas.microsoft.com/office/powerpoint/2010/main" val="617235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4</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Differential Surface Admittance Concept</a:t>
            </a:r>
          </a:p>
        </p:txBody>
      </p:sp>
      <p:grpSp>
        <p:nvGrpSpPr>
          <p:cNvPr id="14" name="Agrupar 13">
            <a:extLst>
              <a:ext uri="{FF2B5EF4-FFF2-40B4-BE49-F238E27FC236}">
                <a16:creationId xmlns:a16="http://schemas.microsoft.com/office/drawing/2014/main" id="{854227C0-5740-B11D-EDF4-B65C7846750E}"/>
              </a:ext>
            </a:extLst>
          </p:cNvPr>
          <p:cNvGrpSpPr/>
          <p:nvPr/>
        </p:nvGrpSpPr>
        <p:grpSpPr>
          <a:xfrm>
            <a:off x="6095999" y="1582341"/>
            <a:ext cx="5221289" cy="1387521"/>
            <a:chOff x="6095999" y="1582341"/>
            <a:chExt cx="5221289" cy="1387521"/>
          </a:xfrm>
        </p:grpSpPr>
        <mc:AlternateContent xmlns:mc="http://schemas.openxmlformats.org/markup-compatibility/2006" xmlns:a14="http://schemas.microsoft.com/office/drawing/2010/main">
          <mc:Choice Requires="a14">
            <p:sp>
              <p:nvSpPr>
                <p:cNvPr id="94" name="CaixaDeTexto 93">
                  <a:extLst>
                    <a:ext uri="{FF2B5EF4-FFF2-40B4-BE49-F238E27FC236}">
                      <a16:creationId xmlns:a16="http://schemas.microsoft.com/office/drawing/2014/main" id="{D1D8FCDA-4632-6080-1621-67CDF796C564}"/>
                    </a:ext>
                  </a:extLst>
                </p:cNvPr>
                <p:cNvSpPr txBox="1"/>
                <p:nvPr/>
              </p:nvSpPr>
              <p:spPr>
                <a:xfrm>
                  <a:off x="6095999" y="1582341"/>
                  <a:ext cx="5221289" cy="584775"/>
                </a:xfrm>
                <a:prstGeom prst="rect">
                  <a:avLst/>
                </a:prstGeom>
                <a:noFill/>
              </p:spPr>
              <p:txBody>
                <a:bodyPr wrap="square">
                  <a:spAutoFit/>
                </a:bodyPr>
                <a:lstStyle>
                  <a:defPPr>
                    <a:defRPr lang="pt-BR"/>
                  </a:defPPr>
                  <a:lvl1pPr>
                    <a:defRPr sz="1600"/>
                  </a:lvl1pPr>
                </a:lstStyle>
                <a:p>
                  <a:r>
                    <a:rPr lang="pt-BR"/>
                    <a:t>On the boundary </a:t>
                  </a:r>
                  <a14:m>
                    <m:oMath xmlns:m="http://schemas.openxmlformats.org/officeDocument/2006/math">
                      <m:r>
                        <a:rPr lang="pt-BR">
                          <a:latin typeface="Cambria Math" panose="02040503050406030204" pitchFamily="18" charset="0"/>
                        </a:rPr>
                        <m:t>𝑐</m:t>
                      </m:r>
                    </m:oMath>
                  </a14:m>
                  <a:r>
                    <a:rPr lang="pt-BR"/>
                    <a:t>, consider the tangencial component of the magnetic field, </a:t>
                  </a:r>
                  <a14:m>
                    <m:oMath xmlns:m="http://schemas.openxmlformats.org/officeDocument/2006/math">
                      <m:sSub>
                        <m:sSubPr>
                          <m:ctrlPr>
                            <a:rPr lang="pt-BR" i="1">
                              <a:latin typeface="Cambria Math" panose="02040503050406030204" pitchFamily="18" charset="0"/>
                            </a:rPr>
                          </m:ctrlPr>
                        </m:sSubPr>
                        <m:e>
                          <m:r>
                            <a:rPr lang="pt-BR">
                              <a:latin typeface="Cambria Math" panose="02040503050406030204" pitchFamily="18" charset="0"/>
                            </a:rPr>
                            <m:t>𝐻</m:t>
                          </m:r>
                        </m:e>
                        <m:sub>
                          <m:r>
                            <a:rPr lang="pt-BR">
                              <a:latin typeface="Cambria Math" panose="02040503050406030204" pitchFamily="18" charset="0"/>
                            </a:rPr>
                            <m:t>𝑡</m:t>
                          </m:r>
                        </m:sub>
                      </m:sSub>
                    </m:oMath>
                  </a14:m>
                  <a:r>
                    <a:rPr lang="pt-BR"/>
                    <a:t> [3]</a:t>
                  </a:r>
                </a:p>
              </p:txBody>
            </p:sp>
          </mc:Choice>
          <mc:Fallback xmlns="">
            <p:sp>
              <p:nvSpPr>
                <p:cNvPr id="94" name="CaixaDeTexto 93">
                  <a:extLst>
                    <a:ext uri="{FF2B5EF4-FFF2-40B4-BE49-F238E27FC236}">
                      <a16:creationId xmlns:a16="http://schemas.microsoft.com/office/drawing/2014/main" id="{D1D8FCDA-4632-6080-1621-67CDF796C564}"/>
                    </a:ext>
                  </a:extLst>
                </p:cNvPr>
                <p:cNvSpPr txBox="1">
                  <a:spLocks noRot="1" noChangeAspect="1" noMove="1" noResize="1" noEditPoints="1" noAdjustHandles="1" noChangeArrowheads="1" noChangeShapeType="1" noTextEdit="1"/>
                </p:cNvSpPr>
                <p:nvPr/>
              </p:nvSpPr>
              <p:spPr>
                <a:xfrm>
                  <a:off x="6095999" y="1582341"/>
                  <a:ext cx="5221289" cy="584775"/>
                </a:xfrm>
                <a:prstGeom prst="rect">
                  <a:avLst/>
                </a:prstGeom>
                <a:blipFill>
                  <a:blip r:embed="rId4"/>
                  <a:stretch>
                    <a:fillRect l="-583" t="-3158" r="-1167" b="-13684"/>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 name="CaixaDeTexto 16">
                  <a:extLst>
                    <a:ext uri="{FF2B5EF4-FFF2-40B4-BE49-F238E27FC236}">
                      <a16:creationId xmlns:a16="http://schemas.microsoft.com/office/drawing/2014/main" id="{C5678170-CA2D-8AB7-0A6B-835769EDCC0C}"/>
                    </a:ext>
                  </a:extLst>
                </p:cNvPr>
                <p:cNvSpPr txBox="1"/>
                <p:nvPr/>
              </p:nvSpPr>
              <p:spPr>
                <a:xfrm>
                  <a:off x="6096309" y="2371685"/>
                  <a:ext cx="5148263" cy="5981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cs typeface="Arial" panose="020B0604020202020204" pitchFamily="34" charset="0"/>
                              </a:rPr>
                            </m:ctrlPr>
                          </m:sSubPr>
                          <m:e>
                            <m:r>
                              <a:rPr lang="pt-BR" sz="1600" i="1" smtClean="0">
                                <a:latin typeface="Cambria Math" panose="02040503050406030204" pitchFamily="18" charset="0"/>
                                <a:cs typeface="Arial" panose="020B0604020202020204" pitchFamily="34" charset="0"/>
                              </a:rPr>
                              <m:t>𝐻</m:t>
                            </m:r>
                          </m:e>
                          <m:sub>
                            <m:r>
                              <a:rPr lang="pt-BR" sz="1600" i="1" smtClean="0">
                                <a:latin typeface="Cambria Math" panose="02040503050406030204" pitchFamily="18" charset="0"/>
                                <a:cs typeface="Arial" panose="020B0604020202020204" pitchFamily="34" charset="0"/>
                              </a:rPr>
                              <m:t>𝑡</m:t>
                            </m:r>
                          </m:sub>
                        </m:sSub>
                        <m:r>
                          <a:rPr lang="pt-BR" sz="1600" b="0" i="1" smtClean="0">
                            <a:latin typeface="Cambria Math" panose="02040503050406030204" pitchFamily="18" charset="0"/>
                            <a:cs typeface="Arial" panose="020B0604020202020204" pitchFamily="34" charset="0"/>
                          </a:rPr>
                          <m:t>=</m:t>
                        </m:r>
                        <m:f>
                          <m:fPr>
                            <m:ctrlPr>
                              <a:rPr lang="pt-BR" sz="1600" b="0" i="1" smtClean="0">
                                <a:latin typeface="Cambria Math" panose="02040503050406030204" pitchFamily="18" charset="0"/>
                                <a:cs typeface="Arial" panose="020B0604020202020204" pitchFamily="34" charset="0"/>
                              </a:rPr>
                            </m:ctrlPr>
                          </m:fPr>
                          <m:num>
                            <m:r>
                              <a:rPr lang="pt-BR" sz="1600" b="0" i="1" smtClean="0">
                                <a:latin typeface="Cambria Math" panose="02040503050406030204" pitchFamily="18" charset="0"/>
                                <a:cs typeface="Arial" panose="020B0604020202020204" pitchFamily="34" charset="0"/>
                              </a:rPr>
                              <m:t>1</m:t>
                            </m:r>
                          </m:num>
                          <m:den>
                            <m:r>
                              <a:rPr lang="pt-BR" sz="1600" b="0" i="1" smtClean="0">
                                <a:latin typeface="Cambria Math" panose="02040503050406030204" pitchFamily="18" charset="0"/>
                                <a:cs typeface="Arial" panose="020B0604020202020204" pitchFamily="34" charset="0"/>
                              </a:rPr>
                              <m:t>𝑗</m:t>
                            </m:r>
                            <m:r>
                              <a:rPr lang="pt-BR" sz="1600" b="0" i="1" smtClean="0">
                                <a:latin typeface="Cambria Math" panose="02040503050406030204" pitchFamily="18" charset="0"/>
                                <a:cs typeface="Arial" panose="020B0604020202020204" pitchFamily="34" charset="0"/>
                              </a:rPr>
                              <m:t>𝜔</m:t>
                            </m:r>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𝜇</m:t>
                                </m:r>
                              </m:e>
                              <m:sub>
                                <m:r>
                                  <a:rPr lang="pt-BR" sz="1600" b="0" i="1" smtClean="0">
                                    <a:latin typeface="Cambria Math" panose="02040503050406030204" pitchFamily="18" charset="0"/>
                                    <a:cs typeface="Arial" panose="020B0604020202020204" pitchFamily="34" charset="0"/>
                                  </a:rPr>
                                  <m:t>0</m:t>
                                </m:r>
                              </m:sub>
                            </m:sSub>
                          </m:den>
                        </m:f>
                        <m:sSub>
                          <m:sSubPr>
                            <m:ctrlPr>
                              <a:rPr lang="pt-BR" sz="1600" b="0" i="1" smtClean="0">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m:t>
                            </m:r>
                          </m:e>
                          <m:sub>
                            <m:r>
                              <a:rPr lang="pt-BR" sz="1600" b="0" i="1" smtClean="0">
                                <a:latin typeface="Cambria Math" panose="02040503050406030204" pitchFamily="18" charset="0"/>
                                <a:ea typeface="Cambria Math" panose="02040503050406030204" pitchFamily="18" charset="0"/>
                                <a:cs typeface="Arial" panose="020B0604020202020204" pitchFamily="34" charset="0"/>
                              </a:rPr>
                              <m:t>𝑛</m:t>
                            </m:r>
                          </m:sub>
                        </m:sSub>
                        <m:sSub>
                          <m:sSubPr>
                            <m:ctrlPr>
                              <a:rPr lang="pt-BR" sz="1600" b="0" i="1" smtClean="0">
                                <a:latin typeface="Cambria Math" panose="02040503050406030204" pitchFamily="18" charset="0"/>
                                <a:ea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ea typeface="Cambria Math" panose="02040503050406030204" pitchFamily="18" charset="0"/>
                                <a:cs typeface="Arial" panose="020B0604020202020204" pitchFamily="34" charset="0"/>
                              </a:rPr>
                              <m:t>𝐸</m:t>
                            </m:r>
                          </m:e>
                          <m:sub>
                            <m:r>
                              <a:rPr lang="pt-BR" sz="1600" b="0" i="1" smtClean="0">
                                <a:latin typeface="Cambria Math" panose="02040503050406030204" pitchFamily="18" charset="0"/>
                                <a:ea typeface="Cambria Math" panose="02040503050406030204" pitchFamily="18" charset="0"/>
                                <a:cs typeface="Arial" panose="020B0604020202020204" pitchFamily="34" charset="0"/>
                              </a:rPr>
                              <m:t>𝑧</m:t>
                            </m:r>
                          </m:sub>
                        </m:sSub>
                        <m:r>
                          <a:rPr lang="pt-BR" sz="1600" b="0" i="1" smtClean="0">
                            <a:latin typeface="Cambria Math" panose="02040503050406030204" pitchFamily="18" charset="0"/>
                            <a:cs typeface="Arial" panose="020B0604020202020204" pitchFamily="34" charset="0"/>
                          </a:rPr>
                          <m:t> </m:t>
                        </m:r>
                      </m:oMath>
                    </m:oMathPara>
                  </a14:m>
                  <a:endParaRPr lang="pt-BR" sz="1600">
                    <a:latin typeface="Arial" panose="020B0604020202020204" pitchFamily="34" charset="0"/>
                    <a:cs typeface="Arial" panose="020B0604020202020204" pitchFamily="34" charset="0"/>
                  </a:endParaRPr>
                </a:p>
              </p:txBody>
            </p:sp>
          </mc:Choice>
          <mc:Fallback xmlns="">
            <p:sp>
              <p:nvSpPr>
                <p:cNvPr id="17" name="CaixaDeTexto 16">
                  <a:extLst>
                    <a:ext uri="{FF2B5EF4-FFF2-40B4-BE49-F238E27FC236}">
                      <a16:creationId xmlns:a16="http://schemas.microsoft.com/office/drawing/2014/main" id="{C5678170-CA2D-8AB7-0A6B-835769EDCC0C}"/>
                    </a:ext>
                  </a:extLst>
                </p:cNvPr>
                <p:cNvSpPr txBox="1">
                  <a:spLocks noRot="1" noChangeAspect="1" noMove="1" noResize="1" noEditPoints="1" noAdjustHandles="1" noChangeArrowheads="1" noChangeShapeType="1" noTextEdit="1"/>
                </p:cNvSpPr>
                <p:nvPr/>
              </p:nvSpPr>
              <p:spPr>
                <a:xfrm>
                  <a:off x="6096309" y="2371685"/>
                  <a:ext cx="5148263" cy="598177"/>
                </a:xfrm>
                <a:prstGeom prst="rect">
                  <a:avLst/>
                </a:prstGeom>
                <a:blipFill>
                  <a:blip r:embed="rId5"/>
                  <a:stretch>
                    <a:fillRect/>
                  </a:stretch>
                </a:blipFill>
              </p:spPr>
              <p:txBody>
                <a:bodyPr/>
                <a:lstStyle/>
                <a:p>
                  <a:r>
                    <a:rPr lang="pt-BR">
                      <a:noFill/>
                    </a:rPr>
                    <a:t> </a:t>
                  </a:r>
                </a:p>
              </p:txBody>
            </p:sp>
          </mc:Fallback>
        </mc:AlternateContent>
      </p:grpSp>
      <p:grpSp>
        <p:nvGrpSpPr>
          <p:cNvPr id="24" name="Agrupar 23">
            <a:extLst>
              <a:ext uri="{FF2B5EF4-FFF2-40B4-BE49-F238E27FC236}">
                <a16:creationId xmlns:a16="http://schemas.microsoft.com/office/drawing/2014/main" id="{1BA428BF-CC81-F200-7010-29F4A8320C2B}"/>
              </a:ext>
            </a:extLst>
          </p:cNvPr>
          <p:cNvGrpSpPr/>
          <p:nvPr/>
        </p:nvGrpSpPr>
        <p:grpSpPr>
          <a:xfrm>
            <a:off x="6089539" y="3307092"/>
            <a:ext cx="5227749" cy="2312600"/>
            <a:chOff x="6089539" y="3307092"/>
            <a:chExt cx="5227749" cy="2312600"/>
          </a:xfrm>
        </p:grpSpPr>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55254BAB-9DE3-54E5-C42C-F5DBAE4432FF}"/>
                    </a:ext>
                  </a:extLst>
                </p:cNvPr>
                <p:cNvSpPr txBox="1"/>
                <p:nvPr/>
              </p:nvSpPr>
              <p:spPr>
                <a:xfrm>
                  <a:off x="6089539" y="3307092"/>
                  <a:ext cx="5227749" cy="584775"/>
                </a:xfrm>
                <a:prstGeom prst="rect">
                  <a:avLst/>
                </a:prstGeom>
                <a:noFill/>
              </p:spPr>
              <p:txBody>
                <a:bodyPr wrap="square">
                  <a:spAutoFit/>
                </a:bodyPr>
                <a:lstStyle>
                  <a:defPPr>
                    <a:defRPr lang="pt-BR"/>
                  </a:defPPr>
                  <a:lvl1pPr>
                    <a:defRPr sz="1600"/>
                  </a:lvl1pPr>
                </a:lstStyle>
                <a:p>
                  <a:r>
                    <a:rPr lang="pt-BR"/>
                    <a:t>Inside </a:t>
                  </a:r>
                  <a14:m>
                    <m:oMath xmlns:m="http://schemas.openxmlformats.org/officeDocument/2006/math">
                      <m:r>
                        <a:rPr lang="pt-BR">
                          <a:latin typeface="Cambria Math" panose="02040503050406030204" pitchFamily="18" charset="0"/>
                        </a:rPr>
                        <m:t>𝑆</m:t>
                      </m:r>
                    </m:oMath>
                  </a14:m>
                  <a:r>
                    <a:rPr lang="pt-BR"/>
                    <a:t>, the longitudinal componente of the electric field satisfies the </a:t>
                  </a:r>
                  <a:r>
                    <a:rPr lang="pt-BR" i="1"/>
                    <a:t>Helmholtz</a:t>
                  </a:r>
                  <a:r>
                    <a:rPr lang="pt-BR"/>
                    <a:t> equation:</a:t>
                  </a:r>
                </a:p>
              </p:txBody>
            </p:sp>
          </mc:Choice>
          <mc:Fallback xmlns="">
            <p:sp>
              <p:nvSpPr>
                <p:cNvPr id="18" name="CaixaDeTexto 17">
                  <a:extLst>
                    <a:ext uri="{FF2B5EF4-FFF2-40B4-BE49-F238E27FC236}">
                      <a16:creationId xmlns:a16="http://schemas.microsoft.com/office/drawing/2014/main" id="{55254BAB-9DE3-54E5-C42C-F5DBAE4432FF}"/>
                    </a:ext>
                  </a:extLst>
                </p:cNvPr>
                <p:cNvSpPr txBox="1">
                  <a:spLocks noRot="1" noChangeAspect="1" noMove="1" noResize="1" noEditPoints="1" noAdjustHandles="1" noChangeArrowheads="1" noChangeShapeType="1" noTextEdit="1"/>
                </p:cNvSpPr>
                <p:nvPr/>
              </p:nvSpPr>
              <p:spPr>
                <a:xfrm>
                  <a:off x="6089539" y="3307092"/>
                  <a:ext cx="5227749" cy="584775"/>
                </a:xfrm>
                <a:prstGeom prst="rect">
                  <a:avLst/>
                </a:prstGeom>
                <a:blipFill>
                  <a:blip r:embed="rId6"/>
                  <a:stretch>
                    <a:fillRect l="-699" t="-3158" r="-117" b="-13684"/>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839CBF87-0713-E3FD-6F4E-E3F16CE31027}"/>
                    </a:ext>
                  </a:extLst>
                </p:cNvPr>
                <p:cNvSpPr txBox="1"/>
                <p:nvPr/>
              </p:nvSpPr>
              <p:spPr>
                <a:xfrm>
                  <a:off x="6096000" y="4195693"/>
                  <a:ext cx="514180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pt-BR" sz="1600" b="0" i="1" smtClean="0">
                                <a:latin typeface="Cambria Math" panose="02040503050406030204" pitchFamily="18" charset="0"/>
                                <a:cs typeface="Arial" panose="020B0604020202020204" pitchFamily="34" charset="0"/>
                              </a:rPr>
                            </m:ctrlPr>
                          </m:sSupPr>
                          <m:e>
                            <m:r>
                              <m:rPr>
                                <m:sty m:val="p"/>
                              </m:rPr>
                              <a:rPr lang="pt-BR" sz="1600" b="0" i="0" smtClean="0">
                                <a:latin typeface="Cambria Math" panose="02040503050406030204" pitchFamily="18" charset="0"/>
                                <a:cs typeface="Arial" panose="020B0604020202020204" pitchFamily="34" charset="0"/>
                              </a:rPr>
                              <m:t>∇</m:t>
                            </m:r>
                          </m:e>
                          <m:sup>
                            <m:r>
                              <a:rPr lang="pt-BR" sz="1600" b="0" i="1" smtClean="0">
                                <a:latin typeface="Cambria Math" panose="02040503050406030204" pitchFamily="18" charset="0"/>
                                <a:cs typeface="Arial" panose="020B0604020202020204" pitchFamily="34" charset="0"/>
                              </a:rPr>
                              <m:t>2</m:t>
                            </m:r>
                          </m:sup>
                        </m:sSup>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𝐸</m:t>
                            </m:r>
                          </m:e>
                          <m:sub>
                            <m:r>
                              <a:rPr lang="pt-BR" sz="1600" b="0" i="1" smtClean="0">
                                <a:latin typeface="Cambria Math" panose="02040503050406030204" pitchFamily="18" charset="0"/>
                                <a:cs typeface="Arial" panose="020B0604020202020204" pitchFamily="34" charset="0"/>
                              </a:rPr>
                              <m:t>𝑧</m:t>
                            </m:r>
                          </m:sub>
                        </m:sSub>
                        <m:r>
                          <a:rPr lang="pt-BR" sz="1600" b="0" i="1" smtClean="0">
                            <a:latin typeface="Cambria Math" panose="02040503050406030204" pitchFamily="18" charset="0"/>
                            <a:cs typeface="Arial" panose="020B0604020202020204" pitchFamily="34" charset="0"/>
                          </a:rPr>
                          <m:t>+</m:t>
                        </m:r>
                        <m:sSup>
                          <m:sSupPr>
                            <m:ctrlPr>
                              <a:rPr lang="pt-BR" sz="1600" b="0" i="1" smtClean="0">
                                <a:latin typeface="Cambria Math" panose="02040503050406030204" pitchFamily="18" charset="0"/>
                                <a:cs typeface="Arial" panose="020B0604020202020204" pitchFamily="34" charset="0"/>
                              </a:rPr>
                            </m:ctrlPr>
                          </m:sSupPr>
                          <m:e>
                            <m:r>
                              <a:rPr lang="pt-BR" sz="1600" b="0" i="1" smtClean="0">
                                <a:latin typeface="Cambria Math" panose="02040503050406030204" pitchFamily="18" charset="0"/>
                                <a:cs typeface="Arial" panose="020B0604020202020204" pitchFamily="34" charset="0"/>
                              </a:rPr>
                              <m:t>𝑘</m:t>
                            </m:r>
                          </m:e>
                          <m:sup>
                            <m:r>
                              <a:rPr lang="pt-BR" sz="1600" b="0" i="1" smtClean="0">
                                <a:latin typeface="Cambria Math" panose="02040503050406030204" pitchFamily="18" charset="0"/>
                                <a:cs typeface="Arial" panose="020B0604020202020204" pitchFamily="34" charset="0"/>
                              </a:rPr>
                              <m:t>2</m:t>
                            </m:r>
                          </m:sup>
                        </m:sSup>
                        <m:sSub>
                          <m:sSubPr>
                            <m:ctrlPr>
                              <a:rPr lang="pt-BR" sz="1600" i="1">
                                <a:latin typeface="Cambria Math" panose="02040503050406030204" pitchFamily="18" charset="0"/>
                                <a:cs typeface="Arial" panose="020B0604020202020204" pitchFamily="34" charset="0"/>
                              </a:rPr>
                            </m:ctrlPr>
                          </m:sSubPr>
                          <m:e>
                            <m:r>
                              <a:rPr lang="pt-BR" sz="1600" i="1">
                                <a:latin typeface="Cambria Math" panose="02040503050406030204" pitchFamily="18" charset="0"/>
                                <a:cs typeface="Arial" panose="020B0604020202020204" pitchFamily="34" charset="0"/>
                              </a:rPr>
                              <m:t>𝐸</m:t>
                            </m:r>
                          </m:e>
                          <m:sub>
                            <m:r>
                              <a:rPr lang="pt-BR" sz="1600" i="1">
                                <a:latin typeface="Cambria Math" panose="02040503050406030204" pitchFamily="18" charset="0"/>
                                <a:cs typeface="Arial" panose="020B0604020202020204" pitchFamily="34" charset="0"/>
                              </a:rPr>
                              <m:t>𝑧</m:t>
                            </m:r>
                          </m:sub>
                        </m:sSub>
                        <m:r>
                          <a:rPr lang="pt-BR" sz="1600" b="0" i="1" smtClean="0">
                            <a:latin typeface="Cambria Math" panose="02040503050406030204" pitchFamily="18" charset="0"/>
                            <a:cs typeface="Arial" panose="020B0604020202020204" pitchFamily="34" charset="0"/>
                          </a:rPr>
                          <m:t>=0 </m:t>
                        </m:r>
                      </m:oMath>
                    </m:oMathPara>
                  </a14:m>
                  <a:endParaRPr lang="pt-BR" sz="1600">
                    <a:latin typeface="Arial" panose="020B0604020202020204" pitchFamily="34" charset="0"/>
                    <a:cs typeface="Arial" panose="020B0604020202020204" pitchFamily="34" charset="0"/>
                  </a:endParaRPr>
                </a:p>
              </p:txBody>
            </p:sp>
          </mc:Choice>
          <mc:Fallback xmlns="">
            <p:sp>
              <p:nvSpPr>
                <p:cNvPr id="19" name="CaixaDeTexto 18">
                  <a:extLst>
                    <a:ext uri="{FF2B5EF4-FFF2-40B4-BE49-F238E27FC236}">
                      <a16:creationId xmlns:a16="http://schemas.microsoft.com/office/drawing/2014/main" id="{839CBF87-0713-E3FD-6F4E-E3F16CE31027}"/>
                    </a:ext>
                  </a:extLst>
                </p:cNvPr>
                <p:cNvSpPr txBox="1">
                  <a:spLocks noRot="1" noChangeAspect="1" noMove="1" noResize="1" noEditPoints="1" noAdjustHandles="1" noChangeArrowheads="1" noChangeShapeType="1" noTextEdit="1"/>
                </p:cNvSpPr>
                <p:nvPr/>
              </p:nvSpPr>
              <p:spPr>
                <a:xfrm>
                  <a:off x="6096000" y="4195693"/>
                  <a:ext cx="5141802" cy="338554"/>
                </a:xfrm>
                <a:prstGeom prst="rect">
                  <a:avLst/>
                </a:prstGeom>
                <a:blipFill>
                  <a:blip r:embed="rId7"/>
                  <a:stretch>
                    <a:fillRect/>
                  </a:stretch>
                </a:blipFill>
              </p:spPr>
              <p:txBody>
                <a:bodyPr/>
                <a:lstStyle/>
                <a:p>
                  <a:r>
                    <a:rPr lang="pt-BR">
                      <a:noFill/>
                    </a:rPr>
                    <a:t> </a:t>
                  </a:r>
                </a:p>
              </p:txBody>
            </p:sp>
          </mc:Fallback>
        </mc:AlternateContent>
        <p:sp>
          <p:nvSpPr>
            <p:cNvPr id="20" name="CaixaDeTexto 19">
              <a:extLst>
                <a:ext uri="{FF2B5EF4-FFF2-40B4-BE49-F238E27FC236}">
                  <a16:creationId xmlns:a16="http://schemas.microsoft.com/office/drawing/2014/main" id="{5FE0C7CC-AE87-FA0E-B84D-749F9AD42BB8}"/>
                </a:ext>
              </a:extLst>
            </p:cNvPr>
            <p:cNvSpPr txBox="1"/>
            <p:nvPr/>
          </p:nvSpPr>
          <p:spPr>
            <a:xfrm>
              <a:off x="6089539" y="4839161"/>
              <a:ext cx="5141803" cy="338554"/>
            </a:xfrm>
            <a:prstGeom prst="rect">
              <a:avLst/>
            </a:prstGeom>
            <a:noFill/>
          </p:spPr>
          <p:txBody>
            <a:bodyPr wrap="square">
              <a:spAutoFit/>
            </a:bodyPr>
            <a:lstStyle>
              <a:defPPr>
                <a:defRPr lang="pt-BR"/>
              </a:defPPr>
              <a:lvl1pPr>
                <a:defRPr sz="1600"/>
              </a:lvl1pPr>
            </a:lstStyle>
            <a:p>
              <a:r>
                <a:rPr lang="pt-BR"/>
                <a:t>with</a:t>
              </a:r>
            </a:p>
          </p:txBody>
        </p:sp>
        <mc:AlternateContent xmlns:mc="http://schemas.openxmlformats.org/markup-compatibility/2006" xmlns:a14="http://schemas.microsoft.com/office/drawing/2010/main">
          <mc:Choice Requires="a14">
            <p:sp>
              <p:nvSpPr>
                <p:cNvPr id="21" name="CaixaDeTexto 20">
                  <a:extLst>
                    <a:ext uri="{FF2B5EF4-FFF2-40B4-BE49-F238E27FC236}">
                      <a16:creationId xmlns:a16="http://schemas.microsoft.com/office/drawing/2014/main" id="{92A8F3F1-BF54-4A8F-5B07-7B0AB07EE379}"/>
                    </a:ext>
                  </a:extLst>
                </p:cNvPr>
                <p:cNvSpPr txBox="1"/>
                <p:nvPr/>
              </p:nvSpPr>
              <p:spPr>
                <a:xfrm>
                  <a:off x="6089539" y="5229200"/>
                  <a:ext cx="5141803" cy="3904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1600" b="0" i="1" smtClean="0">
                            <a:latin typeface="Cambria Math" panose="02040503050406030204" pitchFamily="18" charset="0"/>
                            <a:cs typeface="Arial" panose="020B0604020202020204" pitchFamily="34" charset="0"/>
                          </a:rPr>
                          <m:t>𝑘</m:t>
                        </m:r>
                        <m:r>
                          <a:rPr lang="pt-BR" sz="1600" b="0" i="1" smtClean="0">
                            <a:latin typeface="Cambria Math" panose="02040503050406030204" pitchFamily="18" charset="0"/>
                            <a:cs typeface="Arial" panose="020B0604020202020204" pitchFamily="34" charset="0"/>
                          </a:rPr>
                          <m:t>=</m:t>
                        </m:r>
                        <m:rad>
                          <m:radPr>
                            <m:degHide m:val="on"/>
                            <m:ctrlPr>
                              <a:rPr lang="pt-BR" sz="1600" b="0" i="1" smtClean="0">
                                <a:latin typeface="Cambria Math" panose="02040503050406030204" pitchFamily="18" charset="0"/>
                                <a:cs typeface="Arial" panose="020B0604020202020204" pitchFamily="34" charset="0"/>
                              </a:rPr>
                            </m:ctrlPr>
                          </m:radPr>
                          <m:deg/>
                          <m:e>
                            <m:r>
                              <a:rPr lang="pt-BR" sz="1600" b="0" i="1" smtClean="0">
                                <a:latin typeface="Cambria Math" panose="02040503050406030204" pitchFamily="18" charset="0"/>
                                <a:cs typeface="Arial" panose="020B0604020202020204" pitchFamily="34" charset="0"/>
                              </a:rPr>
                              <m:t>𝜔</m:t>
                            </m:r>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𝜇</m:t>
                                </m:r>
                              </m:e>
                              <m:sub>
                                <m:r>
                                  <a:rPr lang="pt-BR" sz="1600" b="0" i="1" smtClean="0">
                                    <a:latin typeface="Cambria Math" panose="02040503050406030204" pitchFamily="18" charset="0"/>
                                    <a:cs typeface="Arial" panose="020B0604020202020204" pitchFamily="34" charset="0"/>
                                  </a:rPr>
                                  <m:t> </m:t>
                                </m:r>
                              </m:sub>
                            </m:sSub>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𝜔𝜀</m:t>
                            </m:r>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𝑗</m:t>
                            </m:r>
                            <m:r>
                              <a:rPr lang="pt-BR" sz="1600" b="0" i="1" smtClean="0">
                                <a:latin typeface="Cambria Math" panose="02040503050406030204" pitchFamily="18" charset="0"/>
                                <a:cs typeface="Arial" panose="020B0604020202020204" pitchFamily="34" charset="0"/>
                              </a:rPr>
                              <m:t>𝜎</m:t>
                            </m:r>
                            <m:r>
                              <a:rPr lang="pt-BR" sz="1600" b="0" i="1" smtClean="0">
                                <a:latin typeface="Cambria Math" panose="02040503050406030204" pitchFamily="18" charset="0"/>
                                <a:cs typeface="Arial" panose="020B0604020202020204" pitchFamily="34" charset="0"/>
                              </a:rPr>
                              <m:t>)</m:t>
                            </m:r>
                          </m:e>
                        </m:rad>
                        <m:r>
                          <a:rPr lang="pt-BR" sz="1600" b="0" i="1" smtClean="0">
                            <a:latin typeface="Cambria Math" panose="02040503050406030204" pitchFamily="18" charset="0"/>
                            <a:cs typeface="Arial" panose="020B0604020202020204" pitchFamily="34" charset="0"/>
                          </a:rPr>
                          <m:t> </m:t>
                        </m:r>
                      </m:oMath>
                    </m:oMathPara>
                  </a14:m>
                  <a:endParaRPr lang="pt-BR" sz="1600">
                    <a:latin typeface="Arial" panose="020B0604020202020204" pitchFamily="34" charset="0"/>
                    <a:cs typeface="Arial" panose="020B0604020202020204" pitchFamily="34" charset="0"/>
                  </a:endParaRPr>
                </a:p>
              </p:txBody>
            </p:sp>
          </mc:Choice>
          <mc:Fallback xmlns="">
            <p:sp>
              <p:nvSpPr>
                <p:cNvPr id="21" name="CaixaDeTexto 20">
                  <a:extLst>
                    <a:ext uri="{FF2B5EF4-FFF2-40B4-BE49-F238E27FC236}">
                      <a16:creationId xmlns:a16="http://schemas.microsoft.com/office/drawing/2014/main" id="{92A8F3F1-BF54-4A8F-5B07-7B0AB07EE379}"/>
                    </a:ext>
                  </a:extLst>
                </p:cNvPr>
                <p:cNvSpPr txBox="1">
                  <a:spLocks noRot="1" noChangeAspect="1" noMove="1" noResize="1" noEditPoints="1" noAdjustHandles="1" noChangeArrowheads="1" noChangeShapeType="1" noTextEdit="1"/>
                </p:cNvSpPr>
                <p:nvPr/>
              </p:nvSpPr>
              <p:spPr>
                <a:xfrm>
                  <a:off x="6089539" y="5229200"/>
                  <a:ext cx="5141803" cy="390492"/>
                </a:xfrm>
                <a:prstGeom prst="rect">
                  <a:avLst/>
                </a:prstGeom>
                <a:blipFill>
                  <a:blip r:embed="rId8"/>
                  <a:stretch>
                    <a:fillRect b="-6250"/>
                  </a:stretch>
                </a:blipFill>
              </p:spPr>
              <p:txBody>
                <a:bodyPr/>
                <a:lstStyle/>
                <a:p>
                  <a:r>
                    <a:rPr lang="pt-BR">
                      <a:noFill/>
                    </a:rPr>
                    <a:t> </a:t>
                  </a:r>
                </a:p>
              </p:txBody>
            </p:sp>
          </mc:Fallback>
        </mc:AlternateContent>
      </p:grpSp>
      <p:sp>
        <p:nvSpPr>
          <p:cNvPr id="22" name="CaixaDeTexto 21">
            <a:extLst>
              <a:ext uri="{FF2B5EF4-FFF2-40B4-BE49-F238E27FC236}">
                <a16:creationId xmlns:a16="http://schemas.microsoft.com/office/drawing/2014/main" id="{49077367-370F-EE24-E168-4960C19983BE}"/>
              </a:ext>
            </a:extLst>
          </p:cNvPr>
          <p:cNvSpPr txBox="1"/>
          <p:nvPr/>
        </p:nvSpPr>
        <p:spPr>
          <a:xfrm>
            <a:off x="730433" y="4799180"/>
            <a:ext cx="4555976" cy="307777"/>
          </a:xfrm>
          <a:prstGeom prst="rect">
            <a:avLst/>
          </a:prstGeom>
          <a:noFill/>
        </p:spPr>
        <p:txBody>
          <a:bodyPr wrap="square">
            <a:spAutoFit/>
          </a:bodyPr>
          <a:lstStyle/>
          <a:p>
            <a:r>
              <a:rPr lang="pt-BR" sz="1400" b="1">
                <a:latin typeface="Arial" panose="020B0604020202020204" pitchFamily="34" charset="0"/>
                <a:cs typeface="Arial" panose="020B0604020202020204" pitchFamily="34" charset="0"/>
              </a:rPr>
              <a:t>Original Problem</a:t>
            </a:r>
          </a:p>
        </p:txBody>
      </p:sp>
      <p:grpSp>
        <p:nvGrpSpPr>
          <p:cNvPr id="34" name="Agrupar 33">
            <a:extLst>
              <a:ext uri="{FF2B5EF4-FFF2-40B4-BE49-F238E27FC236}">
                <a16:creationId xmlns:a16="http://schemas.microsoft.com/office/drawing/2014/main" id="{F4BFB5B1-5E57-4044-49BD-F47EB8076502}"/>
              </a:ext>
            </a:extLst>
          </p:cNvPr>
          <p:cNvGrpSpPr/>
          <p:nvPr/>
        </p:nvGrpSpPr>
        <p:grpSpPr>
          <a:xfrm>
            <a:off x="767408" y="2182673"/>
            <a:ext cx="4572508" cy="2458862"/>
            <a:chOff x="767408" y="2182673"/>
            <a:chExt cx="4572508" cy="2458862"/>
          </a:xfrm>
        </p:grpSpPr>
        <p:grpSp>
          <p:nvGrpSpPr>
            <p:cNvPr id="13" name="Agrupar 12">
              <a:extLst>
                <a:ext uri="{FF2B5EF4-FFF2-40B4-BE49-F238E27FC236}">
                  <a16:creationId xmlns:a16="http://schemas.microsoft.com/office/drawing/2014/main" id="{33D1CCA9-C701-8F48-AB0F-762A7BC6A610}"/>
                </a:ext>
              </a:extLst>
            </p:cNvPr>
            <p:cNvGrpSpPr/>
            <p:nvPr/>
          </p:nvGrpSpPr>
          <p:grpSpPr>
            <a:xfrm>
              <a:off x="767408" y="2182673"/>
              <a:ext cx="4572508" cy="2458862"/>
              <a:chOff x="670124" y="2141393"/>
              <a:chExt cx="4572508" cy="2458862"/>
            </a:xfrm>
          </p:grpSpPr>
          <p:sp>
            <p:nvSpPr>
              <p:cNvPr id="7" name="Retângulo 6">
                <a:extLst>
                  <a:ext uri="{FF2B5EF4-FFF2-40B4-BE49-F238E27FC236}">
                    <a16:creationId xmlns:a16="http://schemas.microsoft.com/office/drawing/2014/main" id="{D5AB4974-7F33-2D29-24EC-EF0F440B000C}"/>
                  </a:ext>
                </a:extLst>
              </p:cNvPr>
              <p:cNvSpPr/>
              <p:nvPr/>
            </p:nvSpPr>
            <p:spPr>
              <a:xfrm>
                <a:off x="670632" y="2174248"/>
                <a:ext cx="4572000" cy="2420312"/>
              </a:xfrm>
              <a:prstGeom prst="rect">
                <a:avLst/>
              </a:prstGeom>
              <a:solidFill>
                <a:schemeClr val="tx2">
                  <a:lumMod val="10000"/>
                  <a:lumOff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51" name="CaixaDeTexto 50">
                    <a:extLst>
                      <a:ext uri="{FF2B5EF4-FFF2-40B4-BE49-F238E27FC236}">
                        <a16:creationId xmlns:a16="http://schemas.microsoft.com/office/drawing/2014/main" id="{F69A3152-00B5-2F7C-B322-DD009CCAF487}"/>
                      </a:ext>
                    </a:extLst>
                  </p:cNvPr>
                  <p:cNvSpPr txBox="1"/>
                  <p:nvPr/>
                </p:nvSpPr>
                <p:spPr>
                  <a:xfrm>
                    <a:off x="3658456" y="2141393"/>
                    <a:ext cx="10735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𝜎</m:t>
                              </m:r>
                            </m:e>
                            <m:sub>
                              <m:r>
                                <a:rPr lang="pt-BR" b="0" i="1" smtClean="0">
                                  <a:latin typeface="Cambria Math" panose="02040503050406030204" pitchFamily="18" charset="0"/>
                                </a:rPr>
                                <m:t>0</m:t>
                              </m:r>
                            </m:sub>
                          </m:sSub>
                        </m:oMath>
                      </m:oMathPara>
                    </a14:m>
                    <a:endParaRPr lang="pt-BR"/>
                  </a:p>
                </p:txBody>
              </p:sp>
            </mc:Choice>
            <mc:Fallback xmlns="">
              <p:sp>
                <p:nvSpPr>
                  <p:cNvPr id="51" name="CaixaDeTexto 50">
                    <a:extLst>
                      <a:ext uri="{FF2B5EF4-FFF2-40B4-BE49-F238E27FC236}">
                        <a16:creationId xmlns:a16="http://schemas.microsoft.com/office/drawing/2014/main" id="{F69A3152-00B5-2F7C-B322-DD009CCAF487}"/>
                      </a:ext>
                    </a:extLst>
                  </p:cNvPr>
                  <p:cNvSpPr txBox="1">
                    <a:spLocks noRot="1" noChangeAspect="1" noMove="1" noResize="1" noEditPoints="1" noAdjustHandles="1" noChangeArrowheads="1" noChangeShapeType="1" noTextEdit="1"/>
                  </p:cNvSpPr>
                  <p:nvPr/>
                </p:nvSpPr>
                <p:spPr>
                  <a:xfrm>
                    <a:off x="3658456" y="2141393"/>
                    <a:ext cx="1073563" cy="369332"/>
                  </a:xfrm>
                  <a:prstGeom prst="rect">
                    <a:avLst/>
                  </a:prstGeom>
                  <a:blipFill>
                    <a:blip r:embed="rId9"/>
                    <a:stretch>
                      <a:fillRect b="-3279"/>
                    </a:stretch>
                  </a:blipFill>
                </p:spPr>
                <p:txBody>
                  <a:bodyPr/>
                  <a:lstStyle/>
                  <a:p>
                    <a:r>
                      <a:rPr lang="pt-BR">
                        <a:noFill/>
                      </a:rPr>
                      <a:t> </a:t>
                    </a:r>
                  </a:p>
                </p:txBody>
              </p:sp>
            </mc:Fallback>
          </mc:AlternateContent>
          <p:cxnSp>
            <p:nvCxnSpPr>
              <p:cNvPr id="3" name="Conector reto 2">
                <a:extLst>
                  <a:ext uri="{FF2B5EF4-FFF2-40B4-BE49-F238E27FC236}">
                    <a16:creationId xmlns:a16="http://schemas.microsoft.com/office/drawing/2014/main" id="{F0AF39B9-F471-9A1B-89DE-97EA4078C2C5}"/>
                  </a:ext>
                </a:extLst>
              </p:cNvPr>
              <p:cNvCxnSpPr/>
              <p:nvPr/>
            </p:nvCxnSpPr>
            <p:spPr>
              <a:xfrm>
                <a:off x="670124" y="2169312"/>
                <a:ext cx="4572508"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 name="Conector reto 1">
                <a:extLst>
                  <a:ext uri="{FF2B5EF4-FFF2-40B4-BE49-F238E27FC236}">
                    <a16:creationId xmlns:a16="http://schemas.microsoft.com/office/drawing/2014/main" id="{F029EF53-C5A2-C3CA-453D-3BA24274A7BE}"/>
                  </a:ext>
                </a:extLst>
              </p:cNvPr>
              <p:cNvCxnSpPr/>
              <p:nvPr/>
            </p:nvCxnSpPr>
            <p:spPr>
              <a:xfrm>
                <a:off x="670124" y="4600255"/>
                <a:ext cx="4572508"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5" name="Elipse 4">
                <a:extLst>
                  <a:ext uri="{FF2B5EF4-FFF2-40B4-BE49-F238E27FC236}">
                    <a16:creationId xmlns:a16="http://schemas.microsoft.com/office/drawing/2014/main" id="{C4C62FA0-2554-C740-B43F-6979E70E9F6C}"/>
                  </a:ext>
                </a:extLst>
              </p:cNvPr>
              <p:cNvSpPr/>
              <p:nvPr/>
            </p:nvSpPr>
            <p:spPr>
              <a:xfrm>
                <a:off x="1379208" y="2816424"/>
                <a:ext cx="3231175" cy="1152128"/>
              </a:xfrm>
              <a:prstGeom prst="ellipse">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0" name="CaixaDeTexto 39">
                    <a:extLst>
                      <a:ext uri="{FF2B5EF4-FFF2-40B4-BE49-F238E27FC236}">
                        <a16:creationId xmlns:a16="http://schemas.microsoft.com/office/drawing/2014/main" id="{758CB222-ED5A-3FEA-69FB-61051C83702E}"/>
                      </a:ext>
                    </a:extLst>
                  </p:cNvPr>
                  <p:cNvSpPr txBox="1"/>
                  <p:nvPr/>
                </p:nvSpPr>
                <p:spPr>
                  <a:xfrm>
                    <a:off x="1885251" y="2928121"/>
                    <a:ext cx="9276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 </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 </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𝜎</m:t>
                              </m:r>
                            </m:e>
                            <m:sub>
                              <m:r>
                                <a:rPr lang="pt-BR" b="0" i="1" smtClean="0">
                                  <a:latin typeface="Cambria Math" panose="02040503050406030204" pitchFamily="18" charset="0"/>
                                </a:rPr>
                                <m:t>  </m:t>
                              </m:r>
                            </m:sub>
                          </m:sSub>
                        </m:oMath>
                      </m:oMathPara>
                    </a14:m>
                    <a:endParaRPr lang="pt-BR"/>
                  </a:p>
                </p:txBody>
              </p:sp>
            </mc:Choice>
            <mc:Fallback xmlns="">
              <p:sp>
                <p:nvSpPr>
                  <p:cNvPr id="40" name="CaixaDeTexto 39">
                    <a:extLst>
                      <a:ext uri="{FF2B5EF4-FFF2-40B4-BE49-F238E27FC236}">
                        <a16:creationId xmlns:a16="http://schemas.microsoft.com/office/drawing/2014/main" id="{758CB222-ED5A-3FEA-69FB-61051C83702E}"/>
                      </a:ext>
                    </a:extLst>
                  </p:cNvPr>
                  <p:cNvSpPr txBox="1">
                    <a:spLocks noRot="1" noChangeAspect="1" noMove="1" noResize="1" noEditPoints="1" noAdjustHandles="1" noChangeArrowheads="1" noChangeShapeType="1" noTextEdit="1"/>
                  </p:cNvSpPr>
                  <p:nvPr/>
                </p:nvSpPr>
                <p:spPr>
                  <a:xfrm>
                    <a:off x="1885251" y="2928121"/>
                    <a:ext cx="927690" cy="369332"/>
                  </a:xfrm>
                  <a:prstGeom prst="rect">
                    <a:avLst/>
                  </a:prstGeom>
                  <a:blipFill>
                    <a:blip r:embed="rId10"/>
                    <a:stretch>
                      <a:fillRect b="-327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E41E8B59-2FDB-5188-1767-1E09A35552F3}"/>
                      </a:ext>
                    </a:extLst>
                  </p:cNvPr>
                  <p:cNvSpPr txBox="1"/>
                  <p:nvPr/>
                </p:nvSpPr>
                <p:spPr>
                  <a:xfrm>
                    <a:off x="4023106" y="2644828"/>
                    <a:ext cx="34426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rPr>
                            <m:t>𝑐</m:t>
                          </m:r>
                        </m:oMath>
                      </m:oMathPara>
                    </a14:m>
                    <a:endParaRPr lang="pt-BR"/>
                  </a:p>
                </p:txBody>
              </p:sp>
            </mc:Choice>
            <mc:Fallback xmlns="">
              <p:sp>
                <p:nvSpPr>
                  <p:cNvPr id="11" name="CaixaDeTexto 10">
                    <a:extLst>
                      <a:ext uri="{FF2B5EF4-FFF2-40B4-BE49-F238E27FC236}">
                        <a16:creationId xmlns:a16="http://schemas.microsoft.com/office/drawing/2014/main" id="{E41E8B59-2FDB-5188-1767-1E09A35552F3}"/>
                      </a:ext>
                    </a:extLst>
                  </p:cNvPr>
                  <p:cNvSpPr txBox="1">
                    <a:spLocks noRot="1" noChangeAspect="1" noMove="1" noResize="1" noEditPoints="1" noAdjustHandles="1" noChangeArrowheads="1" noChangeShapeType="1" noTextEdit="1"/>
                  </p:cNvSpPr>
                  <p:nvPr/>
                </p:nvSpPr>
                <p:spPr>
                  <a:xfrm>
                    <a:off x="4023106" y="2644828"/>
                    <a:ext cx="344261" cy="369332"/>
                  </a:xfrm>
                  <a:prstGeom prst="rect">
                    <a:avLst/>
                  </a:prstGeom>
                  <a:blipFill>
                    <a:blip r:embed="rId11"/>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5440CEF9-E9C8-DE55-99A2-893903DCC911}"/>
                      </a:ext>
                    </a:extLst>
                  </p:cNvPr>
                  <p:cNvSpPr txBox="1"/>
                  <p:nvPr/>
                </p:nvSpPr>
                <p:spPr>
                  <a:xfrm>
                    <a:off x="3999574" y="3378771"/>
                    <a:ext cx="3574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𝑆</m:t>
                          </m:r>
                        </m:oMath>
                      </m:oMathPara>
                    </a14:m>
                    <a:endParaRPr lang="pt-BR"/>
                  </a:p>
                </p:txBody>
              </p:sp>
            </mc:Choice>
            <mc:Fallback xmlns="">
              <p:sp>
                <p:nvSpPr>
                  <p:cNvPr id="12" name="CaixaDeTexto 11">
                    <a:extLst>
                      <a:ext uri="{FF2B5EF4-FFF2-40B4-BE49-F238E27FC236}">
                        <a16:creationId xmlns:a16="http://schemas.microsoft.com/office/drawing/2014/main" id="{5440CEF9-E9C8-DE55-99A2-893903DCC911}"/>
                      </a:ext>
                    </a:extLst>
                  </p:cNvPr>
                  <p:cNvSpPr txBox="1">
                    <a:spLocks noRot="1" noChangeAspect="1" noMove="1" noResize="1" noEditPoints="1" noAdjustHandles="1" noChangeArrowheads="1" noChangeShapeType="1" noTextEdit="1"/>
                  </p:cNvSpPr>
                  <p:nvPr/>
                </p:nvSpPr>
                <p:spPr>
                  <a:xfrm>
                    <a:off x="3999574" y="3378771"/>
                    <a:ext cx="357469" cy="369332"/>
                  </a:xfrm>
                  <a:prstGeom prst="rect">
                    <a:avLst/>
                  </a:prstGeom>
                  <a:blipFill>
                    <a:blip r:embed="rId12"/>
                    <a:stretch>
                      <a:fillRect/>
                    </a:stretch>
                  </a:blipFill>
                </p:spPr>
                <p:txBody>
                  <a:bodyPr/>
                  <a:lstStyle/>
                  <a:p>
                    <a:r>
                      <a:rPr lang="pt-BR">
                        <a:noFill/>
                      </a:rPr>
                      <a:t> </a:t>
                    </a:r>
                  </a:p>
                </p:txBody>
              </p:sp>
            </mc:Fallback>
          </mc:AlternateContent>
        </p:grpSp>
        <p:grpSp>
          <p:nvGrpSpPr>
            <p:cNvPr id="15" name="Agrupar 14">
              <a:extLst>
                <a:ext uri="{FF2B5EF4-FFF2-40B4-BE49-F238E27FC236}">
                  <a16:creationId xmlns:a16="http://schemas.microsoft.com/office/drawing/2014/main" id="{7556C963-A053-B59E-3C4E-41069B8691D6}"/>
                </a:ext>
              </a:extLst>
            </p:cNvPr>
            <p:cNvGrpSpPr/>
            <p:nvPr/>
          </p:nvGrpSpPr>
          <p:grpSpPr>
            <a:xfrm>
              <a:off x="3739716" y="3982675"/>
              <a:ext cx="564994" cy="527518"/>
              <a:chOff x="3739716" y="3982675"/>
              <a:chExt cx="564994" cy="527518"/>
            </a:xfrm>
          </p:grpSpPr>
          <p:cxnSp>
            <p:nvCxnSpPr>
              <p:cNvPr id="16" name="Conector de Seta Reta 15">
                <a:extLst>
                  <a:ext uri="{FF2B5EF4-FFF2-40B4-BE49-F238E27FC236}">
                    <a16:creationId xmlns:a16="http://schemas.microsoft.com/office/drawing/2014/main" id="{E3A528D2-BB9D-3C47-B4C3-6FBD427AC634}"/>
                  </a:ext>
                </a:extLst>
              </p:cNvPr>
              <p:cNvCxnSpPr/>
              <p:nvPr/>
            </p:nvCxnSpPr>
            <p:spPr>
              <a:xfrm>
                <a:off x="3739716" y="3982675"/>
                <a:ext cx="93141" cy="34642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D6D06EBE-4136-BEE1-0D40-356D7BCDD7B3}"/>
                      </a:ext>
                    </a:extLst>
                  </p:cNvPr>
                  <p:cNvSpPr txBox="1"/>
                  <p:nvPr/>
                </p:nvSpPr>
                <p:spPr>
                  <a:xfrm>
                    <a:off x="3845417" y="4171639"/>
                    <a:ext cx="45929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b="1" i="1" smtClean="0">
                                  <a:latin typeface="Cambria Math" panose="02040503050406030204" pitchFamily="18" charset="0"/>
                                </a:rPr>
                              </m:ctrlPr>
                            </m:sSubPr>
                            <m:e>
                              <m:r>
                                <a:rPr lang="pt-BR" sz="1600" b="1" i="1" smtClean="0">
                                  <a:latin typeface="Cambria Math" panose="02040503050406030204" pitchFamily="18" charset="0"/>
                                </a:rPr>
                                <m:t>𝒂</m:t>
                              </m:r>
                            </m:e>
                            <m:sub>
                              <m:r>
                                <a:rPr lang="pt-BR" sz="1600" b="1" i="1" smtClean="0">
                                  <a:latin typeface="Cambria Math" panose="02040503050406030204" pitchFamily="18" charset="0"/>
                                </a:rPr>
                                <m:t>𝒏</m:t>
                              </m:r>
                            </m:sub>
                          </m:sSub>
                        </m:oMath>
                      </m:oMathPara>
                    </a14:m>
                    <a:endParaRPr lang="pt-BR" sz="1600" b="1"/>
                  </a:p>
                </p:txBody>
              </p:sp>
            </mc:Choice>
            <mc:Fallback xmlns="">
              <p:sp>
                <p:nvSpPr>
                  <p:cNvPr id="23" name="CaixaDeTexto 22">
                    <a:extLst>
                      <a:ext uri="{FF2B5EF4-FFF2-40B4-BE49-F238E27FC236}">
                        <a16:creationId xmlns:a16="http://schemas.microsoft.com/office/drawing/2014/main" id="{D6D06EBE-4136-BEE1-0D40-356D7BCDD7B3}"/>
                      </a:ext>
                    </a:extLst>
                  </p:cNvPr>
                  <p:cNvSpPr txBox="1">
                    <a:spLocks noRot="1" noChangeAspect="1" noMove="1" noResize="1" noEditPoints="1" noAdjustHandles="1" noChangeArrowheads="1" noChangeShapeType="1" noTextEdit="1"/>
                  </p:cNvSpPr>
                  <p:nvPr/>
                </p:nvSpPr>
                <p:spPr>
                  <a:xfrm>
                    <a:off x="3845417" y="4171639"/>
                    <a:ext cx="459293" cy="338554"/>
                  </a:xfrm>
                  <a:prstGeom prst="rect">
                    <a:avLst/>
                  </a:prstGeom>
                  <a:blipFill>
                    <a:blip r:embed="rId13"/>
                    <a:stretch>
                      <a:fillRect/>
                    </a:stretch>
                  </a:blipFill>
                </p:spPr>
                <p:txBody>
                  <a:bodyPr/>
                  <a:lstStyle/>
                  <a:p>
                    <a:r>
                      <a:rPr lang="pt-BR">
                        <a:noFill/>
                      </a:rPr>
                      <a:t> </a:t>
                    </a:r>
                  </a:p>
                </p:txBody>
              </p:sp>
            </mc:Fallback>
          </mc:AlternateContent>
        </p:grpSp>
      </p:grpSp>
      <p:sp>
        <p:nvSpPr>
          <p:cNvPr id="10" name="CaixaDeTexto 9">
            <a:extLst>
              <a:ext uri="{FF2B5EF4-FFF2-40B4-BE49-F238E27FC236}">
                <a16:creationId xmlns:a16="http://schemas.microsoft.com/office/drawing/2014/main" id="{5EA2BECE-5C60-7BD6-0A6B-4A8919D6A89D}"/>
              </a:ext>
            </a:extLst>
          </p:cNvPr>
          <p:cNvSpPr txBox="1"/>
          <p:nvPr/>
        </p:nvSpPr>
        <p:spPr>
          <a:xfrm>
            <a:off x="479425" y="165219"/>
            <a:ext cx="1872160" cy="307777"/>
          </a:xfrm>
          <a:prstGeom prst="rect">
            <a:avLst/>
          </a:prstGeom>
          <a:noFill/>
        </p:spPr>
        <p:txBody>
          <a:bodyPr wrap="square">
            <a:spAutoFit/>
          </a:bodyPr>
          <a:lstStyle/>
          <a:p>
            <a:r>
              <a:rPr lang="pt-BR" sz="1400">
                <a:solidFill>
                  <a:srgbClr val="0070C0"/>
                </a:solidFill>
                <a:latin typeface="Arial Black" panose="020B0A04020102020204" pitchFamily="34" charset="0"/>
              </a:rPr>
              <a:t>Introduction</a:t>
            </a:r>
          </a:p>
        </p:txBody>
      </p:sp>
    </p:spTree>
    <p:extLst>
      <p:ext uri="{BB962C8B-B14F-4D97-AF65-F5344CB8AC3E}">
        <p14:creationId xmlns:p14="http://schemas.microsoft.com/office/powerpoint/2010/main" val="488082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5</a:t>
            </a:fld>
            <a:endParaRPr lang="pt-BR"/>
          </a:p>
        </p:txBody>
      </p:sp>
      <p:sp>
        <p:nvSpPr>
          <p:cNvPr id="94" name="CaixaDeTexto 93">
            <a:extLst>
              <a:ext uri="{FF2B5EF4-FFF2-40B4-BE49-F238E27FC236}">
                <a16:creationId xmlns:a16="http://schemas.microsoft.com/office/drawing/2014/main" id="{D1D8FCDA-4632-6080-1621-67CDF796C564}"/>
              </a:ext>
            </a:extLst>
          </p:cNvPr>
          <p:cNvSpPr txBox="1"/>
          <p:nvPr/>
        </p:nvSpPr>
        <p:spPr>
          <a:xfrm>
            <a:off x="6095999" y="1582341"/>
            <a:ext cx="5221289" cy="830997"/>
          </a:xfrm>
          <a:prstGeom prst="rect">
            <a:avLst/>
          </a:prstGeom>
          <a:noFill/>
        </p:spPr>
        <p:txBody>
          <a:bodyPr wrap="square">
            <a:spAutoFit/>
          </a:bodyPr>
          <a:lstStyle>
            <a:defPPr>
              <a:defRPr lang="pt-BR"/>
            </a:defPPr>
            <a:lvl1pPr>
              <a:defRPr sz="1600"/>
            </a:lvl1pPr>
          </a:lstStyle>
          <a:p>
            <a:r>
              <a:rPr lang="pt-BR"/>
              <a:t>Applying the Equivalence Principle [4], </a:t>
            </a:r>
            <a:r>
              <a:rPr lang="en-US"/>
              <a:t>suppose that the constitutive parameters of the conducting cylinder are replaced by those of the medium outside the conductor.</a:t>
            </a: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Differential Surface Admittance Concept</a:t>
            </a:r>
          </a:p>
        </p:txBody>
      </p:sp>
      <p:grpSp>
        <p:nvGrpSpPr>
          <p:cNvPr id="13" name="Agrupar 12">
            <a:extLst>
              <a:ext uri="{FF2B5EF4-FFF2-40B4-BE49-F238E27FC236}">
                <a16:creationId xmlns:a16="http://schemas.microsoft.com/office/drawing/2014/main" id="{CA2C4943-5A67-A58C-5380-A24C7891E142}"/>
              </a:ext>
            </a:extLst>
          </p:cNvPr>
          <p:cNvGrpSpPr/>
          <p:nvPr/>
        </p:nvGrpSpPr>
        <p:grpSpPr>
          <a:xfrm>
            <a:off x="6095998" y="2865328"/>
            <a:ext cx="5221291" cy="3085785"/>
            <a:chOff x="6095998" y="2865328"/>
            <a:chExt cx="5221291" cy="3085785"/>
          </a:xfrm>
        </p:grpSpPr>
        <p:sp>
          <p:nvSpPr>
            <p:cNvPr id="20" name="CaixaDeTexto 19">
              <a:extLst>
                <a:ext uri="{FF2B5EF4-FFF2-40B4-BE49-F238E27FC236}">
                  <a16:creationId xmlns:a16="http://schemas.microsoft.com/office/drawing/2014/main" id="{5FE0C7CC-AE87-FA0E-B84D-749F9AD42BB8}"/>
                </a:ext>
              </a:extLst>
            </p:cNvPr>
            <p:cNvSpPr txBox="1"/>
            <p:nvPr/>
          </p:nvSpPr>
          <p:spPr>
            <a:xfrm>
              <a:off x="6102770" y="4185084"/>
              <a:ext cx="5148263" cy="338554"/>
            </a:xfrm>
            <a:prstGeom prst="rect">
              <a:avLst/>
            </a:prstGeom>
            <a:noFill/>
          </p:spPr>
          <p:txBody>
            <a:bodyPr wrap="square">
              <a:spAutoFit/>
            </a:bodyPr>
            <a:lstStyle>
              <a:defPPr>
                <a:defRPr lang="pt-BR"/>
              </a:defPPr>
              <a:lvl1pPr>
                <a:defRPr sz="1600"/>
              </a:lvl1pPr>
            </a:lstStyle>
            <a:p>
              <a:r>
                <a:rPr lang="pt-BR"/>
                <a:t>with</a:t>
              </a:r>
            </a:p>
          </p:txBody>
        </p:sp>
        <mc:AlternateContent xmlns:mc="http://schemas.openxmlformats.org/markup-compatibility/2006" xmlns:a14="http://schemas.microsoft.com/office/drawing/2010/main">
          <mc:Choice Requires="a14">
            <p:sp>
              <p:nvSpPr>
                <p:cNvPr id="21" name="CaixaDeTexto 20">
                  <a:extLst>
                    <a:ext uri="{FF2B5EF4-FFF2-40B4-BE49-F238E27FC236}">
                      <a16:creationId xmlns:a16="http://schemas.microsoft.com/office/drawing/2014/main" id="{92A8F3F1-BF54-4A8F-5B07-7B0AB07EE379}"/>
                    </a:ext>
                  </a:extLst>
                </p:cNvPr>
                <p:cNvSpPr txBox="1"/>
                <p:nvPr/>
              </p:nvSpPr>
              <p:spPr>
                <a:xfrm>
                  <a:off x="6096000" y="4575123"/>
                  <a:ext cx="5148263" cy="3904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𝑘</m:t>
                            </m:r>
                          </m:e>
                          <m:sub>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m:t>
                        </m:r>
                        <m:rad>
                          <m:radPr>
                            <m:degHide m:val="on"/>
                            <m:ctrlPr>
                              <a:rPr lang="pt-BR" sz="1600" b="0" i="1" smtClean="0">
                                <a:latin typeface="Cambria Math" panose="02040503050406030204" pitchFamily="18" charset="0"/>
                                <a:cs typeface="Arial" panose="020B0604020202020204" pitchFamily="34" charset="0"/>
                              </a:rPr>
                            </m:ctrlPr>
                          </m:radPr>
                          <m:deg/>
                          <m:e>
                            <m:r>
                              <a:rPr lang="pt-BR" sz="1600" b="0" i="1" smtClean="0">
                                <a:latin typeface="Cambria Math" panose="02040503050406030204" pitchFamily="18" charset="0"/>
                                <a:cs typeface="Arial" panose="020B0604020202020204" pitchFamily="34" charset="0"/>
                              </a:rPr>
                              <m:t>𝜔</m:t>
                            </m:r>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𝜇</m:t>
                                </m:r>
                              </m:e>
                              <m:sub>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𝜔</m:t>
                            </m:r>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𝜀</m:t>
                                </m:r>
                              </m:e>
                              <m:sub>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𝑗</m:t>
                            </m:r>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𝜎</m:t>
                                </m:r>
                              </m:e>
                              <m:sub>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m:t>
                            </m:r>
                          </m:e>
                        </m:rad>
                      </m:oMath>
                    </m:oMathPara>
                  </a14:m>
                  <a:endParaRPr lang="pt-BR" sz="1600">
                    <a:latin typeface="Arial" panose="020B0604020202020204" pitchFamily="34" charset="0"/>
                    <a:cs typeface="Arial" panose="020B0604020202020204" pitchFamily="34" charset="0"/>
                  </a:endParaRPr>
                </a:p>
              </p:txBody>
            </p:sp>
          </mc:Choice>
          <mc:Fallback xmlns="">
            <p:sp>
              <p:nvSpPr>
                <p:cNvPr id="21" name="CaixaDeTexto 20">
                  <a:extLst>
                    <a:ext uri="{FF2B5EF4-FFF2-40B4-BE49-F238E27FC236}">
                      <a16:creationId xmlns:a16="http://schemas.microsoft.com/office/drawing/2014/main" id="{92A8F3F1-BF54-4A8F-5B07-7B0AB07EE379}"/>
                    </a:ext>
                  </a:extLst>
                </p:cNvPr>
                <p:cNvSpPr txBox="1">
                  <a:spLocks noRot="1" noChangeAspect="1" noMove="1" noResize="1" noEditPoints="1" noAdjustHandles="1" noChangeArrowheads="1" noChangeShapeType="1" noTextEdit="1"/>
                </p:cNvSpPr>
                <p:nvPr/>
              </p:nvSpPr>
              <p:spPr>
                <a:xfrm>
                  <a:off x="6096000" y="4575123"/>
                  <a:ext cx="5148263" cy="390492"/>
                </a:xfrm>
                <a:prstGeom prst="rect">
                  <a:avLst/>
                </a:prstGeom>
                <a:blipFill>
                  <a:blip r:embed="rId4"/>
                  <a:stretch>
                    <a:fillRect b="-625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6" name="CaixaDeTexto 95">
                  <a:extLst>
                    <a:ext uri="{FF2B5EF4-FFF2-40B4-BE49-F238E27FC236}">
                      <a16:creationId xmlns:a16="http://schemas.microsoft.com/office/drawing/2014/main" id="{CC52F910-04C1-D575-C91D-B1194B0B51FB}"/>
                    </a:ext>
                  </a:extLst>
                </p:cNvPr>
                <p:cNvSpPr txBox="1"/>
                <p:nvPr/>
              </p:nvSpPr>
              <p:spPr>
                <a:xfrm>
                  <a:off x="6096000" y="3727643"/>
                  <a:ext cx="5148263" cy="3434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pt-BR" sz="1600" b="0" i="1" smtClean="0">
                                <a:latin typeface="Cambria Math" panose="02040503050406030204" pitchFamily="18" charset="0"/>
                                <a:cs typeface="Arial" panose="020B0604020202020204" pitchFamily="34" charset="0"/>
                              </a:rPr>
                            </m:ctrlPr>
                          </m:sSupPr>
                          <m:e>
                            <m:r>
                              <m:rPr>
                                <m:sty m:val="p"/>
                              </m:rPr>
                              <a:rPr lang="pt-BR" sz="1600" b="0" i="0" smtClean="0">
                                <a:latin typeface="Cambria Math" panose="02040503050406030204" pitchFamily="18" charset="0"/>
                                <a:cs typeface="Arial" panose="020B0604020202020204" pitchFamily="34" charset="0"/>
                              </a:rPr>
                              <m:t>∇</m:t>
                            </m:r>
                          </m:e>
                          <m:sup>
                            <m:r>
                              <a:rPr lang="pt-BR" sz="1600" b="0" i="1" smtClean="0">
                                <a:latin typeface="Cambria Math" panose="02040503050406030204" pitchFamily="18" charset="0"/>
                                <a:cs typeface="Arial" panose="020B0604020202020204" pitchFamily="34" charset="0"/>
                              </a:rPr>
                              <m:t>2</m:t>
                            </m:r>
                          </m:sup>
                        </m:sSup>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𝐸</m:t>
                            </m:r>
                          </m:e>
                          <m:sub>
                            <m:r>
                              <a:rPr lang="pt-BR" sz="1600" b="0" i="1" smtClean="0">
                                <a:latin typeface="Cambria Math" panose="02040503050406030204" pitchFamily="18" charset="0"/>
                                <a:cs typeface="Arial" panose="020B0604020202020204" pitchFamily="34" charset="0"/>
                              </a:rPr>
                              <m:t>𝑧</m:t>
                            </m:r>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m:t>
                        </m:r>
                        <m:sSubSup>
                          <m:sSubSupPr>
                            <m:ctrlPr>
                              <a:rPr lang="pt-BR" sz="1600" b="0" i="1" smtClean="0">
                                <a:latin typeface="Cambria Math" panose="02040503050406030204" pitchFamily="18" charset="0"/>
                                <a:cs typeface="Arial" panose="020B0604020202020204" pitchFamily="34" charset="0"/>
                              </a:rPr>
                            </m:ctrlPr>
                          </m:sSubSupPr>
                          <m:e>
                            <m:r>
                              <a:rPr lang="pt-BR" sz="1600" b="0" i="1" smtClean="0">
                                <a:latin typeface="Cambria Math" panose="02040503050406030204" pitchFamily="18" charset="0"/>
                                <a:cs typeface="Arial" panose="020B0604020202020204" pitchFamily="34" charset="0"/>
                              </a:rPr>
                              <m:t>𝑘</m:t>
                            </m:r>
                          </m:e>
                          <m:sub>
                            <m:r>
                              <a:rPr lang="pt-BR" sz="1600" b="0" i="1" smtClean="0">
                                <a:latin typeface="Cambria Math" panose="02040503050406030204" pitchFamily="18" charset="0"/>
                                <a:cs typeface="Arial" panose="020B0604020202020204" pitchFamily="34" charset="0"/>
                              </a:rPr>
                              <m:t>0</m:t>
                            </m:r>
                          </m:sub>
                          <m:sup>
                            <m:r>
                              <a:rPr lang="pt-BR" sz="1600" b="0" i="1" smtClean="0">
                                <a:latin typeface="Cambria Math" panose="02040503050406030204" pitchFamily="18" charset="0"/>
                                <a:cs typeface="Arial" panose="020B0604020202020204" pitchFamily="34" charset="0"/>
                              </a:rPr>
                              <m:t>2</m:t>
                            </m:r>
                          </m:sup>
                        </m:sSubSup>
                        <m:sSub>
                          <m:sSubPr>
                            <m:ctrlPr>
                              <a:rPr lang="pt-BR" sz="1600" i="1">
                                <a:latin typeface="Cambria Math" panose="02040503050406030204" pitchFamily="18" charset="0"/>
                                <a:cs typeface="Arial" panose="020B0604020202020204" pitchFamily="34" charset="0"/>
                              </a:rPr>
                            </m:ctrlPr>
                          </m:sSubPr>
                          <m:e>
                            <m:r>
                              <a:rPr lang="pt-BR" sz="1600" i="1">
                                <a:latin typeface="Cambria Math" panose="02040503050406030204" pitchFamily="18" charset="0"/>
                                <a:cs typeface="Arial" panose="020B0604020202020204" pitchFamily="34" charset="0"/>
                              </a:rPr>
                              <m:t>𝐸</m:t>
                            </m:r>
                          </m:e>
                          <m:sub>
                            <m:r>
                              <a:rPr lang="pt-BR" sz="1600" i="1">
                                <a:latin typeface="Cambria Math" panose="02040503050406030204" pitchFamily="18" charset="0"/>
                                <a:cs typeface="Arial" panose="020B0604020202020204" pitchFamily="34" charset="0"/>
                              </a:rPr>
                              <m:t>𝑧</m:t>
                            </m:r>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=0 </m:t>
                        </m:r>
                      </m:oMath>
                    </m:oMathPara>
                  </a14:m>
                  <a:endParaRPr lang="pt-BR" sz="1600">
                    <a:latin typeface="Arial" panose="020B0604020202020204" pitchFamily="34" charset="0"/>
                    <a:cs typeface="Arial" panose="020B0604020202020204" pitchFamily="34" charset="0"/>
                  </a:endParaRPr>
                </a:p>
              </p:txBody>
            </p:sp>
          </mc:Choice>
          <mc:Fallback xmlns="">
            <p:sp>
              <p:nvSpPr>
                <p:cNvPr id="96" name="CaixaDeTexto 95">
                  <a:extLst>
                    <a:ext uri="{FF2B5EF4-FFF2-40B4-BE49-F238E27FC236}">
                      <a16:creationId xmlns:a16="http://schemas.microsoft.com/office/drawing/2014/main" id="{CC52F910-04C1-D575-C91D-B1194B0B51FB}"/>
                    </a:ext>
                  </a:extLst>
                </p:cNvPr>
                <p:cNvSpPr txBox="1">
                  <a:spLocks noRot="1" noChangeAspect="1" noMove="1" noResize="1" noEditPoints="1" noAdjustHandles="1" noChangeArrowheads="1" noChangeShapeType="1" noTextEdit="1"/>
                </p:cNvSpPr>
                <p:nvPr/>
              </p:nvSpPr>
              <p:spPr>
                <a:xfrm>
                  <a:off x="6096000" y="3727643"/>
                  <a:ext cx="5148263" cy="343427"/>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 name="CaixaDeTexto 1">
                  <a:extLst>
                    <a:ext uri="{FF2B5EF4-FFF2-40B4-BE49-F238E27FC236}">
                      <a16:creationId xmlns:a16="http://schemas.microsoft.com/office/drawing/2014/main" id="{815E988A-270E-5E07-7617-D60383B4ED3E}"/>
                    </a:ext>
                  </a:extLst>
                </p:cNvPr>
                <p:cNvSpPr txBox="1"/>
                <p:nvPr/>
              </p:nvSpPr>
              <p:spPr>
                <a:xfrm>
                  <a:off x="6095998" y="5352936"/>
                  <a:ext cx="5148263" cy="5981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cs typeface="Arial" panose="020B0604020202020204" pitchFamily="34" charset="0"/>
                              </a:rPr>
                            </m:ctrlPr>
                          </m:sSubPr>
                          <m:e>
                            <m:r>
                              <a:rPr lang="pt-BR" sz="1600" i="1" smtClean="0">
                                <a:latin typeface="Cambria Math" panose="02040503050406030204" pitchFamily="18" charset="0"/>
                                <a:cs typeface="Arial" panose="020B0604020202020204" pitchFamily="34" charset="0"/>
                              </a:rPr>
                              <m:t>𝐻</m:t>
                            </m:r>
                          </m:e>
                          <m:sub>
                            <m:r>
                              <a:rPr lang="pt-BR" sz="1600" i="1" smtClean="0">
                                <a:latin typeface="Cambria Math" panose="02040503050406030204" pitchFamily="18" charset="0"/>
                                <a:cs typeface="Arial" panose="020B0604020202020204" pitchFamily="34" charset="0"/>
                              </a:rPr>
                              <m:t>𝑡</m:t>
                            </m:r>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m:t>
                        </m:r>
                        <m:f>
                          <m:fPr>
                            <m:ctrlPr>
                              <a:rPr lang="pt-BR" sz="1600" b="0" i="1" smtClean="0">
                                <a:latin typeface="Cambria Math" panose="02040503050406030204" pitchFamily="18" charset="0"/>
                                <a:cs typeface="Arial" panose="020B0604020202020204" pitchFamily="34" charset="0"/>
                              </a:rPr>
                            </m:ctrlPr>
                          </m:fPr>
                          <m:num>
                            <m:r>
                              <a:rPr lang="pt-BR" sz="1600" b="0" i="1" smtClean="0">
                                <a:latin typeface="Cambria Math" panose="02040503050406030204" pitchFamily="18" charset="0"/>
                                <a:cs typeface="Arial" panose="020B0604020202020204" pitchFamily="34" charset="0"/>
                              </a:rPr>
                              <m:t>1</m:t>
                            </m:r>
                          </m:num>
                          <m:den>
                            <m:r>
                              <a:rPr lang="pt-BR" sz="1600" b="0" i="1" smtClean="0">
                                <a:latin typeface="Cambria Math" panose="02040503050406030204" pitchFamily="18" charset="0"/>
                                <a:cs typeface="Arial" panose="020B0604020202020204" pitchFamily="34" charset="0"/>
                              </a:rPr>
                              <m:t>𝑗</m:t>
                            </m:r>
                            <m:r>
                              <a:rPr lang="pt-BR" sz="1600" b="0" i="1" smtClean="0">
                                <a:latin typeface="Cambria Math" panose="02040503050406030204" pitchFamily="18" charset="0"/>
                                <a:cs typeface="Arial" panose="020B0604020202020204" pitchFamily="34" charset="0"/>
                              </a:rPr>
                              <m:t>𝜔</m:t>
                            </m:r>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𝜇</m:t>
                                </m:r>
                              </m:e>
                              <m:sub>
                                <m:r>
                                  <a:rPr lang="pt-BR" sz="1600" b="0" i="1" smtClean="0">
                                    <a:latin typeface="Cambria Math" panose="02040503050406030204" pitchFamily="18" charset="0"/>
                                    <a:cs typeface="Arial" panose="020B0604020202020204" pitchFamily="34" charset="0"/>
                                  </a:rPr>
                                  <m:t>0</m:t>
                                </m:r>
                              </m:sub>
                            </m:sSub>
                          </m:den>
                        </m:f>
                        <m:sSub>
                          <m:sSubPr>
                            <m:ctrlPr>
                              <a:rPr lang="pt-BR" sz="1600" b="0" i="1" smtClean="0">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m:t>
                            </m:r>
                          </m:e>
                          <m:sub>
                            <m:r>
                              <a:rPr lang="pt-BR" sz="1600" b="0" i="1" smtClean="0">
                                <a:latin typeface="Cambria Math" panose="02040503050406030204" pitchFamily="18" charset="0"/>
                                <a:ea typeface="Cambria Math" panose="02040503050406030204" pitchFamily="18" charset="0"/>
                                <a:cs typeface="Arial" panose="020B0604020202020204" pitchFamily="34" charset="0"/>
                              </a:rPr>
                              <m:t>𝑛</m:t>
                            </m:r>
                          </m:sub>
                        </m:sSub>
                        <m:sSub>
                          <m:sSubPr>
                            <m:ctrlPr>
                              <a:rPr lang="pt-BR" sz="1600" b="0" i="1" smtClean="0">
                                <a:latin typeface="Cambria Math" panose="02040503050406030204" pitchFamily="18" charset="0"/>
                                <a:ea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ea typeface="Cambria Math" panose="02040503050406030204" pitchFamily="18" charset="0"/>
                                <a:cs typeface="Arial" panose="020B0604020202020204" pitchFamily="34" charset="0"/>
                              </a:rPr>
                              <m:t>𝐸</m:t>
                            </m:r>
                          </m:e>
                          <m:sub>
                            <m:r>
                              <a:rPr lang="pt-BR" sz="1600" b="0" i="1" smtClean="0">
                                <a:latin typeface="Cambria Math" panose="02040503050406030204" pitchFamily="18" charset="0"/>
                                <a:ea typeface="Cambria Math" panose="02040503050406030204" pitchFamily="18" charset="0"/>
                                <a:cs typeface="Arial" panose="020B0604020202020204" pitchFamily="34" charset="0"/>
                              </a:rPr>
                              <m:t>𝑧</m:t>
                            </m:r>
                            <m:r>
                              <a:rPr lang="pt-BR" sz="1600" b="0" i="1" smtClean="0">
                                <a:latin typeface="Cambria Math" panose="02040503050406030204" pitchFamily="18" charset="0"/>
                                <a:ea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 </m:t>
                        </m:r>
                      </m:oMath>
                    </m:oMathPara>
                  </a14:m>
                  <a:endParaRPr lang="pt-BR" sz="1600">
                    <a:latin typeface="Arial" panose="020B0604020202020204" pitchFamily="34" charset="0"/>
                    <a:cs typeface="Arial" panose="020B0604020202020204" pitchFamily="34" charset="0"/>
                  </a:endParaRPr>
                </a:p>
              </p:txBody>
            </p:sp>
          </mc:Choice>
          <mc:Fallback xmlns="">
            <p:sp>
              <p:nvSpPr>
                <p:cNvPr id="2" name="CaixaDeTexto 1">
                  <a:extLst>
                    <a:ext uri="{FF2B5EF4-FFF2-40B4-BE49-F238E27FC236}">
                      <a16:creationId xmlns:a16="http://schemas.microsoft.com/office/drawing/2014/main" id="{815E988A-270E-5E07-7617-D60383B4ED3E}"/>
                    </a:ext>
                  </a:extLst>
                </p:cNvPr>
                <p:cNvSpPr txBox="1">
                  <a:spLocks noRot="1" noChangeAspect="1" noMove="1" noResize="1" noEditPoints="1" noAdjustHandles="1" noChangeArrowheads="1" noChangeShapeType="1" noTextEdit="1"/>
                </p:cNvSpPr>
                <p:nvPr/>
              </p:nvSpPr>
              <p:spPr>
                <a:xfrm>
                  <a:off x="6095998" y="5352936"/>
                  <a:ext cx="5148263" cy="598177"/>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FD6226B4-0EB5-1A39-928D-A27FA61F690F}"/>
                    </a:ext>
                  </a:extLst>
                </p:cNvPr>
                <p:cNvSpPr txBox="1"/>
                <p:nvPr/>
              </p:nvSpPr>
              <p:spPr>
                <a:xfrm>
                  <a:off x="6111219" y="2865328"/>
                  <a:ext cx="5206070" cy="584775"/>
                </a:xfrm>
                <a:prstGeom prst="rect">
                  <a:avLst/>
                </a:prstGeom>
                <a:noFill/>
              </p:spPr>
              <p:txBody>
                <a:bodyPr wrap="square">
                  <a:spAutoFit/>
                </a:bodyPr>
                <a:lstStyle>
                  <a:defPPr>
                    <a:defRPr lang="pt-BR"/>
                  </a:defPPr>
                  <a:lvl1pPr>
                    <a:defRPr sz="1600"/>
                  </a:lvl1pPr>
                </a:lstStyle>
                <a:p>
                  <a:r>
                    <a:rPr lang="en-US"/>
                    <a:t>The corresponding fictitious electric field in </a:t>
                  </a:r>
                  <a14:m>
                    <m:oMath xmlns:m="http://schemas.openxmlformats.org/officeDocument/2006/math">
                      <m:r>
                        <a:rPr lang="en-US">
                          <a:latin typeface="Cambria Math" panose="02040503050406030204" pitchFamily="18" charset="0"/>
                        </a:rPr>
                        <m:t>𝑆</m:t>
                      </m:r>
                    </m:oMath>
                  </a14:m>
                  <a:r>
                    <a:rPr lang="en-US"/>
                    <a:t>,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𝐸</m:t>
                          </m:r>
                        </m:e>
                        <m:sub>
                          <m:r>
                            <a:rPr lang="en-US">
                              <a:latin typeface="Cambria Math" panose="02040503050406030204" pitchFamily="18" charset="0"/>
                            </a:rPr>
                            <m:t>𝑧</m:t>
                          </m:r>
                          <m:r>
                            <a:rPr lang="pt-BR">
                              <a:latin typeface="Cambria Math" panose="02040503050406030204" pitchFamily="18" charset="0"/>
                            </a:rPr>
                            <m:t>0</m:t>
                          </m:r>
                        </m:sub>
                      </m:sSub>
                    </m:oMath>
                  </a14:m>
                  <a:r>
                    <a:rPr lang="en-US"/>
                    <a:t>, now satisfies</a:t>
                  </a:r>
                  <a:endParaRPr lang="pt-BR"/>
                </a:p>
              </p:txBody>
            </p:sp>
          </mc:Choice>
          <mc:Fallback xmlns="">
            <p:sp>
              <p:nvSpPr>
                <p:cNvPr id="5" name="CaixaDeTexto 4">
                  <a:extLst>
                    <a:ext uri="{FF2B5EF4-FFF2-40B4-BE49-F238E27FC236}">
                      <a16:creationId xmlns:a16="http://schemas.microsoft.com/office/drawing/2014/main" id="{FD6226B4-0EB5-1A39-928D-A27FA61F690F}"/>
                    </a:ext>
                  </a:extLst>
                </p:cNvPr>
                <p:cNvSpPr txBox="1">
                  <a:spLocks noRot="1" noChangeAspect="1" noMove="1" noResize="1" noEditPoints="1" noAdjustHandles="1" noChangeArrowheads="1" noChangeShapeType="1" noTextEdit="1"/>
                </p:cNvSpPr>
                <p:nvPr/>
              </p:nvSpPr>
              <p:spPr>
                <a:xfrm>
                  <a:off x="6111219" y="2865328"/>
                  <a:ext cx="5206070" cy="584775"/>
                </a:xfrm>
                <a:prstGeom prst="rect">
                  <a:avLst/>
                </a:prstGeom>
                <a:blipFill>
                  <a:blip r:embed="rId7"/>
                  <a:stretch>
                    <a:fillRect l="-585" t="-3125" b="-12500"/>
                  </a:stretch>
                </a:blipFill>
              </p:spPr>
              <p:txBody>
                <a:bodyPr/>
                <a:lstStyle/>
                <a:p>
                  <a:r>
                    <a:rPr lang="pt-BR">
                      <a:noFill/>
                    </a:rPr>
                    <a:t> </a:t>
                  </a:r>
                </a:p>
              </p:txBody>
            </p:sp>
          </mc:Fallback>
        </mc:AlternateContent>
      </p:grpSp>
      <p:grpSp>
        <p:nvGrpSpPr>
          <p:cNvPr id="12" name="Agrupar 11">
            <a:extLst>
              <a:ext uri="{FF2B5EF4-FFF2-40B4-BE49-F238E27FC236}">
                <a16:creationId xmlns:a16="http://schemas.microsoft.com/office/drawing/2014/main" id="{02579DA6-9229-4B30-4AE0-B26D586911E4}"/>
              </a:ext>
            </a:extLst>
          </p:cNvPr>
          <p:cNvGrpSpPr/>
          <p:nvPr/>
        </p:nvGrpSpPr>
        <p:grpSpPr>
          <a:xfrm>
            <a:off x="730433" y="2182673"/>
            <a:ext cx="4609483" cy="2924284"/>
            <a:chOff x="730433" y="2182673"/>
            <a:chExt cx="4609483" cy="2924284"/>
          </a:xfrm>
        </p:grpSpPr>
        <p:sp>
          <p:nvSpPr>
            <p:cNvPr id="22" name="CaixaDeTexto 21">
              <a:extLst>
                <a:ext uri="{FF2B5EF4-FFF2-40B4-BE49-F238E27FC236}">
                  <a16:creationId xmlns:a16="http://schemas.microsoft.com/office/drawing/2014/main" id="{49077367-370F-EE24-E168-4960C19983BE}"/>
                </a:ext>
              </a:extLst>
            </p:cNvPr>
            <p:cNvSpPr txBox="1"/>
            <p:nvPr/>
          </p:nvSpPr>
          <p:spPr>
            <a:xfrm>
              <a:off x="730433" y="4799180"/>
              <a:ext cx="4555976" cy="307777"/>
            </a:xfrm>
            <a:prstGeom prst="rect">
              <a:avLst/>
            </a:prstGeom>
            <a:noFill/>
          </p:spPr>
          <p:txBody>
            <a:bodyPr wrap="square">
              <a:spAutoFit/>
            </a:bodyPr>
            <a:lstStyle/>
            <a:p>
              <a:r>
                <a:rPr lang="pt-BR" sz="1400" b="1">
                  <a:latin typeface="Arial" panose="020B0604020202020204" pitchFamily="34" charset="0"/>
                  <a:cs typeface="Arial" panose="020B0604020202020204" pitchFamily="34" charset="0"/>
                </a:rPr>
                <a:t>Equivalent Problem</a:t>
              </a:r>
            </a:p>
          </p:txBody>
        </p:sp>
        <p:grpSp>
          <p:nvGrpSpPr>
            <p:cNvPr id="18" name="Agrupar 17">
              <a:extLst>
                <a:ext uri="{FF2B5EF4-FFF2-40B4-BE49-F238E27FC236}">
                  <a16:creationId xmlns:a16="http://schemas.microsoft.com/office/drawing/2014/main" id="{2F90EAD1-E84D-A122-BC44-3B02D8E58B24}"/>
                </a:ext>
              </a:extLst>
            </p:cNvPr>
            <p:cNvGrpSpPr/>
            <p:nvPr/>
          </p:nvGrpSpPr>
          <p:grpSpPr>
            <a:xfrm>
              <a:off x="767408" y="2182673"/>
              <a:ext cx="4572508" cy="2464697"/>
              <a:chOff x="767408" y="2182673"/>
              <a:chExt cx="4572508" cy="2464697"/>
            </a:xfrm>
          </p:grpSpPr>
          <p:grpSp>
            <p:nvGrpSpPr>
              <p:cNvPr id="30" name="Agrupar 29">
                <a:extLst>
                  <a:ext uri="{FF2B5EF4-FFF2-40B4-BE49-F238E27FC236}">
                    <a16:creationId xmlns:a16="http://schemas.microsoft.com/office/drawing/2014/main" id="{168DDC4B-E085-D055-3A01-2A75AEF0F540}"/>
                  </a:ext>
                </a:extLst>
              </p:cNvPr>
              <p:cNvGrpSpPr/>
              <p:nvPr/>
            </p:nvGrpSpPr>
            <p:grpSpPr>
              <a:xfrm>
                <a:off x="767408" y="2182673"/>
                <a:ext cx="4572508" cy="2464697"/>
                <a:chOff x="686148" y="2141393"/>
                <a:chExt cx="4572508" cy="2464697"/>
              </a:xfrm>
            </p:grpSpPr>
            <p:sp>
              <p:nvSpPr>
                <p:cNvPr id="87" name="Retângulo 86">
                  <a:extLst>
                    <a:ext uri="{FF2B5EF4-FFF2-40B4-BE49-F238E27FC236}">
                      <a16:creationId xmlns:a16="http://schemas.microsoft.com/office/drawing/2014/main" id="{982DA735-B387-C331-E003-2664E37E8623}"/>
                    </a:ext>
                  </a:extLst>
                </p:cNvPr>
                <p:cNvSpPr/>
                <p:nvPr/>
              </p:nvSpPr>
              <p:spPr>
                <a:xfrm>
                  <a:off x="686656" y="2185778"/>
                  <a:ext cx="4572000" cy="2420312"/>
                </a:xfrm>
                <a:prstGeom prst="rect">
                  <a:avLst/>
                </a:prstGeom>
                <a:solidFill>
                  <a:schemeClr val="tx2">
                    <a:lumMod val="10000"/>
                    <a:lumOff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88" name="CaixaDeTexto 87">
                      <a:extLst>
                        <a:ext uri="{FF2B5EF4-FFF2-40B4-BE49-F238E27FC236}">
                          <a16:creationId xmlns:a16="http://schemas.microsoft.com/office/drawing/2014/main" id="{51FC77E0-937E-EA60-698E-B52BB93B2CFA}"/>
                        </a:ext>
                      </a:extLst>
                    </p:cNvPr>
                    <p:cNvSpPr txBox="1"/>
                    <p:nvPr/>
                  </p:nvSpPr>
                  <p:spPr>
                    <a:xfrm>
                      <a:off x="3658456" y="2141393"/>
                      <a:ext cx="10735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𝜎</m:t>
                                </m:r>
                              </m:e>
                              <m:sub>
                                <m:r>
                                  <a:rPr lang="pt-BR" b="0" i="1" smtClean="0">
                                    <a:latin typeface="Cambria Math" panose="02040503050406030204" pitchFamily="18" charset="0"/>
                                  </a:rPr>
                                  <m:t>0</m:t>
                                </m:r>
                              </m:sub>
                            </m:sSub>
                          </m:oMath>
                        </m:oMathPara>
                      </a14:m>
                      <a:endParaRPr lang="pt-BR"/>
                    </a:p>
                  </p:txBody>
                </p:sp>
              </mc:Choice>
              <mc:Fallback xmlns="">
                <p:sp>
                  <p:nvSpPr>
                    <p:cNvPr id="88" name="CaixaDeTexto 87">
                      <a:extLst>
                        <a:ext uri="{FF2B5EF4-FFF2-40B4-BE49-F238E27FC236}">
                          <a16:creationId xmlns:a16="http://schemas.microsoft.com/office/drawing/2014/main" id="{51FC77E0-937E-EA60-698E-B52BB93B2CFA}"/>
                        </a:ext>
                      </a:extLst>
                    </p:cNvPr>
                    <p:cNvSpPr txBox="1">
                      <a:spLocks noRot="1" noChangeAspect="1" noMove="1" noResize="1" noEditPoints="1" noAdjustHandles="1" noChangeArrowheads="1" noChangeShapeType="1" noTextEdit="1"/>
                    </p:cNvSpPr>
                    <p:nvPr/>
                  </p:nvSpPr>
                  <p:spPr>
                    <a:xfrm>
                      <a:off x="3658456" y="2141393"/>
                      <a:ext cx="1073563" cy="369332"/>
                    </a:xfrm>
                    <a:prstGeom prst="rect">
                      <a:avLst/>
                    </a:prstGeom>
                    <a:blipFill>
                      <a:blip r:embed="rId8"/>
                      <a:stretch>
                        <a:fillRect b="-3279"/>
                      </a:stretch>
                    </a:blipFill>
                  </p:spPr>
                  <p:txBody>
                    <a:bodyPr/>
                    <a:lstStyle/>
                    <a:p>
                      <a:r>
                        <a:rPr lang="pt-BR">
                          <a:noFill/>
                        </a:rPr>
                        <a:t> </a:t>
                      </a:r>
                    </a:p>
                  </p:txBody>
                </p:sp>
              </mc:Fallback>
            </mc:AlternateContent>
            <p:cxnSp>
              <p:nvCxnSpPr>
                <p:cNvPr id="89" name="Conector reto 88">
                  <a:extLst>
                    <a:ext uri="{FF2B5EF4-FFF2-40B4-BE49-F238E27FC236}">
                      <a16:creationId xmlns:a16="http://schemas.microsoft.com/office/drawing/2014/main" id="{29BACBC2-A9C9-49A1-3EBE-A6BB117842D8}"/>
                    </a:ext>
                  </a:extLst>
                </p:cNvPr>
                <p:cNvCxnSpPr/>
                <p:nvPr/>
              </p:nvCxnSpPr>
              <p:spPr>
                <a:xfrm>
                  <a:off x="686148" y="2177459"/>
                  <a:ext cx="4572508"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90" name="Conector reto 89">
                  <a:extLst>
                    <a:ext uri="{FF2B5EF4-FFF2-40B4-BE49-F238E27FC236}">
                      <a16:creationId xmlns:a16="http://schemas.microsoft.com/office/drawing/2014/main" id="{AEA365C5-49B6-5F94-4BC5-985FD89AC779}"/>
                    </a:ext>
                  </a:extLst>
                </p:cNvPr>
                <p:cNvCxnSpPr/>
                <p:nvPr/>
              </p:nvCxnSpPr>
              <p:spPr>
                <a:xfrm>
                  <a:off x="686148" y="4606090"/>
                  <a:ext cx="4572508"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91" name="Elipse 90">
                  <a:extLst>
                    <a:ext uri="{FF2B5EF4-FFF2-40B4-BE49-F238E27FC236}">
                      <a16:creationId xmlns:a16="http://schemas.microsoft.com/office/drawing/2014/main" id="{622B22B7-F3C5-6196-532E-A40CD1212AB8}"/>
                    </a:ext>
                  </a:extLst>
                </p:cNvPr>
                <p:cNvSpPr/>
                <p:nvPr/>
              </p:nvSpPr>
              <p:spPr>
                <a:xfrm>
                  <a:off x="1379208" y="2816424"/>
                  <a:ext cx="3231175" cy="1152128"/>
                </a:xfrm>
                <a:prstGeom prst="ellipse">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93" name="CaixaDeTexto 92">
                      <a:extLst>
                        <a:ext uri="{FF2B5EF4-FFF2-40B4-BE49-F238E27FC236}">
                          <a16:creationId xmlns:a16="http://schemas.microsoft.com/office/drawing/2014/main" id="{6F28AD4E-55BD-E158-83DC-CB47A80C2B1E}"/>
                        </a:ext>
                      </a:extLst>
                    </p:cNvPr>
                    <p:cNvSpPr txBox="1"/>
                    <p:nvPr/>
                  </p:nvSpPr>
                  <p:spPr>
                    <a:xfrm>
                      <a:off x="4023106" y="2644828"/>
                      <a:ext cx="34426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rPr>
                              <m:t>𝑐</m:t>
                            </m:r>
                          </m:oMath>
                        </m:oMathPara>
                      </a14:m>
                      <a:endParaRPr lang="pt-BR"/>
                    </a:p>
                  </p:txBody>
                </p:sp>
              </mc:Choice>
              <mc:Fallback xmlns="">
                <p:sp>
                  <p:nvSpPr>
                    <p:cNvPr id="93" name="CaixaDeTexto 92">
                      <a:extLst>
                        <a:ext uri="{FF2B5EF4-FFF2-40B4-BE49-F238E27FC236}">
                          <a16:creationId xmlns:a16="http://schemas.microsoft.com/office/drawing/2014/main" id="{6F28AD4E-55BD-E158-83DC-CB47A80C2B1E}"/>
                        </a:ext>
                      </a:extLst>
                    </p:cNvPr>
                    <p:cNvSpPr txBox="1">
                      <a:spLocks noRot="1" noChangeAspect="1" noMove="1" noResize="1" noEditPoints="1" noAdjustHandles="1" noChangeArrowheads="1" noChangeShapeType="1" noTextEdit="1"/>
                    </p:cNvSpPr>
                    <p:nvPr/>
                  </p:nvSpPr>
                  <p:spPr>
                    <a:xfrm>
                      <a:off x="4023106" y="2644828"/>
                      <a:ext cx="344261" cy="369332"/>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5" name="CaixaDeTexto 94">
                      <a:extLst>
                        <a:ext uri="{FF2B5EF4-FFF2-40B4-BE49-F238E27FC236}">
                          <a16:creationId xmlns:a16="http://schemas.microsoft.com/office/drawing/2014/main" id="{6CE38F45-C2C2-452C-A6E5-873FFFE19492}"/>
                        </a:ext>
                      </a:extLst>
                    </p:cNvPr>
                    <p:cNvSpPr txBox="1"/>
                    <p:nvPr/>
                  </p:nvSpPr>
                  <p:spPr>
                    <a:xfrm>
                      <a:off x="3999574" y="3378771"/>
                      <a:ext cx="3574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𝑆</m:t>
                            </m:r>
                          </m:oMath>
                        </m:oMathPara>
                      </a14:m>
                      <a:endParaRPr lang="pt-BR"/>
                    </a:p>
                  </p:txBody>
                </p:sp>
              </mc:Choice>
              <mc:Fallback xmlns="">
                <p:sp>
                  <p:nvSpPr>
                    <p:cNvPr id="95" name="CaixaDeTexto 94">
                      <a:extLst>
                        <a:ext uri="{FF2B5EF4-FFF2-40B4-BE49-F238E27FC236}">
                          <a16:creationId xmlns:a16="http://schemas.microsoft.com/office/drawing/2014/main" id="{6CE38F45-C2C2-452C-A6E5-873FFFE19492}"/>
                        </a:ext>
                      </a:extLst>
                    </p:cNvPr>
                    <p:cNvSpPr txBox="1">
                      <a:spLocks noRot="1" noChangeAspect="1" noMove="1" noResize="1" noEditPoints="1" noAdjustHandles="1" noChangeArrowheads="1" noChangeShapeType="1" noTextEdit="1"/>
                    </p:cNvSpPr>
                    <p:nvPr/>
                  </p:nvSpPr>
                  <p:spPr>
                    <a:xfrm>
                      <a:off x="3999574" y="3378771"/>
                      <a:ext cx="357469" cy="369332"/>
                    </a:xfrm>
                    <a:prstGeom prst="rect">
                      <a:avLst/>
                    </a:prstGeom>
                    <a:blipFill>
                      <a:blip r:embed="rId1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7" name="CaixaDeTexto 96">
                      <a:extLst>
                        <a:ext uri="{FF2B5EF4-FFF2-40B4-BE49-F238E27FC236}">
                          <a16:creationId xmlns:a16="http://schemas.microsoft.com/office/drawing/2014/main" id="{CF28AD52-9479-96E4-DD50-2EE167AB3D15}"/>
                        </a:ext>
                      </a:extLst>
                    </p:cNvPr>
                    <p:cNvSpPr txBox="1"/>
                    <p:nvPr/>
                  </p:nvSpPr>
                  <p:spPr>
                    <a:xfrm>
                      <a:off x="1749004" y="2955672"/>
                      <a:ext cx="10735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𝜎</m:t>
                                </m:r>
                              </m:e>
                              <m:sub>
                                <m:r>
                                  <a:rPr lang="pt-BR" b="0" i="1" smtClean="0">
                                    <a:latin typeface="Cambria Math" panose="02040503050406030204" pitchFamily="18" charset="0"/>
                                  </a:rPr>
                                  <m:t>0</m:t>
                                </m:r>
                              </m:sub>
                            </m:sSub>
                          </m:oMath>
                        </m:oMathPara>
                      </a14:m>
                      <a:endParaRPr lang="pt-BR"/>
                    </a:p>
                  </p:txBody>
                </p:sp>
              </mc:Choice>
              <mc:Fallback xmlns="">
                <p:sp>
                  <p:nvSpPr>
                    <p:cNvPr id="97" name="CaixaDeTexto 96">
                      <a:extLst>
                        <a:ext uri="{FF2B5EF4-FFF2-40B4-BE49-F238E27FC236}">
                          <a16:creationId xmlns:a16="http://schemas.microsoft.com/office/drawing/2014/main" id="{CF28AD52-9479-96E4-DD50-2EE167AB3D15}"/>
                        </a:ext>
                      </a:extLst>
                    </p:cNvPr>
                    <p:cNvSpPr txBox="1">
                      <a:spLocks noRot="1" noChangeAspect="1" noMove="1" noResize="1" noEditPoints="1" noAdjustHandles="1" noChangeArrowheads="1" noChangeShapeType="1" noTextEdit="1"/>
                    </p:cNvSpPr>
                    <p:nvPr/>
                  </p:nvSpPr>
                  <p:spPr>
                    <a:xfrm>
                      <a:off x="1749004" y="2955672"/>
                      <a:ext cx="1073563" cy="369332"/>
                    </a:xfrm>
                    <a:prstGeom prst="rect">
                      <a:avLst/>
                    </a:prstGeom>
                    <a:blipFill>
                      <a:blip r:embed="rId11"/>
                      <a:stretch>
                        <a:fillRect b="-5000"/>
                      </a:stretch>
                    </a:blipFill>
                  </p:spPr>
                  <p:txBody>
                    <a:bodyPr/>
                    <a:lstStyle/>
                    <a:p>
                      <a:r>
                        <a:rPr lang="pt-BR">
                          <a:noFill/>
                        </a:rPr>
                        <a:t> </a:t>
                      </a:r>
                    </a:p>
                  </p:txBody>
                </p:sp>
              </mc:Fallback>
            </mc:AlternateContent>
          </p:grpSp>
          <p:grpSp>
            <p:nvGrpSpPr>
              <p:cNvPr id="3" name="Agrupar 2">
                <a:extLst>
                  <a:ext uri="{FF2B5EF4-FFF2-40B4-BE49-F238E27FC236}">
                    <a16:creationId xmlns:a16="http://schemas.microsoft.com/office/drawing/2014/main" id="{74B0F06A-2940-C2FE-149A-10F416DFE2B9}"/>
                  </a:ext>
                </a:extLst>
              </p:cNvPr>
              <p:cNvGrpSpPr/>
              <p:nvPr/>
            </p:nvGrpSpPr>
            <p:grpSpPr>
              <a:xfrm>
                <a:off x="3739716" y="3982675"/>
                <a:ext cx="564994" cy="527518"/>
                <a:chOff x="3739716" y="3982675"/>
                <a:chExt cx="564994" cy="527518"/>
              </a:xfrm>
            </p:grpSpPr>
            <p:cxnSp>
              <p:nvCxnSpPr>
                <p:cNvPr id="7" name="Conector de Seta Reta 6">
                  <a:extLst>
                    <a:ext uri="{FF2B5EF4-FFF2-40B4-BE49-F238E27FC236}">
                      <a16:creationId xmlns:a16="http://schemas.microsoft.com/office/drawing/2014/main" id="{02942CBA-6B08-5EF2-1260-A27318B873A3}"/>
                    </a:ext>
                  </a:extLst>
                </p:cNvPr>
                <p:cNvCxnSpPr/>
                <p:nvPr/>
              </p:nvCxnSpPr>
              <p:spPr>
                <a:xfrm>
                  <a:off x="3739716" y="3982675"/>
                  <a:ext cx="93141" cy="34642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949E1789-2073-B6A4-BE42-1A6A845BC911}"/>
                        </a:ext>
                      </a:extLst>
                    </p:cNvPr>
                    <p:cNvSpPr txBox="1"/>
                    <p:nvPr/>
                  </p:nvSpPr>
                  <p:spPr>
                    <a:xfrm>
                      <a:off x="3845417" y="4171639"/>
                      <a:ext cx="45929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b="1" i="1" smtClean="0">
                                    <a:latin typeface="Cambria Math" panose="02040503050406030204" pitchFamily="18" charset="0"/>
                                  </a:rPr>
                                </m:ctrlPr>
                              </m:sSubPr>
                              <m:e>
                                <m:r>
                                  <a:rPr lang="pt-BR" sz="1600" b="1" i="1" smtClean="0">
                                    <a:latin typeface="Cambria Math" panose="02040503050406030204" pitchFamily="18" charset="0"/>
                                  </a:rPr>
                                  <m:t>𝒂</m:t>
                                </m:r>
                              </m:e>
                              <m:sub>
                                <m:r>
                                  <a:rPr lang="pt-BR" sz="1600" b="1" i="1" smtClean="0">
                                    <a:latin typeface="Cambria Math" panose="02040503050406030204" pitchFamily="18" charset="0"/>
                                  </a:rPr>
                                  <m:t>𝒏</m:t>
                                </m:r>
                              </m:sub>
                            </m:sSub>
                          </m:oMath>
                        </m:oMathPara>
                      </a14:m>
                      <a:endParaRPr lang="pt-BR" sz="1600" b="1"/>
                    </a:p>
                  </p:txBody>
                </p:sp>
              </mc:Choice>
              <mc:Fallback xmlns="">
                <p:sp>
                  <p:nvSpPr>
                    <p:cNvPr id="11" name="CaixaDeTexto 10">
                      <a:extLst>
                        <a:ext uri="{FF2B5EF4-FFF2-40B4-BE49-F238E27FC236}">
                          <a16:creationId xmlns:a16="http://schemas.microsoft.com/office/drawing/2014/main" id="{949E1789-2073-B6A4-BE42-1A6A845BC911}"/>
                        </a:ext>
                      </a:extLst>
                    </p:cNvPr>
                    <p:cNvSpPr txBox="1">
                      <a:spLocks noRot="1" noChangeAspect="1" noMove="1" noResize="1" noEditPoints="1" noAdjustHandles="1" noChangeArrowheads="1" noChangeShapeType="1" noTextEdit="1"/>
                    </p:cNvSpPr>
                    <p:nvPr/>
                  </p:nvSpPr>
                  <p:spPr>
                    <a:xfrm>
                      <a:off x="3845417" y="4171639"/>
                      <a:ext cx="459293" cy="338554"/>
                    </a:xfrm>
                    <a:prstGeom prst="rect">
                      <a:avLst/>
                    </a:prstGeom>
                    <a:blipFill>
                      <a:blip r:embed="rId12"/>
                      <a:stretch>
                        <a:fillRect/>
                      </a:stretch>
                    </a:blipFill>
                  </p:spPr>
                  <p:txBody>
                    <a:bodyPr/>
                    <a:lstStyle/>
                    <a:p>
                      <a:r>
                        <a:rPr lang="pt-BR">
                          <a:noFill/>
                        </a:rPr>
                        <a:t> </a:t>
                      </a:r>
                    </a:p>
                  </p:txBody>
                </p:sp>
              </mc:Fallback>
            </mc:AlternateContent>
          </p:grpSp>
        </p:grpSp>
      </p:grpSp>
      <p:sp>
        <p:nvSpPr>
          <p:cNvPr id="10" name="CaixaDeTexto 9">
            <a:extLst>
              <a:ext uri="{FF2B5EF4-FFF2-40B4-BE49-F238E27FC236}">
                <a16:creationId xmlns:a16="http://schemas.microsoft.com/office/drawing/2014/main" id="{935C436B-FA84-FD64-34FE-899B2C5A95F8}"/>
              </a:ext>
            </a:extLst>
          </p:cNvPr>
          <p:cNvSpPr txBox="1"/>
          <p:nvPr/>
        </p:nvSpPr>
        <p:spPr>
          <a:xfrm>
            <a:off x="479425" y="165219"/>
            <a:ext cx="1872160" cy="307777"/>
          </a:xfrm>
          <a:prstGeom prst="rect">
            <a:avLst/>
          </a:prstGeom>
          <a:noFill/>
        </p:spPr>
        <p:txBody>
          <a:bodyPr wrap="square">
            <a:spAutoFit/>
          </a:bodyPr>
          <a:lstStyle/>
          <a:p>
            <a:r>
              <a:rPr lang="pt-BR" sz="1400">
                <a:solidFill>
                  <a:srgbClr val="0070C0"/>
                </a:solidFill>
                <a:latin typeface="Arial Black" panose="020B0A04020102020204" pitchFamily="34" charset="0"/>
              </a:rPr>
              <a:t>Introduction</a:t>
            </a:r>
          </a:p>
        </p:txBody>
      </p:sp>
    </p:spTree>
    <p:extLst>
      <p:ext uri="{BB962C8B-B14F-4D97-AF65-F5344CB8AC3E}">
        <p14:creationId xmlns:p14="http://schemas.microsoft.com/office/powerpoint/2010/main" val="2918556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6</a:t>
            </a:fld>
            <a:endParaRPr lang="pt-BR"/>
          </a:p>
        </p:txBody>
      </p:sp>
      <mc:AlternateContent xmlns:mc="http://schemas.openxmlformats.org/markup-compatibility/2006" xmlns:a14="http://schemas.microsoft.com/office/drawing/2010/main">
        <mc:Choice Requires="a14">
          <p:sp>
            <p:nvSpPr>
              <p:cNvPr id="94" name="CaixaDeTexto 93">
                <a:extLst>
                  <a:ext uri="{FF2B5EF4-FFF2-40B4-BE49-F238E27FC236}">
                    <a16:creationId xmlns:a16="http://schemas.microsoft.com/office/drawing/2014/main" id="{D1D8FCDA-4632-6080-1621-67CDF796C564}"/>
                  </a:ext>
                </a:extLst>
              </p:cNvPr>
              <p:cNvSpPr txBox="1"/>
              <p:nvPr/>
            </p:nvSpPr>
            <p:spPr>
              <a:xfrm>
                <a:off x="6096000" y="1412776"/>
                <a:ext cx="5221288" cy="830997"/>
              </a:xfrm>
              <a:prstGeom prst="rect">
                <a:avLst/>
              </a:prstGeom>
              <a:noFill/>
            </p:spPr>
            <p:txBody>
              <a:bodyPr wrap="square">
                <a:spAutoFit/>
              </a:bodyPr>
              <a:lstStyle>
                <a:defPPr>
                  <a:defRPr lang="pt-BR"/>
                </a:defPPr>
                <a:lvl1pPr>
                  <a:defRPr sz="1600"/>
                </a:lvl1pPr>
              </a:lstStyle>
              <a:p>
                <a:r>
                  <a:rPr lang="en-US"/>
                  <a:t>To ensure a unique field solution, it suffices to introduce an equivalent surface current density, </a:t>
                </a:r>
                <a14:m>
                  <m:oMath xmlns:m="http://schemas.openxmlformats.org/officeDocument/2006/math">
                    <m:sSub>
                      <m:sSubPr>
                        <m:ctrlPr>
                          <a:rPr lang="pt-BR" i="1">
                            <a:latin typeface="Cambria Math" panose="02040503050406030204" pitchFamily="18" charset="0"/>
                          </a:rPr>
                        </m:ctrlPr>
                      </m:sSubPr>
                      <m:e>
                        <m:r>
                          <a:rPr lang="pt-BR">
                            <a:latin typeface="Cambria Math" panose="02040503050406030204" pitchFamily="18" charset="0"/>
                          </a:rPr>
                          <m:t>𝑱</m:t>
                        </m:r>
                      </m:e>
                      <m:sub>
                        <m:r>
                          <a:rPr lang="pt-BR">
                            <a:latin typeface="Cambria Math" panose="02040503050406030204" pitchFamily="18" charset="0"/>
                          </a:rPr>
                          <m:t>𝑆</m:t>
                        </m:r>
                      </m:sub>
                    </m:sSub>
                  </m:oMath>
                </a14:m>
                <a:r>
                  <a:rPr lang="pt-BR"/>
                  <a:t>, </a:t>
                </a:r>
                <a:r>
                  <a:rPr lang="en-US"/>
                  <a:t>related to the tangencial components of the field on the boundary, </a:t>
                </a:r>
                <a14:m>
                  <m:oMath xmlns:m="http://schemas.openxmlformats.org/officeDocument/2006/math">
                    <m:r>
                      <a:rPr lang="en-US">
                        <a:latin typeface="Cambria Math" panose="02040503050406030204" pitchFamily="18" charset="0"/>
                      </a:rPr>
                      <m:t>𝑐</m:t>
                    </m:r>
                  </m:oMath>
                </a14:m>
                <a:r>
                  <a:rPr lang="en-US"/>
                  <a:t>.</a:t>
                </a:r>
              </a:p>
            </p:txBody>
          </p:sp>
        </mc:Choice>
        <mc:Fallback xmlns="">
          <p:sp>
            <p:nvSpPr>
              <p:cNvPr id="94" name="CaixaDeTexto 93">
                <a:extLst>
                  <a:ext uri="{FF2B5EF4-FFF2-40B4-BE49-F238E27FC236}">
                    <a16:creationId xmlns:a16="http://schemas.microsoft.com/office/drawing/2014/main" id="{D1D8FCDA-4632-6080-1621-67CDF796C564}"/>
                  </a:ext>
                </a:extLst>
              </p:cNvPr>
              <p:cNvSpPr txBox="1">
                <a:spLocks noRot="1" noChangeAspect="1" noMove="1" noResize="1" noEditPoints="1" noAdjustHandles="1" noChangeArrowheads="1" noChangeShapeType="1" noTextEdit="1"/>
              </p:cNvSpPr>
              <p:nvPr/>
            </p:nvSpPr>
            <p:spPr>
              <a:xfrm>
                <a:off x="6096000" y="1412776"/>
                <a:ext cx="5221288" cy="830997"/>
              </a:xfrm>
              <a:prstGeom prst="rect">
                <a:avLst/>
              </a:prstGeom>
              <a:blipFill>
                <a:blip r:embed="rId4"/>
                <a:stretch>
                  <a:fillRect l="-583" t="-2206" b="-8824"/>
                </a:stretch>
              </a:blipFill>
            </p:spPr>
            <p:txBody>
              <a:bodyPr/>
              <a:lstStyle/>
              <a:p>
                <a:r>
                  <a:rPr lang="pt-BR">
                    <a:noFill/>
                  </a:rPr>
                  <a:t> </a:t>
                </a:r>
              </a:p>
            </p:txBody>
          </p:sp>
        </mc:Fallback>
      </mc:AlternateContent>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Differential Surface Admittance Concept</a:t>
            </a:r>
          </a:p>
        </p:txBody>
      </p:sp>
      <p:sp>
        <p:nvSpPr>
          <p:cNvPr id="22" name="CaixaDeTexto 21">
            <a:extLst>
              <a:ext uri="{FF2B5EF4-FFF2-40B4-BE49-F238E27FC236}">
                <a16:creationId xmlns:a16="http://schemas.microsoft.com/office/drawing/2014/main" id="{49077367-370F-EE24-E168-4960C19983BE}"/>
              </a:ext>
            </a:extLst>
          </p:cNvPr>
          <p:cNvSpPr txBox="1"/>
          <p:nvPr/>
        </p:nvSpPr>
        <p:spPr>
          <a:xfrm>
            <a:off x="730433" y="4799180"/>
            <a:ext cx="4555976" cy="307777"/>
          </a:xfrm>
          <a:prstGeom prst="rect">
            <a:avLst/>
          </a:prstGeom>
          <a:noFill/>
        </p:spPr>
        <p:txBody>
          <a:bodyPr wrap="square">
            <a:spAutoFit/>
          </a:bodyPr>
          <a:lstStyle/>
          <a:p>
            <a:r>
              <a:rPr lang="pt-BR" sz="1400" b="1">
                <a:latin typeface="Arial" panose="020B0604020202020204" pitchFamily="34" charset="0"/>
                <a:cs typeface="Arial" panose="020B0604020202020204" pitchFamily="34" charset="0"/>
              </a:rPr>
              <a:t>Equivalent Problem</a:t>
            </a:r>
          </a:p>
        </p:txBody>
      </p:sp>
      <p:grpSp>
        <p:nvGrpSpPr>
          <p:cNvPr id="30" name="Agrupar 29">
            <a:extLst>
              <a:ext uri="{FF2B5EF4-FFF2-40B4-BE49-F238E27FC236}">
                <a16:creationId xmlns:a16="http://schemas.microsoft.com/office/drawing/2014/main" id="{168DDC4B-E085-D055-3A01-2A75AEF0F540}"/>
              </a:ext>
            </a:extLst>
          </p:cNvPr>
          <p:cNvGrpSpPr/>
          <p:nvPr/>
        </p:nvGrpSpPr>
        <p:grpSpPr>
          <a:xfrm>
            <a:off x="767408" y="2182673"/>
            <a:ext cx="4572508" cy="2464697"/>
            <a:chOff x="686148" y="2141393"/>
            <a:chExt cx="4572508" cy="2464697"/>
          </a:xfrm>
        </p:grpSpPr>
        <p:sp>
          <p:nvSpPr>
            <p:cNvPr id="87" name="Retângulo 86">
              <a:extLst>
                <a:ext uri="{FF2B5EF4-FFF2-40B4-BE49-F238E27FC236}">
                  <a16:creationId xmlns:a16="http://schemas.microsoft.com/office/drawing/2014/main" id="{982DA735-B387-C331-E003-2664E37E8623}"/>
                </a:ext>
              </a:extLst>
            </p:cNvPr>
            <p:cNvSpPr/>
            <p:nvPr/>
          </p:nvSpPr>
          <p:spPr>
            <a:xfrm>
              <a:off x="686656" y="2185778"/>
              <a:ext cx="4572000" cy="2420312"/>
            </a:xfrm>
            <a:prstGeom prst="rect">
              <a:avLst/>
            </a:prstGeom>
            <a:solidFill>
              <a:schemeClr val="tx2">
                <a:lumMod val="10000"/>
                <a:lumOff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88" name="CaixaDeTexto 87">
                  <a:extLst>
                    <a:ext uri="{FF2B5EF4-FFF2-40B4-BE49-F238E27FC236}">
                      <a16:creationId xmlns:a16="http://schemas.microsoft.com/office/drawing/2014/main" id="{51FC77E0-937E-EA60-698E-B52BB93B2CFA}"/>
                    </a:ext>
                  </a:extLst>
                </p:cNvPr>
                <p:cNvSpPr txBox="1"/>
                <p:nvPr/>
              </p:nvSpPr>
              <p:spPr>
                <a:xfrm>
                  <a:off x="3658456" y="2141393"/>
                  <a:ext cx="10735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𝜎</m:t>
                            </m:r>
                          </m:e>
                          <m:sub>
                            <m:r>
                              <a:rPr lang="pt-BR" b="0" i="1" smtClean="0">
                                <a:latin typeface="Cambria Math" panose="02040503050406030204" pitchFamily="18" charset="0"/>
                              </a:rPr>
                              <m:t>0</m:t>
                            </m:r>
                          </m:sub>
                        </m:sSub>
                      </m:oMath>
                    </m:oMathPara>
                  </a14:m>
                  <a:endParaRPr lang="pt-BR"/>
                </a:p>
              </p:txBody>
            </p:sp>
          </mc:Choice>
          <mc:Fallback xmlns="">
            <p:sp>
              <p:nvSpPr>
                <p:cNvPr id="16" name="CaixaDeTexto 15">
                  <a:extLst>
                    <a:ext uri="{FF2B5EF4-FFF2-40B4-BE49-F238E27FC236}">
                      <a16:creationId xmlns:a16="http://schemas.microsoft.com/office/drawing/2014/main" id="{1681E2DD-38B4-5C4A-9B12-CE155CEDB679}"/>
                    </a:ext>
                  </a:extLst>
                </p:cNvPr>
                <p:cNvSpPr txBox="1">
                  <a:spLocks noRot="1" noChangeAspect="1" noMove="1" noResize="1" noEditPoints="1" noAdjustHandles="1" noChangeArrowheads="1" noChangeShapeType="1" noTextEdit="1"/>
                </p:cNvSpPr>
                <p:nvPr/>
              </p:nvSpPr>
              <p:spPr>
                <a:xfrm>
                  <a:off x="3658456" y="2141393"/>
                  <a:ext cx="1073563" cy="369332"/>
                </a:xfrm>
                <a:prstGeom prst="rect">
                  <a:avLst/>
                </a:prstGeom>
                <a:blipFill>
                  <a:blip r:embed="rId6"/>
                  <a:stretch>
                    <a:fillRect b="-5000"/>
                  </a:stretch>
                </a:blipFill>
              </p:spPr>
              <p:txBody>
                <a:bodyPr/>
                <a:lstStyle/>
                <a:p>
                  <a:r>
                    <a:rPr lang="pt-BR">
                      <a:noFill/>
                    </a:rPr>
                    <a:t> </a:t>
                  </a:r>
                </a:p>
              </p:txBody>
            </p:sp>
          </mc:Fallback>
        </mc:AlternateContent>
        <p:cxnSp>
          <p:nvCxnSpPr>
            <p:cNvPr id="89" name="Conector reto 88">
              <a:extLst>
                <a:ext uri="{FF2B5EF4-FFF2-40B4-BE49-F238E27FC236}">
                  <a16:creationId xmlns:a16="http://schemas.microsoft.com/office/drawing/2014/main" id="{29BACBC2-A9C9-49A1-3EBE-A6BB117842D8}"/>
                </a:ext>
              </a:extLst>
            </p:cNvPr>
            <p:cNvCxnSpPr/>
            <p:nvPr/>
          </p:nvCxnSpPr>
          <p:spPr>
            <a:xfrm>
              <a:off x="686148" y="2177459"/>
              <a:ext cx="4572508"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90" name="Conector reto 89">
              <a:extLst>
                <a:ext uri="{FF2B5EF4-FFF2-40B4-BE49-F238E27FC236}">
                  <a16:creationId xmlns:a16="http://schemas.microsoft.com/office/drawing/2014/main" id="{AEA365C5-49B6-5F94-4BC5-985FD89AC779}"/>
                </a:ext>
              </a:extLst>
            </p:cNvPr>
            <p:cNvCxnSpPr/>
            <p:nvPr/>
          </p:nvCxnSpPr>
          <p:spPr>
            <a:xfrm>
              <a:off x="686148" y="4606090"/>
              <a:ext cx="4572508"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91" name="Elipse 90">
              <a:extLst>
                <a:ext uri="{FF2B5EF4-FFF2-40B4-BE49-F238E27FC236}">
                  <a16:creationId xmlns:a16="http://schemas.microsoft.com/office/drawing/2014/main" id="{622B22B7-F3C5-6196-532E-A40CD1212AB8}"/>
                </a:ext>
              </a:extLst>
            </p:cNvPr>
            <p:cNvSpPr/>
            <p:nvPr/>
          </p:nvSpPr>
          <p:spPr>
            <a:xfrm>
              <a:off x="1379208" y="2816424"/>
              <a:ext cx="3231175" cy="1152128"/>
            </a:xfrm>
            <a:prstGeom prst="ellipse">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93" name="CaixaDeTexto 92">
                  <a:extLst>
                    <a:ext uri="{FF2B5EF4-FFF2-40B4-BE49-F238E27FC236}">
                      <a16:creationId xmlns:a16="http://schemas.microsoft.com/office/drawing/2014/main" id="{6F28AD4E-55BD-E158-83DC-CB47A80C2B1E}"/>
                    </a:ext>
                  </a:extLst>
                </p:cNvPr>
                <p:cNvSpPr txBox="1"/>
                <p:nvPr/>
              </p:nvSpPr>
              <p:spPr>
                <a:xfrm>
                  <a:off x="4023106" y="2644828"/>
                  <a:ext cx="34426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rPr>
                          <m:t>𝑐</m:t>
                        </m:r>
                      </m:oMath>
                    </m:oMathPara>
                  </a14:m>
                  <a:endParaRPr lang="pt-BR"/>
                </a:p>
              </p:txBody>
            </p:sp>
          </mc:Choice>
          <mc:Fallback xmlns="">
            <p:sp>
              <p:nvSpPr>
                <p:cNvPr id="21" name="CaixaDeTexto 20">
                  <a:extLst>
                    <a:ext uri="{FF2B5EF4-FFF2-40B4-BE49-F238E27FC236}">
                      <a16:creationId xmlns:a16="http://schemas.microsoft.com/office/drawing/2014/main" id="{47DF1D7F-A5BF-99D7-87D5-2DE96AED1F64}"/>
                    </a:ext>
                  </a:extLst>
                </p:cNvPr>
                <p:cNvSpPr txBox="1">
                  <a:spLocks noRot="1" noChangeAspect="1" noMove="1" noResize="1" noEditPoints="1" noAdjustHandles="1" noChangeArrowheads="1" noChangeShapeType="1" noTextEdit="1"/>
                </p:cNvSpPr>
                <p:nvPr/>
              </p:nvSpPr>
              <p:spPr>
                <a:xfrm>
                  <a:off x="4023106" y="2644828"/>
                  <a:ext cx="344261" cy="369332"/>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5" name="CaixaDeTexto 94">
                  <a:extLst>
                    <a:ext uri="{FF2B5EF4-FFF2-40B4-BE49-F238E27FC236}">
                      <a16:creationId xmlns:a16="http://schemas.microsoft.com/office/drawing/2014/main" id="{6CE38F45-C2C2-452C-A6E5-873FFFE19492}"/>
                    </a:ext>
                  </a:extLst>
                </p:cNvPr>
                <p:cNvSpPr txBox="1"/>
                <p:nvPr/>
              </p:nvSpPr>
              <p:spPr>
                <a:xfrm>
                  <a:off x="3999574" y="3378771"/>
                  <a:ext cx="3574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𝑆</m:t>
                        </m:r>
                      </m:oMath>
                    </m:oMathPara>
                  </a14:m>
                  <a:endParaRPr lang="pt-BR"/>
                </a:p>
              </p:txBody>
            </p:sp>
          </mc:Choice>
          <mc:Fallback xmlns="">
            <p:sp>
              <p:nvSpPr>
                <p:cNvPr id="22" name="CaixaDeTexto 21">
                  <a:extLst>
                    <a:ext uri="{FF2B5EF4-FFF2-40B4-BE49-F238E27FC236}">
                      <a16:creationId xmlns:a16="http://schemas.microsoft.com/office/drawing/2014/main" id="{4C8BA81F-86CE-F71B-BBD1-2BCDDF954EF1}"/>
                    </a:ext>
                  </a:extLst>
                </p:cNvPr>
                <p:cNvSpPr txBox="1">
                  <a:spLocks noRot="1" noChangeAspect="1" noMove="1" noResize="1" noEditPoints="1" noAdjustHandles="1" noChangeArrowheads="1" noChangeShapeType="1" noTextEdit="1"/>
                </p:cNvSpPr>
                <p:nvPr/>
              </p:nvSpPr>
              <p:spPr>
                <a:xfrm>
                  <a:off x="3999574" y="3378771"/>
                  <a:ext cx="357469" cy="369332"/>
                </a:xfrm>
                <a:prstGeom prst="rect">
                  <a:avLst/>
                </a:prstGeom>
                <a:blipFill>
                  <a:blip r:embed="rId8"/>
                  <a:stretch>
                    <a:fillRect/>
                  </a:stretch>
                </a:blipFill>
              </p:spPr>
              <p:txBody>
                <a:bodyPr/>
                <a:lstStyle/>
                <a:p>
                  <a:r>
                    <a:rPr lang="pt-BR">
                      <a:noFill/>
                    </a:rPr>
                    <a:t> </a:t>
                  </a:r>
                </a:p>
              </p:txBody>
            </p:sp>
          </mc:Fallback>
        </mc:AlternateContent>
      </p:grpSp>
      <p:grpSp>
        <p:nvGrpSpPr>
          <p:cNvPr id="13" name="Agrupar 12">
            <a:extLst>
              <a:ext uri="{FF2B5EF4-FFF2-40B4-BE49-F238E27FC236}">
                <a16:creationId xmlns:a16="http://schemas.microsoft.com/office/drawing/2014/main" id="{B30BD937-A417-749A-6DCA-D73A44238837}"/>
              </a:ext>
            </a:extLst>
          </p:cNvPr>
          <p:cNvGrpSpPr/>
          <p:nvPr/>
        </p:nvGrpSpPr>
        <p:grpSpPr>
          <a:xfrm>
            <a:off x="1369028" y="2764338"/>
            <a:ext cx="3725369" cy="1332637"/>
            <a:chOff x="1369028" y="2764338"/>
            <a:chExt cx="3725369" cy="1332637"/>
          </a:xfrm>
        </p:grpSpPr>
        <mc:AlternateContent xmlns:mc="http://schemas.openxmlformats.org/markup-compatibility/2006" xmlns:a14="http://schemas.microsoft.com/office/drawing/2010/main">
          <mc:Choice Requires="a14">
            <p:sp>
              <p:nvSpPr>
                <p:cNvPr id="99" name="CaixaDeTexto 98">
                  <a:extLst>
                    <a:ext uri="{FF2B5EF4-FFF2-40B4-BE49-F238E27FC236}">
                      <a16:creationId xmlns:a16="http://schemas.microsoft.com/office/drawing/2014/main" id="{F32BF4A3-6ABD-0041-A398-9BC428E97FC5}"/>
                    </a:ext>
                  </a:extLst>
                </p:cNvPr>
                <p:cNvSpPr txBox="1"/>
                <p:nvPr/>
              </p:nvSpPr>
              <p:spPr>
                <a:xfrm>
                  <a:off x="4670691" y="2934772"/>
                  <a:ext cx="4237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b="0" i="1" smtClean="0">
                                <a:latin typeface="Cambria Math" panose="02040503050406030204" pitchFamily="18" charset="0"/>
                              </a:rPr>
                            </m:ctrlPr>
                          </m:sSubPr>
                          <m:e>
                            <m:r>
                              <a:rPr lang="pt-BR" b="1" i="1" smtClean="0">
                                <a:latin typeface="Cambria Math" panose="02040503050406030204" pitchFamily="18" charset="0"/>
                              </a:rPr>
                              <m:t>𝑱</m:t>
                            </m:r>
                          </m:e>
                          <m:sub>
                            <m:r>
                              <a:rPr lang="pt-BR" b="0" i="1" smtClean="0">
                                <a:latin typeface="Cambria Math" panose="02040503050406030204" pitchFamily="18" charset="0"/>
                              </a:rPr>
                              <m:t>𝑠</m:t>
                            </m:r>
                          </m:sub>
                        </m:sSub>
                      </m:oMath>
                    </m:oMathPara>
                  </a14:m>
                  <a:endParaRPr lang="pt-BR"/>
                </a:p>
              </p:txBody>
            </p:sp>
          </mc:Choice>
          <mc:Fallback xmlns="">
            <p:sp>
              <p:nvSpPr>
                <p:cNvPr id="99" name="CaixaDeTexto 98">
                  <a:extLst>
                    <a:ext uri="{FF2B5EF4-FFF2-40B4-BE49-F238E27FC236}">
                      <a16:creationId xmlns:a16="http://schemas.microsoft.com/office/drawing/2014/main" id="{F32BF4A3-6ABD-0041-A398-9BC428E97FC5}"/>
                    </a:ext>
                  </a:extLst>
                </p:cNvPr>
                <p:cNvSpPr txBox="1">
                  <a:spLocks noRot="1" noChangeAspect="1" noMove="1" noResize="1" noEditPoints="1" noAdjustHandles="1" noChangeArrowheads="1" noChangeShapeType="1" noTextEdit="1"/>
                </p:cNvSpPr>
                <p:nvPr/>
              </p:nvSpPr>
              <p:spPr>
                <a:xfrm>
                  <a:off x="4670691" y="2934772"/>
                  <a:ext cx="423706" cy="369332"/>
                </a:xfrm>
                <a:prstGeom prst="rect">
                  <a:avLst/>
                </a:prstGeom>
                <a:blipFill>
                  <a:blip r:embed="rId9"/>
                  <a:stretch>
                    <a:fillRect b="-9836"/>
                  </a:stretch>
                </a:blipFill>
              </p:spPr>
              <p:txBody>
                <a:bodyPr/>
                <a:lstStyle/>
                <a:p>
                  <a:r>
                    <a:rPr lang="pt-BR">
                      <a:noFill/>
                    </a:rPr>
                    <a:t> </a:t>
                  </a:r>
                </a:p>
              </p:txBody>
            </p:sp>
          </mc:Fallback>
        </mc:AlternateContent>
        <p:grpSp>
          <p:nvGrpSpPr>
            <p:cNvPr id="12" name="Agrupar 11">
              <a:extLst>
                <a:ext uri="{FF2B5EF4-FFF2-40B4-BE49-F238E27FC236}">
                  <a16:creationId xmlns:a16="http://schemas.microsoft.com/office/drawing/2014/main" id="{DC154737-A856-9DA5-3CC2-16B161A2683E}"/>
                </a:ext>
              </a:extLst>
            </p:cNvPr>
            <p:cNvGrpSpPr/>
            <p:nvPr/>
          </p:nvGrpSpPr>
          <p:grpSpPr>
            <a:xfrm>
              <a:off x="1369028" y="2764338"/>
              <a:ext cx="3414055" cy="1332637"/>
              <a:chOff x="1369028" y="2764338"/>
              <a:chExt cx="3414055" cy="1332637"/>
            </a:xfrm>
          </p:grpSpPr>
          <p:grpSp>
            <p:nvGrpSpPr>
              <p:cNvPr id="31" name="Agrupar 30">
                <a:extLst>
                  <a:ext uri="{FF2B5EF4-FFF2-40B4-BE49-F238E27FC236}">
                    <a16:creationId xmlns:a16="http://schemas.microsoft.com/office/drawing/2014/main" id="{6BEFE313-B14A-D407-6382-DD66DB533993}"/>
                  </a:ext>
                </a:extLst>
              </p:cNvPr>
              <p:cNvGrpSpPr/>
              <p:nvPr/>
            </p:nvGrpSpPr>
            <p:grpSpPr>
              <a:xfrm>
                <a:off x="1369028" y="3342328"/>
                <a:ext cx="182880" cy="182880"/>
                <a:chOff x="5748675" y="3047308"/>
                <a:chExt cx="182880" cy="182880"/>
              </a:xfrm>
            </p:grpSpPr>
            <p:sp>
              <p:nvSpPr>
                <p:cNvPr id="85" name="Elipse 84">
                  <a:extLst>
                    <a:ext uri="{FF2B5EF4-FFF2-40B4-BE49-F238E27FC236}">
                      <a16:creationId xmlns:a16="http://schemas.microsoft.com/office/drawing/2014/main" id="{86B0708E-38CF-4B6F-FCA3-05BFFA7104D8}"/>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6" name="Elipse 85">
                  <a:extLst>
                    <a:ext uri="{FF2B5EF4-FFF2-40B4-BE49-F238E27FC236}">
                      <a16:creationId xmlns:a16="http://schemas.microsoft.com/office/drawing/2014/main" id="{99018997-7312-2E66-301B-9CD78364AB2F}"/>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32" name="Agrupar 31">
                <a:extLst>
                  <a:ext uri="{FF2B5EF4-FFF2-40B4-BE49-F238E27FC236}">
                    <a16:creationId xmlns:a16="http://schemas.microsoft.com/office/drawing/2014/main" id="{39E01C4A-DE56-014D-C604-4AF36AE9FE03}"/>
                  </a:ext>
                </a:extLst>
              </p:cNvPr>
              <p:cNvGrpSpPr/>
              <p:nvPr/>
            </p:nvGrpSpPr>
            <p:grpSpPr>
              <a:xfrm>
                <a:off x="2988816" y="2764338"/>
                <a:ext cx="182880" cy="182880"/>
                <a:chOff x="5748675" y="3047308"/>
                <a:chExt cx="182880" cy="182880"/>
              </a:xfrm>
            </p:grpSpPr>
            <p:sp>
              <p:nvSpPr>
                <p:cNvPr id="83" name="Elipse 82">
                  <a:extLst>
                    <a:ext uri="{FF2B5EF4-FFF2-40B4-BE49-F238E27FC236}">
                      <a16:creationId xmlns:a16="http://schemas.microsoft.com/office/drawing/2014/main" id="{4687FB89-0690-D9C6-FEDC-80182A21F1F8}"/>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4" name="Elipse 83">
                  <a:extLst>
                    <a:ext uri="{FF2B5EF4-FFF2-40B4-BE49-F238E27FC236}">
                      <a16:creationId xmlns:a16="http://schemas.microsoft.com/office/drawing/2014/main" id="{7DEDEA53-C3E7-70D0-B23C-9272E074F805}"/>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33" name="Agrupar 32">
                <a:extLst>
                  <a:ext uri="{FF2B5EF4-FFF2-40B4-BE49-F238E27FC236}">
                    <a16:creationId xmlns:a16="http://schemas.microsoft.com/office/drawing/2014/main" id="{41091304-8D76-4C76-51D1-909D24952854}"/>
                  </a:ext>
                </a:extLst>
              </p:cNvPr>
              <p:cNvGrpSpPr/>
              <p:nvPr/>
            </p:nvGrpSpPr>
            <p:grpSpPr>
              <a:xfrm>
                <a:off x="1649732" y="2787198"/>
                <a:ext cx="1090122" cy="1286917"/>
                <a:chOff x="7282380" y="2790303"/>
                <a:chExt cx="1090122" cy="1286917"/>
              </a:xfrm>
            </p:grpSpPr>
            <p:grpSp>
              <p:nvGrpSpPr>
                <p:cNvPr id="63" name="Agrupar 62">
                  <a:extLst>
                    <a:ext uri="{FF2B5EF4-FFF2-40B4-BE49-F238E27FC236}">
                      <a16:creationId xmlns:a16="http://schemas.microsoft.com/office/drawing/2014/main" id="{84A39BD2-2E52-CE94-F777-3E8980F1AD5A}"/>
                    </a:ext>
                  </a:extLst>
                </p:cNvPr>
                <p:cNvGrpSpPr/>
                <p:nvPr/>
              </p:nvGrpSpPr>
              <p:grpSpPr>
                <a:xfrm>
                  <a:off x="7290466" y="2790303"/>
                  <a:ext cx="1082036" cy="406737"/>
                  <a:chOff x="7314468" y="2790303"/>
                  <a:chExt cx="1082036" cy="406737"/>
                </a:xfrm>
              </p:grpSpPr>
              <p:grpSp>
                <p:nvGrpSpPr>
                  <p:cNvPr id="74" name="Agrupar 73">
                    <a:extLst>
                      <a:ext uri="{FF2B5EF4-FFF2-40B4-BE49-F238E27FC236}">
                        <a16:creationId xmlns:a16="http://schemas.microsoft.com/office/drawing/2014/main" id="{1FA733FE-1CBC-4390-83AE-16ED047453B2}"/>
                      </a:ext>
                    </a:extLst>
                  </p:cNvPr>
                  <p:cNvGrpSpPr/>
                  <p:nvPr/>
                </p:nvGrpSpPr>
                <p:grpSpPr>
                  <a:xfrm>
                    <a:off x="7314468" y="3014160"/>
                    <a:ext cx="182880" cy="182880"/>
                    <a:chOff x="5748675" y="3047308"/>
                    <a:chExt cx="182880" cy="182880"/>
                  </a:xfrm>
                </p:grpSpPr>
                <p:sp>
                  <p:nvSpPr>
                    <p:cNvPr id="81" name="Elipse 80">
                      <a:extLst>
                        <a:ext uri="{FF2B5EF4-FFF2-40B4-BE49-F238E27FC236}">
                          <a16:creationId xmlns:a16="http://schemas.microsoft.com/office/drawing/2014/main" id="{BD79764D-D1E3-1A1D-8733-7F0D3BC0CC89}"/>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2" name="Elipse 81">
                      <a:extLst>
                        <a:ext uri="{FF2B5EF4-FFF2-40B4-BE49-F238E27FC236}">
                          <a16:creationId xmlns:a16="http://schemas.microsoft.com/office/drawing/2014/main" id="{1DF4BAA2-E0C4-0C1B-3DBA-170A41BD7986}"/>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75" name="Agrupar 74">
                    <a:extLst>
                      <a:ext uri="{FF2B5EF4-FFF2-40B4-BE49-F238E27FC236}">
                        <a16:creationId xmlns:a16="http://schemas.microsoft.com/office/drawing/2014/main" id="{11E9F967-20AC-8519-A18A-C89703C95000}"/>
                      </a:ext>
                    </a:extLst>
                  </p:cNvPr>
                  <p:cNvGrpSpPr/>
                  <p:nvPr/>
                </p:nvGrpSpPr>
                <p:grpSpPr>
                  <a:xfrm>
                    <a:off x="7780179" y="2858883"/>
                    <a:ext cx="182880" cy="182880"/>
                    <a:chOff x="5748675" y="3047308"/>
                    <a:chExt cx="182880" cy="182880"/>
                  </a:xfrm>
                </p:grpSpPr>
                <p:sp>
                  <p:nvSpPr>
                    <p:cNvPr id="79" name="Elipse 78">
                      <a:extLst>
                        <a:ext uri="{FF2B5EF4-FFF2-40B4-BE49-F238E27FC236}">
                          <a16:creationId xmlns:a16="http://schemas.microsoft.com/office/drawing/2014/main" id="{6DD2A9CA-DBE8-A2A0-3CE5-9F1125D74FCE}"/>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0" name="Elipse 79">
                      <a:extLst>
                        <a:ext uri="{FF2B5EF4-FFF2-40B4-BE49-F238E27FC236}">
                          <a16:creationId xmlns:a16="http://schemas.microsoft.com/office/drawing/2014/main" id="{700EF7A7-BD70-D51A-4375-DF7F182BBD01}"/>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76" name="Agrupar 75">
                    <a:extLst>
                      <a:ext uri="{FF2B5EF4-FFF2-40B4-BE49-F238E27FC236}">
                        <a16:creationId xmlns:a16="http://schemas.microsoft.com/office/drawing/2014/main" id="{0F51439C-8121-B17D-F18F-7C86338B6D36}"/>
                      </a:ext>
                    </a:extLst>
                  </p:cNvPr>
                  <p:cNvGrpSpPr/>
                  <p:nvPr/>
                </p:nvGrpSpPr>
                <p:grpSpPr>
                  <a:xfrm>
                    <a:off x="8213624" y="2790303"/>
                    <a:ext cx="182880" cy="182880"/>
                    <a:chOff x="5748675" y="3047308"/>
                    <a:chExt cx="182880" cy="182880"/>
                  </a:xfrm>
                </p:grpSpPr>
                <p:sp>
                  <p:nvSpPr>
                    <p:cNvPr id="77" name="Elipse 76">
                      <a:extLst>
                        <a:ext uri="{FF2B5EF4-FFF2-40B4-BE49-F238E27FC236}">
                          <a16:creationId xmlns:a16="http://schemas.microsoft.com/office/drawing/2014/main" id="{33EE02B0-BA23-356D-41F8-107D32E33D86}"/>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8" name="Elipse 77">
                      <a:extLst>
                        <a:ext uri="{FF2B5EF4-FFF2-40B4-BE49-F238E27FC236}">
                          <a16:creationId xmlns:a16="http://schemas.microsoft.com/office/drawing/2014/main" id="{772AE97F-0250-3EC9-5DF3-2006BCB37F5C}"/>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grpSp>
              <p:nvGrpSpPr>
                <p:cNvPr id="64" name="Agrupar 63">
                  <a:extLst>
                    <a:ext uri="{FF2B5EF4-FFF2-40B4-BE49-F238E27FC236}">
                      <a16:creationId xmlns:a16="http://schemas.microsoft.com/office/drawing/2014/main" id="{EBC53ECE-D9D2-4204-F676-1D740015A584}"/>
                    </a:ext>
                  </a:extLst>
                </p:cNvPr>
                <p:cNvGrpSpPr/>
                <p:nvPr/>
              </p:nvGrpSpPr>
              <p:grpSpPr>
                <a:xfrm flipV="1">
                  <a:off x="7282380" y="3670483"/>
                  <a:ext cx="1082036" cy="406737"/>
                  <a:chOff x="7314468" y="2790303"/>
                  <a:chExt cx="1082036" cy="406737"/>
                </a:xfrm>
              </p:grpSpPr>
              <p:grpSp>
                <p:nvGrpSpPr>
                  <p:cNvPr id="65" name="Agrupar 64">
                    <a:extLst>
                      <a:ext uri="{FF2B5EF4-FFF2-40B4-BE49-F238E27FC236}">
                        <a16:creationId xmlns:a16="http://schemas.microsoft.com/office/drawing/2014/main" id="{E8B8AEE6-23A8-79CC-232F-B30A93A38D9D}"/>
                      </a:ext>
                    </a:extLst>
                  </p:cNvPr>
                  <p:cNvGrpSpPr/>
                  <p:nvPr/>
                </p:nvGrpSpPr>
                <p:grpSpPr>
                  <a:xfrm>
                    <a:off x="7314468" y="3014160"/>
                    <a:ext cx="182880" cy="182880"/>
                    <a:chOff x="5748675" y="3047308"/>
                    <a:chExt cx="182880" cy="182880"/>
                  </a:xfrm>
                </p:grpSpPr>
                <p:sp>
                  <p:nvSpPr>
                    <p:cNvPr id="72" name="Elipse 71">
                      <a:extLst>
                        <a:ext uri="{FF2B5EF4-FFF2-40B4-BE49-F238E27FC236}">
                          <a16:creationId xmlns:a16="http://schemas.microsoft.com/office/drawing/2014/main" id="{ABB9605C-A33D-49DD-8981-FBD6BB7F5D35}"/>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3" name="Elipse 72">
                      <a:extLst>
                        <a:ext uri="{FF2B5EF4-FFF2-40B4-BE49-F238E27FC236}">
                          <a16:creationId xmlns:a16="http://schemas.microsoft.com/office/drawing/2014/main" id="{52C07B5F-FB51-234E-4C1F-0CC698EB2EDF}"/>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66" name="Agrupar 65">
                    <a:extLst>
                      <a:ext uri="{FF2B5EF4-FFF2-40B4-BE49-F238E27FC236}">
                        <a16:creationId xmlns:a16="http://schemas.microsoft.com/office/drawing/2014/main" id="{0A1D1C32-B085-D113-FACC-BFF3F40101D9}"/>
                      </a:ext>
                    </a:extLst>
                  </p:cNvPr>
                  <p:cNvGrpSpPr/>
                  <p:nvPr/>
                </p:nvGrpSpPr>
                <p:grpSpPr>
                  <a:xfrm>
                    <a:off x="7780179" y="2858883"/>
                    <a:ext cx="182880" cy="182880"/>
                    <a:chOff x="5748675" y="3047308"/>
                    <a:chExt cx="182880" cy="182880"/>
                  </a:xfrm>
                </p:grpSpPr>
                <p:sp>
                  <p:nvSpPr>
                    <p:cNvPr id="70" name="Elipse 69">
                      <a:extLst>
                        <a:ext uri="{FF2B5EF4-FFF2-40B4-BE49-F238E27FC236}">
                          <a16:creationId xmlns:a16="http://schemas.microsoft.com/office/drawing/2014/main" id="{D49DDF87-1A70-9DD1-E830-44F1724DB5F2}"/>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1" name="Elipse 70">
                      <a:extLst>
                        <a:ext uri="{FF2B5EF4-FFF2-40B4-BE49-F238E27FC236}">
                          <a16:creationId xmlns:a16="http://schemas.microsoft.com/office/drawing/2014/main" id="{7ADCBB2F-48A4-BC95-E387-BC674585F363}"/>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67" name="Agrupar 66">
                    <a:extLst>
                      <a:ext uri="{FF2B5EF4-FFF2-40B4-BE49-F238E27FC236}">
                        <a16:creationId xmlns:a16="http://schemas.microsoft.com/office/drawing/2014/main" id="{32AE42AD-E017-1AAC-B014-F1E1C88B619F}"/>
                      </a:ext>
                    </a:extLst>
                  </p:cNvPr>
                  <p:cNvGrpSpPr/>
                  <p:nvPr/>
                </p:nvGrpSpPr>
                <p:grpSpPr>
                  <a:xfrm>
                    <a:off x="8213624" y="2790303"/>
                    <a:ext cx="182880" cy="182880"/>
                    <a:chOff x="5748675" y="3047308"/>
                    <a:chExt cx="182880" cy="182880"/>
                  </a:xfrm>
                </p:grpSpPr>
                <p:sp>
                  <p:nvSpPr>
                    <p:cNvPr id="68" name="Elipse 67">
                      <a:extLst>
                        <a:ext uri="{FF2B5EF4-FFF2-40B4-BE49-F238E27FC236}">
                          <a16:creationId xmlns:a16="http://schemas.microsoft.com/office/drawing/2014/main" id="{46C9E4ED-BEC7-B240-42E9-83EC377DAFAA}"/>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9" name="Elipse 68">
                      <a:extLst>
                        <a:ext uri="{FF2B5EF4-FFF2-40B4-BE49-F238E27FC236}">
                          <a16:creationId xmlns:a16="http://schemas.microsoft.com/office/drawing/2014/main" id="{4843AE11-D9FA-9752-01FB-CA1FE061A3C0}"/>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grpSp>
          <p:grpSp>
            <p:nvGrpSpPr>
              <p:cNvPr id="34" name="Agrupar 33">
                <a:extLst>
                  <a:ext uri="{FF2B5EF4-FFF2-40B4-BE49-F238E27FC236}">
                    <a16:creationId xmlns:a16="http://schemas.microsoft.com/office/drawing/2014/main" id="{7D660E8D-787D-A022-9F06-967B1DFF2571}"/>
                  </a:ext>
                </a:extLst>
              </p:cNvPr>
              <p:cNvGrpSpPr/>
              <p:nvPr/>
            </p:nvGrpSpPr>
            <p:grpSpPr>
              <a:xfrm>
                <a:off x="4600203" y="3342328"/>
                <a:ext cx="182880" cy="182880"/>
                <a:chOff x="5748675" y="3047308"/>
                <a:chExt cx="182880" cy="182880"/>
              </a:xfrm>
            </p:grpSpPr>
            <p:sp>
              <p:nvSpPr>
                <p:cNvPr id="61" name="Elipse 60">
                  <a:extLst>
                    <a:ext uri="{FF2B5EF4-FFF2-40B4-BE49-F238E27FC236}">
                      <a16:creationId xmlns:a16="http://schemas.microsoft.com/office/drawing/2014/main" id="{7D17BA35-5BC6-31C5-6679-105AF695AAC7}"/>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 name="Elipse 61">
                  <a:extLst>
                    <a:ext uri="{FF2B5EF4-FFF2-40B4-BE49-F238E27FC236}">
                      <a16:creationId xmlns:a16="http://schemas.microsoft.com/office/drawing/2014/main" id="{83276700-E4F6-999D-BDCF-30CC12A7D502}"/>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35" name="Agrupar 34">
                <a:extLst>
                  <a:ext uri="{FF2B5EF4-FFF2-40B4-BE49-F238E27FC236}">
                    <a16:creationId xmlns:a16="http://schemas.microsoft.com/office/drawing/2014/main" id="{B250C30A-6CE2-1012-5635-92F7879C2CF1}"/>
                  </a:ext>
                </a:extLst>
              </p:cNvPr>
              <p:cNvGrpSpPr/>
              <p:nvPr/>
            </p:nvGrpSpPr>
            <p:grpSpPr>
              <a:xfrm>
                <a:off x="3000812" y="3914095"/>
                <a:ext cx="182880" cy="182880"/>
                <a:chOff x="5748675" y="3047308"/>
                <a:chExt cx="182880" cy="182880"/>
              </a:xfrm>
            </p:grpSpPr>
            <p:sp>
              <p:nvSpPr>
                <p:cNvPr id="59" name="Elipse 58">
                  <a:extLst>
                    <a:ext uri="{FF2B5EF4-FFF2-40B4-BE49-F238E27FC236}">
                      <a16:creationId xmlns:a16="http://schemas.microsoft.com/office/drawing/2014/main" id="{5615AAEC-BE13-E7CE-BAFC-819F3C78D390}"/>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0" name="Elipse 59">
                  <a:extLst>
                    <a:ext uri="{FF2B5EF4-FFF2-40B4-BE49-F238E27FC236}">
                      <a16:creationId xmlns:a16="http://schemas.microsoft.com/office/drawing/2014/main" id="{8AC7919E-B3FC-0160-44F7-C379A2FFE7AA}"/>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36" name="Agrupar 35">
                <a:extLst>
                  <a:ext uri="{FF2B5EF4-FFF2-40B4-BE49-F238E27FC236}">
                    <a16:creationId xmlns:a16="http://schemas.microsoft.com/office/drawing/2014/main" id="{38B9229B-2BCB-DF21-7E6F-132FE24AE70E}"/>
                  </a:ext>
                </a:extLst>
              </p:cNvPr>
              <p:cNvGrpSpPr/>
              <p:nvPr/>
            </p:nvGrpSpPr>
            <p:grpSpPr>
              <a:xfrm flipH="1">
                <a:off x="3399412" y="2790309"/>
                <a:ext cx="1090122" cy="1286917"/>
                <a:chOff x="7282380" y="2790303"/>
                <a:chExt cx="1090122" cy="1286917"/>
              </a:xfrm>
            </p:grpSpPr>
            <p:grpSp>
              <p:nvGrpSpPr>
                <p:cNvPr id="37" name="Agrupar 36">
                  <a:extLst>
                    <a:ext uri="{FF2B5EF4-FFF2-40B4-BE49-F238E27FC236}">
                      <a16:creationId xmlns:a16="http://schemas.microsoft.com/office/drawing/2014/main" id="{71B021F0-3D3A-6095-F6CD-9FBA64242535}"/>
                    </a:ext>
                  </a:extLst>
                </p:cNvPr>
                <p:cNvGrpSpPr/>
                <p:nvPr/>
              </p:nvGrpSpPr>
              <p:grpSpPr>
                <a:xfrm>
                  <a:off x="7290466" y="2790303"/>
                  <a:ext cx="1082036" cy="406737"/>
                  <a:chOff x="7314468" y="2790303"/>
                  <a:chExt cx="1082036" cy="406737"/>
                </a:xfrm>
              </p:grpSpPr>
              <p:grpSp>
                <p:nvGrpSpPr>
                  <p:cNvPr id="49" name="Agrupar 48">
                    <a:extLst>
                      <a:ext uri="{FF2B5EF4-FFF2-40B4-BE49-F238E27FC236}">
                        <a16:creationId xmlns:a16="http://schemas.microsoft.com/office/drawing/2014/main" id="{451FE359-130F-81AA-C329-76C80F6A4AD3}"/>
                      </a:ext>
                    </a:extLst>
                  </p:cNvPr>
                  <p:cNvGrpSpPr/>
                  <p:nvPr/>
                </p:nvGrpSpPr>
                <p:grpSpPr>
                  <a:xfrm>
                    <a:off x="7314468" y="3014160"/>
                    <a:ext cx="182880" cy="182880"/>
                    <a:chOff x="5748675" y="3047308"/>
                    <a:chExt cx="182880" cy="182880"/>
                  </a:xfrm>
                </p:grpSpPr>
                <p:sp>
                  <p:nvSpPr>
                    <p:cNvPr id="57" name="Elipse 56">
                      <a:extLst>
                        <a:ext uri="{FF2B5EF4-FFF2-40B4-BE49-F238E27FC236}">
                          <a16:creationId xmlns:a16="http://schemas.microsoft.com/office/drawing/2014/main" id="{CDD7FCB6-5F78-A9B4-FC2E-E6B0BDA903A3}"/>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8" name="Elipse 57">
                      <a:extLst>
                        <a:ext uri="{FF2B5EF4-FFF2-40B4-BE49-F238E27FC236}">
                          <a16:creationId xmlns:a16="http://schemas.microsoft.com/office/drawing/2014/main" id="{4AB1EF8C-FE4A-39C7-0435-9A222CAE4E73}"/>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50" name="Agrupar 49">
                    <a:extLst>
                      <a:ext uri="{FF2B5EF4-FFF2-40B4-BE49-F238E27FC236}">
                        <a16:creationId xmlns:a16="http://schemas.microsoft.com/office/drawing/2014/main" id="{C5831D2D-B59F-AC92-2BD4-F4D435711B40}"/>
                      </a:ext>
                    </a:extLst>
                  </p:cNvPr>
                  <p:cNvGrpSpPr/>
                  <p:nvPr/>
                </p:nvGrpSpPr>
                <p:grpSpPr>
                  <a:xfrm>
                    <a:off x="7780179" y="2858883"/>
                    <a:ext cx="182880" cy="182880"/>
                    <a:chOff x="5748675" y="3047308"/>
                    <a:chExt cx="182880" cy="182880"/>
                  </a:xfrm>
                </p:grpSpPr>
                <p:sp>
                  <p:nvSpPr>
                    <p:cNvPr id="55" name="Elipse 54">
                      <a:extLst>
                        <a:ext uri="{FF2B5EF4-FFF2-40B4-BE49-F238E27FC236}">
                          <a16:creationId xmlns:a16="http://schemas.microsoft.com/office/drawing/2014/main" id="{AF4C0FDB-1C12-71C9-5200-D40FD3AE6DAF}"/>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6" name="Elipse 55">
                      <a:extLst>
                        <a:ext uri="{FF2B5EF4-FFF2-40B4-BE49-F238E27FC236}">
                          <a16:creationId xmlns:a16="http://schemas.microsoft.com/office/drawing/2014/main" id="{23C80113-F807-A839-2E24-FADE3B0CED1B}"/>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52" name="Agrupar 51">
                    <a:extLst>
                      <a:ext uri="{FF2B5EF4-FFF2-40B4-BE49-F238E27FC236}">
                        <a16:creationId xmlns:a16="http://schemas.microsoft.com/office/drawing/2014/main" id="{C391C2C3-7034-5A05-3393-B5EE941C856D}"/>
                      </a:ext>
                    </a:extLst>
                  </p:cNvPr>
                  <p:cNvGrpSpPr/>
                  <p:nvPr/>
                </p:nvGrpSpPr>
                <p:grpSpPr>
                  <a:xfrm>
                    <a:off x="8213624" y="2790303"/>
                    <a:ext cx="182880" cy="182880"/>
                    <a:chOff x="5748675" y="3047308"/>
                    <a:chExt cx="182880" cy="182880"/>
                  </a:xfrm>
                </p:grpSpPr>
                <p:sp>
                  <p:nvSpPr>
                    <p:cNvPr id="53" name="Elipse 52">
                      <a:extLst>
                        <a:ext uri="{FF2B5EF4-FFF2-40B4-BE49-F238E27FC236}">
                          <a16:creationId xmlns:a16="http://schemas.microsoft.com/office/drawing/2014/main" id="{928DCBBC-8B34-7DF2-3AFE-0762DF92FB49}"/>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4" name="Elipse 53">
                      <a:extLst>
                        <a:ext uri="{FF2B5EF4-FFF2-40B4-BE49-F238E27FC236}">
                          <a16:creationId xmlns:a16="http://schemas.microsoft.com/office/drawing/2014/main" id="{B74A0118-4CDC-520B-026A-25330566F5F0}"/>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grpSp>
              <p:nvGrpSpPr>
                <p:cNvPr id="38" name="Agrupar 37">
                  <a:extLst>
                    <a:ext uri="{FF2B5EF4-FFF2-40B4-BE49-F238E27FC236}">
                      <a16:creationId xmlns:a16="http://schemas.microsoft.com/office/drawing/2014/main" id="{293045BA-99E7-D671-3F8E-E14BB47FA8AA}"/>
                    </a:ext>
                  </a:extLst>
                </p:cNvPr>
                <p:cNvGrpSpPr/>
                <p:nvPr/>
              </p:nvGrpSpPr>
              <p:grpSpPr>
                <a:xfrm flipV="1">
                  <a:off x="7282380" y="3670483"/>
                  <a:ext cx="1082036" cy="406737"/>
                  <a:chOff x="7314468" y="2790303"/>
                  <a:chExt cx="1082036" cy="406737"/>
                </a:xfrm>
              </p:grpSpPr>
              <p:grpSp>
                <p:nvGrpSpPr>
                  <p:cNvPr id="39" name="Agrupar 38">
                    <a:extLst>
                      <a:ext uri="{FF2B5EF4-FFF2-40B4-BE49-F238E27FC236}">
                        <a16:creationId xmlns:a16="http://schemas.microsoft.com/office/drawing/2014/main" id="{EF5E9994-4109-95EA-F3B9-E6DF3FEE96BA}"/>
                      </a:ext>
                    </a:extLst>
                  </p:cNvPr>
                  <p:cNvGrpSpPr/>
                  <p:nvPr/>
                </p:nvGrpSpPr>
                <p:grpSpPr>
                  <a:xfrm>
                    <a:off x="7314468" y="3014160"/>
                    <a:ext cx="182880" cy="182880"/>
                    <a:chOff x="5748675" y="3047308"/>
                    <a:chExt cx="182880" cy="182880"/>
                  </a:xfrm>
                </p:grpSpPr>
                <p:sp>
                  <p:nvSpPr>
                    <p:cNvPr id="47" name="Elipse 46">
                      <a:extLst>
                        <a:ext uri="{FF2B5EF4-FFF2-40B4-BE49-F238E27FC236}">
                          <a16:creationId xmlns:a16="http://schemas.microsoft.com/office/drawing/2014/main" id="{C62FDDFF-C701-E04F-FFFD-3FF4C1A4080E}"/>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8" name="Elipse 47">
                      <a:extLst>
                        <a:ext uri="{FF2B5EF4-FFF2-40B4-BE49-F238E27FC236}">
                          <a16:creationId xmlns:a16="http://schemas.microsoft.com/office/drawing/2014/main" id="{B8D5300A-F935-9502-6A83-1BCA20036A5A}"/>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41" name="Agrupar 40">
                    <a:extLst>
                      <a:ext uri="{FF2B5EF4-FFF2-40B4-BE49-F238E27FC236}">
                        <a16:creationId xmlns:a16="http://schemas.microsoft.com/office/drawing/2014/main" id="{360B3166-D5C9-720C-8445-72519847650E}"/>
                      </a:ext>
                    </a:extLst>
                  </p:cNvPr>
                  <p:cNvGrpSpPr/>
                  <p:nvPr/>
                </p:nvGrpSpPr>
                <p:grpSpPr>
                  <a:xfrm>
                    <a:off x="7780179" y="2858883"/>
                    <a:ext cx="182880" cy="182880"/>
                    <a:chOff x="5748675" y="3047308"/>
                    <a:chExt cx="182880" cy="182880"/>
                  </a:xfrm>
                </p:grpSpPr>
                <p:sp>
                  <p:nvSpPr>
                    <p:cNvPr id="45" name="Elipse 44">
                      <a:extLst>
                        <a:ext uri="{FF2B5EF4-FFF2-40B4-BE49-F238E27FC236}">
                          <a16:creationId xmlns:a16="http://schemas.microsoft.com/office/drawing/2014/main" id="{6F5665FA-86DB-F885-66BB-3C32C3670AD1}"/>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6" name="Elipse 45">
                      <a:extLst>
                        <a:ext uri="{FF2B5EF4-FFF2-40B4-BE49-F238E27FC236}">
                          <a16:creationId xmlns:a16="http://schemas.microsoft.com/office/drawing/2014/main" id="{CF7C7C56-BEA9-5467-8B46-02F39C810BF9}"/>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42" name="Agrupar 41">
                    <a:extLst>
                      <a:ext uri="{FF2B5EF4-FFF2-40B4-BE49-F238E27FC236}">
                        <a16:creationId xmlns:a16="http://schemas.microsoft.com/office/drawing/2014/main" id="{B913DE2A-DCE7-BDB8-3D45-8A84A8C4F108}"/>
                      </a:ext>
                    </a:extLst>
                  </p:cNvPr>
                  <p:cNvGrpSpPr/>
                  <p:nvPr/>
                </p:nvGrpSpPr>
                <p:grpSpPr>
                  <a:xfrm>
                    <a:off x="8213624" y="2790303"/>
                    <a:ext cx="182880" cy="182880"/>
                    <a:chOff x="5748675" y="3047308"/>
                    <a:chExt cx="182880" cy="182880"/>
                  </a:xfrm>
                </p:grpSpPr>
                <p:sp>
                  <p:nvSpPr>
                    <p:cNvPr id="43" name="Elipse 42">
                      <a:extLst>
                        <a:ext uri="{FF2B5EF4-FFF2-40B4-BE49-F238E27FC236}">
                          <a16:creationId xmlns:a16="http://schemas.microsoft.com/office/drawing/2014/main" id="{FF27E0E9-B02B-46FD-0695-A204C59D6BFA}"/>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Elipse 43">
                      <a:extLst>
                        <a:ext uri="{FF2B5EF4-FFF2-40B4-BE49-F238E27FC236}">
                          <a16:creationId xmlns:a16="http://schemas.microsoft.com/office/drawing/2014/main" id="{1DAE727E-37DF-0F20-A7AC-41B329D9DA10}"/>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grpSp>
        </p:grpSp>
      </p:grpSp>
      <p:grpSp>
        <p:nvGrpSpPr>
          <p:cNvPr id="103" name="Agrupar 102">
            <a:extLst>
              <a:ext uri="{FF2B5EF4-FFF2-40B4-BE49-F238E27FC236}">
                <a16:creationId xmlns:a16="http://schemas.microsoft.com/office/drawing/2014/main" id="{AC79F4C6-C64A-338A-BF48-D17BF1BF30A6}"/>
              </a:ext>
            </a:extLst>
          </p:cNvPr>
          <p:cNvGrpSpPr/>
          <p:nvPr/>
        </p:nvGrpSpPr>
        <p:grpSpPr>
          <a:xfrm>
            <a:off x="3739716" y="3982675"/>
            <a:ext cx="564994" cy="527518"/>
            <a:chOff x="3739716" y="3982675"/>
            <a:chExt cx="564994" cy="527518"/>
          </a:xfrm>
        </p:grpSpPr>
        <p:cxnSp>
          <p:nvCxnSpPr>
            <p:cNvPr id="101" name="Conector de Seta Reta 100">
              <a:extLst>
                <a:ext uri="{FF2B5EF4-FFF2-40B4-BE49-F238E27FC236}">
                  <a16:creationId xmlns:a16="http://schemas.microsoft.com/office/drawing/2014/main" id="{438994C0-771D-227C-7B7C-4E74F68BE0E8}"/>
                </a:ext>
              </a:extLst>
            </p:cNvPr>
            <p:cNvCxnSpPr/>
            <p:nvPr/>
          </p:nvCxnSpPr>
          <p:spPr>
            <a:xfrm>
              <a:off x="3739716" y="3982675"/>
              <a:ext cx="93141" cy="34642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02" name="CaixaDeTexto 101">
                  <a:extLst>
                    <a:ext uri="{FF2B5EF4-FFF2-40B4-BE49-F238E27FC236}">
                      <a16:creationId xmlns:a16="http://schemas.microsoft.com/office/drawing/2014/main" id="{4F73448F-DC6C-EA51-A05A-9F84B61ECE86}"/>
                    </a:ext>
                  </a:extLst>
                </p:cNvPr>
                <p:cNvSpPr txBox="1"/>
                <p:nvPr/>
              </p:nvSpPr>
              <p:spPr>
                <a:xfrm>
                  <a:off x="3845417" y="4171639"/>
                  <a:ext cx="45929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b="1" i="1" smtClean="0">
                                <a:latin typeface="Cambria Math" panose="02040503050406030204" pitchFamily="18" charset="0"/>
                              </a:rPr>
                            </m:ctrlPr>
                          </m:sSubPr>
                          <m:e>
                            <m:r>
                              <a:rPr lang="pt-BR" sz="1600" b="1" i="1" smtClean="0">
                                <a:latin typeface="Cambria Math" panose="02040503050406030204" pitchFamily="18" charset="0"/>
                              </a:rPr>
                              <m:t>𝒂</m:t>
                            </m:r>
                          </m:e>
                          <m:sub>
                            <m:r>
                              <a:rPr lang="pt-BR" sz="1600" b="1" i="1" smtClean="0">
                                <a:latin typeface="Cambria Math" panose="02040503050406030204" pitchFamily="18" charset="0"/>
                              </a:rPr>
                              <m:t>𝒏</m:t>
                            </m:r>
                          </m:sub>
                        </m:sSub>
                      </m:oMath>
                    </m:oMathPara>
                  </a14:m>
                  <a:endParaRPr lang="pt-BR" sz="1600" b="1"/>
                </a:p>
              </p:txBody>
            </p:sp>
          </mc:Choice>
          <mc:Fallback xmlns="">
            <p:sp>
              <p:nvSpPr>
                <p:cNvPr id="102" name="CaixaDeTexto 101">
                  <a:extLst>
                    <a:ext uri="{FF2B5EF4-FFF2-40B4-BE49-F238E27FC236}">
                      <a16:creationId xmlns:a16="http://schemas.microsoft.com/office/drawing/2014/main" id="{4F73448F-DC6C-EA51-A05A-9F84B61ECE86}"/>
                    </a:ext>
                  </a:extLst>
                </p:cNvPr>
                <p:cNvSpPr txBox="1">
                  <a:spLocks noRot="1" noChangeAspect="1" noMove="1" noResize="1" noEditPoints="1" noAdjustHandles="1" noChangeArrowheads="1" noChangeShapeType="1" noTextEdit="1"/>
                </p:cNvSpPr>
                <p:nvPr/>
              </p:nvSpPr>
              <p:spPr>
                <a:xfrm>
                  <a:off x="3845417" y="4171639"/>
                  <a:ext cx="459293" cy="338554"/>
                </a:xfrm>
                <a:prstGeom prst="rect">
                  <a:avLst/>
                </a:prstGeom>
                <a:blipFill>
                  <a:blip r:embed="rId12"/>
                  <a:stretch>
                    <a:fillRect/>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104" name="CaixaDeTexto 103">
                <a:extLst>
                  <a:ext uri="{FF2B5EF4-FFF2-40B4-BE49-F238E27FC236}">
                    <a16:creationId xmlns:a16="http://schemas.microsoft.com/office/drawing/2014/main" id="{5C5F1F1C-BA94-455E-0D96-05FDC23259A7}"/>
                  </a:ext>
                </a:extLst>
              </p:cNvPr>
              <p:cNvSpPr txBox="1"/>
              <p:nvPr/>
            </p:nvSpPr>
            <p:spPr>
              <a:xfrm>
                <a:off x="6086636" y="2434779"/>
                <a:ext cx="5221290" cy="5981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𝐽</m:t>
                          </m:r>
                        </m:e>
                        <m:sub>
                          <m:r>
                            <a:rPr lang="pt-BR" sz="1600" b="0" i="1" smtClean="0">
                              <a:latin typeface="Cambria Math" panose="02040503050406030204" pitchFamily="18" charset="0"/>
                              <a:cs typeface="Arial" panose="020B0604020202020204" pitchFamily="34" charset="0"/>
                            </a:rPr>
                            <m:t>𝑠</m:t>
                          </m:r>
                        </m:sub>
                      </m:sSub>
                      <m:r>
                        <a:rPr lang="pt-BR" sz="1600" b="0" i="1" smtClean="0">
                          <a:latin typeface="Cambria Math" panose="02040503050406030204" pitchFamily="18" charset="0"/>
                          <a:cs typeface="Arial" panose="020B0604020202020204" pitchFamily="34" charset="0"/>
                        </a:rPr>
                        <m:t>=</m:t>
                      </m:r>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𝐻</m:t>
                          </m:r>
                        </m:e>
                        <m:sub>
                          <m:r>
                            <a:rPr lang="pt-BR" sz="1600" b="0" i="1" smtClean="0">
                              <a:latin typeface="Cambria Math" panose="02040503050406030204" pitchFamily="18" charset="0"/>
                              <a:cs typeface="Arial" panose="020B0604020202020204" pitchFamily="34" charset="0"/>
                            </a:rPr>
                            <m:t>𝑡</m:t>
                          </m:r>
                        </m:sub>
                      </m:sSub>
                      <m:r>
                        <a:rPr lang="pt-BR" sz="1600" b="0" i="1" smtClean="0">
                          <a:latin typeface="Cambria Math" panose="02040503050406030204" pitchFamily="18" charset="0"/>
                          <a:cs typeface="Arial" panose="020B0604020202020204" pitchFamily="34" charset="0"/>
                        </a:rPr>
                        <m:t> −</m:t>
                      </m:r>
                      <m:sSub>
                        <m:sSubPr>
                          <m:ctrlPr>
                            <a:rPr lang="pt-BR" sz="160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𝐻</m:t>
                          </m:r>
                        </m:e>
                        <m:sub>
                          <m:r>
                            <a:rPr lang="pt-BR" sz="1600" b="0" i="1" smtClean="0">
                              <a:latin typeface="Cambria Math" panose="02040503050406030204" pitchFamily="18" charset="0"/>
                              <a:cs typeface="Arial" panose="020B0604020202020204" pitchFamily="34" charset="0"/>
                            </a:rPr>
                            <m:t>𝑡</m:t>
                          </m:r>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m:t>
                      </m:r>
                      <m:f>
                        <m:fPr>
                          <m:ctrlPr>
                            <a:rPr lang="pt-BR" sz="1600" i="1">
                              <a:latin typeface="Cambria Math" panose="02040503050406030204" pitchFamily="18" charset="0"/>
                              <a:cs typeface="Arial" panose="020B0604020202020204" pitchFamily="34" charset="0"/>
                            </a:rPr>
                          </m:ctrlPr>
                        </m:fPr>
                        <m:num>
                          <m:r>
                            <a:rPr lang="pt-BR" sz="1600" i="1">
                              <a:latin typeface="Cambria Math" panose="02040503050406030204" pitchFamily="18" charset="0"/>
                              <a:cs typeface="Arial" panose="020B0604020202020204" pitchFamily="34" charset="0"/>
                            </a:rPr>
                            <m:t>1</m:t>
                          </m:r>
                        </m:num>
                        <m:den>
                          <m:r>
                            <a:rPr lang="pt-BR" sz="1600" i="1">
                              <a:latin typeface="Cambria Math" panose="02040503050406030204" pitchFamily="18" charset="0"/>
                              <a:cs typeface="Arial" panose="020B0604020202020204" pitchFamily="34" charset="0"/>
                            </a:rPr>
                            <m:t>𝑗</m:t>
                          </m:r>
                          <m:r>
                            <a:rPr lang="pt-BR" sz="1600" i="1">
                              <a:latin typeface="Cambria Math" panose="02040503050406030204" pitchFamily="18" charset="0"/>
                              <a:cs typeface="Arial" panose="020B0604020202020204" pitchFamily="34" charset="0"/>
                            </a:rPr>
                            <m:t>𝜔</m:t>
                          </m:r>
                          <m:sSub>
                            <m:sSubPr>
                              <m:ctrlPr>
                                <a:rPr lang="pt-BR" sz="1600" i="1">
                                  <a:latin typeface="Cambria Math" panose="02040503050406030204" pitchFamily="18" charset="0"/>
                                  <a:cs typeface="Arial" panose="020B0604020202020204" pitchFamily="34" charset="0"/>
                                </a:rPr>
                              </m:ctrlPr>
                            </m:sSubPr>
                            <m:e>
                              <m:r>
                                <a:rPr lang="pt-BR" sz="1600" i="1">
                                  <a:latin typeface="Cambria Math" panose="02040503050406030204" pitchFamily="18" charset="0"/>
                                  <a:cs typeface="Arial" panose="020B0604020202020204" pitchFamily="34" charset="0"/>
                                </a:rPr>
                                <m:t>𝜇</m:t>
                              </m:r>
                            </m:e>
                            <m:sub>
                              <m:r>
                                <a:rPr lang="pt-BR" sz="1600" i="1">
                                  <a:latin typeface="Cambria Math" panose="02040503050406030204" pitchFamily="18" charset="0"/>
                                  <a:cs typeface="Arial" panose="020B0604020202020204" pitchFamily="34" charset="0"/>
                                </a:rPr>
                                <m:t>0</m:t>
                              </m:r>
                            </m:sub>
                          </m:sSub>
                        </m:den>
                      </m:f>
                      <m:r>
                        <a:rPr lang="pt-BR" sz="1600" b="0" i="1" smtClean="0">
                          <a:latin typeface="Cambria Math" panose="02040503050406030204" pitchFamily="18" charset="0"/>
                          <a:cs typeface="Arial" panose="020B0604020202020204" pitchFamily="34" charset="0"/>
                        </a:rPr>
                        <m:t>[</m:t>
                      </m:r>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m:t>
                          </m:r>
                        </m:e>
                        <m:sub>
                          <m:r>
                            <a:rPr lang="pt-BR" sz="1600" i="1">
                              <a:latin typeface="Cambria Math" panose="02040503050406030204" pitchFamily="18" charset="0"/>
                              <a:ea typeface="Cambria Math" panose="02040503050406030204" pitchFamily="18" charset="0"/>
                              <a:cs typeface="Arial" panose="020B0604020202020204" pitchFamily="34" charset="0"/>
                            </a:rPr>
                            <m:t>𝑛</m:t>
                          </m:r>
                        </m:sub>
                      </m:sSub>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𝐸</m:t>
                          </m:r>
                        </m:e>
                        <m:sub>
                          <m:r>
                            <a:rPr lang="pt-BR" sz="1600" i="1">
                              <a:latin typeface="Cambria Math" panose="02040503050406030204" pitchFamily="18" charset="0"/>
                              <a:ea typeface="Cambria Math" panose="02040503050406030204" pitchFamily="18" charset="0"/>
                              <a:cs typeface="Arial" panose="020B0604020202020204" pitchFamily="34" charset="0"/>
                            </a:rPr>
                            <m:t>𝑧</m:t>
                          </m:r>
                        </m:sub>
                      </m:sSub>
                      <m:r>
                        <a:rPr lang="pt-BR" sz="16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m:t>
                          </m:r>
                        </m:e>
                        <m:sub>
                          <m:r>
                            <a:rPr lang="pt-BR" sz="1600" i="1">
                              <a:latin typeface="Cambria Math" panose="02040503050406030204" pitchFamily="18" charset="0"/>
                              <a:ea typeface="Cambria Math" panose="02040503050406030204" pitchFamily="18" charset="0"/>
                              <a:cs typeface="Arial" panose="020B0604020202020204" pitchFamily="34" charset="0"/>
                            </a:rPr>
                            <m:t>𝑛</m:t>
                          </m:r>
                        </m:sub>
                      </m:sSub>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𝐸</m:t>
                          </m:r>
                        </m:e>
                        <m:sub>
                          <m:r>
                            <a:rPr lang="pt-BR" sz="1600" i="1">
                              <a:latin typeface="Cambria Math" panose="02040503050406030204" pitchFamily="18" charset="0"/>
                              <a:ea typeface="Cambria Math" panose="02040503050406030204" pitchFamily="18" charset="0"/>
                              <a:cs typeface="Arial" panose="020B0604020202020204" pitchFamily="34" charset="0"/>
                            </a:rPr>
                            <m:t>𝑧</m:t>
                          </m:r>
                          <m:r>
                            <a:rPr lang="pt-BR" sz="1600" i="1">
                              <a:latin typeface="Cambria Math" panose="02040503050406030204" pitchFamily="18" charset="0"/>
                              <a:ea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ea typeface="Cambria Math" panose="02040503050406030204" pitchFamily="18" charset="0"/>
                          <a:cs typeface="Arial" panose="020B0604020202020204" pitchFamily="34" charset="0"/>
                        </a:rPr>
                        <m:t>]</m:t>
                      </m:r>
                    </m:oMath>
                  </m:oMathPara>
                </a14:m>
                <a:endParaRPr lang="pt-BR" sz="1600">
                  <a:latin typeface="Arial" panose="020B0604020202020204" pitchFamily="34" charset="0"/>
                  <a:cs typeface="Arial" panose="020B0604020202020204" pitchFamily="34" charset="0"/>
                </a:endParaRPr>
              </a:p>
            </p:txBody>
          </p:sp>
        </mc:Choice>
        <mc:Fallback xmlns="">
          <p:sp>
            <p:nvSpPr>
              <p:cNvPr id="104" name="CaixaDeTexto 103">
                <a:extLst>
                  <a:ext uri="{FF2B5EF4-FFF2-40B4-BE49-F238E27FC236}">
                    <a16:creationId xmlns:a16="http://schemas.microsoft.com/office/drawing/2014/main" id="{5C5F1F1C-BA94-455E-0D96-05FDC23259A7}"/>
                  </a:ext>
                </a:extLst>
              </p:cNvPr>
              <p:cNvSpPr txBox="1">
                <a:spLocks noRot="1" noChangeAspect="1" noMove="1" noResize="1" noEditPoints="1" noAdjustHandles="1" noChangeArrowheads="1" noChangeShapeType="1" noTextEdit="1"/>
              </p:cNvSpPr>
              <p:nvPr/>
            </p:nvSpPr>
            <p:spPr>
              <a:xfrm>
                <a:off x="6086636" y="2434779"/>
                <a:ext cx="5221290" cy="598177"/>
              </a:xfrm>
              <a:prstGeom prst="rect">
                <a:avLst/>
              </a:prstGeom>
              <a:blipFill>
                <a:blip r:embed="rId13"/>
                <a:stretch>
                  <a:fillRect/>
                </a:stretch>
              </a:blipFill>
            </p:spPr>
            <p:txBody>
              <a:bodyPr/>
              <a:lstStyle/>
              <a:p>
                <a:r>
                  <a:rPr lang="pt-BR">
                    <a:noFill/>
                  </a:rPr>
                  <a:t> </a:t>
                </a:r>
              </a:p>
            </p:txBody>
          </p:sp>
        </mc:Fallback>
      </mc:AlternateContent>
      <p:grpSp>
        <p:nvGrpSpPr>
          <p:cNvPr id="14" name="Agrupar 13">
            <a:extLst>
              <a:ext uri="{FF2B5EF4-FFF2-40B4-BE49-F238E27FC236}">
                <a16:creationId xmlns:a16="http://schemas.microsoft.com/office/drawing/2014/main" id="{D76AB5ED-7AE4-B04B-3A13-5B46FA93F0D5}"/>
              </a:ext>
            </a:extLst>
          </p:cNvPr>
          <p:cNvGrpSpPr/>
          <p:nvPr/>
        </p:nvGrpSpPr>
        <p:grpSpPr>
          <a:xfrm>
            <a:off x="767408" y="5241702"/>
            <a:ext cx="4572508" cy="1202994"/>
            <a:chOff x="767408" y="5241702"/>
            <a:chExt cx="4572508" cy="1202994"/>
          </a:xfrm>
        </p:grpSpPr>
        <mc:AlternateContent xmlns:mc="http://schemas.openxmlformats.org/markup-compatibility/2006" xmlns:a14="http://schemas.microsoft.com/office/drawing/2010/main">
          <mc:Choice Requires="a14">
            <p:sp>
              <p:nvSpPr>
                <p:cNvPr id="98" name="CaixaDeTexto 97">
                  <a:extLst>
                    <a:ext uri="{FF2B5EF4-FFF2-40B4-BE49-F238E27FC236}">
                      <a16:creationId xmlns:a16="http://schemas.microsoft.com/office/drawing/2014/main" id="{CD181669-EADE-7436-DDA0-EF407C246450}"/>
                    </a:ext>
                  </a:extLst>
                </p:cNvPr>
                <p:cNvSpPr txBox="1"/>
                <p:nvPr/>
              </p:nvSpPr>
              <p:spPr>
                <a:xfrm>
                  <a:off x="767408" y="5241702"/>
                  <a:ext cx="4572508" cy="62286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b="0" i="1" smtClean="0">
                                <a:latin typeface="Cambria Math" panose="02040503050406030204" pitchFamily="18" charset="0"/>
                                <a:cs typeface="Arial" panose="020B0604020202020204" pitchFamily="34" charset="0"/>
                              </a:rPr>
                            </m:ctrlPr>
                          </m:sSubPr>
                          <m:e>
                            <m:d>
                              <m:dPr>
                                <m:begChr m:val=""/>
                                <m:endChr m:val="|"/>
                                <m:ctrlPr>
                                  <a:rPr lang="pt-BR" b="0" i="1" smtClean="0">
                                    <a:latin typeface="Cambria Math" panose="02040503050406030204" pitchFamily="18" charset="0"/>
                                    <a:cs typeface="Arial" panose="020B0604020202020204" pitchFamily="34" charset="0"/>
                                  </a:rPr>
                                </m:ctrlPr>
                              </m:dPr>
                              <m:e>
                                <m:sSub>
                                  <m:sSubPr>
                                    <m:ctrlPr>
                                      <a:rPr lang="pt-BR" b="1"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𝒂</m:t>
                                    </m:r>
                                  </m:e>
                                  <m:sub>
                                    <m:r>
                                      <a:rPr lang="pt-BR" b="1" i="1">
                                        <a:latin typeface="Cambria Math" panose="02040503050406030204" pitchFamily="18" charset="0"/>
                                        <a:cs typeface="Arial" panose="020B0604020202020204" pitchFamily="34" charset="0"/>
                                      </a:rPr>
                                      <m:t>𝒏</m:t>
                                    </m:r>
                                  </m:sub>
                                </m:sSub>
                                <m:r>
                                  <a:rPr lang="pt-BR" i="1">
                                    <a:latin typeface="Cambria Math" panose="02040503050406030204" pitchFamily="18" charset="0"/>
                                    <a:cs typeface="Arial" panose="020B0604020202020204" pitchFamily="34" charset="0"/>
                                  </a:rPr>
                                  <m:t>×</m:t>
                                </m:r>
                                <m:sSub>
                                  <m:sSubPr>
                                    <m:ctrlPr>
                                      <a:rPr lang="pt-BR" i="1">
                                        <a:latin typeface="Cambria Math" panose="02040503050406030204" pitchFamily="18" charset="0"/>
                                        <a:cs typeface="Arial" panose="020B0604020202020204" pitchFamily="34" charset="0"/>
                                      </a:rPr>
                                    </m:ctrlPr>
                                  </m:sSubPr>
                                  <m:e>
                                    <m:d>
                                      <m:dPr>
                                        <m:begChr m:val=""/>
                                        <m:endChr m:val="|"/>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m:t>
                                        </m:r>
                                        <m:sSup>
                                          <m:sSupPr>
                                            <m:ctrlPr>
                                              <a:rPr lang="pt-BR" b="1" i="1">
                                                <a:latin typeface="Cambria Math" panose="02040503050406030204" pitchFamily="18" charset="0"/>
                                                <a:cs typeface="Arial" panose="020B0604020202020204" pitchFamily="34" charset="0"/>
                                              </a:rPr>
                                            </m:ctrlPr>
                                          </m:sSupPr>
                                          <m:e>
                                            <m:r>
                                              <a:rPr lang="pt-BR" b="1" i="1">
                                                <a:latin typeface="Cambria Math" panose="02040503050406030204" pitchFamily="18" charset="0"/>
                                                <a:cs typeface="Arial" panose="020B0604020202020204" pitchFamily="34" charset="0"/>
                                              </a:rPr>
                                              <m:t>𝑯</m:t>
                                            </m:r>
                                          </m:e>
                                          <m:sup>
                                            <m:r>
                                              <a:rPr lang="pt-BR" b="1" i="1">
                                                <a:latin typeface="Cambria Math" panose="02040503050406030204" pitchFamily="18" charset="0"/>
                                                <a:cs typeface="Arial" panose="020B0604020202020204" pitchFamily="34" charset="0"/>
                                              </a:rPr>
                                              <m:t>+</m:t>
                                            </m:r>
                                          </m:sup>
                                        </m:sSup>
                                        <m:r>
                                          <a:rPr lang="pt-BR" i="1">
                                            <a:latin typeface="Cambria Math" panose="02040503050406030204" pitchFamily="18" charset="0"/>
                                            <a:cs typeface="Arial" panose="020B0604020202020204" pitchFamily="34" charset="0"/>
                                          </a:rPr>
                                          <m:t> −</m:t>
                                        </m:r>
                                        <m:sSup>
                                          <m:sSupPr>
                                            <m:ctrlPr>
                                              <a:rPr lang="pt-BR" i="1">
                                                <a:latin typeface="Cambria Math" panose="02040503050406030204" pitchFamily="18" charset="0"/>
                                                <a:cs typeface="Arial" panose="020B0604020202020204" pitchFamily="34" charset="0"/>
                                              </a:rPr>
                                            </m:ctrlPr>
                                          </m:sSupPr>
                                          <m:e>
                                            <m:r>
                                              <a:rPr lang="pt-BR" b="1" i="1">
                                                <a:latin typeface="Cambria Math" panose="02040503050406030204" pitchFamily="18" charset="0"/>
                                                <a:cs typeface="Arial" panose="020B0604020202020204" pitchFamily="34" charset="0"/>
                                              </a:rPr>
                                              <m:t>𝑯</m:t>
                                            </m:r>
                                          </m:e>
                                          <m:sup>
                                            <m:r>
                                              <a:rPr lang="pt-BR" i="1">
                                                <a:latin typeface="Cambria Math" panose="02040503050406030204" pitchFamily="18" charset="0"/>
                                                <a:cs typeface="Arial" panose="020B0604020202020204" pitchFamily="34" charset="0"/>
                                              </a:rPr>
                                              <m:t>−</m:t>
                                            </m:r>
                                          </m:sup>
                                        </m:sSup>
                                        <m:r>
                                          <a:rPr lang="pt-BR" i="1">
                                            <a:latin typeface="Cambria Math" panose="02040503050406030204" pitchFamily="18" charset="0"/>
                                            <a:cs typeface="Arial" panose="020B0604020202020204" pitchFamily="34" charset="0"/>
                                          </a:rPr>
                                          <m:t> ]</m:t>
                                        </m:r>
                                      </m:e>
                                    </m:d>
                                  </m:e>
                                  <m:sub>
                                    <m:r>
                                      <a:rPr lang="pt-BR" i="1">
                                        <a:latin typeface="Cambria Math" panose="02040503050406030204" pitchFamily="18" charset="0"/>
                                        <a:cs typeface="Arial" panose="020B0604020202020204" pitchFamily="34" charset="0"/>
                                      </a:rPr>
                                      <m:t>𝑐</m:t>
                                    </m:r>
                                  </m:sub>
                                </m:sSub>
                                <m:r>
                                  <a:rPr lang="pt-BR" b="0" i="1" smtClean="0">
                                    <a:latin typeface="Cambria Math" panose="02040503050406030204" pitchFamily="18" charset="0"/>
                                    <a:cs typeface="Arial" panose="020B0604020202020204" pitchFamily="34" charset="0"/>
                                  </a:rPr>
                                  <m:t>=</m:t>
                                </m:r>
                                <m:sSub>
                                  <m:sSubPr>
                                    <m:ctrlPr>
                                      <a:rPr lang="pt-BR"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𝑱</m:t>
                                    </m:r>
                                  </m:e>
                                  <m:sub>
                                    <m:r>
                                      <a:rPr lang="pt-BR" i="1">
                                        <a:latin typeface="Cambria Math" panose="02040503050406030204" pitchFamily="18" charset="0"/>
                                        <a:cs typeface="Arial" panose="020B0604020202020204" pitchFamily="34" charset="0"/>
                                      </a:rPr>
                                      <m:t>𝑠</m:t>
                                    </m:r>
                                  </m:sub>
                                </m:sSub>
                              </m:e>
                            </m:d>
                          </m:e>
                          <m:sub>
                            <m:r>
                              <a:rPr lang="pt-BR" b="0" i="1" smtClean="0">
                                <a:latin typeface="Cambria Math" panose="02040503050406030204" pitchFamily="18" charset="0"/>
                                <a:cs typeface="Arial" panose="020B0604020202020204" pitchFamily="34" charset="0"/>
                              </a:rPr>
                              <m:t>𝑐</m:t>
                            </m:r>
                          </m:sub>
                        </m:sSub>
                      </m:oMath>
                    </m:oMathPara>
                  </a14:m>
                  <a:endParaRPr lang="pt-BR">
                    <a:latin typeface="Arial" panose="020B0604020202020204" pitchFamily="34" charset="0"/>
                    <a:cs typeface="Arial" panose="020B0604020202020204" pitchFamily="34" charset="0"/>
                  </a:endParaRPr>
                </a:p>
              </p:txBody>
            </p:sp>
          </mc:Choice>
          <mc:Fallback xmlns="">
            <p:sp>
              <p:nvSpPr>
                <p:cNvPr id="98" name="CaixaDeTexto 97">
                  <a:extLst>
                    <a:ext uri="{FF2B5EF4-FFF2-40B4-BE49-F238E27FC236}">
                      <a16:creationId xmlns:a16="http://schemas.microsoft.com/office/drawing/2014/main" id="{CD181669-EADE-7436-DDA0-EF407C246450}"/>
                    </a:ext>
                  </a:extLst>
                </p:cNvPr>
                <p:cNvSpPr txBox="1">
                  <a:spLocks noRot="1" noChangeAspect="1" noMove="1" noResize="1" noEditPoints="1" noAdjustHandles="1" noChangeArrowheads="1" noChangeShapeType="1" noTextEdit="1"/>
                </p:cNvSpPr>
                <p:nvPr/>
              </p:nvSpPr>
              <p:spPr>
                <a:xfrm>
                  <a:off x="767408" y="5241702"/>
                  <a:ext cx="4572508" cy="622863"/>
                </a:xfrm>
                <a:prstGeom prst="rect">
                  <a:avLst/>
                </a:prstGeom>
                <a:blipFill>
                  <a:blip r:embed="rId1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13F9C8CD-445A-6FC1-D186-6C08122544F0}"/>
                    </a:ext>
                  </a:extLst>
                </p:cNvPr>
                <p:cNvSpPr txBox="1"/>
                <p:nvPr/>
              </p:nvSpPr>
              <p:spPr>
                <a:xfrm>
                  <a:off x="767408" y="5903779"/>
                  <a:ext cx="4572508" cy="5409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i="1">
                                <a:latin typeface="Cambria Math" panose="02040503050406030204" pitchFamily="18" charset="0"/>
                                <a:cs typeface="Arial" panose="020B0604020202020204" pitchFamily="34" charset="0"/>
                              </a:rPr>
                            </m:ctrlPr>
                          </m:sSubPr>
                          <m:e>
                            <m:d>
                              <m:dPr>
                                <m:begChr m:val=""/>
                                <m:endChr m:val="|"/>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m:t>
                                </m:r>
                                <m:sSup>
                                  <m:sSupPr>
                                    <m:ctrlPr>
                                      <a:rPr lang="pt-BR" b="1" i="1">
                                        <a:latin typeface="Cambria Math" panose="02040503050406030204" pitchFamily="18" charset="0"/>
                                        <a:cs typeface="Arial" panose="020B0604020202020204" pitchFamily="34" charset="0"/>
                                      </a:rPr>
                                    </m:ctrlPr>
                                  </m:sSupPr>
                                  <m:e>
                                    <m:r>
                                      <a:rPr lang="pt-BR" b="1" i="1">
                                        <a:latin typeface="Cambria Math" panose="02040503050406030204" pitchFamily="18" charset="0"/>
                                        <a:cs typeface="Arial" panose="020B0604020202020204" pitchFamily="34" charset="0"/>
                                      </a:rPr>
                                      <m:t>𝑬</m:t>
                                    </m:r>
                                  </m:e>
                                  <m:sup>
                                    <m:r>
                                      <a:rPr lang="pt-BR" b="1" i="1">
                                        <a:latin typeface="Cambria Math" panose="02040503050406030204" pitchFamily="18" charset="0"/>
                                        <a:cs typeface="Arial" panose="020B0604020202020204" pitchFamily="34" charset="0"/>
                                      </a:rPr>
                                      <m:t>+</m:t>
                                    </m:r>
                                  </m:sup>
                                </m:sSup>
                                <m:r>
                                  <a:rPr lang="pt-BR" i="1">
                                    <a:latin typeface="Cambria Math" panose="02040503050406030204" pitchFamily="18" charset="0"/>
                                    <a:cs typeface="Arial" panose="020B0604020202020204" pitchFamily="34" charset="0"/>
                                  </a:rPr>
                                  <m:t> −</m:t>
                                </m:r>
                                <m:sSup>
                                  <m:sSupPr>
                                    <m:ctrlPr>
                                      <a:rPr lang="pt-BR" i="1">
                                        <a:latin typeface="Cambria Math" panose="02040503050406030204" pitchFamily="18" charset="0"/>
                                        <a:cs typeface="Arial" panose="020B0604020202020204" pitchFamily="34" charset="0"/>
                                      </a:rPr>
                                    </m:ctrlPr>
                                  </m:sSupPr>
                                  <m:e>
                                    <m:r>
                                      <a:rPr lang="pt-BR" b="1" i="1">
                                        <a:latin typeface="Cambria Math" panose="02040503050406030204" pitchFamily="18" charset="0"/>
                                        <a:cs typeface="Arial" panose="020B0604020202020204" pitchFamily="34" charset="0"/>
                                      </a:rPr>
                                      <m:t>𝑬</m:t>
                                    </m:r>
                                  </m:e>
                                  <m:sup>
                                    <m:r>
                                      <a:rPr lang="pt-BR" i="1">
                                        <a:latin typeface="Cambria Math" panose="02040503050406030204" pitchFamily="18" charset="0"/>
                                        <a:cs typeface="Arial" panose="020B0604020202020204" pitchFamily="34" charset="0"/>
                                      </a:rPr>
                                      <m:t>−</m:t>
                                    </m:r>
                                  </m:sup>
                                </m:sSup>
                                <m:r>
                                  <a:rPr lang="pt-BR" i="1">
                                    <a:latin typeface="Cambria Math" panose="02040503050406030204" pitchFamily="18" charset="0"/>
                                    <a:cs typeface="Arial" panose="020B0604020202020204" pitchFamily="34" charset="0"/>
                                  </a:rPr>
                                  <m:t> ]</m:t>
                                </m:r>
                              </m:e>
                            </m:d>
                          </m:e>
                          <m:sub>
                            <m:r>
                              <a:rPr lang="pt-BR" i="1">
                                <a:latin typeface="Cambria Math" panose="02040503050406030204" pitchFamily="18" charset="0"/>
                                <a:cs typeface="Arial" panose="020B0604020202020204" pitchFamily="34" charset="0"/>
                              </a:rPr>
                              <m:t>𝑐</m:t>
                            </m:r>
                          </m:sub>
                        </m:sSub>
                        <m:r>
                          <a:rPr lang="pt-BR" b="1" i="1" smtClean="0">
                            <a:latin typeface="Cambria Math" panose="02040503050406030204" pitchFamily="18" charset="0"/>
                            <a:cs typeface="Arial" panose="020B0604020202020204" pitchFamily="34" charset="0"/>
                          </a:rPr>
                          <m:t>×</m:t>
                        </m:r>
                        <m:sSub>
                          <m:sSubPr>
                            <m:ctrlPr>
                              <a:rPr lang="pt-BR" b="1" i="1" smtClean="0">
                                <a:latin typeface="Cambria Math" panose="02040503050406030204" pitchFamily="18" charset="0"/>
                                <a:cs typeface="Arial" panose="020B0604020202020204" pitchFamily="34" charset="0"/>
                              </a:rPr>
                            </m:ctrlPr>
                          </m:sSubPr>
                          <m:e>
                            <m:r>
                              <a:rPr lang="pt-BR" b="1" i="1" smtClean="0">
                                <a:latin typeface="Cambria Math" panose="02040503050406030204" pitchFamily="18" charset="0"/>
                                <a:cs typeface="Arial" panose="020B0604020202020204" pitchFamily="34" charset="0"/>
                              </a:rPr>
                              <m:t>𝒂</m:t>
                            </m:r>
                          </m:e>
                          <m:sub>
                            <m:r>
                              <a:rPr lang="pt-BR" b="1" i="1" smtClean="0">
                                <a:latin typeface="Cambria Math" panose="02040503050406030204" pitchFamily="18" charset="0"/>
                                <a:cs typeface="Arial" panose="020B0604020202020204" pitchFamily="34" charset="0"/>
                              </a:rPr>
                              <m:t>𝒏</m:t>
                            </m:r>
                          </m:sub>
                        </m:sSub>
                        <m:r>
                          <a:rPr lang="pt-BR" b="1" i="1" smtClean="0">
                            <a:latin typeface="Cambria Math" panose="02040503050406030204" pitchFamily="18" charset="0"/>
                            <a:cs typeface="Arial" panose="020B0604020202020204" pitchFamily="34" charset="0"/>
                          </a:rPr>
                          <m:t>=</m:t>
                        </m:r>
                        <m:r>
                          <a:rPr lang="pt-BR" b="1" i="1" smtClean="0">
                            <a:latin typeface="Cambria Math" panose="02040503050406030204" pitchFamily="18" charset="0"/>
                            <a:cs typeface="Arial" panose="020B0604020202020204" pitchFamily="34" charset="0"/>
                          </a:rPr>
                          <m:t>𝟎</m:t>
                        </m:r>
                      </m:oMath>
                    </m:oMathPara>
                  </a14:m>
                  <a:endParaRPr lang="pt-BR">
                    <a:latin typeface="Arial" panose="020B0604020202020204" pitchFamily="34" charset="0"/>
                    <a:cs typeface="Arial" panose="020B0604020202020204" pitchFamily="34" charset="0"/>
                  </a:endParaRPr>
                </a:p>
              </p:txBody>
            </p:sp>
          </mc:Choice>
          <mc:Fallback xmlns="">
            <p:sp>
              <p:nvSpPr>
                <p:cNvPr id="3" name="CaixaDeTexto 2">
                  <a:extLst>
                    <a:ext uri="{FF2B5EF4-FFF2-40B4-BE49-F238E27FC236}">
                      <a16:creationId xmlns:a16="http://schemas.microsoft.com/office/drawing/2014/main" id="{13F9C8CD-445A-6FC1-D186-6C08122544F0}"/>
                    </a:ext>
                  </a:extLst>
                </p:cNvPr>
                <p:cNvSpPr txBox="1">
                  <a:spLocks noRot="1" noChangeAspect="1" noMove="1" noResize="1" noEditPoints="1" noAdjustHandles="1" noChangeArrowheads="1" noChangeShapeType="1" noTextEdit="1"/>
                </p:cNvSpPr>
                <p:nvPr/>
              </p:nvSpPr>
              <p:spPr>
                <a:xfrm>
                  <a:off x="767408" y="5903779"/>
                  <a:ext cx="4572508" cy="540917"/>
                </a:xfrm>
                <a:prstGeom prst="rect">
                  <a:avLst/>
                </a:prstGeom>
                <a:blipFill>
                  <a:blip r:embed="rId15"/>
                  <a:stretch>
                    <a:fillRect t="-160674" b="-228090"/>
                  </a:stretch>
                </a:blipFill>
              </p:spPr>
              <p:txBody>
                <a:bodyPr/>
                <a:lstStyle/>
                <a:p>
                  <a:r>
                    <a:rPr lang="pt-BR">
                      <a:noFill/>
                    </a:rPr>
                    <a:t> </a:t>
                  </a:r>
                </a:p>
              </p:txBody>
            </p:sp>
          </mc:Fallback>
        </mc:AlternateContent>
      </p:grpSp>
      <p:grpSp>
        <p:nvGrpSpPr>
          <p:cNvPr id="10" name="Agrupar 9">
            <a:extLst>
              <a:ext uri="{FF2B5EF4-FFF2-40B4-BE49-F238E27FC236}">
                <a16:creationId xmlns:a16="http://schemas.microsoft.com/office/drawing/2014/main" id="{B20AAE23-0951-CB35-8A8E-BC9A45135D2C}"/>
              </a:ext>
            </a:extLst>
          </p:cNvPr>
          <p:cNvGrpSpPr/>
          <p:nvPr/>
        </p:nvGrpSpPr>
        <p:grpSpPr>
          <a:xfrm>
            <a:off x="6096000" y="3142709"/>
            <a:ext cx="5221288" cy="1258399"/>
            <a:chOff x="6096000" y="3142709"/>
            <a:chExt cx="5221288" cy="1258399"/>
          </a:xfrm>
        </p:grpSpPr>
        <mc:AlternateContent xmlns:mc="http://schemas.openxmlformats.org/markup-compatibility/2006" xmlns:a14="http://schemas.microsoft.com/office/drawing/2010/main">
          <mc:Choice Requires="a14">
            <p:sp>
              <p:nvSpPr>
                <p:cNvPr id="106" name="CaixaDeTexto 105">
                  <a:extLst>
                    <a:ext uri="{FF2B5EF4-FFF2-40B4-BE49-F238E27FC236}">
                      <a16:creationId xmlns:a16="http://schemas.microsoft.com/office/drawing/2014/main" id="{A8EFCB7C-B87A-5FE0-0BCF-E9C24C50A79B}"/>
                    </a:ext>
                  </a:extLst>
                </p:cNvPr>
                <p:cNvSpPr txBox="1"/>
                <p:nvPr/>
              </p:nvSpPr>
              <p:spPr>
                <a:xfrm>
                  <a:off x="6096000" y="3142709"/>
                  <a:ext cx="5221288" cy="584775"/>
                </a:xfrm>
                <a:prstGeom prst="rect">
                  <a:avLst/>
                </a:prstGeom>
                <a:noFill/>
              </p:spPr>
              <p:txBody>
                <a:bodyPr wrap="square">
                  <a:spAutoFit/>
                </a:bodyPr>
                <a:lstStyle/>
                <a:p>
                  <a:r>
                    <a:rPr lang="pt-BR" sz="1600"/>
                    <a:t>By means of the differential surface admittance operator, </a:t>
                  </a:r>
                  <a14:m>
                    <m:oMath xmlns:m="http://schemas.openxmlformats.org/officeDocument/2006/math">
                      <m:r>
                        <a:rPr lang="pt-BR" sz="1600" b="0" i="1" smtClean="0">
                          <a:latin typeface="Cambria Math" panose="02040503050406030204" pitchFamily="18" charset="0"/>
                          <a:ea typeface="Cambria Math" panose="02040503050406030204" pitchFamily="18" charset="0"/>
                          <a:cs typeface="Arial" panose="020B0604020202020204" pitchFamily="34" charset="0"/>
                        </a:rPr>
                        <m:t>𝒴</m:t>
                      </m:r>
                    </m:oMath>
                  </a14:m>
                  <a:r>
                    <a:rPr lang="pt-BR" sz="1600"/>
                    <a:t>: </a:t>
                  </a:r>
                </a:p>
              </p:txBody>
            </p:sp>
          </mc:Choice>
          <mc:Fallback xmlns="">
            <p:sp>
              <p:nvSpPr>
                <p:cNvPr id="106" name="CaixaDeTexto 105">
                  <a:extLst>
                    <a:ext uri="{FF2B5EF4-FFF2-40B4-BE49-F238E27FC236}">
                      <a16:creationId xmlns:a16="http://schemas.microsoft.com/office/drawing/2014/main" id="{A8EFCB7C-B87A-5FE0-0BCF-E9C24C50A79B}"/>
                    </a:ext>
                  </a:extLst>
                </p:cNvPr>
                <p:cNvSpPr txBox="1">
                  <a:spLocks noRot="1" noChangeAspect="1" noMove="1" noResize="1" noEditPoints="1" noAdjustHandles="1" noChangeArrowheads="1" noChangeShapeType="1" noTextEdit="1"/>
                </p:cNvSpPr>
                <p:nvPr/>
              </p:nvSpPr>
              <p:spPr>
                <a:xfrm>
                  <a:off x="6096000" y="3142709"/>
                  <a:ext cx="5221288" cy="584775"/>
                </a:xfrm>
                <a:prstGeom prst="rect">
                  <a:avLst/>
                </a:prstGeom>
                <a:blipFill>
                  <a:blip r:embed="rId16"/>
                  <a:stretch>
                    <a:fillRect l="-583" t="-3158" b="-13684"/>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7" name="CaixaDeTexto 106">
                  <a:extLst>
                    <a:ext uri="{FF2B5EF4-FFF2-40B4-BE49-F238E27FC236}">
                      <a16:creationId xmlns:a16="http://schemas.microsoft.com/office/drawing/2014/main" id="{D31B653A-4652-1F60-E725-0540162C2190}"/>
                    </a:ext>
                  </a:extLst>
                </p:cNvPr>
                <p:cNvSpPr txBox="1"/>
                <p:nvPr/>
              </p:nvSpPr>
              <p:spPr>
                <a:xfrm>
                  <a:off x="7933360" y="4021455"/>
                  <a:ext cx="1475008"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𝐽</m:t>
                            </m:r>
                          </m:e>
                          <m:sub>
                            <m:r>
                              <a:rPr lang="pt-BR" sz="1600" b="0" i="1" smtClean="0">
                                <a:latin typeface="Cambria Math" panose="02040503050406030204" pitchFamily="18" charset="0"/>
                                <a:cs typeface="Arial" panose="020B0604020202020204" pitchFamily="34" charset="0"/>
                              </a:rPr>
                              <m:t>𝑠</m:t>
                            </m:r>
                          </m:sub>
                        </m:sSub>
                        <m:r>
                          <a:rPr lang="pt-BR" sz="1600" b="0" i="1" smtClean="0">
                            <a:latin typeface="Cambria Math" panose="02040503050406030204" pitchFamily="18" charset="0"/>
                            <a:cs typeface="Arial" panose="020B0604020202020204" pitchFamily="34" charset="0"/>
                          </a:rPr>
                          <m:t>= </m:t>
                        </m:r>
                        <m:r>
                          <a:rPr lang="pt-BR" sz="1600" b="0" i="1" smtClean="0">
                            <a:latin typeface="Cambria Math" panose="02040503050406030204" pitchFamily="18" charset="0"/>
                            <a:ea typeface="Cambria Math" panose="02040503050406030204" pitchFamily="18" charset="0"/>
                            <a:cs typeface="Arial" panose="020B0604020202020204" pitchFamily="34" charset="0"/>
                          </a:rPr>
                          <m:t>𝒴</m:t>
                        </m:r>
                        <m:r>
                          <a:rPr lang="pt-BR" sz="1600" b="0" i="1" smtClean="0">
                            <a:latin typeface="Cambria Math" panose="02040503050406030204" pitchFamily="18" charset="0"/>
                            <a:ea typeface="Cambria Math" panose="02040503050406030204" pitchFamily="18" charset="0"/>
                            <a:cs typeface="Arial" panose="020B0604020202020204" pitchFamily="34" charset="0"/>
                          </a:rPr>
                          <m:t> </m:t>
                        </m:r>
                        <m:sSub>
                          <m:sSubPr>
                            <m:ctrlPr>
                              <a:rPr lang="pt-BR" sz="1600" b="0" i="1" smtClean="0">
                                <a:latin typeface="Cambria Math" panose="02040503050406030204" pitchFamily="18" charset="0"/>
                                <a:ea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ea typeface="Cambria Math" panose="02040503050406030204" pitchFamily="18" charset="0"/>
                                <a:cs typeface="Arial" panose="020B0604020202020204" pitchFamily="34" charset="0"/>
                              </a:rPr>
                              <m:t>𝐸</m:t>
                            </m:r>
                          </m:e>
                          <m:sub>
                            <m:r>
                              <a:rPr lang="pt-BR" sz="1600" b="0" i="1" smtClean="0">
                                <a:latin typeface="Cambria Math" panose="02040503050406030204" pitchFamily="18" charset="0"/>
                                <a:ea typeface="Cambria Math" panose="02040503050406030204" pitchFamily="18" charset="0"/>
                                <a:cs typeface="Arial" panose="020B0604020202020204" pitchFamily="34" charset="0"/>
                              </a:rPr>
                              <m:t>𝑧</m:t>
                            </m:r>
                            <m:r>
                              <a:rPr lang="pt-BR" sz="1600" b="0" i="1" smtClean="0">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pt-BR" sz="1600">
                    <a:latin typeface="Arial" panose="020B0604020202020204" pitchFamily="34" charset="0"/>
                    <a:cs typeface="Arial" panose="020B0604020202020204" pitchFamily="34" charset="0"/>
                  </a:endParaRPr>
                </a:p>
              </p:txBody>
            </p:sp>
          </mc:Choice>
          <mc:Fallback xmlns="">
            <p:sp>
              <p:nvSpPr>
                <p:cNvPr id="107" name="CaixaDeTexto 106">
                  <a:extLst>
                    <a:ext uri="{FF2B5EF4-FFF2-40B4-BE49-F238E27FC236}">
                      <a16:creationId xmlns:a16="http://schemas.microsoft.com/office/drawing/2014/main" id="{D31B653A-4652-1F60-E725-0540162C2190}"/>
                    </a:ext>
                  </a:extLst>
                </p:cNvPr>
                <p:cNvSpPr txBox="1">
                  <a:spLocks noRot="1" noChangeAspect="1" noMove="1" noResize="1" noEditPoints="1" noAdjustHandles="1" noChangeArrowheads="1" noChangeShapeType="1" noTextEdit="1"/>
                </p:cNvSpPr>
                <p:nvPr/>
              </p:nvSpPr>
              <p:spPr>
                <a:xfrm>
                  <a:off x="7933360" y="4021455"/>
                  <a:ext cx="1475008" cy="338554"/>
                </a:xfrm>
                <a:prstGeom prst="rect">
                  <a:avLst/>
                </a:prstGeom>
                <a:blipFill>
                  <a:blip r:embed="rId17"/>
                  <a:stretch>
                    <a:fillRect b="-10909"/>
                  </a:stretch>
                </a:blipFill>
              </p:spPr>
              <p:txBody>
                <a:bodyPr/>
                <a:lstStyle/>
                <a:p>
                  <a:r>
                    <a:rPr lang="pt-BR">
                      <a:noFill/>
                    </a:rPr>
                    <a:t> </a:t>
                  </a:r>
                </a:p>
              </p:txBody>
            </p:sp>
          </mc:Fallback>
        </mc:AlternateContent>
        <p:sp>
          <p:nvSpPr>
            <p:cNvPr id="7" name="Retângulo: Cantos Arredondados 6">
              <a:extLst>
                <a:ext uri="{FF2B5EF4-FFF2-40B4-BE49-F238E27FC236}">
                  <a16:creationId xmlns:a16="http://schemas.microsoft.com/office/drawing/2014/main" id="{BFA81BDE-7ADF-C7A3-01F4-C3EFE2D337C7}"/>
                </a:ext>
              </a:extLst>
            </p:cNvPr>
            <p:cNvSpPr/>
            <p:nvPr/>
          </p:nvSpPr>
          <p:spPr>
            <a:xfrm>
              <a:off x="7933360" y="4018794"/>
              <a:ext cx="1475008" cy="382314"/>
            </a:xfrm>
            <a:prstGeom prst="roundRect">
              <a:avLst/>
            </a:prstGeom>
            <a:noFill/>
            <a:ln w="190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pt-BR" sz="1600"/>
            </a:p>
          </p:txBody>
        </p:sp>
      </p:grpSp>
      <p:grpSp>
        <p:nvGrpSpPr>
          <p:cNvPr id="15" name="Agrupar 14">
            <a:extLst>
              <a:ext uri="{FF2B5EF4-FFF2-40B4-BE49-F238E27FC236}">
                <a16:creationId xmlns:a16="http://schemas.microsoft.com/office/drawing/2014/main" id="{1BE2D6CB-65E5-C357-166C-2ABCA28A7CE5}"/>
              </a:ext>
            </a:extLst>
          </p:cNvPr>
          <p:cNvGrpSpPr/>
          <p:nvPr/>
        </p:nvGrpSpPr>
        <p:grpSpPr>
          <a:xfrm>
            <a:off x="6095996" y="4639937"/>
            <a:ext cx="5221292" cy="1636284"/>
            <a:chOff x="6095996" y="4639937"/>
            <a:chExt cx="5221292" cy="1636284"/>
          </a:xfrm>
        </p:grpSpPr>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0E64F467-1CBD-0D40-C04E-6A79E9334EF1}"/>
                    </a:ext>
                  </a:extLst>
                </p:cNvPr>
                <p:cNvSpPr txBox="1"/>
                <p:nvPr/>
              </p:nvSpPr>
              <p:spPr>
                <a:xfrm>
                  <a:off x="6095996" y="4639937"/>
                  <a:ext cx="5148263" cy="5981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1600" b="0" i="1" smtClean="0">
                            <a:latin typeface="Cambria Math" panose="02040503050406030204" pitchFamily="18" charset="0"/>
                            <a:ea typeface="Cambria Math" panose="02040503050406030204" pitchFamily="18" charset="0"/>
                            <a:cs typeface="Arial" panose="020B0604020202020204" pitchFamily="34" charset="0"/>
                          </a:rPr>
                          <m:t>𝒴</m:t>
                        </m:r>
                        <m:r>
                          <a:rPr lang="pt-BR" sz="1600" b="0" i="1" smtClean="0">
                            <a:latin typeface="Cambria Math" panose="02040503050406030204" pitchFamily="18" charset="0"/>
                            <a:ea typeface="Cambria Math" panose="02040503050406030204" pitchFamily="18" charset="0"/>
                            <a:cs typeface="Arial" panose="020B0604020202020204" pitchFamily="34" charset="0"/>
                          </a:rPr>
                          <m:t>=</m:t>
                        </m:r>
                        <m:f>
                          <m:fPr>
                            <m:ctrlPr>
                              <a:rPr lang="pt-BR" sz="1600" i="1">
                                <a:latin typeface="Cambria Math" panose="02040503050406030204" pitchFamily="18" charset="0"/>
                                <a:cs typeface="Arial" panose="020B0604020202020204" pitchFamily="34" charset="0"/>
                              </a:rPr>
                            </m:ctrlPr>
                          </m:fPr>
                          <m:num>
                            <m:r>
                              <a:rPr lang="pt-BR" sz="1600" i="1">
                                <a:latin typeface="Cambria Math" panose="02040503050406030204" pitchFamily="18" charset="0"/>
                                <a:cs typeface="Arial" panose="020B0604020202020204" pitchFamily="34" charset="0"/>
                              </a:rPr>
                              <m:t>1</m:t>
                            </m:r>
                          </m:num>
                          <m:den>
                            <m:r>
                              <a:rPr lang="pt-BR" sz="1600" i="1">
                                <a:latin typeface="Cambria Math" panose="02040503050406030204" pitchFamily="18" charset="0"/>
                                <a:cs typeface="Arial" panose="020B0604020202020204" pitchFamily="34" charset="0"/>
                              </a:rPr>
                              <m:t>𝑗</m:t>
                            </m:r>
                            <m:r>
                              <a:rPr lang="pt-BR" sz="1600" i="1">
                                <a:latin typeface="Cambria Math" panose="02040503050406030204" pitchFamily="18" charset="0"/>
                                <a:cs typeface="Arial" panose="020B0604020202020204" pitchFamily="34" charset="0"/>
                              </a:rPr>
                              <m:t>𝜔</m:t>
                            </m:r>
                            <m:sSub>
                              <m:sSubPr>
                                <m:ctrlPr>
                                  <a:rPr lang="pt-BR" sz="1600" i="1">
                                    <a:latin typeface="Cambria Math" panose="02040503050406030204" pitchFamily="18" charset="0"/>
                                    <a:cs typeface="Arial" panose="020B0604020202020204" pitchFamily="34" charset="0"/>
                                  </a:rPr>
                                </m:ctrlPr>
                              </m:sSubPr>
                              <m:e>
                                <m:r>
                                  <a:rPr lang="pt-BR" sz="1600" i="1">
                                    <a:latin typeface="Cambria Math" panose="02040503050406030204" pitchFamily="18" charset="0"/>
                                    <a:cs typeface="Arial" panose="020B0604020202020204" pitchFamily="34" charset="0"/>
                                  </a:rPr>
                                  <m:t>𝜇</m:t>
                                </m:r>
                              </m:e>
                              <m:sub>
                                <m:r>
                                  <a:rPr lang="pt-BR" sz="1600" i="1">
                                    <a:latin typeface="Cambria Math" panose="02040503050406030204" pitchFamily="18" charset="0"/>
                                    <a:cs typeface="Arial" panose="020B0604020202020204" pitchFamily="34" charset="0"/>
                                  </a:rPr>
                                  <m:t>0</m:t>
                                </m:r>
                              </m:sub>
                            </m:sSub>
                          </m:den>
                        </m:f>
                        <m:r>
                          <a:rPr lang="pt-BR" sz="1600" i="1">
                            <a:latin typeface="Cambria Math" panose="02040503050406030204" pitchFamily="18" charset="0"/>
                            <a:cs typeface="Arial" panose="020B0604020202020204" pitchFamily="34" charset="0"/>
                          </a:rPr>
                          <m:t>[</m:t>
                        </m:r>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ea typeface="Cambria Math" panose="02040503050406030204" pitchFamily="18" charset="0"/>
                                <a:cs typeface="Arial" panose="020B0604020202020204" pitchFamily="34" charset="0"/>
                              </a:rPr>
                              <m:t>𝒟</m:t>
                            </m:r>
                          </m:e>
                          <m:sub>
                            <m:r>
                              <a:rPr lang="pt-BR" sz="1600" b="0" i="1" smtClean="0">
                                <a:latin typeface="Cambria Math" panose="02040503050406030204" pitchFamily="18" charset="0"/>
                                <a:ea typeface="Cambria Math" panose="02040503050406030204" pitchFamily="18" charset="0"/>
                                <a:cs typeface="Arial" panose="020B0604020202020204" pitchFamily="34" charset="0"/>
                              </a:rPr>
                              <m:t>𝑘</m:t>
                            </m:r>
                          </m:sub>
                        </m:sSub>
                        <m:r>
                          <a:rPr lang="pt-BR" sz="1600" i="1">
                            <a:latin typeface="Cambria Math" panose="02040503050406030204" pitchFamily="18" charset="0"/>
                            <a:ea typeface="Cambria Math" panose="02040503050406030204" pitchFamily="18" charset="0"/>
                            <a:cs typeface="Arial" panose="020B0604020202020204" pitchFamily="34" charset="0"/>
                          </a:rPr>
                          <m:t>−</m:t>
                        </m:r>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𝒟</m:t>
                            </m:r>
                          </m:e>
                          <m:sub>
                            <m:r>
                              <a:rPr lang="pt-BR" sz="1600" b="0" i="1" smtClean="0">
                                <a:latin typeface="Cambria Math" panose="02040503050406030204" pitchFamily="18" charset="0"/>
                                <a:ea typeface="Cambria Math" panose="02040503050406030204" pitchFamily="18" charset="0"/>
                                <a:cs typeface="Arial" panose="020B0604020202020204" pitchFamily="34" charset="0"/>
                              </a:rPr>
                              <m:t>𝑘</m:t>
                            </m:r>
                            <m:r>
                              <a:rPr lang="pt-BR" sz="1600" b="0" i="1" smtClean="0">
                                <a:latin typeface="Cambria Math" panose="02040503050406030204" pitchFamily="18" charset="0"/>
                                <a:ea typeface="Cambria Math" panose="02040503050406030204" pitchFamily="18" charset="0"/>
                                <a:cs typeface="Arial" panose="020B0604020202020204" pitchFamily="34" charset="0"/>
                              </a:rPr>
                              <m:t>0</m:t>
                            </m:r>
                          </m:sub>
                        </m:sSub>
                        <m:r>
                          <a:rPr lang="pt-BR" sz="1600" i="1">
                            <a:latin typeface="Cambria Math" panose="02040503050406030204" pitchFamily="18" charset="0"/>
                            <a:ea typeface="Cambria Math" panose="02040503050406030204" pitchFamily="18" charset="0"/>
                            <a:cs typeface="Arial" panose="020B0604020202020204" pitchFamily="34" charset="0"/>
                          </a:rPr>
                          <m:t>]</m:t>
                        </m:r>
                      </m:oMath>
                    </m:oMathPara>
                  </a14:m>
                  <a:endParaRPr lang="pt-BR" sz="1600">
                    <a:latin typeface="Arial" panose="020B0604020202020204" pitchFamily="34" charset="0"/>
                    <a:cs typeface="Arial" panose="020B0604020202020204" pitchFamily="34" charset="0"/>
                  </a:endParaRPr>
                </a:p>
              </p:txBody>
            </p:sp>
          </mc:Choice>
          <mc:Fallback xmlns="">
            <p:sp>
              <p:nvSpPr>
                <p:cNvPr id="5" name="CaixaDeTexto 4">
                  <a:extLst>
                    <a:ext uri="{FF2B5EF4-FFF2-40B4-BE49-F238E27FC236}">
                      <a16:creationId xmlns:a16="http://schemas.microsoft.com/office/drawing/2014/main" id="{0E64F467-1CBD-0D40-C04E-6A79E9334EF1}"/>
                    </a:ext>
                  </a:extLst>
                </p:cNvPr>
                <p:cNvSpPr txBox="1">
                  <a:spLocks noRot="1" noChangeAspect="1" noMove="1" noResize="1" noEditPoints="1" noAdjustHandles="1" noChangeArrowheads="1" noChangeShapeType="1" noTextEdit="1"/>
                </p:cNvSpPr>
                <p:nvPr/>
              </p:nvSpPr>
              <p:spPr>
                <a:xfrm>
                  <a:off x="6095996" y="4639937"/>
                  <a:ext cx="5148263" cy="598177"/>
                </a:xfrm>
                <a:prstGeom prst="rect">
                  <a:avLst/>
                </a:prstGeom>
                <a:blipFill>
                  <a:blip r:embed="rId1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D9C0E3F8-72FE-E9CE-67CD-95E09FB8EFB1}"/>
                    </a:ext>
                  </a:extLst>
                </p:cNvPr>
                <p:cNvSpPr txBox="1"/>
                <p:nvPr/>
              </p:nvSpPr>
              <p:spPr>
                <a:xfrm>
                  <a:off x="6096001" y="5445224"/>
                  <a:ext cx="5221287" cy="830997"/>
                </a:xfrm>
                <a:prstGeom prst="rect">
                  <a:avLst/>
                </a:prstGeom>
                <a:noFill/>
              </p:spPr>
              <p:txBody>
                <a:bodyPr wrap="square">
                  <a:spAutoFit/>
                </a:bodyPr>
                <a:lstStyle/>
                <a:p>
                  <a:r>
                    <a:rPr lang="pt-BR" sz="1600">
                      <a:ea typeface="Cambria Math" panose="02040503050406030204" pitchFamily="18" charset="0"/>
                      <a:cs typeface="Arial" panose="020B0604020202020204" pitchFamily="34" charset="0"/>
                    </a:rPr>
                    <a:t>The </a:t>
                  </a:r>
                  <a:r>
                    <a:rPr lang="pt-BR" sz="1600" i="1">
                      <a:ea typeface="Cambria Math" panose="02040503050406030204" pitchFamily="18" charset="0"/>
                      <a:cs typeface="Arial" panose="020B0604020202020204" pitchFamily="34" charset="0"/>
                    </a:rPr>
                    <a:t>Dirichlet–Neumann </a:t>
                  </a:r>
                  <a:r>
                    <a:rPr lang="pt-BR" sz="1600">
                      <a:ea typeface="Cambria Math" panose="02040503050406030204" pitchFamily="18" charset="0"/>
                      <a:cs typeface="Arial" panose="020B0604020202020204" pitchFamily="34" charset="0"/>
                    </a:rPr>
                    <a:t>operators, </a:t>
                  </a:r>
                  <a14:m>
                    <m:oMath xmlns:m="http://schemas.openxmlformats.org/officeDocument/2006/math">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𝒟</m:t>
                          </m:r>
                        </m:e>
                        <m:sub>
                          <m:r>
                            <a:rPr lang="pt-BR" sz="1600" i="1">
                              <a:latin typeface="Cambria Math" panose="02040503050406030204" pitchFamily="18" charset="0"/>
                              <a:ea typeface="Cambria Math" panose="02040503050406030204" pitchFamily="18" charset="0"/>
                              <a:cs typeface="Arial" panose="020B0604020202020204" pitchFamily="34" charset="0"/>
                            </a:rPr>
                            <m:t>𝑘</m:t>
                          </m:r>
                        </m:sub>
                      </m:sSub>
                      <m:r>
                        <a:rPr lang="pt-BR" sz="1600" b="0" i="1" smtClean="0">
                          <a:latin typeface="Cambria Math" panose="02040503050406030204" pitchFamily="18" charset="0"/>
                          <a:ea typeface="Cambria Math" panose="02040503050406030204" pitchFamily="18" charset="0"/>
                          <a:cs typeface="Arial" panose="020B0604020202020204" pitchFamily="34" charset="0"/>
                        </a:rPr>
                        <m:t> </m:t>
                      </m:r>
                    </m:oMath>
                  </a14:m>
                  <a:r>
                    <a:rPr lang="pt-BR" sz="1600"/>
                    <a:t>and </a:t>
                  </a:r>
                  <a14:m>
                    <m:oMath xmlns:m="http://schemas.openxmlformats.org/officeDocument/2006/math">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𝒟</m:t>
                          </m:r>
                        </m:e>
                        <m:sub>
                          <m:r>
                            <a:rPr lang="pt-BR" sz="1600" i="1">
                              <a:latin typeface="Cambria Math" panose="02040503050406030204" pitchFamily="18" charset="0"/>
                              <a:ea typeface="Cambria Math" panose="02040503050406030204" pitchFamily="18" charset="0"/>
                              <a:cs typeface="Arial" panose="020B0604020202020204" pitchFamily="34" charset="0"/>
                            </a:rPr>
                            <m:t>𝑘</m:t>
                          </m:r>
                          <m:r>
                            <a:rPr lang="pt-BR" sz="1600" i="1">
                              <a:latin typeface="Cambria Math" panose="02040503050406030204" pitchFamily="18" charset="0"/>
                              <a:ea typeface="Cambria Math" panose="02040503050406030204" pitchFamily="18" charset="0"/>
                              <a:cs typeface="Arial" panose="020B0604020202020204" pitchFamily="34" charset="0"/>
                            </a:rPr>
                            <m:t>0</m:t>
                          </m:r>
                        </m:sub>
                      </m:sSub>
                    </m:oMath>
                  </a14:m>
                  <a:r>
                    <a:rPr lang="pt-BR" sz="1600"/>
                    <a:t>, </a:t>
                  </a:r>
                  <a:r>
                    <a:rPr lang="en-US" sz="1600"/>
                    <a:t>establish the boundary conditions on </a:t>
                  </a:r>
                  <a14:m>
                    <m:oMath xmlns:m="http://schemas.openxmlformats.org/officeDocument/2006/math">
                      <m:r>
                        <a:rPr lang="en-US" sz="1600" i="1" smtClean="0">
                          <a:latin typeface="Cambria Math" panose="02040503050406030204" pitchFamily="18" charset="0"/>
                        </a:rPr>
                        <m:t>𝑐</m:t>
                      </m:r>
                    </m:oMath>
                  </a14:m>
                  <a:r>
                    <a:rPr lang="en-US" sz="1600"/>
                    <a:t> in relation to the values of the normal derivatives of the fields [3].</a:t>
                  </a:r>
                  <a:endParaRPr lang="pt-BR" sz="1600"/>
                </a:p>
              </p:txBody>
            </p:sp>
          </mc:Choice>
          <mc:Fallback xmlns="">
            <p:sp>
              <p:nvSpPr>
                <p:cNvPr id="11" name="CaixaDeTexto 10">
                  <a:extLst>
                    <a:ext uri="{FF2B5EF4-FFF2-40B4-BE49-F238E27FC236}">
                      <a16:creationId xmlns:a16="http://schemas.microsoft.com/office/drawing/2014/main" id="{D9C0E3F8-72FE-E9CE-67CD-95E09FB8EFB1}"/>
                    </a:ext>
                  </a:extLst>
                </p:cNvPr>
                <p:cNvSpPr txBox="1">
                  <a:spLocks noRot="1" noChangeAspect="1" noMove="1" noResize="1" noEditPoints="1" noAdjustHandles="1" noChangeArrowheads="1" noChangeShapeType="1" noTextEdit="1"/>
                </p:cNvSpPr>
                <p:nvPr/>
              </p:nvSpPr>
              <p:spPr>
                <a:xfrm>
                  <a:off x="6096001" y="5445224"/>
                  <a:ext cx="5221287" cy="830997"/>
                </a:xfrm>
                <a:prstGeom prst="rect">
                  <a:avLst/>
                </a:prstGeom>
                <a:blipFill>
                  <a:blip r:embed="rId19"/>
                  <a:stretch>
                    <a:fillRect l="-583" t="-2190" b="-8029"/>
                  </a:stretch>
                </a:blipFill>
              </p:spPr>
              <p:txBody>
                <a:bodyPr/>
                <a:lstStyle/>
                <a:p>
                  <a:r>
                    <a:rPr lang="pt-BR">
                      <a:noFill/>
                    </a:rPr>
                    <a:t> </a:t>
                  </a:r>
                </a:p>
              </p:txBody>
            </p:sp>
          </mc:Fallback>
        </mc:AlternateContent>
      </p:grpSp>
      <p:sp>
        <p:nvSpPr>
          <p:cNvPr id="2" name="CaixaDeTexto 1">
            <a:extLst>
              <a:ext uri="{FF2B5EF4-FFF2-40B4-BE49-F238E27FC236}">
                <a16:creationId xmlns:a16="http://schemas.microsoft.com/office/drawing/2014/main" id="{2772453D-1744-3A66-47A6-76D231FF301A}"/>
              </a:ext>
            </a:extLst>
          </p:cNvPr>
          <p:cNvSpPr txBox="1"/>
          <p:nvPr/>
        </p:nvSpPr>
        <p:spPr>
          <a:xfrm>
            <a:off x="479425" y="165219"/>
            <a:ext cx="1872160" cy="307777"/>
          </a:xfrm>
          <a:prstGeom prst="rect">
            <a:avLst/>
          </a:prstGeom>
          <a:noFill/>
        </p:spPr>
        <p:txBody>
          <a:bodyPr wrap="square">
            <a:spAutoFit/>
          </a:bodyPr>
          <a:lstStyle/>
          <a:p>
            <a:r>
              <a:rPr lang="pt-BR" sz="1400">
                <a:solidFill>
                  <a:srgbClr val="0070C0"/>
                </a:solidFill>
                <a:latin typeface="Arial Black" panose="020B0A04020102020204" pitchFamily="34" charset="0"/>
              </a:rPr>
              <a:t>Introduction</a:t>
            </a:r>
          </a:p>
        </p:txBody>
      </p:sp>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0057B22D-F6DE-2CF8-C780-4264DE08B1CC}"/>
                  </a:ext>
                </a:extLst>
              </p:cNvPr>
              <p:cNvSpPr txBox="1"/>
              <p:nvPr/>
            </p:nvSpPr>
            <p:spPr>
              <a:xfrm>
                <a:off x="1830264" y="2996952"/>
                <a:ext cx="10735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𝜎</m:t>
                          </m:r>
                        </m:e>
                        <m:sub>
                          <m:r>
                            <a:rPr lang="pt-BR" b="0" i="1" smtClean="0">
                              <a:latin typeface="Cambria Math" panose="02040503050406030204" pitchFamily="18" charset="0"/>
                            </a:rPr>
                            <m:t>0</m:t>
                          </m:r>
                        </m:sub>
                      </m:sSub>
                    </m:oMath>
                  </m:oMathPara>
                </a14:m>
                <a:endParaRPr lang="pt-BR"/>
              </a:p>
            </p:txBody>
          </p:sp>
        </mc:Choice>
        <mc:Fallback xmlns="">
          <p:sp>
            <p:nvSpPr>
              <p:cNvPr id="16" name="CaixaDeTexto 15">
                <a:extLst>
                  <a:ext uri="{FF2B5EF4-FFF2-40B4-BE49-F238E27FC236}">
                    <a16:creationId xmlns:a16="http://schemas.microsoft.com/office/drawing/2014/main" id="{0057B22D-F6DE-2CF8-C780-4264DE08B1CC}"/>
                  </a:ext>
                </a:extLst>
              </p:cNvPr>
              <p:cNvSpPr txBox="1">
                <a:spLocks noRot="1" noChangeAspect="1" noMove="1" noResize="1" noEditPoints="1" noAdjustHandles="1" noChangeArrowheads="1" noChangeShapeType="1" noTextEdit="1"/>
              </p:cNvSpPr>
              <p:nvPr/>
            </p:nvSpPr>
            <p:spPr>
              <a:xfrm>
                <a:off x="1830264" y="2996952"/>
                <a:ext cx="1073563" cy="369332"/>
              </a:xfrm>
              <a:prstGeom prst="rect">
                <a:avLst/>
              </a:prstGeom>
              <a:blipFill>
                <a:blip r:embed="rId20"/>
                <a:stretch>
                  <a:fillRect b="-5000"/>
                </a:stretch>
              </a:blipFill>
            </p:spPr>
            <p:txBody>
              <a:bodyPr/>
              <a:lstStyle/>
              <a:p>
                <a:r>
                  <a:rPr lang="pt-BR">
                    <a:noFill/>
                  </a:rPr>
                  <a:t> </a:t>
                </a:r>
              </a:p>
            </p:txBody>
          </p:sp>
        </mc:Fallback>
      </mc:AlternateContent>
    </p:spTree>
    <p:extLst>
      <p:ext uri="{BB962C8B-B14F-4D97-AF65-F5344CB8AC3E}">
        <p14:creationId xmlns:p14="http://schemas.microsoft.com/office/powerpoint/2010/main" val="2338904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7</a:t>
            </a:fld>
            <a:endParaRPr lang="pt-BR"/>
          </a:p>
        </p:txBody>
      </p:sp>
      <mc:AlternateContent xmlns:mc="http://schemas.openxmlformats.org/markup-compatibility/2006" xmlns:a14="http://schemas.microsoft.com/office/drawing/2010/main">
        <mc:Choice Requires="a14">
          <p:sp>
            <p:nvSpPr>
              <p:cNvPr id="94" name="CaixaDeTexto 93">
                <a:extLst>
                  <a:ext uri="{FF2B5EF4-FFF2-40B4-BE49-F238E27FC236}">
                    <a16:creationId xmlns:a16="http://schemas.microsoft.com/office/drawing/2014/main" id="{D1D8FCDA-4632-6080-1621-67CDF796C564}"/>
                  </a:ext>
                </a:extLst>
              </p:cNvPr>
              <p:cNvSpPr txBox="1"/>
              <p:nvPr/>
            </p:nvSpPr>
            <p:spPr>
              <a:xfrm>
                <a:off x="874712" y="3471774"/>
                <a:ext cx="4104407" cy="830997"/>
              </a:xfrm>
              <a:prstGeom prst="rect">
                <a:avLst/>
              </a:prstGeom>
              <a:noFill/>
            </p:spPr>
            <p:txBody>
              <a:bodyPr wrap="square">
                <a:spAutoFit/>
              </a:bodyPr>
              <a:lstStyle>
                <a:defPPr>
                  <a:defRPr lang="pt-BR"/>
                </a:defPPr>
                <a:lvl1pPr>
                  <a:defRPr sz="1600"/>
                </a:lvl1pPr>
              </a:lstStyle>
              <a:p>
                <a:r>
                  <a:rPr lang="pt-BR"/>
                  <a:t>Multiconductor transmission (MTL) line with </a:t>
                </a:r>
                <a14:m>
                  <m:oMath xmlns:m="http://schemas.openxmlformats.org/officeDocument/2006/math">
                    <m:sSub>
                      <m:sSubPr>
                        <m:ctrlPr>
                          <a:rPr lang="en-US" i="1">
                            <a:latin typeface="Cambria Math" panose="02040503050406030204" pitchFamily="18" charset="0"/>
                          </a:rPr>
                        </m:ctrlPr>
                      </m:sSubPr>
                      <m:e>
                        <m:r>
                          <a:rPr lang="pt-BR">
                            <a:latin typeface="Cambria Math" panose="02040503050406030204" pitchFamily="18" charset="0"/>
                          </a:rPr>
                          <m:t>𝑚</m:t>
                        </m:r>
                      </m:e>
                      <m:sub>
                        <m:r>
                          <a:rPr lang="pt-BR">
                            <a:latin typeface="Cambria Math" panose="02040503050406030204" pitchFamily="18" charset="0"/>
                          </a:rPr>
                          <m:t>1</m:t>
                        </m:r>
                      </m:sub>
                    </m:sSub>
                  </m:oMath>
                </a14:m>
                <a:r>
                  <a:rPr lang="pt-BR"/>
                  <a:t> parallel solid cylindrical conductors and </a:t>
                </a:r>
                <a14:m>
                  <m:oMath xmlns:m="http://schemas.openxmlformats.org/officeDocument/2006/math">
                    <m:sSub>
                      <m:sSubPr>
                        <m:ctrlPr>
                          <a:rPr lang="pt-BR" i="1">
                            <a:latin typeface="Cambria Math" panose="02040503050406030204" pitchFamily="18" charset="0"/>
                          </a:rPr>
                        </m:ctrlPr>
                      </m:sSubPr>
                      <m:e>
                        <m:r>
                          <a:rPr lang="pt-BR">
                            <a:latin typeface="Cambria Math" panose="02040503050406030204" pitchFamily="18" charset="0"/>
                          </a:rPr>
                          <m:t>𝑚</m:t>
                        </m:r>
                      </m:e>
                      <m:sub>
                        <m:r>
                          <a:rPr lang="pt-BR">
                            <a:latin typeface="Cambria Math" panose="02040503050406030204" pitchFamily="18" charset="0"/>
                          </a:rPr>
                          <m:t>2</m:t>
                        </m:r>
                      </m:sub>
                    </m:sSub>
                  </m:oMath>
                </a14:m>
                <a:r>
                  <a:rPr lang="en-US"/>
                  <a:t> parallel hollow cylindrical conductors.</a:t>
                </a:r>
                <a:endParaRPr lang="pt-BR"/>
              </a:p>
            </p:txBody>
          </p:sp>
        </mc:Choice>
        <mc:Fallback xmlns="">
          <p:sp>
            <p:nvSpPr>
              <p:cNvPr id="94" name="CaixaDeTexto 93">
                <a:extLst>
                  <a:ext uri="{FF2B5EF4-FFF2-40B4-BE49-F238E27FC236}">
                    <a16:creationId xmlns:a16="http://schemas.microsoft.com/office/drawing/2014/main" id="{D1D8FCDA-4632-6080-1621-67CDF796C564}"/>
                  </a:ext>
                </a:extLst>
              </p:cNvPr>
              <p:cNvSpPr txBox="1">
                <a:spLocks noRot="1" noChangeAspect="1" noMove="1" noResize="1" noEditPoints="1" noAdjustHandles="1" noChangeArrowheads="1" noChangeShapeType="1" noTextEdit="1"/>
              </p:cNvSpPr>
              <p:nvPr/>
            </p:nvSpPr>
            <p:spPr>
              <a:xfrm>
                <a:off x="874712" y="3471774"/>
                <a:ext cx="4104407" cy="830997"/>
              </a:xfrm>
              <a:prstGeom prst="rect">
                <a:avLst/>
              </a:prstGeom>
              <a:blipFill>
                <a:blip r:embed="rId4"/>
                <a:stretch>
                  <a:fillRect l="-742" t="-2206" b="-8824"/>
                </a:stretch>
              </a:blipFill>
            </p:spPr>
            <p:txBody>
              <a:bodyPr/>
              <a:lstStyle/>
              <a:p>
                <a:r>
                  <a:rPr lang="pt-BR">
                    <a:noFill/>
                  </a:rPr>
                  <a:t> </a:t>
                </a:r>
              </a:p>
            </p:txBody>
          </p:sp>
        </mc:Fallback>
      </mc:AlternateContent>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2484227"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Problem Statement</a:t>
            </a:r>
          </a:p>
        </p:txBody>
      </p:sp>
      <p:sp>
        <p:nvSpPr>
          <p:cNvPr id="14" name="Elipse 13">
            <a:extLst>
              <a:ext uri="{FF2B5EF4-FFF2-40B4-BE49-F238E27FC236}">
                <a16:creationId xmlns:a16="http://schemas.microsoft.com/office/drawing/2014/main" id="{94D5144B-E0E6-8D48-55E3-0B5A16C49B15}"/>
              </a:ext>
            </a:extLst>
          </p:cNvPr>
          <p:cNvSpPr/>
          <p:nvPr/>
        </p:nvSpPr>
        <p:spPr>
          <a:xfrm>
            <a:off x="966865" y="1396517"/>
            <a:ext cx="1737360" cy="1737360"/>
          </a:xfrm>
          <a:prstGeom prst="ellipse">
            <a:avLst/>
          </a:prstGeom>
          <a:solidFill>
            <a:schemeClr val="accent3">
              <a:lumMod val="20000"/>
              <a:lumOff val="80000"/>
              <a:alpha val="50000"/>
            </a:schemeClr>
          </a:solidFill>
          <a:ln w="190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1F45A3DF-0A88-4A87-4A97-268249D1CA97}"/>
                  </a:ext>
                </a:extLst>
              </p:cNvPr>
              <p:cNvSpPr txBox="1"/>
              <p:nvPr/>
            </p:nvSpPr>
            <p:spPr>
              <a:xfrm>
                <a:off x="1209166" y="1919389"/>
                <a:ext cx="41171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𝑝</m:t>
                          </m:r>
                        </m:sub>
                      </m:sSub>
                    </m:oMath>
                  </m:oMathPara>
                </a14:m>
                <a:endParaRPr lang="pt-BR" sz="1400"/>
              </a:p>
            </p:txBody>
          </p:sp>
        </mc:Choice>
        <mc:Fallback xmlns="">
          <p:sp>
            <p:nvSpPr>
              <p:cNvPr id="44" name="CaixaDeTexto 43">
                <a:extLst>
                  <a:ext uri="{FF2B5EF4-FFF2-40B4-BE49-F238E27FC236}">
                    <a16:creationId xmlns:a16="http://schemas.microsoft.com/office/drawing/2014/main" id="{1F45A3DF-0A88-4A87-4A97-268249D1CA97}"/>
                  </a:ext>
                </a:extLst>
              </p:cNvPr>
              <p:cNvSpPr txBox="1">
                <a:spLocks noRot="1" noChangeAspect="1" noMove="1" noResize="1" noEditPoints="1" noAdjustHandles="1" noChangeArrowheads="1" noChangeShapeType="1" noTextEdit="1"/>
              </p:cNvSpPr>
              <p:nvPr/>
            </p:nvSpPr>
            <p:spPr>
              <a:xfrm>
                <a:off x="1209166" y="1919389"/>
                <a:ext cx="411715" cy="324384"/>
              </a:xfrm>
              <a:prstGeom prst="rect">
                <a:avLst/>
              </a:prstGeom>
              <a:blipFill>
                <a:blip r:embed="rId5"/>
                <a:stretch>
                  <a:fillRect/>
                </a:stretch>
              </a:blipFill>
            </p:spPr>
            <p:txBody>
              <a:bodyPr/>
              <a:lstStyle/>
              <a:p>
                <a:r>
                  <a:rPr lang="pt-BR">
                    <a:noFill/>
                  </a:rPr>
                  <a:t> </a:t>
                </a:r>
              </a:p>
            </p:txBody>
          </p:sp>
        </mc:Fallback>
      </mc:AlternateContent>
      <p:cxnSp>
        <p:nvCxnSpPr>
          <p:cNvPr id="45" name="Conector de Seta Reta 44">
            <a:extLst>
              <a:ext uri="{FF2B5EF4-FFF2-40B4-BE49-F238E27FC236}">
                <a16:creationId xmlns:a16="http://schemas.microsoft.com/office/drawing/2014/main" id="{4B976358-D9FD-1545-5FF0-AF658E00DA3B}"/>
              </a:ext>
            </a:extLst>
          </p:cNvPr>
          <p:cNvCxnSpPr>
            <a:cxnSpLocks/>
            <a:endCxn id="14" idx="1"/>
          </p:cNvCxnSpPr>
          <p:nvPr/>
        </p:nvCxnSpPr>
        <p:spPr>
          <a:xfrm flipH="1" flipV="1">
            <a:off x="1221295" y="1650947"/>
            <a:ext cx="626233" cy="61425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2" name="Elipse 41">
            <a:extLst>
              <a:ext uri="{FF2B5EF4-FFF2-40B4-BE49-F238E27FC236}">
                <a16:creationId xmlns:a16="http://schemas.microsoft.com/office/drawing/2014/main" id="{0220C587-7538-B23F-245C-2DFF839669C3}"/>
              </a:ext>
            </a:extLst>
          </p:cNvPr>
          <p:cNvSpPr/>
          <p:nvPr/>
        </p:nvSpPr>
        <p:spPr>
          <a:xfrm>
            <a:off x="3485294" y="1396517"/>
            <a:ext cx="1737360" cy="1737360"/>
          </a:xfrm>
          <a:prstGeom prst="ellipse">
            <a:avLst/>
          </a:prstGeom>
          <a:solidFill>
            <a:schemeClr val="accent1">
              <a:alpha val="50000"/>
            </a:schemeClr>
          </a:solidFill>
          <a:ln w="190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43" name="Elipse 42">
            <a:extLst>
              <a:ext uri="{FF2B5EF4-FFF2-40B4-BE49-F238E27FC236}">
                <a16:creationId xmlns:a16="http://schemas.microsoft.com/office/drawing/2014/main" id="{2131EC99-1D04-0D88-502E-04CBF261A5A7}"/>
              </a:ext>
            </a:extLst>
          </p:cNvPr>
          <p:cNvSpPr/>
          <p:nvPr/>
        </p:nvSpPr>
        <p:spPr>
          <a:xfrm>
            <a:off x="3759614" y="1670837"/>
            <a:ext cx="1188720" cy="1188720"/>
          </a:xfrm>
          <a:prstGeom prst="ellipse">
            <a:avLst/>
          </a:prstGeom>
          <a:solidFill>
            <a:schemeClr val="bg1"/>
          </a:solidFill>
          <a:ln w="190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722828E4-8B91-0A39-CDD0-DC9E056B71E6}"/>
                  </a:ext>
                </a:extLst>
              </p:cNvPr>
              <p:cNvSpPr txBox="1"/>
              <p:nvPr/>
            </p:nvSpPr>
            <p:spPr>
              <a:xfrm>
                <a:off x="4072655" y="1716346"/>
                <a:ext cx="401970"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𝑏</m:t>
                          </m:r>
                        </m:e>
                        <m:sub>
                          <m:r>
                            <a:rPr lang="pt-BR" sz="1400" b="0" i="1" smtClean="0">
                              <a:latin typeface="Cambria Math" panose="02040503050406030204" pitchFamily="18" charset="0"/>
                            </a:rPr>
                            <m:t>𝑞</m:t>
                          </m:r>
                        </m:sub>
                      </m:sSub>
                    </m:oMath>
                  </m:oMathPara>
                </a14:m>
                <a:endParaRPr lang="pt-BR" sz="1400"/>
              </a:p>
            </p:txBody>
          </p:sp>
        </mc:Choice>
        <mc:Fallback xmlns="">
          <p:sp>
            <p:nvSpPr>
              <p:cNvPr id="39" name="CaixaDeTexto 38">
                <a:extLst>
                  <a:ext uri="{FF2B5EF4-FFF2-40B4-BE49-F238E27FC236}">
                    <a16:creationId xmlns:a16="http://schemas.microsoft.com/office/drawing/2014/main" id="{722828E4-8B91-0A39-CDD0-DC9E056B71E6}"/>
                  </a:ext>
                </a:extLst>
              </p:cNvPr>
              <p:cNvSpPr txBox="1">
                <a:spLocks noRot="1" noChangeAspect="1" noMove="1" noResize="1" noEditPoints="1" noAdjustHandles="1" noChangeArrowheads="1" noChangeShapeType="1" noTextEdit="1"/>
              </p:cNvSpPr>
              <p:nvPr/>
            </p:nvSpPr>
            <p:spPr>
              <a:xfrm>
                <a:off x="4072655" y="1716346"/>
                <a:ext cx="401970" cy="324384"/>
              </a:xfrm>
              <a:prstGeom prst="rect">
                <a:avLst/>
              </a:prstGeom>
              <a:blipFill>
                <a:blip r:embed="rId6"/>
                <a:stretch>
                  <a:fillRect/>
                </a:stretch>
              </a:blipFill>
            </p:spPr>
            <p:txBody>
              <a:bodyPr/>
              <a:lstStyle/>
              <a:p>
                <a:r>
                  <a:rPr lang="pt-BR">
                    <a:noFill/>
                  </a:rPr>
                  <a:t> </a:t>
                </a:r>
              </a:p>
            </p:txBody>
          </p:sp>
        </mc:Fallback>
      </mc:AlternateContent>
      <p:grpSp>
        <p:nvGrpSpPr>
          <p:cNvPr id="36" name="Agrupar 35">
            <a:extLst>
              <a:ext uri="{FF2B5EF4-FFF2-40B4-BE49-F238E27FC236}">
                <a16:creationId xmlns:a16="http://schemas.microsoft.com/office/drawing/2014/main" id="{8B61572D-4DAE-FEF2-F897-F074964BFA5C}"/>
              </a:ext>
            </a:extLst>
          </p:cNvPr>
          <p:cNvGrpSpPr/>
          <p:nvPr/>
        </p:nvGrpSpPr>
        <p:grpSpPr>
          <a:xfrm>
            <a:off x="3510781" y="2008734"/>
            <a:ext cx="843193" cy="460323"/>
            <a:chOff x="2262768" y="2266357"/>
            <a:chExt cx="1496807" cy="836851"/>
          </a:xfrm>
        </p:grpSpPr>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A3C98690-479E-4903-6000-A4FBB04E89D4}"/>
                    </a:ext>
                  </a:extLst>
                </p:cNvPr>
                <p:cNvSpPr txBox="1"/>
                <p:nvPr/>
              </p:nvSpPr>
              <p:spPr>
                <a:xfrm>
                  <a:off x="2838072" y="2513489"/>
                  <a:ext cx="729383" cy="5897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xmlns="">
            <p:sp>
              <p:nvSpPr>
                <p:cNvPr id="37" name="CaixaDeTexto 36">
                  <a:extLst>
                    <a:ext uri="{FF2B5EF4-FFF2-40B4-BE49-F238E27FC236}">
                      <a16:creationId xmlns:a16="http://schemas.microsoft.com/office/drawing/2014/main" id="{A3C98690-479E-4903-6000-A4FBB04E89D4}"/>
                    </a:ext>
                  </a:extLst>
                </p:cNvPr>
                <p:cNvSpPr txBox="1">
                  <a:spLocks noRot="1" noChangeAspect="1" noMove="1" noResize="1" noEditPoints="1" noAdjustHandles="1" noChangeArrowheads="1" noChangeShapeType="1" noTextEdit="1"/>
                </p:cNvSpPr>
                <p:nvPr/>
              </p:nvSpPr>
              <p:spPr>
                <a:xfrm>
                  <a:off x="2838072" y="2513489"/>
                  <a:ext cx="729383" cy="589719"/>
                </a:xfrm>
                <a:prstGeom prst="rect">
                  <a:avLst/>
                </a:prstGeom>
                <a:blipFill>
                  <a:blip r:embed="rId7"/>
                  <a:stretch>
                    <a:fillRect/>
                  </a:stretch>
                </a:blipFill>
              </p:spPr>
              <p:txBody>
                <a:bodyPr/>
                <a:lstStyle/>
                <a:p>
                  <a:r>
                    <a:rPr lang="pt-BR">
                      <a:noFill/>
                    </a:rPr>
                    <a:t> </a:t>
                  </a:r>
                </a:p>
              </p:txBody>
            </p:sp>
          </mc:Fallback>
        </mc:AlternateContent>
        <p:cxnSp>
          <p:nvCxnSpPr>
            <p:cNvPr id="38" name="Conector de Seta Reta 37">
              <a:extLst>
                <a:ext uri="{FF2B5EF4-FFF2-40B4-BE49-F238E27FC236}">
                  <a16:creationId xmlns:a16="http://schemas.microsoft.com/office/drawing/2014/main" id="{9FB481F4-35E9-69F5-AFF2-76FD7F6D7837}"/>
                </a:ext>
              </a:extLst>
            </p:cNvPr>
            <p:cNvCxnSpPr>
              <a:cxnSpLocks/>
            </p:cNvCxnSpPr>
            <p:nvPr/>
          </p:nvCxnSpPr>
          <p:spPr>
            <a:xfrm flipH="1" flipV="1">
              <a:off x="2262768" y="2266357"/>
              <a:ext cx="1496807" cy="4662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3249032C-AFD4-E5EC-9AED-73A0B0E1E087}"/>
                  </a:ext>
                </a:extLst>
              </p:cNvPr>
              <p:cNvSpPr txBox="1"/>
              <p:nvPr/>
            </p:nvSpPr>
            <p:spPr>
              <a:xfrm>
                <a:off x="2760147" y="1088740"/>
                <a:ext cx="63030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0</m:t>
                          </m:r>
                        </m:sub>
                      </m:sSub>
                      <m:r>
                        <a:rPr lang="pt-BR" sz="1400" b="0" i="1" smtClean="0">
                          <a:latin typeface="Cambria Math" panose="02040503050406030204" pitchFamily="18" charset="0"/>
                        </a:rPr>
                        <m:t>,</m:t>
                      </m:r>
                      <m:sSub>
                        <m:sSubPr>
                          <m:ctrlPr>
                            <a:rPr lang="pt-BR" sz="1400" i="1">
                              <a:latin typeface="Cambria Math" panose="02040503050406030204" pitchFamily="18" charset="0"/>
                            </a:rPr>
                          </m:ctrlPr>
                        </m:sSubPr>
                        <m:e>
                          <m:r>
                            <a:rPr lang="pt-BR" sz="1400" b="0" i="1" smtClean="0">
                              <a:latin typeface="Cambria Math" panose="02040503050406030204" pitchFamily="18" charset="0"/>
                            </a:rPr>
                            <m:t>𝜇</m:t>
                          </m:r>
                        </m:e>
                        <m:sub>
                          <m:r>
                            <a:rPr lang="pt-BR" sz="1400" i="1">
                              <a:latin typeface="Cambria Math" panose="02040503050406030204" pitchFamily="18" charset="0"/>
                            </a:rPr>
                            <m:t>0</m:t>
                          </m:r>
                        </m:sub>
                      </m:sSub>
                    </m:oMath>
                  </m:oMathPara>
                </a14:m>
                <a:endParaRPr lang="pt-BR" sz="1600"/>
              </a:p>
            </p:txBody>
          </p:sp>
        </mc:Choice>
        <mc:Fallback xmlns="">
          <p:sp>
            <p:nvSpPr>
              <p:cNvPr id="26" name="CaixaDeTexto 25">
                <a:extLst>
                  <a:ext uri="{FF2B5EF4-FFF2-40B4-BE49-F238E27FC236}">
                    <a16:creationId xmlns:a16="http://schemas.microsoft.com/office/drawing/2014/main" id="{3249032C-AFD4-E5EC-9AED-73A0B0E1E087}"/>
                  </a:ext>
                </a:extLst>
              </p:cNvPr>
              <p:cNvSpPr txBox="1">
                <a:spLocks noRot="1" noChangeAspect="1" noMove="1" noResize="1" noEditPoints="1" noAdjustHandles="1" noChangeArrowheads="1" noChangeShapeType="1" noTextEdit="1"/>
              </p:cNvSpPr>
              <p:nvPr/>
            </p:nvSpPr>
            <p:spPr>
              <a:xfrm>
                <a:off x="2760147" y="1088740"/>
                <a:ext cx="630301" cy="307777"/>
              </a:xfrm>
              <a:prstGeom prst="rect">
                <a:avLst/>
              </a:prstGeom>
              <a:blipFill>
                <a:blip r:embed="rId8"/>
                <a:stretch>
                  <a:fillRect b="-20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7" name="CaixaDeTexto 26">
                <a:extLst>
                  <a:ext uri="{FF2B5EF4-FFF2-40B4-BE49-F238E27FC236}">
                    <a16:creationId xmlns:a16="http://schemas.microsoft.com/office/drawing/2014/main" id="{5C4D3DDB-4C41-563B-455D-4982819E54E6}"/>
                  </a:ext>
                </a:extLst>
              </p:cNvPr>
              <p:cNvSpPr txBox="1"/>
              <p:nvPr/>
            </p:nvSpPr>
            <p:spPr>
              <a:xfrm>
                <a:off x="1329528" y="2675453"/>
                <a:ext cx="1012034" cy="324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𝑝</m:t>
                          </m:r>
                        </m:sub>
                      </m:sSub>
                      <m:r>
                        <a:rPr lang="pt-BR" sz="1400" b="0" i="1" smtClean="0">
                          <a:latin typeface="Cambria Math" panose="02040503050406030204" pitchFamily="18" charset="0"/>
                        </a:rPr>
                        <m:t>,</m:t>
                      </m:r>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𝜇</m:t>
                          </m:r>
                        </m:e>
                        <m:sub>
                          <m:r>
                            <a:rPr lang="pt-BR" sz="1400" b="0" i="1" smtClean="0">
                              <a:latin typeface="Cambria Math" panose="02040503050406030204" pitchFamily="18" charset="0"/>
                            </a:rPr>
                            <m:t>𝑝</m:t>
                          </m:r>
                        </m:sub>
                      </m:sSub>
                      <m:r>
                        <a:rPr lang="pt-BR" sz="1400" b="0" i="1" smtClean="0">
                          <a:latin typeface="Cambria Math" panose="02040503050406030204" pitchFamily="18" charset="0"/>
                        </a:rPr>
                        <m:t>, </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𝜎</m:t>
                          </m:r>
                        </m:e>
                        <m:sub>
                          <m:r>
                            <a:rPr lang="pt-BR" sz="1400" b="0" i="1" smtClean="0">
                              <a:latin typeface="Cambria Math" panose="02040503050406030204" pitchFamily="18" charset="0"/>
                            </a:rPr>
                            <m:t>𝑝</m:t>
                          </m:r>
                        </m:sub>
                      </m:sSub>
                    </m:oMath>
                  </m:oMathPara>
                </a14:m>
                <a:endParaRPr lang="pt-BR" sz="1400"/>
              </a:p>
            </p:txBody>
          </p:sp>
        </mc:Choice>
        <mc:Fallback xmlns="">
          <p:sp>
            <p:nvSpPr>
              <p:cNvPr id="27" name="CaixaDeTexto 26">
                <a:extLst>
                  <a:ext uri="{FF2B5EF4-FFF2-40B4-BE49-F238E27FC236}">
                    <a16:creationId xmlns:a16="http://schemas.microsoft.com/office/drawing/2014/main" id="{5C4D3DDB-4C41-563B-455D-4982819E54E6}"/>
                  </a:ext>
                </a:extLst>
              </p:cNvPr>
              <p:cNvSpPr txBox="1">
                <a:spLocks noRot="1" noChangeAspect="1" noMove="1" noResize="1" noEditPoints="1" noAdjustHandles="1" noChangeArrowheads="1" noChangeShapeType="1" noTextEdit="1"/>
              </p:cNvSpPr>
              <p:nvPr/>
            </p:nvSpPr>
            <p:spPr>
              <a:xfrm>
                <a:off x="1329528" y="2675453"/>
                <a:ext cx="1012034" cy="324384"/>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048128AB-AB96-9B6D-3935-8C2C875D1B8E}"/>
                  </a:ext>
                </a:extLst>
              </p:cNvPr>
              <p:cNvSpPr txBox="1"/>
              <p:nvPr/>
            </p:nvSpPr>
            <p:spPr>
              <a:xfrm>
                <a:off x="3848136" y="2804909"/>
                <a:ext cx="1023728" cy="324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𝑞</m:t>
                          </m:r>
                        </m:sub>
                      </m:sSub>
                      <m:r>
                        <a:rPr lang="pt-BR" sz="1400" b="0" i="1" smtClean="0">
                          <a:latin typeface="Cambria Math" panose="02040503050406030204" pitchFamily="18" charset="0"/>
                        </a:rPr>
                        <m:t>,</m:t>
                      </m:r>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𝜇</m:t>
                          </m:r>
                        </m:e>
                        <m:sub>
                          <m:r>
                            <a:rPr lang="pt-BR" sz="1400" b="0" i="1" smtClean="0">
                              <a:latin typeface="Cambria Math" panose="02040503050406030204" pitchFamily="18" charset="0"/>
                            </a:rPr>
                            <m:t>𝑞</m:t>
                          </m:r>
                        </m:sub>
                      </m:sSub>
                      <m:r>
                        <a:rPr lang="pt-BR" sz="1400" b="0" i="1" smtClean="0">
                          <a:latin typeface="Cambria Math" panose="02040503050406030204" pitchFamily="18" charset="0"/>
                        </a:rPr>
                        <m:t>, </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𝜎</m:t>
                          </m:r>
                        </m:e>
                        <m:sub>
                          <m:r>
                            <a:rPr lang="pt-BR" sz="1400" b="0" i="1" smtClean="0">
                              <a:latin typeface="Cambria Math" panose="02040503050406030204" pitchFamily="18" charset="0"/>
                            </a:rPr>
                            <m:t>𝑞</m:t>
                          </m:r>
                        </m:sub>
                      </m:sSub>
                    </m:oMath>
                  </m:oMathPara>
                </a14:m>
                <a:endParaRPr lang="pt-BR" sz="1400"/>
              </a:p>
            </p:txBody>
          </p:sp>
        </mc:Choice>
        <mc:Fallback xmlns="">
          <p:sp>
            <p:nvSpPr>
              <p:cNvPr id="28" name="CaixaDeTexto 27">
                <a:extLst>
                  <a:ext uri="{FF2B5EF4-FFF2-40B4-BE49-F238E27FC236}">
                    <a16:creationId xmlns:a16="http://schemas.microsoft.com/office/drawing/2014/main" id="{048128AB-AB96-9B6D-3935-8C2C875D1B8E}"/>
                  </a:ext>
                </a:extLst>
              </p:cNvPr>
              <p:cNvSpPr txBox="1">
                <a:spLocks noRot="1" noChangeAspect="1" noMove="1" noResize="1" noEditPoints="1" noAdjustHandles="1" noChangeArrowheads="1" noChangeShapeType="1" noTextEdit="1"/>
              </p:cNvSpPr>
              <p:nvPr/>
            </p:nvSpPr>
            <p:spPr>
              <a:xfrm>
                <a:off x="3848136" y="2804909"/>
                <a:ext cx="1023728" cy="324384"/>
              </a:xfrm>
              <a:prstGeom prst="rect">
                <a:avLst/>
              </a:prstGeom>
              <a:blipFill>
                <a:blip r:embed="rId10"/>
                <a:stretch>
                  <a:fillRect/>
                </a:stretch>
              </a:blipFill>
            </p:spPr>
            <p:txBody>
              <a:bodyPr/>
              <a:lstStyle/>
              <a:p>
                <a:r>
                  <a:rPr lang="pt-BR">
                    <a:noFill/>
                  </a:rPr>
                  <a:t> </a:t>
                </a:r>
              </a:p>
            </p:txBody>
          </p:sp>
        </mc:Fallback>
      </mc:AlternateContent>
      <p:cxnSp>
        <p:nvCxnSpPr>
          <p:cNvPr id="50" name="Conector de Seta Reta 49">
            <a:extLst>
              <a:ext uri="{FF2B5EF4-FFF2-40B4-BE49-F238E27FC236}">
                <a16:creationId xmlns:a16="http://schemas.microsoft.com/office/drawing/2014/main" id="{9533CE13-CCBA-C2A4-A9E6-EC5F30E5C72A}"/>
              </a:ext>
            </a:extLst>
          </p:cNvPr>
          <p:cNvCxnSpPr>
            <a:cxnSpLocks/>
            <a:endCxn id="43" idx="1"/>
          </p:cNvCxnSpPr>
          <p:nvPr/>
        </p:nvCxnSpPr>
        <p:spPr>
          <a:xfrm flipH="1" flipV="1">
            <a:off x="3933698" y="1844921"/>
            <a:ext cx="420276" cy="42027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 name="CaixaDeTexto 1">
                <a:extLst>
                  <a:ext uri="{FF2B5EF4-FFF2-40B4-BE49-F238E27FC236}">
                    <a16:creationId xmlns:a16="http://schemas.microsoft.com/office/drawing/2014/main" id="{241CB4CE-83C8-19C5-74B3-B0898ED76721}"/>
                  </a:ext>
                </a:extLst>
              </p:cNvPr>
              <p:cNvSpPr txBox="1"/>
              <p:nvPr/>
            </p:nvSpPr>
            <p:spPr>
              <a:xfrm>
                <a:off x="479425" y="4617132"/>
                <a:ext cx="5352122" cy="1569660"/>
              </a:xfrm>
              <a:prstGeom prst="rect">
                <a:avLst/>
              </a:prstGeom>
              <a:noFill/>
            </p:spPr>
            <p:txBody>
              <a:bodyPr wrap="square">
                <a:spAutoFit/>
              </a:bodyPr>
              <a:lstStyle>
                <a:defPPr>
                  <a:defRPr lang="pt-BR"/>
                </a:defPPr>
                <a:lvl1pPr>
                  <a:defRPr sz="1600"/>
                </a:lvl1pPr>
              </a:lstStyle>
              <a:p>
                <a:r>
                  <a:rPr lang="en-US" b="1"/>
                  <a:t>Simplifying assumptions of the 2D quasi-TM approach</a:t>
                </a:r>
                <a:r>
                  <a:rPr lang="en-US"/>
                  <a:t>: </a:t>
                </a:r>
              </a:p>
              <a:p>
                <a:endParaRPr lang="en-US"/>
              </a:p>
              <a:p>
                <a:pPr marL="285750" indent="-285750">
                  <a:buFont typeface="Arial" panose="020B0604020202020204" pitchFamily="34" charset="0"/>
                  <a:buChar char="•"/>
                </a:pPr>
                <a:r>
                  <a:rPr lang="en-US"/>
                  <a:t>the conductors are invariable along the </a:t>
                </a:r>
                <a14:m>
                  <m:oMath xmlns:m="http://schemas.openxmlformats.org/officeDocument/2006/math">
                    <m:r>
                      <a:rPr lang="en-US">
                        <a:latin typeface="Cambria Math" panose="02040503050406030204" pitchFamily="18" charset="0"/>
                      </a:rPr>
                      <m:t>𝑧</m:t>
                    </m:r>
                  </m:oMath>
                </a14:m>
                <a:r>
                  <a:rPr lang="en-US"/>
                  <a:t> direction (uniform transmission line), </a:t>
                </a:r>
              </a:p>
              <a:p>
                <a:pPr marL="285750" indent="-285750">
                  <a:buFont typeface="Arial" panose="020B0604020202020204" pitchFamily="34" charset="0"/>
                  <a:buChar char="•"/>
                </a:pPr>
                <a:r>
                  <a:rPr lang="en-US"/>
                  <a:t>the cross-section of each conductor is much smaller than the wavelength at the frequencies of interest. </a:t>
                </a:r>
                <a:endParaRPr lang="pt-BR"/>
              </a:p>
            </p:txBody>
          </p:sp>
        </mc:Choice>
        <mc:Fallback xmlns="">
          <p:sp>
            <p:nvSpPr>
              <p:cNvPr id="2" name="CaixaDeTexto 1">
                <a:extLst>
                  <a:ext uri="{FF2B5EF4-FFF2-40B4-BE49-F238E27FC236}">
                    <a16:creationId xmlns:a16="http://schemas.microsoft.com/office/drawing/2014/main" id="{241CB4CE-83C8-19C5-74B3-B0898ED76721}"/>
                  </a:ext>
                </a:extLst>
              </p:cNvPr>
              <p:cNvSpPr txBox="1">
                <a:spLocks noRot="1" noChangeAspect="1" noMove="1" noResize="1" noEditPoints="1" noAdjustHandles="1" noChangeArrowheads="1" noChangeShapeType="1" noTextEdit="1"/>
              </p:cNvSpPr>
              <p:nvPr/>
            </p:nvSpPr>
            <p:spPr>
              <a:xfrm>
                <a:off x="479425" y="4617132"/>
                <a:ext cx="5352122" cy="1569660"/>
              </a:xfrm>
              <a:prstGeom prst="rect">
                <a:avLst/>
              </a:prstGeom>
              <a:blipFill>
                <a:blip r:embed="rId14"/>
                <a:stretch>
                  <a:fillRect l="-683" t="-1163" b="-3876"/>
                </a:stretch>
              </a:blipFill>
            </p:spPr>
            <p:txBody>
              <a:bodyPr/>
              <a:lstStyle/>
              <a:p>
                <a:r>
                  <a:rPr lang="pt-BR">
                    <a:noFill/>
                  </a:rPr>
                  <a:t> </a:t>
                </a:r>
              </a:p>
            </p:txBody>
          </p:sp>
        </mc:Fallback>
      </mc:AlternateContent>
      <p:sp>
        <p:nvSpPr>
          <p:cNvPr id="3" name="CaixaDeTexto 2">
            <a:extLst>
              <a:ext uri="{FF2B5EF4-FFF2-40B4-BE49-F238E27FC236}">
                <a16:creationId xmlns:a16="http://schemas.microsoft.com/office/drawing/2014/main" id="{0DA16B6F-A00A-064D-4421-EBC94F022A6A}"/>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p:grpSp>
        <p:nvGrpSpPr>
          <p:cNvPr id="7" name="Agrupar 6">
            <a:extLst>
              <a:ext uri="{FF2B5EF4-FFF2-40B4-BE49-F238E27FC236}">
                <a16:creationId xmlns:a16="http://schemas.microsoft.com/office/drawing/2014/main" id="{8DBF3D54-794B-FF8F-0AD5-F2E84B952057}"/>
              </a:ext>
            </a:extLst>
          </p:cNvPr>
          <p:cNvGrpSpPr/>
          <p:nvPr/>
        </p:nvGrpSpPr>
        <p:grpSpPr>
          <a:xfrm>
            <a:off x="6084842" y="1412776"/>
            <a:ext cx="5591778" cy="3452573"/>
            <a:chOff x="6084842" y="1412776"/>
            <a:chExt cx="5591778" cy="3452573"/>
          </a:xfrm>
        </p:grpSpPr>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id="{FE575891-7567-E326-A2A2-3838D9129D13}"/>
                    </a:ext>
                  </a:extLst>
                </p:cNvPr>
                <p:cNvSpPr txBox="1"/>
                <p:nvPr/>
              </p:nvSpPr>
              <p:spPr>
                <a:xfrm>
                  <a:off x="6102462" y="1412776"/>
                  <a:ext cx="5214826" cy="584775"/>
                </a:xfrm>
                <a:prstGeom prst="rect">
                  <a:avLst/>
                </a:prstGeom>
                <a:noFill/>
              </p:spPr>
              <p:txBody>
                <a:bodyPr wrap="square">
                  <a:spAutoFit/>
                </a:bodyPr>
                <a:lstStyle>
                  <a:defPPr>
                    <a:defRPr lang="pt-BR"/>
                  </a:defPPr>
                  <a:lvl1pPr>
                    <a:defRPr sz="1600"/>
                  </a:lvl1pPr>
                </a:lstStyle>
                <a:p>
                  <a:r>
                    <a:rPr lang="en-US"/>
                    <a:t>The impedance matrix, </a:t>
                  </a:r>
                  <a14:m>
                    <m:oMath xmlns:m="http://schemas.openxmlformats.org/officeDocument/2006/math">
                      <m:r>
                        <a:rPr lang="en-US">
                          <a:latin typeface="Cambria Math" panose="02040503050406030204" pitchFamily="18" charset="0"/>
                        </a:rPr>
                        <m:t>𝒁</m:t>
                      </m:r>
                    </m:oMath>
                  </a14:m>
                  <a:r>
                    <a:rPr lang="en-US"/>
                    <a:t>, of </a:t>
                  </a:r>
                  <a14:m>
                    <m:oMath xmlns:m="http://schemas.openxmlformats.org/officeDocument/2006/math">
                      <m:sSub>
                        <m:sSubPr>
                          <m:ctrlPr>
                            <a:rPr lang="pt-BR" i="1" smtClean="0">
                              <a:latin typeface="Cambria Math" panose="02040503050406030204" pitchFamily="18" charset="0"/>
                            </a:rPr>
                          </m:ctrlPr>
                        </m:sSubPr>
                        <m:e>
                          <m:r>
                            <a:rPr lang="en-US">
                              <a:latin typeface="Cambria Math" panose="02040503050406030204" pitchFamily="18" charset="0"/>
                            </a:rPr>
                            <m:t>𝑚</m:t>
                          </m:r>
                        </m:e>
                        <m:sub>
                          <m:r>
                            <a:rPr lang="en-US">
                              <a:latin typeface="Cambria Math" panose="02040503050406030204" pitchFamily="18" charset="0"/>
                            </a:rPr>
                            <m:t>𝑐</m:t>
                          </m:r>
                        </m:sub>
                      </m:sSub>
                      <m:r>
                        <a:rPr lang="en-US">
                          <a:latin typeface="Cambria Math" panose="02040503050406030204" pitchFamily="18" charset="0"/>
                        </a:rPr>
                        <m:t> = </m:t>
                      </m:r>
                      <m:sSub>
                        <m:sSubPr>
                          <m:ctrlPr>
                            <a:rPr lang="pt-BR" i="1" smtClean="0">
                              <a:latin typeface="Cambria Math" panose="02040503050406030204" pitchFamily="18" charset="0"/>
                            </a:rPr>
                          </m:ctrlPr>
                        </m:sSubPr>
                        <m:e>
                          <m:r>
                            <a:rPr lang="en-US">
                              <a:latin typeface="Cambria Math" panose="02040503050406030204" pitchFamily="18" charset="0"/>
                            </a:rPr>
                            <m:t>𝑚</m:t>
                          </m:r>
                        </m:e>
                        <m:sub>
                          <m:r>
                            <a:rPr lang="en-US">
                              <a:latin typeface="Cambria Math" panose="02040503050406030204" pitchFamily="18" charset="0"/>
                            </a:rPr>
                            <m:t>1</m:t>
                          </m:r>
                        </m:sub>
                      </m:sSub>
                      <m:r>
                        <a:rPr lang="en-US">
                          <a:latin typeface="Cambria Math" panose="02040503050406030204" pitchFamily="18" charset="0"/>
                        </a:rPr>
                        <m:t> + </m:t>
                      </m:r>
                      <m:sSub>
                        <m:sSubPr>
                          <m:ctrlPr>
                            <a:rPr lang="pt-BR" i="1" smtClean="0">
                              <a:latin typeface="Cambria Math" panose="02040503050406030204" pitchFamily="18" charset="0"/>
                            </a:rPr>
                          </m:ctrlPr>
                        </m:sSubPr>
                        <m:e>
                          <m:r>
                            <a:rPr lang="en-US">
                              <a:latin typeface="Cambria Math" panose="02040503050406030204" pitchFamily="18" charset="0"/>
                            </a:rPr>
                            <m:t>𝑚</m:t>
                          </m:r>
                        </m:e>
                        <m:sub>
                          <m:r>
                            <a:rPr lang="en-US">
                              <a:latin typeface="Cambria Math" panose="02040503050406030204" pitchFamily="18" charset="0"/>
                            </a:rPr>
                            <m:t>2</m:t>
                          </m:r>
                        </m:sub>
                      </m:sSub>
                    </m:oMath>
                  </a14:m>
                  <a:r>
                    <a:rPr lang="en-US"/>
                    <a:t> parallel conductors satisfies the Telegrapher’s equation [5]:</a:t>
                  </a:r>
                  <a:endParaRPr lang="pt-BR"/>
                </a:p>
              </p:txBody>
            </p:sp>
          </mc:Choice>
          <mc:Fallback xmlns="">
            <p:sp>
              <p:nvSpPr>
                <p:cNvPr id="15" name="CaixaDeTexto 14">
                  <a:extLst>
                    <a:ext uri="{FF2B5EF4-FFF2-40B4-BE49-F238E27FC236}">
                      <a16:creationId xmlns:a16="http://schemas.microsoft.com/office/drawing/2014/main" id="{FE575891-7567-E326-A2A2-3838D9129D13}"/>
                    </a:ext>
                  </a:extLst>
                </p:cNvPr>
                <p:cNvSpPr txBox="1">
                  <a:spLocks noRot="1" noChangeAspect="1" noMove="1" noResize="1" noEditPoints="1" noAdjustHandles="1" noChangeArrowheads="1" noChangeShapeType="1" noTextEdit="1"/>
                </p:cNvSpPr>
                <p:nvPr/>
              </p:nvSpPr>
              <p:spPr>
                <a:xfrm>
                  <a:off x="6102462" y="1412776"/>
                  <a:ext cx="5214826" cy="584775"/>
                </a:xfrm>
                <a:prstGeom prst="rect">
                  <a:avLst/>
                </a:prstGeom>
                <a:blipFill>
                  <a:blip r:embed="rId15"/>
                  <a:stretch>
                    <a:fillRect l="-584" t="-3125" b="-125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169D4B81-FB46-C3B1-0434-5690B65C6254}"/>
                    </a:ext>
                  </a:extLst>
                </p:cNvPr>
                <p:cNvSpPr txBox="1"/>
                <p:nvPr/>
              </p:nvSpPr>
              <p:spPr>
                <a:xfrm>
                  <a:off x="6084842" y="2243915"/>
                  <a:ext cx="5232445" cy="56053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pt-BR" sz="1600" b="0" i="1" smtClean="0">
                                <a:latin typeface="Cambria Math" panose="02040503050406030204" pitchFamily="18" charset="0"/>
                                <a:cs typeface="Arial" panose="020B0604020202020204" pitchFamily="34" charset="0"/>
                              </a:rPr>
                            </m:ctrlPr>
                          </m:fPr>
                          <m:num>
                            <m:r>
                              <a:rPr lang="pt-BR" sz="1600" b="0" i="1" smtClean="0">
                                <a:latin typeface="Cambria Math" panose="02040503050406030204" pitchFamily="18" charset="0"/>
                                <a:cs typeface="Arial" panose="020B0604020202020204" pitchFamily="34" charset="0"/>
                              </a:rPr>
                              <m:t>𝜕</m:t>
                            </m:r>
                            <m:r>
                              <a:rPr lang="pt-BR" sz="1600" b="1" i="1" smtClean="0">
                                <a:latin typeface="Cambria Math" panose="02040503050406030204" pitchFamily="18" charset="0"/>
                                <a:cs typeface="Arial" panose="020B0604020202020204" pitchFamily="34" charset="0"/>
                              </a:rPr>
                              <m:t>𝑽</m:t>
                            </m:r>
                          </m:num>
                          <m:den>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𝑧</m:t>
                            </m:r>
                          </m:den>
                        </m:f>
                        <m:r>
                          <a:rPr lang="pt-BR" sz="1600" b="0" i="1" smtClean="0">
                            <a:latin typeface="Cambria Math" panose="02040503050406030204" pitchFamily="18" charset="0"/>
                            <a:cs typeface="Arial" panose="020B0604020202020204" pitchFamily="34" charset="0"/>
                          </a:rPr>
                          <m:t>=−</m:t>
                        </m:r>
                        <m:d>
                          <m:dPr>
                            <m:begChr m:val="["/>
                            <m:endChr m:val="]"/>
                            <m:ctrlPr>
                              <a:rPr lang="pt-BR" sz="1600" b="0" i="1" smtClean="0">
                                <a:latin typeface="Cambria Math" panose="02040503050406030204" pitchFamily="18" charset="0"/>
                                <a:cs typeface="Arial" panose="020B0604020202020204" pitchFamily="34" charset="0"/>
                              </a:rPr>
                            </m:ctrlPr>
                          </m:dPr>
                          <m:e>
                            <m:r>
                              <a:rPr lang="pt-BR" sz="1600" b="1" i="1" smtClean="0">
                                <a:latin typeface="Cambria Math" panose="02040503050406030204" pitchFamily="18" charset="0"/>
                                <a:cs typeface="Arial" panose="020B0604020202020204" pitchFamily="34" charset="0"/>
                              </a:rPr>
                              <m:t>𝑹</m:t>
                            </m:r>
                            <m:d>
                              <m:dPr>
                                <m:ctrlPr>
                                  <a:rPr lang="pt-BR" sz="1600" b="0" i="1" smtClean="0">
                                    <a:latin typeface="Cambria Math" panose="02040503050406030204" pitchFamily="18" charset="0"/>
                                    <a:cs typeface="Arial" panose="020B0604020202020204" pitchFamily="34" charset="0"/>
                                  </a:rPr>
                                </m:ctrlPr>
                              </m:dPr>
                              <m:e>
                                <m:r>
                                  <a:rPr lang="pt-BR" sz="1600" b="0" i="1" smtClean="0">
                                    <a:latin typeface="Cambria Math" panose="02040503050406030204" pitchFamily="18" charset="0"/>
                                    <a:cs typeface="Arial" panose="020B0604020202020204" pitchFamily="34" charset="0"/>
                                  </a:rPr>
                                  <m:t>𝜔</m:t>
                                </m:r>
                              </m:e>
                            </m:d>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𝑗</m:t>
                            </m:r>
                            <m:r>
                              <a:rPr lang="pt-BR" sz="1600" b="0" i="1" smtClean="0">
                                <a:latin typeface="Cambria Math" panose="02040503050406030204" pitchFamily="18" charset="0"/>
                                <a:cs typeface="Arial" panose="020B0604020202020204" pitchFamily="34" charset="0"/>
                              </a:rPr>
                              <m:t>𝜔</m:t>
                            </m:r>
                            <m:r>
                              <a:rPr lang="pt-BR" sz="1600" b="1" i="1" smtClean="0">
                                <a:latin typeface="Cambria Math" panose="02040503050406030204" pitchFamily="18" charset="0"/>
                                <a:cs typeface="Arial" panose="020B0604020202020204" pitchFamily="34" charset="0"/>
                              </a:rPr>
                              <m:t>𝑳</m:t>
                            </m:r>
                            <m:d>
                              <m:dPr>
                                <m:ctrlPr>
                                  <a:rPr lang="pt-BR" sz="1600" b="0" i="1" smtClean="0">
                                    <a:latin typeface="Cambria Math" panose="02040503050406030204" pitchFamily="18" charset="0"/>
                                    <a:cs typeface="Arial" panose="020B0604020202020204" pitchFamily="34" charset="0"/>
                                  </a:rPr>
                                </m:ctrlPr>
                              </m:dPr>
                              <m:e>
                                <m:r>
                                  <a:rPr lang="pt-BR" sz="1600" b="0" i="1" smtClean="0">
                                    <a:latin typeface="Cambria Math" panose="02040503050406030204" pitchFamily="18" charset="0"/>
                                    <a:cs typeface="Arial" panose="020B0604020202020204" pitchFamily="34" charset="0"/>
                                  </a:rPr>
                                  <m:t>𝜔</m:t>
                                </m:r>
                              </m:e>
                            </m:d>
                          </m:e>
                        </m:d>
                        <m:r>
                          <a:rPr lang="pt-BR" sz="1600" b="1" i="1" smtClean="0">
                            <a:latin typeface="Cambria Math" panose="02040503050406030204" pitchFamily="18" charset="0"/>
                            <a:cs typeface="Arial" panose="020B0604020202020204" pitchFamily="34" charset="0"/>
                          </a:rPr>
                          <m:t>𝑰</m:t>
                        </m:r>
                      </m:oMath>
                    </m:oMathPara>
                  </a14:m>
                  <a:endParaRPr lang="pt-BR" sz="1600" b="1">
                    <a:latin typeface="Arial" panose="020B0604020202020204" pitchFamily="34" charset="0"/>
                    <a:cs typeface="Arial" panose="020B0604020202020204" pitchFamily="34" charset="0"/>
                  </a:endParaRPr>
                </a:p>
              </p:txBody>
            </p:sp>
          </mc:Choice>
          <mc:Fallback xmlns="">
            <p:sp>
              <p:nvSpPr>
                <p:cNvPr id="16" name="CaixaDeTexto 15">
                  <a:extLst>
                    <a:ext uri="{FF2B5EF4-FFF2-40B4-BE49-F238E27FC236}">
                      <a16:creationId xmlns:a16="http://schemas.microsoft.com/office/drawing/2014/main" id="{169D4B81-FB46-C3B1-0434-5690B65C6254}"/>
                    </a:ext>
                  </a:extLst>
                </p:cNvPr>
                <p:cNvSpPr txBox="1">
                  <a:spLocks noRot="1" noChangeAspect="1" noMove="1" noResize="1" noEditPoints="1" noAdjustHandles="1" noChangeArrowheads="1" noChangeShapeType="1" noTextEdit="1"/>
                </p:cNvSpPr>
                <p:nvPr/>
              </p:nvSpPr>
              <p:spPr>
                <a:xfrm>
                  <a:off x="6084842" y="2243915"/>
                  <a:ext cx="5232445" cy="560538"/>
                </a:xfrm>
                <a:prstGeom prst="rect">
                  <a:avLst/>
                </a:prstGeom>
                <a:blipFill>
                  <a:blip r:embed="rId1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1" name="CaixaDeTexto 20">
                  <a:extLst>
                    <a:ext uri="{FF2B5EF4-FFF2-40B4-BE49-F238E27FC236}">
                      <a16:creationId xmlns:a16="http://schemas.microsoft.com/office/drawing/2014/main" id="{05CC984C-1DE1-3A77-41E8-3595F2044500}"/>
                    </a:ext>
                  </a:extLst>
                </p:cNvPr>
                <p:cNvSpPr txBox="1"/>
                <p:nvPr/>
              </p:nvSpPr>
              <p:spPr>
                <a:xfrm>
                  <a:off x="6612617" y="3068960"/>
                  <a:ext cx="4693514" cy="1796389"/>
                </a:xfrm>
                <a:prstGeom prst="rect">
                  <a:avLst/>
                </a:prstGeom>
                <a:noFill/>
              </p:spPr>
              <p:txBody>
                <a:bodyPr wrap="square">
                  <a:spAutoFit/>
                </a:bodyPr>
                <a:lstStyle>
                  <a:defPPr>
                    <a:defRPr lang="pt-BR"/>
                  </a:defPPr>
                  <a:lvl1pPr>
                    <a:defRPr sz="1600"/>
                  </a:lvl1pPr>
                </a:lstStyle>
                <a:p>
                  <a:pPr>
                    <a:lnSpc>
                      <a:spcPct val="150000"/>
                    </a:lnSpc>
                  </a:pPr>
                  <a14:m>
                    <m:oMath xmlns:m="http://schemas.openxmlformats.org/officeDocument/2006/math">
                      <m:r>
                        <a:rPr lang="pt-BR">
                          <a:latin typeface="Cambria Math" panose="02040503050406030204" pitchFamily="18" charset="0"/>
                        </a:rPr>
                        <m:t>𝑹</m:t>
                      </m:r>
                    </m:oMath>
                  </a14:m>
                  <a:r>
                    <a:rPr lang="en-US"/>
                    <a:t>, per unit length (p.u.l.) resistance matrix;</a:t>
                  </a:r>
                </a:p>
                <a:p>
                  <a:pPr>
                    <a:lnSpc>
                      <a:spcPct val="150000"/>
                    </a:lnSpc>
                  </a:pPr>
                  <a14:m>
                    <m:oMath xmlns:m="http://schemas.openxmlformats.org/officeDocument/2006/math">
                      <m:r>
                        <a:rPr lang="pt-BR">
                          <a:latin typeface="Cambria Math" panose="02040503050406030204" pitchFamily="18" charset="0"/>
                        </a:rPr>
                        <m:t>𝑳</m:t>
                      </m:r>
                    </m:oMath>
                  </a14:m>
                  <a:r>
                    <a:rPr lang="en-US"/>
                    <a:t>, per unit length (p.u.l.) inductance matrix;</a:t>
                  </a:r>
                </a:p>
                <a:p>
                  <a:pPr>
                    <a:lnSpc>
                      <a:spcPct val="150000"/>
                    </a:lnSpc>
                  </a:pPr>
                  <a14:m>
                    <m:oMath xmlns:m="http://schemas.openxmlformats.org/officeDocument/2006/math">
                      <m:r>
                        <a:rPr lang="pt-BR">
                          <a:latin typeface="Cambria Math" panose="02040503050406030204" pitchFamily="18" charset="0"/>
                        </a:rPr>
                        <m:t>𝑽</m:t>
                      </m:r>
                      <m:r>
                        <a:rPr lang="pt-BR">
                          <a:latin typeface="Cambria Math" panose="02040503050406030204" pitchFamily="18" charset="0"/>
                        </a:rPr>
                        <m:t>=</m:t>
                      </m:r>
                      <m:sSup>
                        <m:sSupPr>
                          <m:ctrlPr>
                            <a:rPr lang="pt-BR" i="1">
                              <a:latin typeface="Cambria Math" panose="02040503050406030204" pitchFamily="18" charset="0"/>
                            </a:rPr>
                          </m:ctrlPr>
                        </m:sSupPr>
                        <m:e>
                          <m:d>
                            <m:dPr>
                              <m:begChr m:val="["/>
                              <m:endChr m:val="]"/>
                              <m:ctrlPr>
                                <a:rPr lang="pt-BR" i="1">
                                  <a:latin typeface="Cambria Math" panose="02040503050406030204" pitchFamily="18" charset="0"/>
                                </a:rPr>
                              </m:ctrlPr>
                            </m:dPr>
                            <m:e>
                              <m:sSub>
                                <m:sSubPr>
                                  <m:ctrlPr>
                                    <a:rPr lang="pt-BR" i="1">
                                      <a:latin typeface="Cambria Math" panose="02040503050406030204" pitchFamily="18" charset="0"/>
                                    </a:rPr>
                                  </m:ctrlPr>
                                </m:sSubPr>
                                <m:e>
                                  <m:r>
                                    <m:rPr>
                                      <m:sty m:val="p"/>
                                    </m:rPr>
                                    <a:rPr lang="pt-BR">
                                      <a:latin typeface="Cambria Math" panose="02040503050406030204" pitchFamily="18" charset="0"/>
                                    </a:rPr>
                                    <m:t>V</m:t>
                                  </m:r>
                                </m:e>
                                <m:sub>
                                  <m:r>
                                    <a:rPr lang="pt-BR">
                                      <a:latin typeface="Cambria Math" panose="02040503050406030204" pitchFamily="18" charset="0"/>
                                    </a:rPr>
                                    <m:t>1</m:t>
                                  </m:r>
                                </m:sub>
                              </m:sSub>
                              <m:r>
                                <a:rPr lang="pt-BR">
                                  <a:latin typeface="Cambria Math" panose="02040503050406030204" pitchFamily="18" charset="0"/>
                                </a:rPr>
                                <m:t>  ⋯  </m:t>
                              </m:r>
                              <m:sSub>
                                <m:sSubPr>
                                  <m:ctrlPr>
                                    <a:rPr lang="pt-BR" i="1">
                                      <a:latin typeface="Cambria Math" panose="02040503050406030204" pitchFamily="18" charset="0"/>
                                    </a:rPr>
                                  </m:ctrlPr>
                                </m:sSubPr>
                                <m:e>
                                  <m:r>
                                    <a:rPr lang="pt-BR">
                                      <a:latin typeface="Cambria Math" panose="02040503050406030204" pitchFamily="18" charset="0"/>
                                    </a:rPr>
                                    <m:t>𝑉</m:t>
                                  </m:r>
                                </m:e>
                                <m:sub>
                                  <m:sSub>
                                    <m:sSubPr>
                                      <m:ctrlPr>
                                        <a:rPr lang="pt-BR" i="1">
                                          <a:latin typeface="Cambria Math" panose="02040503050406030204" pitchFamily="18" charset="0"/>
                                        </a:rPr>
                                      </m:ctrlPr>
                                    </m:sSubPr>
                                    <m:e>
                                      <m:r>
                                        <a:rPr lang="pt-BR">
                                          <a:latin typeface="Cambria Math" panose="02040503050406030204" pitchFamily="18" charset="0"/>
                                        </a:rPr>
                                        <m:t>𝑚</m:t>
                                      </m:r>
                                    </m:e>
                                    <m:sub>
                                      <m:r>
                                        <a:rPr lang="pt-BR">
                                          <a:latin typeface="Cambria Math" panose="02040503050406030204" pitchFamily="18" charset="0"/>
                                        </a:rPr>
                                        <m:t>𝑐</m:t>
                                      </m:r>
                                    </m:sub>
                                  </m:sSub>
                                </m:sub>
                              </m:sSub>
                            </m:e>
                          </m:d>
                        </m:e>
                        <m:sup>
                          <m:r>
                            <m:rPr>
                              <m:sty m:val="p"/>
                            </m:rPr>
                            <a:rPr lang="pt-BR">
                              <a:latin typeface="Cambria Math" panose="02040503050406030204" pitchFamily="18" charset="0"/>
                            </a:rPr>
                            <m:t>T</m:t>
                          </m:r>
                        </m:sup>
                      </m:sSup>
                    </m:oMath>
                  </a14:m>
                  <a:r>
                    <a:rPr lang="en-US"/>
                    <a:t>, potencial vector;</a:t>
                  </a:r>
                </a:p>
                <a:p>
                  <a:pPr>
                    <a:lnSpc>
                      <a:spcPct val="150000"/>
                    </a:lnSpc>
                  </a:pPr>
                  <a14:m>
                    <m:oMath xmlns:m="http://schemas.openxmlformats.org/officeDocument/2006/math">
                      <m:r>
                        <a:rPr lang="pt-BR">
                          <a:latin typeface="Cambria Math" panose="02040503050406030204" pitchFamily="18" charset="0"/>
                        </a:rPr>
                        <m:t>𝑰</m:t>
                      </m:r>
                      <m:r>
                        <a:rPr lang="pt-BR">
                          <a:latin typeface="Cambria Math" panose="02040503050406030204" pitchFamily="18" charset="0"/>
                        </a:rPr>
                        <m:t>=</m:t>
                      </m:r>
                      <m:sSup>
                        <m:sSupPr>
                          <m:ctrlPr>
                            <a:rPr lang="pt-BR" i="1">
                              <a:latin typeface="Cambria Math" panose="02040503050406030204" pitchFamily="18" charset="0"/>
                            </a:rPr>
                          </m:ctrlPr>
                        </m:sSupPr>
                        <m:e>
                          <m:d>
                            <m:dPr>
                              <m:begChr m:val="["/>
                              <m:endChr m:val="]"/>
                              <m:ctrlPr>
                                <a:rPr lang="pt-BR" i="1">
                                  <a:latin typeface="Cambria Math" panose="02040503050406030204" pitchFamily="18" charset="0"/>
                                </a:rPr>
                              </m:ctrlPr>
                            </m:dPr>
                            <m:e>
                              <m:sSub>
                                <m:sSubPr>
                                  <m:ctrlPr>
                                    <a:rPr lang="pt-BR" i="1">
                                      <a:latin typeface="Cambria Math" panose="02040503050406030204" pitchFamily="18" charset="0"/>
                                    </a:rPr>
                                  </m:ctrlPr>
                                </m:sSubPr>
                                <m:e>
                                  <m:r>
                                    <m:rPr>
                                      <m:sty m:val="p"/>
                                    </m:rPr>
                                    <a:rPr lang="pt-BR">
                                      <a:latin typeface="Cambria Math" panose="02040503050406030204" pitchFamily="18" charset="0"/>
                                    </a:rPr>
                                    <m:t>I</m:t>
                                  </m:r>
                                </m:e>
                                <m:sub>
                                  <m:r>
                                    <a:rPr lang="pt-BR">
                                      <a:latin typeface="Cambria Math" panose="02040503050406030204" pitchFamily="18" charset="0"/>
                                    </a:rPr>
                                    <m:t>1</m:t>
                                  </m:r>
                                </m:sub>
                              </m:sSub>
                              <m:r>
                                <a:rPr lang="pt-BR">
                                  <a:latin typeface="Cambria Math" panose="02040503050406030204" pitchFamily="18" charset="0"/>
                                </a:rPr>
                                <m:t>   ⋯  </m:t>
                              </m:r>
                              <m:sSub>
                                <m:sSubPr>
                                  <m:ctrlPr>
                                    <a:rPr lang="pt-BR" i="1">
                                      <a:latin typeface="Cambria Math" panose="02040503050406030204" pitchFamily="18" charset="0"/>
                                    </a:rPr>
                                  </m:ctrlPr>
                                </m:sSubPr>
                                <m:e>
                                  <m:r>
                                    <a:rPr lang="pt-BR">
                                      <a:latin typeface="Cambria Math" panose="02040503050406030204" pitchFamily="18" charset="0"/>
                                    </a:rPr>
                                    <m:t>𝐼</m:t>
                                  </m:r>
                                </m:e>
                                <m:sub>
                                  <m:sSub>
                                    <m:sSubPr>
                                      <m:ctrlPr>
                                        <a:rPr lang="pt-BR" i="1">
                                          <a:latin typeface="Cambria Math" panose="02040503050406030204" pitchFamily="18" charset="0"/>
                                        </a:rPr>
                                      </m:ctrlPr>
                                    </m:sSubPr>
                                    <m:e>
                                      <m:r>
                                        <a:rPr lang="pt-BR">
                                          <a:latin typeface="Cambria Math" panose="02040503050406030204" pitchFamily="18" charset="0"/>
                                        </a:rPr>
                                        <m:t>𝑚</m:t>
                                      </m:r>
                                    </m:e>
                                    <m:sub>
                                      <m:r>
                                        <a:rPr lang="pt-BR">
                                          <a:latin typeface="Cambria Math" panose="02040503050406030204" pitchFamily="18" charset="0"/>
                                        </a:rPr>
                                        <m:t>𝑐</m:t>
                                      </m:r>
                                    </m:sub>
                                  </m:sSub>
                                </m:sub>
                              </m:sSub>
                            </m:e>
                          </m:d>
                        </m:e>
                        <m:sup>
                          <m:r>
                            <m:rPr>
                              <m:sty m:val="p"/>
                            </m:rPr>
                            <a:rPr lang="pt-BR">
                              <a:latin typeface="Cambria Math" panose="02040503050406030204" pitchFamily="18" charset="0"/>
                            </a:rPr>
                            <m:t>T</m:t>
                          </m:r>
                        </m:sup>
                      </m:sSup>
                    </m:oMath>
                  </a14:m>
                  <a:r>
                    <a:rPr lang="en-US"/>
                    <a:t>, current vector;</a:t>
                  </a:r>
                </a:p>
              </p:txBody>
            </p:sp>
          </mc:Choice>
          <mc:Fallback xmlns="">
            <p:sp>
              <p:nvSpPr>
                <p:cNvPr id="21" name="CaixaDeTexto 20">
                  <a:extLst>
                    <a:ext uri="{FF2B5EF4-FFF2-40B4-BE49-F238E27FC236}">
                      <a16:creationId xmlns:a16="http://schemas.microsoft.com/office/drawing/2014/main" id="{05CC984C-1DE1-3A77-41E8-3595F2044500}"/>
                    </a:ext>
                  </a:extLst>
                </p:cNvPr>
                <p:cNvSpPr txBox="1">
                  <a:spLocks noRot="1" noChangeAspect="1" noMove="1" noResize="1" noEditPoints="1" noAdjustHandles="1" noChangeArrowheads="1" noChangeShapeType="1" noTextEdit="1"/>
                </p:cNvSpPr>
                <p:nvPr/>
              </p:nvSpPr>
              <p:spPr>
                <a:xfrm>
                  <a:off x="6612617" y="3068960"/>
                  <a:ext cx="4693514" cy="1796389"/>
                </a:xfrm>
                <a:prstGeom prst="rect">
                  <a:avLst/>
                </a:prstGeom>
                <a:blipFill>
                  <a:blip r:embed="rId17"/>
                  <a:stretch>
                    <a:fillRect b="-237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63263A39-3A4A-223D-12B9-2C6A2E4C821B}"/>
                    </a:ext>
                  </a:extLst>
                </p:cNvPr>
                <p:cNvSpPr txBox="1"/>
                <p:nvPr/>
              </p:nvSpPr>
              <p:spPr>
                <a:xfrm>
                  <a:off x="11208568" y="2354907"/>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1)</m:t>
                        </m:r>
                      </m:oMath>
                    </m:oMathPara>
                  </a14:m>
                  <a:endParaRPr lang="en-US" sz="1200"/>
                </a:p>
              </p:txBody>
            </p:sp>
          </mc:Choice>
          <mc:Fallback xmlns="">
            <p:sp>
              <p:nvSpPr>
                <p:cNvPr id="5" name="CaixaDeTexto 4">
                  <a:extLst>
                    <a:ext uri="{FF2B5EF4-FFF2-40B4-BE49-F238E27FC236}">
                      <a16:creationId xmlns:a16="http://schemas.microsoft.com/office/drawing/2014/main" id="{63263A39-3A4A-223D-12B9-2C6A2E4C821B}"/>
                    </a:ext>
                  </a:extLst>
                </p:cNvPr>
                <p:cNvSpPr txBox="1">
                  <a:spLocks noRot="1" noChangeAspect="1" noMove="1" noResize="1" noEditPoints="1" noAdjustHandles="1" noChangeArrowheads="1" noChangeShapeType="1" noTextEdit="1"/>
                </p:cNvSpPr>
                <p:nvPr/>
              </p:nvSpPr>
              <p:spPr>
                <a:xfrm>
                  <a:off x="11208568" y="2354907"/>
                  <a:ext cx="468052" cy="276999"/>
                </a:xfrm>
                <a:prstGeom prst="rect">
                  <a:avLst/>
                </a:prstGeom>
                <a:blipFill>
                  <a:blip r:embed="rId18"/>
                  <a:stretch>
                    <a:fillRect b="-6522"/>
                  </a:stretch>
                </a:blipFill>
              </p:spPr>
              <p:txBody>
                <a:bodyPr/>
                <a:lstStyle/>
                <a:p>
                  <a:r>
                    <a:rPr lang="pt-BR">
                      <a:noFill/>
                    </a:rPr>
                    <a:t> </a:t>
                  </a:r>
                </a:p>
              </p:txBody>
            </p:sp>
          </mc:Fallback>
        </mc:AlternateContent>
      </p:grpSp>
    </p:spTree>
    <p:extLst>
      <p:ext uri="{BB962C8B-B14F-4D97-AF65-F5344CB8AC3E}">
        <p14:creationId xmlns:p14="http://schemas.microsoft.com/office/powerpoint/2010/main" val="473031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8</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Surface Admittance Operator of the MTL</a:t>
            </a:r>
          </a:p>
        </p:txBody>
      </p:sp>
      <p:sp>
        <p:nvSpPr>
          <p:cNvPr id="14" name="Elipse 13">
            <a:extLst>
              <a:ext uri="{FF2B5EF4-FFF2-40B4-BE49-F238E27FC236}">
                <a16:creationId xmlns:a16="http://schemas.microsoft.com/office/drawing/2014/main" id="{94D5144B-E0E6-8D48-55E3-0B5A16C49B15}"/>
              </a:ext>
            </a:extLst>
          </p:cNvPr>
          <p:cNvSpPr/>
          <p:nvPr/>
        </p:nvSpPr>
        <p:spPr>
          <a:xfrm>
            <a:off x="994570" y="2555736"/>
            <a:ext cx="1737360" cy="1737360"/>
          </a:xfrm>
          <a:prstGeom prst="ellipse">
            <a:avLst/>
          </a:prstGeom>
          <a:noFill/>
          <a:ln w="19050">
            <a:solidFill>
              <a:schemeClr val="accent3">
                <a:lumMod val="60000"/>
                <a:lumOff val="4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1F45A3DF-0A88-4A87-4A97-268249D1CA97}"/>
                  </a:ext>
                </a:extLst>
              </p:cNvPr>
              <p:cNvSpPr txBox="1"/>
              <p:nvPr/>
            </p:nvSpPr>
            <p:spPr>
              <a:xfrm>
                <a:off x="1209166" y="3078608"/>
                <a:ext cx="41171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𝑝</m:t>
                          </m:r>
                        </m:sub>
                      </m:sSub>
                    </m:oMath>
                  </m:oMathPara>
                </a14:m>
                <a:endParaRPr lang="pt-BR" sz="1400"/>
              </a:p>
            </p:txBody>
          </p:sp>
        </mc:Choice>
        <mc:Fallback xmlns="">
          <p:sp>
            <p:nvSpPr>
              <p:cNvPr id="44" name="CaixaDeTexto 43">
                <a:extLst>
                  <a:ext uri="{FF2B5EF4-FFF2-40B4-BE49-F238E27FC236}">
                    <a16:creationId xmlns:a16="http://schemas.microsoft.com/office/drawing/2014/main" id="{1F45A3DF-0A88-4A87-4A97-268249D1CA97}"/>
                  </a:ext>
                </a:extLst>
              </p:cNvPr>
              <p:cNvSpPr txBox="1">
                <a:spLocks noRot="1" noChangeAspect="1" noMove="1" noResize="1" noEditPoints="1" noAdjustHandles="1" noChangeArrowheads="1" noChangeShapeType="1" noTextEdit="1"/>
              </p:cNvSpPr>
              <p:nvPr/>
            </p:nvSpPr>
            <p:spPr>
              <a:xfrm>
                <a:off x="1209166" y="3078608"/>
                <a:ext cx="411715" cy="324384"/>
              </a:xfrm>
              <a:prstGeom prst="rect">
                <a:avLst/>
              </a:prstGeom>
              <a:blipFill>
                <a:blip r:embed="rId4"/>
                <a:stretch>
                  <a:fillRect/>
                </a:stretch>
              </a:blipFill>
            </p:spPr>
            <p:txBody>
              <a:bodyPr/>
              <a:lstStyle/>
              <a:p>
                <a:r>
                  <a:rPr lang="pt-BR">
                    <a:noFill/>
                  </a:rPr>
                  <a:t> </a:t>
                </a:r>
              </a:p>
            </p:txBody>
          </p:sp>
        </mc:Fallback>
      </mc:AlternateContent>
      <p:cxnSp>
        <p:nvCxnSpPr>
          <p:cNvPr id="45" name="Conector de Seta Reta 44">
            <a:extLst>
              <a:ext uri="{FF2B5EF4-FFF2-40B4-BE49-F238E27FC236}">
                <a16:creationId xmlns:a16="http://schemas.microsoft.com/office/drawing/2014/main" id="{4B976358-D9FD-1545-5FF0-AF658E00DA3B}"/>
              </a:ext>
            </a:extLst>
          </p:cNvPr>
          <p:cNvCxnSpPr>
            <a:cxnSpLocks/>
            <a:endCxn id="14" idx="1"/>
          </p:cNvCxnSpPr>
          <p:nvPr/>
        </p:nvCxnSpPr>
        <p:spPr>
          <a:xfrm flipH="1" flipV="1">
            <a:off x="1249000" y="2810166"/>
            <a:ext cx="626233" cy="61425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2" name="Elipse 41">
            <a:extLst>
              <a:ext uri="{FF2B5EF4-FFF2-40B4-BE49-F238E27FC236}">
                <a16:creationId xmlns:a16="http://schemas.microsoft.com/office/drawing/2014/main" id="{0220C587-7538-B23F-245C-2DFF839669C3}"/>
              </a:ext>
            </a:extLst>
          </p:cNvPr>
          <p:cNvSpPr/>
          <p:nvPr/>
        </p:nvSpPr>
        <p:spPr>
          <a:xfrm>
            <a:off x="3485294" y="2555736"/>
            <a:ext cx="1737360" cy="1737360"/>
          </a:xfrm>
          <a:prstGeom prst="ellipse">
            <a:avLst/>
          </a:prstGeom>
          <a:noFill/>
          <a:ln w="19050">
            <a:solidFill>
              <a:srgbClr val="0070C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43" name="Elipse 42">
            <a:extLst>
              <a:ext uri="{FF2B5EF4-FFF2-40B4-BE49-F238E27FC236}">
                <a16:creationId xmlns:a16="http://schemas.microsoft.com/office/drawing/2014/main" id="{2131EC99-1D04-0D88-502E-04CBF261A5A7}"/>
              </a:ext>
            </a:extLst>
          </p:cNvPr>
          <p:cNvSpPr/>
          <p:nvPr/>
        </p:nvSpPr>
        <p:spPr>
          <a:xfrm>
            <a:off x="3759614" y="2830056"/>
            <a:ext cx="1188720" cy="1188720"/>
          </a:xfrm>
          <a:prstGeom prst="ellipse">
            <a:avLst/>
          </a:prstGeom>
          <a:solidFill>
            <a:schemeClr val="bg1"/>
          </a:solidFill>
          <a:ln w="19050">
            <a:solidFill>
              <a:srgbClr val="00206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722828E4-8B91-0A39-CDD0-DC9E056B71E6}"/>
                  </a:ext>
                </a:extLst>
              </p:cNvPr>
              <p:cNvSpPr txBox="1"/>
              <p:nvPr/>
            </p:nvSpPr>
            <p:spPr>
              <a:xfrm>
                <a:off x="4076987" y="2964093"/>
                <a:ext cx="40145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𝑟</m:t>
                          </m:r>
                        </m:sub>
                      </m:sSub>
                    </m:oMath>
                  </m:oMathPara>
                </a14:m>
                <a:endParaRPr lang="pt-BR" sz="1400"/>
              </a:p>
            </p:txBody>
          </p:sp>
        </mc:Choice>
        <mc:Fallback xmlns="">
          <p:sp>
            <p:nvSpPr>
              <p:cNvPr id="39" name="CaixaDeTexto 38">
                <a:extLst>
                  <a:ext uri="{FF2B5EF4-FFF2-40B4-BE49-F238E27FC236}">
                    <a16:creationId xmlns:a16="http://schemas.microsoft.com/office/drawing/2014/main" id="{722828E4-8B91-0A39-CDD0-DC9E056B71E6}"/>
                  </a:ext>
                </a:extLst>
              </p:cNvPr>
              <p:cNvSpPr txBox="1">
                <a:spLocks noRot="1" noChangeAspect="1" noMove="1" noResize="1" noEditPoints="1" noAdjustHandles="1" noChangeArrowheads="1" noChangeShapeType="1" noTextEdit="1"/>
              </p:cNvSpPr>
              <p:nvPr/>
            </p:nvSpPr>
            <p:spPr>
              <a:xfrm>
                <a:off x="4076987" y="2964093"/>
                <a:ext cx="401457" cy="307777"/>
              </a:xfrm>
              <a:prstGeom prst="rect">
                <a:avLst/>
              </a:prstGeom>
              <a:blipFill>
                <a:blip r:embed="rId5"/>
                <a:stretch>
                  <a:fillRect/>
                </a:stretch>
              </a:blipFill>
            </p:spPr>
            <p:txBody>
              <a:bodyPr/>
              <a:lstStyle/>
              <a:p>
                <a:r>
                  <a:rPr lang="pt-BR">
                    <a:noFill/>
                  </a:rPr>
                  <a:t> </a:t>
                </a:r>
              </a:p>
            </p:txBody>
          </p:sp>
        </mc:Fallback>
      </mc:AlternateContent>
      <p:grpSp>
        <p:nvGrpSpPr>
          <p:cNvPr id="36" name="Agrupar 35">
            <a:extLst>
              <a:ext uri="{FF2B5EF4-FFF2-40B4-BE49-F238E27FC236}">
                <a16:creationId xmlns:a16="http://schemas.microsoft.com/office/drawing/2014/main" id="{8B61572D-4DAE-FEF2-F897-F074964BFA5C}"/>
              </a:ext>
            </a:extLst>
          </p:cNvPr>
          <p:cNvGrpSpPr/>
          <p:nvPr/>
        </p:nvGrpSpPr>
        <p:grpSpPr>
          <a:xfrm>
            <a:off x="3510781" y="3167953"/>
            <a:ext cx="843193" cy="460323"/>
            <a:chOff x="2262768" y="2266357"/>
            <a:chExt cx="1496807" cy="836851"/>
          </a:xfrm>
        </p:grpSpPr>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A3C98690-479E-4903-6000-A4FBB04E89D4}"/>
                    </a:ext>
                  </a:extLst>
                </p:cNvPr>
                <p:cNvSpPr txBox="1"/>
                <p:nvPr/>
              </p:nvSpPr>
              <p:spPr>
                <a:xfrm>
                  <a:off x="2838072" y="2513489"/>
                  <a:ext cx="729383" cy="5897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xmlns="">
            <p:sp>
              <p:nvSpPr>
                <p:cNvPr id="37" name="CaixaDeTexto 36">
                  <a:extLst>
                    <a:ext uri="{FF2B5EF4-FFF2-40B4-BE49-F238E27FC236}">
                      <a16:creationId xmlns:a16="http://schemas.microsoft.com/office/drawing/2014/main" id="{A3C98690-479E-4903-6000-A4FBB04E89D4}"/>
                    </a:ext>
                  </a:extLst>
                </p:cNvPr>
                <p:cNvSpPr txBox="1">
                  <a:spLocks noRot="1" noChangeAspect="1" noMove="1" noResize="1" noEditPoints="1" noAdjustHandles="1" noChangeArrowheads="1" noChangeShapeType="1" noTextEdit="1"/>
                </p:cNvSpPr>
                <p:nvPr/>
              </p:nvSpPr>
              <p:spPr>
                <a:xfrm>
                  <a:off x="2838072" y="2513489"/>
                  <a:ext cx="729383" cy="589719"/>
                </a:xfrm>
                <a:prstGeom prst="rect">
                  <a:avLst/>
                </a:prstGeom>
                <a:blipFill>
                  <a:blip r:embed="rId6"/>
                  <a:stretch>
                    <a:fillRect/>
                  </a:stretch>
                </a:blipFill>
              </p:spPr>
              <p:txBody>
                <a:bodyPr/>
                <a:lstStyle/>
                <a:p>
                  <a:r>
                    <a:rPr lang="pt-BR">
                      <a:noFill/>
                    </a:rPr>
                    <a:t> </a:t>
                  </a:r>
                </a:p>
              </p:txBody>
            </p:sp>
          </mc:Fallback>
        </mc:AlternateContent>
        <p:cxnSp>
          <p:nvCxnSpPr>
            <p:cNvPr id="38" name="Conector de Seta Reta 37">
              <a:extLst>
                <a:ext uri="{FF2B5EF4-FFF2-40B4-BE49-F238E27FC236}">
                  <a16:creationId xmlns:a16="http://schemas.microsoft.com/office/drawing/2014/main" id="{9FB481F4-35E9-69F5-AFF2-76FD7F6D7837}"/>
                </a:ext>
              </a:extLst>
            </p:cNvPr>
            <p:cNvCxnSpPr>
              <a:cxnSpLocks/>
            </p:cNvCxnSpPr>
            <p:nvPr/>
          </p:nvCxnSpPr>
          <p:spPr>
            <a:xfrm flipH="1" flipV="1">
              <a:off x="2262768" y="2266357"/>
              <a:ext cx="1496807" cy="4662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3249032C-AFD4-E5EC-9AED-73A0B0E1E087}"/>
                  </a:ext>
                </a:extLst>
              </p:cNvPr>
              <p:cNvSpPr txBox="1"/>
              <p:nvPr/>
            </p:nvSpPr>
            <p:spPr>
              <a:xfrm>
                <a:off x="2760147" y="2247959"/>
                <a:ext cx="63030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0</m:t>
                          </m:r>
                        </m:sub>
                      </m:sSub>
                      <m:r>
                        <a:rPr lang="pt-BR" sz="1400" b="0" i="1" smtClean="0">
                          <a:latin typeface="Cambria Math" panose="02040503050406030204" pitchFamily="18" charset="0"/>
                        </a:rPr>
                        <m:t>,</m:t>
                      </m:r>
                      <m:sSub>
                        <m:sSubPr>
                          <m:ctrlPr>
                            <a:rPr lang="pt-BR" sz="1400" i="1">
                              <a:latin typeface="Cambria Math" panose="02040503050406030204" pitchFamily="18" charset="0"/>
                            </a:rPr>
                          </m:ctrlPr>
                        </m:sSubPr>
                        <m:e>
                          <m:r>
                            <a:rPr lang="pt-BR" sz="1400" b="0" i="1" smtClean="0">
                              <a:latin typeface="Cambria Math" panose="02040503050406030204" pitchFamily="18" charset="0"/>
                            </a:rPr>
                            <m:t>𝜇</m:t>
                          </m:r>
                        </m:e>
                        <m:sub>
                          <m:r>
                            <a:rPr lang="pt-BR" sz="1400" i="1">
                              <a:latin typeface="Cambria Math" panose="02040503050406030204" pitchFamily="18" charset="0"/>
                            </a:rPr>
                            <m:t>0</m:t>
                          </m:r>
                        </m:sub>
                      </m:sSub>
                    </m:oMath>
                  </m:oMathPara>
                </a14:m>
                <a:endParaRPr lang="pt-BR" sz="1600"/>
              </a:p>
            </p:txBody>
          </p:sp>
        </mc:Choice>
        <mc:Fallback xmlns="">
          <p:sp>
            <p:nvSpPr>
              <p:cNvPr id="26" name="CaixaDeTexto 25">
                <a:extLst>
                  <a:ext uri="{FF2B5EF4-FFF2-40B4-BE49-F238E27FC236}">
                    <a16:creationId xmlns:a16="http://schemas.microsoft.com/office/drawing/2014/main" id="{3249032C-AFD4-E5EC-9AED-73A0B0E1E087}"/>
                  </a:ext>
                </a:extLst>
              </p:cNvPr>
              <p:cNvSpPr txBox="1">
                <a:spLocks noRot="1" noChangeAspect="1" noMove="1" noResize="1" noEditPoints="1" noAdjustHandles="1" noChangeArrowheads="1" noChangeShapeType="1" noTextEdit="1"/>
              </p:cNvSpPr>
              <p:nvPr/>
            </p:nvSpPr>
            <p:spPr>
              <a:xfrm>
                <a:off x="2760147" y="2247959"/>
                <a:ext cx="630301" cy="307777"/>
              </a:xfrm>
              <a:prstGeom prst="rect">
                <a:avLst/>
              </a:prstGeom>
              <a:blipFill>
                <a:blip r:embed="rId7"/>
                <a:stretch>
                  <a:fillRect b="-2000"/>
                </a:stretch>
              </a:blipFill>
            </p:spPr>
            <p:txBody>
              <a:bodyPr/>
              <a:lstStyle/>
              <a:p>
                <a:r>
                  <a:rPr lang="pt-BR">
                    <a:noFill/>
                  </a:rPr>
                  <a:t> </a:t>
                </a:r>
              </a:p>
            </p:txBody>
          </p:sp>
        </mc:Fallback>
      </mc:AlternateContent>
      <p:cxnSp>
        <p:nvCxnSpPr>
          <p:cNvPr id="50" name="Conector de Seta Reta 49">
            <a:extLst>
              <a:ext uri="{FF2B5EF4-FFF2-40B4-BE49-F238E27FC236}">
                <a16:creationId xmlns:a16="http://schemas.microsoft.com/office/drawing/2014/main" id="{9533CE13-CCBA-C2A4-A9E6-EC5F30E5C72A}"/>
              </a:ext>
            </a:extLst>
          </p:cNvPr>
          <p:cNvCxnSpPr>
            <a:cxnSpLocks/>
            <a:endCxn id="43" idx="1"/>
          </p:cNvCxnSpPr>
          <p:nvPr/>
        </p:nvCxnSpPr>
        <p:spPr>
          <a:xfrm flipH="1" flipV="1">
            <a:off x="3933698" y="3004140"/>
            <a:ext cx="420276" cy="42027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2" name="CaixaDeTexto 21">
                <a:extLst>
                  <a:ext uri="{FF2B5EF4-FFF2-40B4-BE49-F238E27FC236}">
                    <a16:creationId xmlns:a16="http://schemas.microsoft.com/office/drawing/2014/main" id="{2E681D8B-2D12-8F34-236D-10DDFFEEBD4E}"/>
                  </a:ext>
                </a:extLst>
              </p:cNvPr>
              <p:cNvSpPr txBox="1"/>
              <p:nvPr/>
            </p:nvSpPr>
            <p:spPr>
              <a:xfrm>
                <a:off x="731353" y="4950455"/>
                <a:ext cx="4993419" cy="830997"/>
              </a:xfrm>
              <a:prstGeom prst="rect">
                <a:avLst/>
              </a:prstGeom>
              <a:noFill/>
            </p:spPr>
            <p:txBody>
              <a:bodyPr wrap="square">
                <a:spAutoFit/>
              </a:bodyPr>
              <a:lstStyle>
                <a:defPPr>
                  <a:defRPr lang="pt-BR"/>
                </a:defPPr>
                <a:lvl1pPr>
                  <a:defRPr sz="1600"/>
                </a:lvl1pPr>
              </a:lstStyle>
              <a:p>
                <a:r>
                  <a:rPr lang="en-US"/>
                  <a:t>In the MoM-SO, the conductors are replaced by the surrounding medium and </a:t>
                </a:r>
                <a14:m>
                  <m:oMath xmlns:m="http://schemas.openxmlformats.org/officeDocument/2006/math">
                    <m:sSub>
                      <m:sSubPr>
                        <m:ctrlPr>
                          <a:rPr lang="pt-BR" b="0" i="1" smtClean="0">
                            <a:latin typeface="Cambria Math" panose="02040503050406030204" pitchFamily="18" charset="0"/>
                          </a:rPr>
                        </m:ctrlPr>
                      </m:sSubPr>
                      <m:e>
                        <m:r>
                          <a:rPr lang="en-US" i="1" smtClean="0">
                            <a:latin typeface="Cambria Math" panose="02040503050406030204" pitchFamily="18" charset="0"/>
                          </a:rPr>
                          <m:t>𝑚</m:t>
                        </m:r>
                      </m:e>
                      <m:sub>
                        <m:r>
                          <a:rPr lang="en-US" i="1" smtClean="0">
                            <a:latin typeface="Cambria Math" panose="02040503050406030204" pitchFamily="18" charset="0"/>
                          </a:rPr>
                          <m:t>𝑠</m:t>
                        </m:r>
                      </m:sub>
                    </m:sSub>
                    <m:r>
                      <a:rPr lang="en-US" i="1" smtClean="0">
                        <a:latin typeface="Cambria Math" panose="02040503050406030204" pitchFamily="18" charset="0"/>
                      </a:rPr>
                      <m:t> = </m:t>
                    </m:r>
                    <m:sSub>
                      <m:sSubPr>
                        <m:ctrlPr>
                          <a:rPr lang="pt-BR" b="0" i="1" smtClean="0">
                            <a:latin typeface="Cambria Math" panose="02040503050406030204" pitchFamily="18" charset="0"/>
                          </a:rPr>
                        </m:ctrlPr>
                      </m:sSubPr>
                      <m:e>
                        <m:r>
                          <a:rPr lang="en-US" i="1" smtClean="0">
                            <a:latin typeface="Cambria Math" panose="02040503050406030204" pitchFamily="18" charset="0"/>
                          </a:rPr>
                          <m:t>𝑚</m:t>
                        </m:r>
                      </m:e>
                      <m:sub>
                        <m:r>
                          <a:rPr lang="en-US" i="1" smtClean="0">
                            <a:latin typeface="Cambria Math" panose="02040503050406030204" pitchFamily="18" charset="0"/>
                          </a:rPr>
                          <m:t>1</m:t>
                        </m:r>
                      </m:sub>
                    </m:sSub>
                    <m:r>
                      <a:rPr lang="en-US" i="1" smtClean="0">
                        <a:latin typeface="Cambria Math" panose="02040503050406030204" pitchFamily="18" charset="0"/>
                      </a:rPr>
                      <m:t> + 2</m:t>
                    </m:r>
                    <m:sSub>
                      <m:sSubPr>
                        <m:ctrlPr>
                          <a:rPr lang="pt-BR" b="0" i="1" smtClean="0">
                            <a:latin typeface="Cambria Math" panose="02040503050406030204" pitchFamily="18" charset="0"/>
                          </a:rPr>
                        </m:ctrlPr>
                      </m:sSubPr>
                      <m:e>
                        <m:r>
                          <a:rPr lang="en-US" i="1" smtClean="0">
                            <a:latin typeface="Cambria Math" panose="02040503050406030204" pitchFamily="18" charset="0"/>
                          </a:rPr>
                          <m:t>𝑚</m:t>
                        </m:r>
                      </m:e>
                      <m:sub>
                        <m:r>
                          <a:rPr lang="en-US" i="1" smtClean="0">
                            <a:latin typeface="Cambria Math" panose="02040503050406030204" pitchFamily="18" charset="0"/>
                          </a:rPr>
                          <m:t>2</m:t>
                        </m:r>
                      </m:sub>
                    </m:sSub>
                  </m:oMath>
                </a14:m>
                <a:r>
                  <a:rPr lang="en-US"/>
                  <a:t> equivalent currents, </a:t>
                </a:r>
                <a14:m>
                  <m:oMath xmlns:m="http://schemas.openxmlformats.org/officeDocument/2006/math">
                    <m:sSubSup>
                      <m:sSubSupPr>
                        <m:ctrlPr>
                          <a:rPr lang="pt-BR" b="0" i="1" smtClean="0">
                            <a:latin typeface="Cambria Math" panose="02040503050406030204" pitchFamily="18" charset="0"/>
                          </a:rPr>
                        </m:ctrlPr>
                      </m:sSubSupPr>
                      <m:e>
                        <m:r>
                          <a:rPr lang="en-US" i="1" smtClean="0">
                            <a:latin typeface="Cambria Math" panose="02040503050406030204" pitchFamily="18" charset="0"/>
                          </a:rPr>
                          <m:t>𝐽</m:t>
                        </m:r>
                      </m:e>
                      <m:sub>
                        <m:r>
                          <a:rPr lang="en-US" i="1" smtClean="0">
                            <a:latin typeface="Cambria Math" panose="02040503050406030204" pitchFamily="18" charset="0"/>
                          </a:rPr>
                          <m:t>𝑠</m:t>
                        </m:r>
                      </m:sub>
                      <m:sup>
                        <m:r>
                          <a:rPr lang="pt-BR" b="0" i="1" smtClean="0">
                            <a:latin typeface="Cambria Math" panose="02040503050406030204" pitchFamily="18" charset="0"/>
                          </a:rPr>
                          <m:t> </m:t>
                        </m:r>
                      </m:sup>
                    </m:sSubSup>
                  </m:oMath>
                </a14:m>
                <a:r>
                  <a:rPr lang="en-US"/>
                  <a:t> , on each conductor’s boundary, </a:t>
                </a:r>
                <a14:m>
                  <m:oMath xmlns:m="http://schemas.openxmlformats.org/officeDocument/2006/math">
                    <m:r>
                      <a:rPr lang="en-US" i="1" smtClean="0">
                        <a:latin typeface="Cambria Math" panose="02040503050406030204" pitchFamily="18" charset="0"/>
                      </a:rPr>
                      <m:t>𝑐</m:t>
                    </m:r>
                  </m:oMath>
                </a14:m>
                <a:r>
                  <a:rPr lang="en-US"/>
                  <a:t> [6]. </a:t>
                </a:r>
                <a:endParaRPr lang="pt-BR"/>
              </a:p>
            </p:txBody>
          </p:sp>
        </mc:Choice>
        <mc:Fallback xmlns="">
          <p:sp>
            <p:nvSpPr>
              <p:cNvPr id="22" name="CaixaDeTexto 21">
                <a:extLst>
                  <a:ext uri="{FF2B5EF4-FFF2-40B4-BE49-F238E27FC236}">
                    <a16:creationId xmlns:a16="http://schemas.microsoft.com/office/drawing/2014/main" id="{2E681D8B-2D12-8F34-236D-10DDFFEEBD4E}"/>
                  </a:ext>
                </a:extLst>
              </p:cNvPr>
              <p:cNvSpPr txBox="1">
                <a:spLocks noRot="1" noChangeAspect="1" noMove="1" noResize="1" noEditPoints="1" noAdjustHandles="1" noChangeArrowheads="1" noChangeShapeType="1" noTextEdit="1"/>
              </p:cNvSpPr>
              <p:nvPr/>
            </p:nvSpPr>
            <p:spPr>
              <a:xfrm>
                <a:off x="731353" y="4950455"/>
                <a:ext cx="4993419" cy="830997"/>
              </a:xfrm>
              <a:prstGeom prst="rect">
                <a:avLst/>
              </a:prstGeom>
              <a:blipFill>
                <a:blip r:embed="rId8"/>
                <a:stretch>
                  <a:fillRect l="-733" t="-2206" r="-977" b="-8824"/>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B24280F9-EB39-F074-6E63-8C7D3C8875A2}"/>
                  </a:ext>
                </a:extLst>
              </p:cNvPr>
              <p:cNvSpPr txBox="1"/>
              <p:nvPr/>
            </p:nvSpPr>
            <p:spPr>
              <a:xfrm>
                <a:off x="1669375" y="2196375"/>
                <a:ext cx="391326"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𝑝</m:t>
                          </m:r>
                        </m:sub>
                      </m:sSub>
                    </m:oMath>
                  </m:oMathPara>
                </a14:m>
                <a:endParaRPr lang="pt-BR" sz="1400"/>
              </a:p>
            </p:txBody>
          </p:sp>
        </mc:Choice>
        <mc:Fallback xmlns="">
          <p:sp>
            <p:nvSpPr>
              <p:cNvPr id="23" name="CaixaDeTexto 22">
                <a:extLst>
                  <a:ext uri="{FF2B5EF4-FFF2-40B4-BE49-F238E27FC236}">
                    <a16:creationId xmlns:a16="http://schemas.microsoft.com/office/drawing/2014/main" id="{B24280F9-EB39-F074-6E63-8C7D3C8875A2}"/>
                  </a:ext>
                </a:extLst>
              </p:cNvPr>
              <p:cNvSpPr txBox="1">
                <a:spLocks noRot="1" noChangeAspect="1" noMove="1" noResize="1" noEditPoints="1" noAdjustHandles="1" noChangeArrowheads="1" noChangeShapeType="1" noTextEdit="1"/>
              </p:cNvSpPr>
              <p:nvPr/>
            </p:nvSpPr>
            <p:spPr>
              <a:xfrm>
                <a:off x="1669375" y="2196375"/>
                <a:ext cx="391326" cy="324384"/>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90D32FCC-9584-B139-A613-4ABFA69CAFD5}"/>
                  </a:ext>
                </a:extLst>
              </p:cNvPr>
              <p:cNvSpPr txBox="1"/>
              <p:nvPr/>
            </p:nvSpPr>
            <p:spPr>
              <a:xfrm>
                <a:off x="4159466" y="2144310"/>
                <a:ext cx="39049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oMath>
                  </m:oMathPara>
                </a14:m>
                <a:endParaRPr lang="pt-BR" sz="1400"/>
              </a:p>
            </p:txBody>
          </p:sp>
        </mc:Choice>
        <mc:Fallback xmlns="">
          <p:sp>
            <p:nvSpPr>
              <p:cNvPr id="24" name="CaixaDeTexto 23">
                <a:extLst>
                  <a:ext uri="{FF2B5EF4-FFF2-40B4-BE49-F238E27FC236}">
                    <a16:creationId xmlns:a16="http://schemas.microsoft.com/office/drawing/2014/main" id="{90D32FCC-9584-B139-A613-4ABFA69CAFD5}"/>
                  </a:ext>
                </a:extLst>
              </p:cNvPr>
              <p:cNvSpPr txBox="1">
                <a:spLocks noRot="1" noChangeAspect="1" noMove="1" noResize="1" noEditPoints="1" noAdjustHandles="1" noChangeArrowheads="1" noChangeShapeType="1" noTextEdit="1"/>
              </p:cNvSpPr>
              <p:nvPr/>
            </p:nvSpPr>
            <p:spPr>
              <a:xfrm>
                <a:off x="4159466" y="2144310"/>
                <a:ext cx="390492" cy="324384"/>
              </a:xfrm>
              <a:prstGeom prst="rect">
                <a:avLst/>
              </a:prstGeom>
              <a:blipFill>
                <a:blip r:embed="rId1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5" name="CaixaDeTexto 24">
                <a:extLst>
                  <a:ext uri="{FF2B5EF4-FFF2-40B4-BE49-F238E27FC236}">
                    <a16:creationId xmlns:a16="http://schemas.microsoft.com/office/drawing/2014/main" id="{0CB5022C-A688-733F-44D9-60BAA37CE597}"/>
                  </a:ext>
                </a:extLst>
              </p:cNvPr>
              <p:cNvSpPr txBox="1"/>
              <p:nvPr/>
            </p:nvSpPr>
            <p:spPr>
              <a:xfrm>
                <a:off x="4176391" y="2522974"/>
                <a:ext cx="38106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𝑟</m:t>
                          </m:r>
                        </m:sub>
                      </m:sSub>
                    </m:oMath>
                  </m:oMathPara>
                </a14:m>
                <a:endParaRPr lang="pt-BR" sz="1400"/>
              </a:p>
            </p:txBody>
          </p:sp>
        </mc:Choice>
        <mc:Fallback xmlns="">
          <p:sp>
            <p:nvSpPr>
              <p:cNvPr id="25" name="CaixaDeTexto 24">
                <a:extLst>
                  <a:ext uri="{FF2B5EF4-FFF2-40B4-BE49-F238E27FC236}">
                    <a16:creationId xmlns:a16="http://schemas.microsoft.com/office/drawing/2014/main" id="{0CB5022C-A688-733F-44D9-60BAA37CE597}"/>
                  </a:ext>
                </a:extLst>
              </p:cNvPr>
              <p:cNvSpPr txBox="1">
                <a:spLocks noRot="1" noChangeAspect="1" noMove="1" noResize="1" noEditPoints="1" noAdjustHandles="1" noChangeArrowheads="1" noChangeShapeType="1" noTextEdit="1"/>
              </p:cNvSpPr>
              <p:nvPr/>
            </p:nvSpPr>
            <p:spPr>
              <a:xfrm>
                <a:off x="4176391" y="2522974"/>
                <a:ext cx="381066" cy="307777"/>
              </a:xfrm>
              <a:prstGeom prst="rect">
                <a:avLst/>
              </a:prstGeom>
              <a:blipFill>
                <a:blip r:embed="rId11"/>
                <a:stretch>
                  <a:fillRect/>
                </a:stretch>
              </a:blipFill>
            </p:spPr>
            <p:txBody>
              <a:bodyPr/>
              <a:lstStyle/>
              <a:p>
                <a:r>
                  <a:rPr lang="pt-BR">
                    <a:noFill/>
                  </a:rPr>
                  <a:t> </a:t>
                </a:r>
              </a:p>
            </p:txBody>
          </p:sp>
        </mc:Fallback>
      </mc:AlternateContent>
      <p:grpSp>
        <p:nvGrpSpPr>
          <p:cNvPr id="57" name="Agrupar 56">
            <a:extLst>
              <a:ext uri="{FF2B5EF4-FFF2-40B4-BE49-F238E27FC236}">
                <a16:creationId xmlns:a16="http://schemas.microsoft.com/office/drawing/2014/main" id="{1EACEB1E-8569-0ADF-A8AF-4D5D62DB2487}"/>
              </a:ext>
            </a:extLst>
          </p:cNvPr>
          <p:cNvGrpSpPr/>
          <p:nvPr/>
        </p:nvGrpSpPr>
        <p:grpSpPr>
          <a:xfrm>
            <a:off x="2520585" y="2709335"/>
            <a:ext cx="556716" cy="353943"/>
            <a:chOff x="2520585" y="2709335"/>
            <a:chExt cx="556716" cy="353943"/>
          </a:xfrm>
        </p:grpSpPr>
        <p:grpSp>
          <p:nvGrpSpPr>
            <p:cNvPr id="41" name="Agrupar 40">
              <a:extLst>
                <a:ext uri="{FF2B5EF4-FFF2-40B4-BE49-F238E27FC236}">
                  <a16:creationId xmlns:a16="http://schemas.microsoft.com/office/drawing/2014/main" id="{36A261E2-3099-F4AE-050A-E4A3777B8FD3}"/>
                </a:ext>
              </a:extLst>
            </p:cNvPr>
            <p:cNvGrpSpPr/>
            <p:nvPr/>
          </p:nvGrpSpPr>
          <p:grpSpPr>
            <a:xfrm>
              <a:off x="2520585" y="2889662"/>
              <a:ext cx="108012" cy="107290"/>
              <a:chOff x="2999656" y="3825766"/>
              <a:chExt cx="182880" cy="182880"/>
            </a:xfrm>
          </p:grpSpPr>
          <p:sp>
            <p:nvSpPr>
              <p:cNvPr id="35" name="Elipse 34">
                <a:extLst>
                  <a:ext uri="{FF2B5EF4-FFF2-40B4-BE49-F238E27FC236}">
                    <a16:creationId xmlns:a16="http://schemas.microsoft.com/office/drawing/2014/main" id="{14B214F7-A59E-B555-E985-04636425BEAF}"/>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Elipse 39">
                <a:extLst>
                  <a:ext uri="{FF2B5EF4-FFF2-40B4-BE49-F238E27FC236}">
                    <a16:creationId xmlns:a16="http://schemas.microsoft.com/office/drawing/2014/main" id="{9C1A9DD7-93DB-EA3C-A5BE-29A6158F003E}"/>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56" name="CaixaDeTexto 55">
                  <a:extLst>
                    <a:ext uri="{FF2B5EF4-FFF2-40B4-BE49-F238E27FC236}">
                      <a16:creationId xmlns:a16="http://schemas.microsoft.com/office/drawing/2014/main" id="{27B7F45F-0A58-E36F-0CE7-EF69E31D51D3}"/>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oMath>
                    </m:oMathPara>
                  </a14:m>
                  <a:endParaRPr lang="pt-BR" sz="1400"/>
                </a:p>
              </p:txBody>
            </p:sp>
          </mc:Choice>
          <mc:Fallback xmlns="">
            <p:sp>
              <p:nvSpPr>
                <p:cNvPr id="56" name="CaixaDeTexto 55">
                  <a:extLst>
                    <a:ext uri="{FF2B5EF4-FFF2-40B4-BE49-F238E27FC236}">
                      <a16:creationId xmlns:a16="http://schemas.microsoft.com/office/drawing/2014/main" id="{27B7F45F-0A58-E36F-0CE7-EF69E31D51D3}"/>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2"/>
                  <a:stretch>
                    <a:fillRect b="-1695"/>
                  </a:stretch>
                </a:blipFill>
              </p:spPr>
              <p:txBody>
                <a:bodyPr/>
                <a:lstStyle/>
                <a:p>
                  <a:r>
                    <a:rPr lang="pt-BR">
                      <a:noFill/>
                    </a:rPr>
                    <a:t> </a:t>
                  </a:r>
                </a:p>
              </p:txBody>
            </p:sp>
          </mc:Fallback>
        </mc:AlternateContent>
      </p:grpSp>
      <p:grpSp>
        <p:nvGrpSpPr>
          <p:cNvPr id="59" name="Agrupar 58">
            <a:extLst>
              <a:ext uri="{FF2B5EF4-FFF2-40B4-BE49-F238E27FC236}">
                <a16:creationId xmlns:a16="http://schemas.microsoft.com/office/drawing/2014/main" id="{EA77A0B7-2E7F-36CC-53CB-59515E22ED8F}"/>
              </a:ext>
            </a:extLst>
          </p:cNvPr>
          <p:cNvGrpSpPr/>
          <p:nvPr/>
        </p:nvGrpSpPr>
        <p:grpSpPr>
          <a:xfrm>
            <a:off x="4566811" y="3897052"/>
            <a:ext cx="108012" cy="107290"/>
            <a:chOff x="2999656" y="3825766"/>
            <a:chExt cx="182880" cy="182880"/>
          </a:xfrm>
        </p:grpSpPr>
        <p:sp>
          <p:nvSpPr>
            <p:cNvPr id="61" name="Elipse 60">
              <a:extLst>
                <a:ext uri="{FF2B5EF4-FFF2-40B4-BE49-F238E27FC236}">
                  <a16:creationId xmlns:a16="http://schemas.microsoft.com/office/drawing/2014/main" id="{A92396E5-A5D1-1FEA-76A9-E176AE7DEEDB}"/>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 name="Elipse 61">
              <a:extLst>
                <a:ext uri="{FF2B5EF4-FFF2-40B4-BE49-F238E27FC236}">
                  <a16:creationId xmlns:a16="http://schemas.microsoft.com/office/drawing/2014/main" id="{7B3B77B0-4027-F8FB-6DFD-58C96E710B3F}"/>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0" name="CaixaDeTexto 59">
                <a:extLst>
                  <a:ext uri="{FF2B5EF4-FFF2-40B4-BE49-F238E27FC236}">
                    <a16:creationId xmlns:a16="http://schemas.microsoft.com/office/drawing/2014/main" id="{8367181B-B174-7222-9059-AD9CC7B667D9}"/>
                  </a:ext>
                </a:extLst>
              </p:cNvPr>
              <p:cNvSpPr txBox="1"/>
              <p:nvPr/>
            </p:nvSpPr>
            <p:spPr>
              <a:xfrm>
                <a:off x="4319916" y="3515811"/>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𝑟</m:t>
                          </m:r>
                          <m:r>
                            <a:rPr lang="pt-BR" sz="1400" b="0" i="1" smtClean="0">
                              <a:latin typeface="Cambria Math" panose="02040503050406030204" pitchFamily="18" charset="0"/>
                            </a:rPr>
                            <m:t>)</m:t>
                          </m:r>
                        </m:sup>
                      </m:sSubSup>
                    </m:oMath>
                  </m:oMathPara>
                </a14:m>
                <a:endParaRPr lang="pt-BR" sz="1400"/>
              </a:p>
            </p:txBody>
          </p:sp>
        </mc:Choice>
        <mc:Fallback xmlns="">
          <p:sp>
            <p:nvSpPr>
              <p:cNvPr id="60" name="CaixaDeTexto 59">
                <a:extLst>
                  <a:ext uri="{FF2B5EF4-FFF2-40B4-BE49-F238E27FC236}">
                    <a16:creationId xmlns:a16="http://schemas.microsoft.com/office/drawing/2014/main" id="{8367181B-B174-7222-9059-AD9CC7B667D9}"/>
                  </a:ext>
                </a:extLst>
              </p:cNvPr>
              <p:cNvSpPr txBox="1">
                <a:spLocks noRot="1" noChangeAspect="1" noMove="1" noResize="1" noEditPoints="1" noAdjustHandles="1" noChangeArrowheads="1" noChangeShapeType="1" noTextEdit="1"/>
              </p:cNvSpPr>
              <p:nvPr/>
            </p:nvSpPr>
            <p:spPr>
              <a:xfrm>
                <a:off x="4319916" y="3515811"/>
                <a:ext cx="493790" cy="353943"/>
              </a:xfrm>
              <a:prstGeom prst="rect">
                <a:avLst/>
              </a:prstGeom>
              <a:blipFill>
                <a:blip r:embed="rId13"/>
                <a:stretch>
                  <a:fillRect b="-3448"/>
                </a:stretch>
              </a:blipFill>
            </p:spPr>
            <p:txBody>
              <a:bodyPr/>
              <a:lstStyle/>
              <a:p>
                <a:r>
                  <a:rPr lang="pt-BR">
                    <a:noFill/>
                  </a:rPr>
                  <a:t> </a:t>
                </a:r>
              </a:p>
            </p:txBody>
          </p:sp>
        </mc:Fallback>
      </mc:AlternateContent>
      <p:grpSp>
        <p:nvGrpSpPr>
          <p:cNvPr id="64" name="Agrupar 63">
            <a:extLst>
              <a:ext uri="{FF2B5EF4-FFF2-40B4-BE49-F238E27FC236}">
                <a16:creationId xmlns:a16="http://schemas.microsoft.com/office/drawing/2014/main" id="{20ED0C21-A564-8B2B-7F3E-561F7B10F9B6}"/>
              </a:ext>
            </a:extLst>
          </p:cNvPr>
          <p:cNvGrpSpPr/>
          <p:nvPr/>
        </p:nvGrpSpPr>
        <p:grpSpPr>
          <a:xfrm>
            <a:off x="5177204" y="3186036"/>
            <a:ext cx="556716" cy="353943"/>
            <a:chOff x="2520585" y="2709335"/>
            <a:chExt cx="556716" cy="353943"/>
          </a:xfrm>
        </p:grpSpPr>
        <p:grpSp>
          <p:nvGrpSpPr>
            <p:cNvPr id="65" name="Agrupar 64">
              <a:extLst>
                <a:ext uri="{FF2B5EF4-FFF2-40B4-BE49-F238E27FC236}">
                  <a16:creationId xmlns:a16="http://schemas.microsoft.com/office/drawing/2014/main" id="{3FCAB255-2CBA-DE91-7761-95CF02D95D33}"/>
                </a:ext>
              </a:extLst>
            </p:cNvPr>
            <p:cNvGrpSpPr/>
            <p:nvPr/>
          </p:nvGrpSpPr>
          <p:grpSpPr>
            <a:xfrm>
              <a:off x="2520585" y="2889662"/>
              <a:ext cx="108012" cy="107290"/>
              <a:chOff x="2999656" y="3825766"/>
              <a:chExt cx="182880" cy="182880"/>
            </a:xfrm>
          </p:grpSpPr>
          <p:sp>
            <p:nvSpPr>
              <p:cNvPr id="67" name="Elipse 66">
                <a:extLst>
                  <a:ext uri="{FF2B5EF4-FFF2-40B4-BE49-F238E27FC236}">
                    <a16:creationId xmlns:a16="http://schemas.microsoft.com/office/drawing/2014/main" id="{05E59004-D7D4-347B-AB8C-B21BE4DD3485}"/>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8" name="Elipse 67">
                <a:extLst>
                  <a:ext uri="{FF2B5EF4-FFF2-40B4-BE49-F238E27FC236}">
                    <a16:creationId xmlns:a16="http://schemas.microsoft.com/office/drawing/2014/main" id="{71F265C2-8540-8CE3-9E21-D95BF119043A}"/>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6" name="CaixaDeTexto 65">
                  <a:extLst>
                    <a:ext uri="{FF2B5EF4-FFF2-40B4-BE49-F238E27FC236}">
                      <a16:creationId xmlns:a16="http://schemas.microsoft.com/office/drawing/2014/main" id="{103A5FD8-1C86-1CCC-FA77-7168A55B09CC}"/>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𝑞</m:t>
                            </m:r>
                            <m:r>
                              <a:rPr lang="pt-BR" sz="1400" b="0" i="1" smtClean="0">
                                <a:latin typeface="Cambria Math" panose="02040503050406030204" pitchFamily="18" charset="0"/>
                              </a:rPr>
                              <m:t>)</m:t>
                            </m:r>
                          </m:sup>
                        </m:sSubSup>
                      </m:oMath>
                    </m:oMathPara>
                  </a14:m>
                  <a:endParaRPr lang="pt-BR" sz="1400"/>
                </a:p>
              </p:txBody>
            </p:sp>
          </mc:Choice>
          <mc:Fallback xmlns="">
            <p:sp>
              <p:nvSpPr>
                <p:cNvPr id="66" name="CaixaDeTexto 65">
                  <a:extLst>
                    <a:ext uri="{FF2B5EF4-FFF2-40B4-BE49-F238E27FC236}">
                      <a16:creationId xmlns:a16="http://schemas.microsoft.com/office/drawing/2014/main" id="{103A5FD8-1C86-1CCC-FA77-7168A55B09CC}"/>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4"/>
                  <a:stretch>
                    <a:fillRect b="-3448"/>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73" name="CaixaDeTexto 72">
                <a:extLst>
                  <a:ext uri="{FF2B5EF4-FFF2-40B4-BE49-F238E27FC236}">
                    <a16:creationId xmlns:a16="http://schemas.microsoft.com/office/drawing/2014/main" id="{65843819-16A7-23E6-11AF-74F186A3000C}"/>
                  </a:ext>
                </a:extLst>
              </p:cNvPr>
              <p:cNvSpPr txBox="1"/>
              <p:nvPr/>
            </p:nvSpPr>
            <p:spPr>
              <a:xfrm>
                <a:off x="6104769" y="3429000"/>
                <a:ext cx="5221288" cy="868956"/>
              </a:xfrm>
              <a:prstGeom prst="rect">
                <a:avLst/>
              </a:prstGeom>
              <a:noFill/>
            </p:spPr>
            <p:txBody>
              <a:bodyPr wrap="square">
                <a:spAutoFit/>
              </a:bodyPr>
              <a:lstStyle>
                <a:defPPr>
                  <a:defRPr lang="pt-BR"/>
                </a:defPPr>
                <a:lvl1pPr>
                  <a:defRPr sz="1600"/>
                </a:lvl1pPr>
              </a:lstStyle>
              <a:p>
                <a14:m>
                  <m:oMath xmlns:m="http://schemas.openxmlformats.org/officeDocument/2006/math">
                    <m:sSub>
                      <m:sSubPr>
                        <m:ctrlPr>
                          <a:rPr lang="pt-BR" b="0" i="1" smtClean="0">
                            <a:latin typeface="Cambria Math" panose="02040503050406030204" pitchFamily="18" charset="0"/>
                          </a:rPr>
                        </m:ctrlPr>
                      </m:sSubPr>
                      <m:e>
                        <m:r>
                          <a:rPr lang="en-US" i="1" smtClean="0">
                            <a:latin typeface="Cambria Math" panose="02040503050406030204" pitchFamily="18" charset="0"/>
                          </a:rPr>
                          <m:t>𝑁</m:t>
                        </m:r>
                      </m:e>
                      <m:sub>
                        <m:r>
                          <a:rPr lang="en-US" i="1" smtClean="0">
                            <a:latin typeface="Cambria Math" panose="02040503050406030204" pitchFamily="18" charset="0"/>
                          </a:rPr>
                          <m:t>𝑝</m:t>
                        </m:r>
                      </m:sub>
                    </m:sSub>
                  </m:oMath>
                </a14:m>
                <a:r>
                  <a:rPr lang="en-US"/>
                  <a:t> governs the accuracy of the field representation inside the conductor. </a:t>
                </a:r>
                <a:r>
                  <a:rPr lang="en-US" b="1"/>
                  <a:t>By setting </a:t>
                </a:r>
                <a14:m>
                  <m:oMath xmlns:m="http://schemas.openxmlformats.org/officeDocument/2006/math">
                    <m:sSub>
                      <m:sSubPr>
                        <m:ctrlPr>
                          <a:rPr lang="pt-BR" b="1" i="1" smtClean="0">
                            <a:latin typeface="Cambria Math" panose="02040503050406030204" pitchFamily="18" charset="0"/>
                          </a:rPr>
                        </m:ctrlPr>
                      </m:sSubPr>
                      <m:e>
                        <m:r>
                          <a:rPr lang="en-US" b="1" i="1" smtClean="0">
                            <a:latin typeface="Cambria Math" panose="02040503050406030204" pitchFamily="18" charset="0"/>
                          </a:rPr>
                          <m:t>𝑵</m:t>
                        </m:r>
                      </m:e>
                      <m:sub>
                        <m:r>
                          <a:rPr lang="en-US" b="1" i="1" smtClean="0">
                            <a:latin typeface="Cambria Math" panose="02040503050406030204" pitchFamily="18" charset="0"/>
                          </a:rPr>
                          <m:t>𝒑</m:t>
                        </m:r>
                      </m:sub>
                    </m:sSub>
                    <m:r>
                      <a:rPr lang="en-US" b="1" i="1" smtClean="0">
                        <a:latin typeface="Cambria Math" panose="02040503050406030204" pitchFamily="18" charset="0"/>
                      </a:rPr>
                      <m:t> = </m:t>
                    </m:r>
                    <m:r>
                      <a:rPr lang="en-US" b="1" i="1" smtClean="0">
                        <a:latin typeface="Cambria Math" panose="02040503050406030204" pitchFamily="18" charset="0"/>
                      </a:rPr>
                      <m:t>𝟎</m:t>
                    </m:r>
                  </m:oMath>
                </a14:m>
                <a:r>
                  <a:rPr lang="en-US" b="1"/>
                  <a:t>, the electric field is assumed to be circularly-symmetric [6].</a:t>
                </a:r>
                <a:endParaRPr lang="pt-BR" b="1"/>
              </a:p>
            </p:txBody>
          </p:sp>
        </mc:Choice>
        <mc:Fallback xmlns="">
          <p:sp>
            <p:nvSpPr>
              <p:cNvPr id="73" name="CaixaDeTexto 72">
                <a:extLst>
                  <a:ext uri="{FF2B5EF4-FFF2-40B4-BE49-F238E27FC236}">
                    <a16:creationId xmlns:a16="http://schemas.microsoft.com/office/drawing/2014/main" id="{65843819-16A7-23E6-11AF-74F186A3000C}"/>
                  </a:ext>
                </a:extLst>
              </p:cNvPr>
              <p:cNvSpPr txBox="1">
                <a:spLocks noRot="1" noChangeAspect="1" noMove="1" noResize="1" noEditPoints="1" noAdjustHandles="1" noChangeArrowheads="1" noChangeShapeType="1" noTextEdit="1"/>
              </p:cNvSpPr>
              <p:nvPr/>
            </p:nvSpPr>
            <p:spPr>
              <a:xfrm>
                <a:off x="6104769" y="3429000"/>
                <a:ext cx="5221288" cy="868956"/>
              </a:xfrm>
              <a:prstGeom prst="rect">
                <a:avLst/>
              </a:prstGeom>
              <a:blipFill>
                <a:blip r:embed="rId17"/>
                <a:stretch>
                  <a:fillRect l="-583" t="-1408" r="-700" b="-774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4" name="CaixaDeTexto 73">
                <a:extLst>
                  <a:ext uri="{FF2B5EF4-FFF2-40B4-BE49-F238E27FC236}">
                    <a16:creationId xmlns:a16="http://schemas.microsoft.com/office/drawing/2014/main" id="{70751F3A-EE5D-6903-6D46-1FBEB1F8DE30}"/>
                  </a:ext>
                </a:extLst>
              </p:cNvPr>
              <p:cNvSpPr txBox="1"/>
              <p:nvPr/>
            </p:nvSpPr>
            <p:spPr>
              <a:xfrm>
                <a:off x="6096000" y="4469458"/>
                <a:ext cx="5221288" cy="637610"/>
              </a:xfrm>
              <a:prstGeom prst="rect">
                <a:avLst/>
              </a:prstGeom>
              <a:noFill/>
            </p:spPr>
            <p:txBody>
              <a:bodyPr wrap="square">
                <a:spAutoFit/>
              </a:bodyPr>
              <a:lstStyle>
                <a:defPPr>
                  <a:defRPr lang="pt-BR"/>
                </a:defPPr>
                <a:lvl1pPr>
                  <a:defRPr sz="1600"/>
                </a:lvl1pPr>
              </a:lstStyle>
              <a:p>
                <a:r>
                  <a:rPr lang="en-US"/>
                  <a:t>Fourier coefficients </a:t>
                </a:r>
                <a14:m>
                  <m:oMath xmlns:m="http://schemas.openxmlformats.org/officeDocument/2006/math">
                    <m:sSubSup>
                      <m:sSubSupPr>
                        <m:ctrlPr>
                          <a:rPr lang="pt-BR" b="0" i="1" smtClean="0">
                            <a:latin typeface="Cambria Math" panose="02040503050406030204" pitchFamily="18" charset="0"/>
                          </a:rPr>
                        </m:ctrlPr>
                      </m:sSubSupPr>
                      <m:e>
                        <m:r>
                          <a:rPr lang="en-US" i="1" smtClean="0">
                            <a:latin typeface="Cambria Math" panose="02040503050406030204" pitchFamily="18" charset="0"/>
                          </a:rPr>
                          <m:t>𝐸</m:t>
                        </m:r>
                      </m:e>
                      <m:sub>
                        <m:r>
                          <a:rPr lang="en-US" i="1" smtClean="0">
                            <a:latin typeface="Cambria Math" panose="02040503050406030204" pitchFamily="18" charset="0"/>
                          </a:rPr>
                          <m:t>𝑛</m:t>
                        </m:r>
                      </m:sub>
                      <m:sup>
                        <m:r>
                          <a:rPr lang="pt-BR" b="0" i="1" smtClean="0">
                            <a:latin typeface="Cambria Math" panose="02040503050406030204" pitchFamily="18" charset="0"/>
                          </a:rPr>
                          <m:t>(</m:t>
                        </m:r>
                        <m:r>
                          <a:rPr lang="en-US" i="1" smtClean="0">
                            <a:latin typeface="Cambria Math" panose="02040503050406030204" pitchFamily="18" charset="0"/>
                          </a:rPr>
                          <m:t>𝑝</m:t>
                        </m:r>
                        <m:r>
                          <a:rPr lang="pt-BR" b="0" i="1" smtClean="0">
                            <a:latin typeface="Cambria Math" panose="02040503050406030204" pitchFamily="18" charset="0"/>
                          </a:rPr>
                          <m:t>)</m:t>
                        </m:r>
                      </m:sup>
                    </m:sSubSup>
                  </m:oMath>
                </a14:m>
                <a:r>
                  <a:rPr lang="en-US"/>
                  <a:t> are one of the unknown variables in the MoM-SO formulation.</a:t>
                </a:r>
                <a:endParaRPr lang="pt-BR"/>
              </a:p>
            </p:txBody>
          </p:sp>
        </mc:Choice>
        <mc:Fallback xmlns="">
          <p:sp>
            <p:nvSpPr>
              <p:cNvPr id="74" name="CaixaDeTexto 73">
                <a:extLst>
                  <a:ext uri="{FF2B5EF4-FFF2-40B4-BE49-F238E27FC236}">
                    <a16:creationId xmlns:a16="http://schemas.microsoft.com/office/drawing/2014/main" id="{70751F3A-EE5D-6903-6D46-1FBEB1F8DE30}"/>
                  </a:ext>
                </a:extLst>
              </p:cNvPr>
              <p:cNvSpPr txBox="1">
                <a:spLocks noRot="1" noChangeAspect="1" noMove="1" noResize="1" noEditPoints="1" noAdjustHandles="1" noChangeArrowheads="1" noChangeShapeType="1" noTextEdit="1"/>
              </p:cNvSpPr>
              <p:nvPr/>
            </p:nvSpPr>
            <p:spPr>
              <a:xfrm>
                <a:off x="6096000" y="4469458"/>
                <a:ext cx="5221288" cy="637610"/>
              </a:xfrm>
              <a:prstGeom prst="rect">
                <a:avLst/>
              </a:prstGeom>
              <a:blipFill>
                <a:blip r:embed="rId18"/>
                <a:stretch>
                  <a:fillRect l="-583" r="-1050" b="-10476"/>
                </a:stretch>
              </a:blipFill>
            </p:spPr>
            <p:txBody>
              <a:bodyPr/>
              <a:lstStyle/>
              <a:p>
                <a:r>
                  <a:rPr lang="pt-BR">
                    <a:noFill/>
                  </a:rPr>
                  <a:t> </a:t>
                </a:r>
              </a:p>
            </p:txBody>
          </p:sp>
        </mc:Fallback>
      </mc:AlternateContent>
      <p:sp>
        <p:nvSpPr>
          <p:cNvPr id="2" name="CaixaDeTexto 1">
            <a:extLst>
              <a:ext uri="{FF2B5EF4-FFF2-40B4-BE49-F238E27FC236}">
                <a16:creationId xmlns:a16="http://schemas.microsoft.com/office/drawing/2014/main" id="{43A3EB4B-C1A8-CA44-591C-51AD97978378}"/>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p:grpSp>
        <p:nvGrpSpPr>
          <p:cNvPr id="5" name="Agrupar 4">
            <a:extLst>
              <a:ext uri="{FF2B5EF4-FFF2-40B4-BE49-F238E27FC236}">
                <a16:creationId xmlns:a16="http://schemas.microsoft.com/office/drawing/2014/main" id="{79D4B713-C5F6-2AFB-BF91-54C14844767A}"/>
              </a:ext>
            </a:extLst>
          </p:cNvPr>
          <p:cNvGrpSpPr/>
          <p:nvPr/>
        </p:nvGrpSpPr>
        <p:grpSpPr>
          <a:xfrm>
            <a:off x="6096000" y="1412776"/>
            <a:ext cx="5559618" cy="1800200"/>
            <a:chOff x="6096000" y="1412776"/>
            <a:chExt cx="5559618" cy="1800200"/>
          </a:xfrm>
        </p:grpSpPr>
        <mc:AlternateContent xmlns:mc="http://schemas.openxmlformats.org/markup-compatibility/2006" xmlns:a14="http://schemas.microsoft.com/office/drawing/2010/main">
          <mc:Choice Requires="a14">
            <p:sp>
              <p:nvSpPr>
                <p:cNvPr id="69" name="CaixaDeTexto 68">
                  <a:extLst>
                    <a:ext uri="{FF2B5EF4-FFF2-40B4-BE49-F238E27FC236}">
                      <a16:creationId xmlns:a16="http://schemas.microsoft.com/office/drawing/2014/main" id="{FC60B356-1ADE-381F-211A-58EAAC72A0C0}"/>
                    </a:ext>
                  </a:extLst>
                </p:cNvPr>
                <p:cNvSpPr txBox="1"/>
                <p:nvPr/>
              </p:nvSpPr>
              <p:spPr>
                <a:xfrm>
                  <a:off x="6096000" y="1412776"/>
                  <a:ext cx="5221288" cy="849976"/>
                </a:xfrm>
                <a:prstGeom prst="rect">
                  <a:avLst/>
                </a:prstGeom>
                <a:noFill/>
              </p:spPr>
              <p:txBody>
                <a:bodyPr wrap="square">
                  <a:spAutoFit/>
                </a:bodyPr>
                <a:lstStyle>
                  <a:defPPr>
                    <a:defRPr lang="pt-BR"/>
                  </a:defPPr>
                  <a:lvl1pPr>
                    <a:defRPr sz="1600"/>
                  </a:lvl1pPr>
                </a:lstStyle>
                <a:p>
                  <a:r>
                    <a:rPr lang="en-US"/>
                    <a:t>The longitudinal electric field on the boundary of the conductors, </a:t>
                  </a:r>
                  <a14:m>
                    <m:oMath xmlns:m="http://schemas.openxmlformats.org/officeDocument/2006/math">
                      <m:sSubSup>
                        <m:sSubSupPr>
                          <m:ctrlPr>
                            <a:rPr lang="pt-BR" b="0" i="1" smtClean="0">
                              <a:latin typeface="Cambria Math" panose="02040503050406030204" pitchFamily="18" charset="0"/>
                            </a:rPr>
                          </m:ctrlPr>
                        </m:sSubSupPr>
                        <m:e>
                          <m:r>
                            <m:rPr>
                              <m:sty m:val="p"/>
                            </m:rPr>
                            <a:rPr lang="pt-BR" b="0" i="0" smtClean="0">
                              <a:latin typeface="Cambria Math" panose="02040503050406030204" pitchFamily="18" charset="0"/>
                            </a:rPr>
                            <m:t>E</m:t>
                          </m:r>
                        </m:e>
                        <m:sub>
                          <m:r>
                            <m:rPr>
                              <m:sty m:val="p"/>
                            </m:rPr>
                            <a:rPr lang="pt-BR" b="0" i="0" smtClean="0">
                              <a:latin typeface="Cambria Math" panose="02040503050406030204" pitchFamily="18" charset="0"/>
                            </a:rPr>
                            <m:t>z</m:t>
                          </m:r>
                        </m:sub>
                        <m:sup>
                          <m:r>
                            <a:rPr lang="pt-BR" b="0" i="1" smtClean="0">
                              <a:latin typeface="Cambria Math" panose="02040503050406030204" pitchFamily="18" charset="0"/>
                            </a:rPr>
                            <m:t> </m:t>
                          </m:r>
                        </m:sup>
                      </m:sSubSup>
                      <m:r>
                        <a:rPr lang="pt-BR" b="0" i="1" smtClean="0">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𝜃</m:t>
                          </m:r>
                        </m:e>
                        <m:sub>
                          <m:r>
                            <a:rPr lang="pt-BR" i="1">
                              <a:latin typeface="Cambria Math" panose="02040503050406030204" pitchFamily="18" charset="0"/>
                            </a:rPr>
                            <m:t>𝑝</m:t>
                          </m:r>
                        </m:sub>
                      </m:sSub>
                      <m:r>
                        <a:rPr lang="pt-BR" i="1">
                          <a:latin typeface="Cambria Math" panose="02040503050406030204" pitchFamily="18" charset="0"/>
                        </a:rPr>
                        <m:t>)</m:t>
                      </m:r>
                    </m:oMath>
                  </a14:m>
                  <a:r>
                    <a:rPr lang="en-US"/>
                    <a:t>, can be expand by a truncated Fourier series [7]</a:t>
                  </a:r>
                  <a:r>
                    <a:rPr lang="pt-BR"/>
                    <a:t>:</a:t>
                  </a:r>
                </a:p>
              </p:txBody>
            </p:sp>
          </mc:Choice>
          <mc:Fallback xmlns="">
            <p:sp>
              <p:nvSpPr>
                <p:cNvPr id="69" name="CaixaDeTexto 68">
                  <a:extLst>
                    <a:ext uri="{FF2B5EF4-FFF2-40B4-BE49-F238E27FC236}">
                      <a16:creationId xmlns:a16="http://schemas.microsoft.com/office/drawing/2014/main" id="{FC60B356-1ADE-381F-211A-58EAAC72A0C0}"/>
                    </a:ext>
                  </a:extLst>
                </p:cNvPr>
                <p:cNvSpPr txBox="1">
                  <a:spLocks noRot="1" noChangeAspect="1" noMove="1" noResize="1" noEditPoints="1" noAdjustHandles="1" noChangeArrowheads="1" noChangeShapeType="1" noTextEdit="1"/>
                </p:cNvSpPr>
                <p:nvPr/>
              </p:nvSpPr>
              <p:spPr>
                <a:xfrm>
                  <a:off x="6096000" y="1412776"/>
                  <a:ext cx="5221288" cy="849976"/>
                </a:xfrm>
                <a:prstGeom prst="rect">
                  <a:avLst/>
                </a:prstGeom>
                <a:blipFill>
                  <a:blip r:embed="rId19"/>
                  <a:stretch>
                    <a:fillRect l="-583" t="-2158" b="-863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2" name="CaixaDeTexto 71">
                  <a:extLst>
                    <a:ext uri="{FF2B5EF4-FFF2-40B4-BE49-F238E27FC236}">
                      <a16:creationId xmlns:a16="http://schemas.microsoft.com/office/drawing/2014/main" id="{2B2252D7-BDB0-0800-4153-D51498FB71FE}"/>
                    </a:ext>
                  </a:extLst>
                </p:cNvPr>
                <p:cNvSpPr txBox="1"/>
                <p:nvPr/>
              </p:nvSpPr>
              <p:spPr>
                <a:xfrm>
                  <a:off x="6106273" y="2354215"/>
                  <a:ext cx="5190639" cy="858761"/>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b="0" i="1" smtClean="0">
                                <a:latin typeface="Cambria Math" panose="02040503050406030204" pitchFamily="18" charset="0"/>
                              </a:rPr>
                            </m:ctrlPr>
                          </m:sSubSupPr>
                          <m:e>
                            <m:r>
                              <m:rPr>
                                <m:sty m:val="p"/>
                              </m:rPr>
                              <a:rPr lang="pt-BR" b="0" i="0" smtClean="0">
                                <a:latin typeface="Cambria Math" panose="02040503050406030204" pitchFamily="18" charset="0"/>
                              </a:rPr>
                              <m:t>E</m:t>
                            </m:r>
                          </m:e>
                          <m:sub>
                            <m:r>
                              <m:rPr>
                                <m:sty m:val="p"/>
                              </m:rPr>
                              <a:rPr lang="pt-BR" b="0" i="0" smtClean="0">
                                <a:latin typeface="Cambria Math" panose="02040503050406030204" pitchFamily="18" charset="0"/>
                              </a:rPr>
                              <m:t>z</m:t>
                            </m:r>
                          </m:sub>
                          <m:sup>
                            <m:d>
                              <m:dPr>
                                <m:ctrlPr>
                                  <a:rPr lang="pt-BR" b="0" i="1" smtClean="0">
                                    <a:latin typeface="Cambria Math" panose="02040503050406030204" pitchFamily="18" charset="0"/>
                                  </a:rPr>
                                </m:ctrlPr>
                              </m:dPr>
                              <m:e>
                                <m:r>
                                  <a:rPr lang="pt-BR" b="0" i="1" smtClean="0">
                                    <a:latin typeface="Cambria Math" panose="02040503050406030204" pitchFamily="18" charset="0"/>
                                  </a:rPr>
                                  <m:t>𝑝</m:t>
                                </m:r>
                              </m:e>
                            </m:d>
                          </m:sup>
                        </m:sSubSup>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𝜃</m:t>
                            </m:r>
                          </m:e>
                          <m:sub>
                            <m:r>
                              <a:rPr lang="pt-BR" b="0" i="1" smtClean="0">
                                <a:latin typeface="Cambria Math" panose="02040503050406030204" pitchFamily="18" charset="0"/>
                              </a:rPr>
                              <m:t>𝑝</m:t>
                            </m:r>
                          </m:sub>
                        </m:sSub>
                        <m:r>
                          <a:rPr lang="pt-BR" b="0" i="1" smtClean="0">
                            <a:latin typeface="Cambria Math" panose="02040503050406030204" pitchFamily="18" charset="0"/>
                          </a:rPr>
                          <m:t>)</m:t>
                        </m:r>
                        <m:r>
                          <a:rPr lang="pt-BR" b="0">
                            <a:latin typeface="Cambria Math" panose="02040503050406030204" pitchFamily="18" charset="0"/>
                          </a:rPr>
                          <m:t>=</m:t>
                        </m:r>
                        <m:nary>
                          <m:naryPr>
                            <m:chr m:val="∑"/>
                            <m:ctrlPr>
                              <a:rPr lang="pt-BR" b="0" i="1" smtClean="0">
                                <a:latin typeface="Cambria Math" panose="02040503050406030204" pitchFamily="18" charset="0"/>
                              </a:rPr>
                            </m:ctrlPr>
                          </m:naryPr>
                          <m:sub>
                            <m:r>
                              <m:rPr>
                                <m:brk m:alnAt="23"/>
                              </m:rPr>
                              <a:rPr lang="pt-BR" b="0" i="1" smtClean="0">
                                <a:latin typeface="Cambria Math" panose="02040503050406030204" pitchFamily="18" charset="0"/>
                              </a:rPr>
                              <m:t>𝑛</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m:rPr>
                                    <m:brk m:alnAt="23"/>
                                  </m:rPr>
                                  <a:rPr lang="pt-BR" b="0" i="1" smtClean="0">
                                    <a:latin typeface="Cambria Math" panose="02040503050406030204" pitchFamily="18" charset="0"/>
                                  </a:rPr>
                                  <m:t>𝑁</m:t>
                                </m:r>
                              </m:e>
                              <m:sub>
                                <m:r>
                                  <m:rPr>
                                    <m:brk m:alnAt="23"/>
                                  </m:rPr>
                                  <a:rPr lang="pt-BR" b="0" i="1" smtClean="0">
                                    <a:latin typeface="Cambria Math" panose="02040503050406030204" pitchFamily="18" charset="0"/>
                                  </a:rPr>
                                  <m:t>𝑝</m:t>
                                </m:r>
                              </m:sub>
                            </m:sSub>
                          </m:sub>
                          <m:sup>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m:rPr>
                                    <m:brk m:alnAt="23"/>
                                  </m:rPr>
                                  <a:rPr lang="pt-BR" i="1">
                                    <a:latin typeface="Cambria Math" panose="02040503050406030204" pitchFamily="18" charset="0"/>
                                  </a:rPr>
                                  <m:t>𝑝</m:t>
                                </m:r>
                              </m:sub>
                            </m:sSub>
                          </m:sup>
                          <m:e>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𝐸</m:t>
                                </m:r>
                              </m:e>
                              <m:sub>
                                <m:r>
                                  <a:rPr lang="pt-BR" b="0" i="1" smtClean="0">
                                    <a:latin typeface="Cambria Math" panose="02040503050406030204" pitchFamily="18" charset="0"/>
                                  </a:rPr>
                                  <m:t>𝑛</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bSup>
                            <m:sSup>
                              <m:sSupPr>
                                <m:ctrlPr>
                                  <a:rPr lang="pt-BR" b="0" i="1" smtClean="0">
                                    <a:latin typeface="Cambria Math" panose="02040503050406030204" pitchFamily="18" charset="0"/>
                                  </a:rPr>
                                </m:ctrlPr>
                              </m:sSupPr>
                              <m:e>
                                <m:r>
                                  <a:rPr lang="pt-BR" b="0" i="1" smtClean="0">
                                    <a:latin typeface="Cambria Math" panose="02040503050406030204" pitchFamily="18" charset="0"/>
                                  </a:rPr>
                                  <m:t>𝑒</m:t>
                                </m:r>
                              </m:e>
                              <m:sup>
                                <m:r>
                                  <a:rPr lang="pt-BR" b="0" i="1" smtClean="0">
                                    <a:latin typeface="Cambria Math" panose="02040503050406030204" pitchFamily="18" charset="0"/>
                                  </a:rPr>
                                  <m:t>𝑗𝑛</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𝜃</m:t>
                                    </m:r>
                                  </m:e>
                                  <m:sub>
                                    <m:r>
                                      <a:rPr lang="pt-BR" b="0" i="1" smtClean="0">
                                        <a:latin typeface="Cambria Math" panose="02040503050406030204" pitchFamily="18" charset="0"/>
                                      </a:rPr>
                                      <m:t>𝑝</m:t>
                                    </m:r>
                                  </m:sub>
                                </m:sSub>
                              </m:sup>
                            </m:sSup>
                          </m:e>
                        </m:nary>
                      </m:oMath>
                    </m:oMathPara>
                  </a14:m>
                  <a:endParaRPr lang="en-US"/>
                </a:p>
              </p:txBody>
            </p:sp>
          </mc:Choice>
          <mc:Fallback xmlns="">
            <p:sp>
              <p:nvSpPr>
                <p:cNvPr id="72" name="CaixaDeTexto 71">
                  <a:extLst>
                    <a:ext uri="{FF2B5EF4-FFF2-40B4-BE49-F238E27FC236}">
                      <a16:creationId xmlns:a16="http://schemas.microsoft.com/office/drawing/2014/main" id="{2B2252D7-BDB0-0800-4153-D51498FB71FE}"/>
                    </a:ext>
                  </a:extLst>
                </p:cNvPr>
                <p:cNvSpPr txBox="1">
                  <a:spLocks noRot="1" noChangeAspect="1" noMove="1" noResize="1" noEditPoints="1" noAdjustHandles="1" noChangeArrowheads="1" noChangeShapeType="1" noTextEdit="1"/>
                </p:cNvSpPr>
                <p:nvPr/>
              </p:nvSpPr>
              <p:spPr>
                <a:xfrm>
                  <a:off x="6106273" y="2354215"/>
                  <a:ext cx="5190639" cy="858761"/>
                </a:xfrm>
                <a:prstGeom prst="rect">
                  <a:avLst/>
                </a:prstGeom>
                <a:blipFill>
                  <a:blip r:embed="rId2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FCD853C1-2A6A-7471-70BB-99A945358877}"/>
                    </a:ext>
                  </a:extLst>
                </p:cNvPr>
                <p:cNvSpPr txBox="1"/>
                <p:nvPr/>
              </p:nvSpPr>
              <p:spPr>
                <a:xfrm>
                  <a:off x="11187566" y="2655984"/>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2)</m:t>
                        </m:r>
                      </m:oMath>
                    </m:oMathPara>
                  </a14:m>
                  <a:endParaRPr lang="en-US" sz="1200"/>
                </a:p>
              </p:txBody>
            </p:sp>
          </mc:Choice>
          <mc:Fallback xmlns="">
            <p:sp>
              <p:nvSpPr>
                <p:cNvPr id="3" name="CaixaDeTexto 2">
                  <a:extLst>
                    <a:ext uri="{FF2B5EF4-FFF2-40B4-BE49-F238E27FC236}">
                      <a16:creationId xmlns:a16="http://schemas.microsoft.com/office/drawing/2014/main" id="{FCD853C1-2A6A-7471-70BB-99A945358877}"/>
                    </a:ext>
                  </a:extLst>
                </p:cNvPr>
                <p:cNvSpPr txBox="1">
                  <a:spLocks noRot="1" noChangeAspect="1" noMove="1" noResize="1" noEditPoints="1" noAdjustHandles="1" noChangeArrowheads="1" noChangeShapeType="1" noTextEdit="1"/>
                </p:cNvSpPr>
                <p:nvPr/>
              </p:nvSpPr>
              <p:spPr>
                <a:xfrm>
                  <a:off x="11187566" y="2655984"/>
                  <a:ext cx="468052" cy="276999"/>
                </a:xfrm>
                <a:prstGeom prst="rect">
                  <a:avLst/>
                </a:prstGeom>
                <a:blipFill>
                  <a:blip r:embed="rId21"/>
                  <a:stretch>
                    <a:fillRect b="-8889"/>
                  </a:stretch>
                </a:blipFill>
              </p:spPr>
              <p:txBody>
                <a:bodyPr/>
                <a:lstStyle/>
                <a:p>
                  <a:r>
                    <a:rPr lang="pt-BR">
                      <a:noFill/>
                    </a:rPr>
                    <a:t> </a:t>
                  </a:r>
                </a:p>
              </p:txBody>
            </p:sp>
          </mc:Fallback>
        </mc:AlternateContent>
      </p:grpSp>
    </p:spTree>
    <p:extLst>
      <p:ext uri="{BB962C8B-B14F-4D97-AF65-F5344CB8AC3E}">
        <p14:creationId xmlns:p14="http://schemas.microsoft.com/office/powerpoint/2010/main" val="1630422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P spid="7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9</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Surface Admittance Operator of the MTL</a:t>
            </a:r>
          </a:p>
        </p:txBody>
      </p:sp>
      <p:sp>
        <p:nvSpPr>
          <p:cNvPr id="14" name="Elipse 13">
            <a:extLst>
              <a:ext uri="{FF2B5EF4-FFF2-40B4-BE49-F238E27FC236}">
                <a16:creationId xmlns:a16="http://schemas.microsoft.com/office/drawing/2014/main" id="{94D5144B-E0E6-8D48-55E3-0B5A16C49B15}"/>
              </a:ext>
            </a:extLst>
          </p:cNvPr>
          <p:cNvSpPr/>
          <p:nvPr/>
        </p:nvSpPr>
        <p:spPr>
          <a:xfrm>
            <a:off x="994570" y="2555736"/>
            <a:ext cx="1737360" cy="1737360"/>
          </a:xfrm>
          <a:prstGeom prst="ellipse">
            <a:avLst/>
          </a:prstGeom>
          <a:noFill/>
          <a:ln w="19050">
            <a:solidFill>
              <a:schemeClr val="accent3">
                <a:lumMod val="60000"/>
                <a:lumOff val="4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1F45A3DF-0A88-4A87-4A97-268249D1CA97}"/>
                  </a:ext>
                </a:extLst>
              </p:cNvPr>
              <p:cNvSpPr txBox="1"/>
              <p:nvPr/>
            </p:nvSpPr>
            <p:spPr>
              <a:xfrm>
                <a:off x="1209166" y="3078608"/>
                <a:ext cx="41171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𝑝</m:t>
                          </m:r>
                        </m:sub>
                      </m:sSub>
                    </m:oMath>
                  </m:oMathPara>
                </a14:m>
                <a:endParaRPr lang="pt-BR" sz="1400"/>
              </a:p>
            </p:txBody>
          </p:sp>
        </mc:Choice>
        <mc:Fallback xmlns="">
          <p:sp>
            <p:nvSpPr>
              <p:cNvPr id="44" name="CaixaDeTexto 43">
                <a:extLst>
                  <a:ext uri="{FF2B5EF4-FFF2-40B4-BE49-F238E27FC236}">
                    <a16:creationId xmlns:a16="http://schemas.microsoft.com/office/drawing/2014/main" id="{1F45A3DF-0A88-4A87-4A97-268249D1CA97}"/>
                  </a:ext>
                </a:extLst>
              </p:cNvPr>
              <p:cNvSpPr txBox="1">
                <a:spLocks noRot="1" noChangeAspect="1" noMove="1" noResize="1" noEditPoints="1" noAdjustHandles="1" noChangeArrowheads="1" noChangeShapeType="1" noTextEdit="1"/>
              </p:cNvSpPr>
              <p:nvPr/>
            </p:nvSpPr>
            <p:spPr>
              <a:xfrm>
                <a:off x="1209166" y="3078608"/>
                <a:ext cx="411715" cy="324384"/>
              </a:xfrm>
              <a:prstGeom prst="rect">
                <a:avLst/>
              </a:prstGeom>
              <a:blipFill>
                <a:blip r:embed="rId4"/>
                <a:stretch>
                  <a:fillRect/>
                </a:stretch>
              </a:blipFill>
            </p:spPr>
            <p:txBody>
              <a:bodyPr/>
              <a:lstStyle/>
              <a:p>
                <a:r>
                  <a:rPr lang="pt-BR">
                    <a:noFill/>
                  </a:rPr>
                  <a:t> </a:t>
                </a:r>
              </a:p>
            </p:txBody>
          </p:sp>
        </mc:Fallback>
      </mc:AlternateContent>
      <p:cxnSp>
        <p:nvCxnSpPr>
          <p:cNvPr id="45" name="Conector de Seta Reta 44">
            <a:extLst>
              <a:ext uri="{FF2B5EF4-FFF2-40B4-BE49-F238E27FC236}">
                <a16:creationId xmlns:a16="http://schemas.microsoft.com/office/drawing/2014/main" id="{4B976358-D9FD-1545-5FF0-AF658E00DA3B}"/>
              </a:ext>
            </a:extLst>
          </p:cNvPr>
          <p:cNvCxnSpPr>
            <a:cxnSpLocks/>
            <a:endCxn id="14" idx="1"/>
          </p:cNvCxnSpPr>
          <p:nvPr/>
        </p:nvCxnSpPr>
        <p:spPr>
          <a:xfrm flipH="1" flipV="1">
            <a:off x="1249000" y="2810166"/>
            <a:ext cx="626233" cy="61425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2" name="Elipse 41">
            <a:extLst>
              <a:ext uri="{FF2B5EF4-FFF2-40B4-BE49-F238E27FC236}">
                <a16:creationId xmlns:a16="http://schemas.microsoft.com/office/drawing/2014/main" id="{0220C587-7538-B23F-245C-2DFF839669C3}"/>
              </a:ext>
            </a:extLst>
          </p:cNvPr>
          <p:cNvSpPr/>
          <p:nvPr/>
        </p:nvSpPr>
        <p:spPr>
          <a:xfrm>
            <a:off x="3485294" y="2555736"/>
            <a:ext cx="1737360" cy="1737360"/>
          </a:xfrm>
          <a:prstGeom prst="ellipse">
            <a:avLst/>
          </a:prstGeom>
          <a:noFill/>
          <a:ln w="19050">
            <a:solidFill>
              <a:srgbClr val="0070C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43" name="Elipse 42">
            <a:extLst>
              <a:ext uri="{FF2B5EF4-FFF2-40B4-BE49-F238E27FC236}">
                <a16:creationId xmlns:a16="http://schemas.microsoft.com/office/drawing/2014/main" id="{2131EC99-1D04-0D88-502E-04CBF261A5A7}"/>
              </a:ext>
            </a:extLst>
          </p:cNvPr>
          <p:cNvSpPr/>
          <p:nvPr/>
        </p:nvSpPr>
        <p:spPr>
          <a:xfrm>
            <a:off x="3759614" y="2830056"/>
            <a:ext cx="1188720" cy="1188720"/>
          </a:xfrm>
          <a:prstGeom prst="ellipse">
            <a:avLst/>
          </a:prstGeom>
          <a:solidFill>
            <a:schemeClr val="bg1"/>
          </a:solidFill>
          <a:ln w="19050">
            <a:solidFill>
              <a:srgbClr val="00206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722828E4-8B91-0A39-CDD0-DC9E056B71E6}"/>
                  </a:ext>
                </a:extLst>
              </p:cNvPr>
              <p:cNvSpPr txBox="1"/>
              <p:nvPr/>
            </p:nvSpPr>
            <p:spPr>
              <a:xfrm>
                <a:off x="4076987" y="2964093"/>
                <a:ext cx="40145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𝑟</m:t>
                          </m:r>
                        </m:sub>
                      </m:sSub>
                    </m:oMath>
                  </m:oMathPara>
                </a14:m>
                <a:endParaRPr lang="pt-BR" sz="1400"/>
              </a:p>
            </p:txBody>
          </p:sp>
        </mc:Choice>
        <mc:Fallback xmlns="">
          <p:sp>
            <p:nvSpPr>
              <p:cNvPr id="39" name="CaixaDeTexto 38">
                <a:extLst>
                  <a:ext uri="{FF2B5EF4-FFF2-40B4-BE49-F238E27FC236}">
                    <a16:creationId xmlns:a16="http://schemas.microsoft.com/office/drawing/2014/main" id="{722828E4-8B91-0A39-CDD0-DC9E056B71E6}"/>
                  </a:ext>
                </a:extLst>
              </p:cNvPr>
              <p:cNvSpPr txBox="1">
                <a:spLocks noRot="1" noChangeAspect="1" noMove="1" noResize="1" noEditPoints="1" noAdjustHandles="1" noChangeArrowheads="1" noChangeShapeType="1" noTextEdit="1"/>
              </p:cNvSpPr>
              <p:nvPr/>
            </p:nvSpPr>
            <p:spPr>
              <a:xfrm>
                <a:off x="4076987" y="2964093"/>
                <a:ext cx="401457" cy="307777"/>
              </a:xfrm>
              <a:prstGeom prst="rect">
                <a:avLst/>
              </a:prstGeom>
              <a:blipFill>
                <a:blip r:embed="rId5"/>
                <a:stretch>
                  <a:fillRect/>
                </a:stretch>
              </a:blipFill>
            </p:spPr>
            <p:txBody>
              <a:bodyPr/>
              <a:lstStyle/>
              <a:p>
                <a:r>
                  <a:rPr lang="pt-BR">
                    <a:noFill/>
                  </a:rPr>
                  <a:t> </a:t>
                </a:r>
              </a:p>
            </p:txBody>
          </p:sp>
        </mc:Fallback>
      </mc:AlternateContent>
      <p:grpSp>
        <p:nvGrpSpPr>
          <p:cNvPr id="36" name="Agrupar 35">
            <a:extLst>
              <a:ext uri="{FF2B5EF4-FFF2-40B4-BE49-F238E27FC236}">
                <a16:creationId xmlns:a16="http://schemas.microsoft.com/office/drawing/2014/main" id="{8B61572D-4DAE-FEF2-F897-F074964BFA5C}"/>
              </a:ext>
            </a:extLst>
          </p:cNvPr>
          <p:cNvGrpSpPr/>
          <p:nvPr/>
        </p:nvGrpSpPr>
        <p:grpSpPr>
          <a:xfrm>
            <a:off x="3510781" y="3167953"/>
            <a:ext cx="843193" cy="460323"/>
            <a:chOff x="2262768" y="2266357"/>
            <a:chExt cx="1496807" cy="836851"/>
          </a:xfrm>
        </p:grpSpPr>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A3C98690-479E-4903-6000-A4FBB04E89D4}"/>
                    </a:ext>
                  </a:extLst>
                </p:cNvPr>
                <p:cNvSpPr txBox="1"/>
                <p:nvPr/>
              </p:nvSpPr>
              <p:spPr>
                <a:xfrm>
                  <a:off x="2838072" y="2513489"/>
                  <a:ext cx="729383" cy="5897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xmlns="">
            <p:sp>
              <p:nvSpPr>
                <p:cNvPr id="37" name="CaixaDeTexto 36">
                  <a:extLst>
                    <a:ext uri="{FF2B5EF4-FFF2-40B4-BE49-F238E27FC236}">
                      <a16:creationId xmlns:a16="http://schemas.microsoft.com/office/drawing/2014/main" id="{A3C98690-479E-4903-6000-A4FBB04E89D4}"/>
                    </a:ext>
                  </a:extLst>
                </p:cNvPr>
                <p:cNvSpPr txBox="1">
                  <a:spLocks noRot="1" noChangeAspect="1" noMove="1" noResize="1" noEditPoints="1" noAdjustHandles="1" noChangeArrowheads="1" noChangeShapeType="1" noTextEdit="1"/>
                </p:cNvSpPr>
                <p:nvPr/>
              </p:nvSpPr>
              <p:spPr>
                <a:xfrm>
                  <a:off x="2838072" y="2513489"/>
                  <a:ext cx="729383" cy="589719"/>
                </a:xfrm>
                <a:prstGeom prst="rect">
                  <a:avLst/>
                </a:prstGeom>
                <a:blipFill>
                  <a:blip r:embed="rId6"/>
                  <a:stretch>
                    <a:fillRect/>
                  </a:stretch>
                </a:blipFill>
              </p:spPr>
              <p:txBody>
                <a:bodyPr/>
                <a:lstStyle/>
                <a:p>
                  <a:r>
                    <a:rPr lang="pt-BR">
                      <a:noFill/>
                    </a:rPr>
                    <a:t> </a:t>
                  </a:r>
                </a:p>
              </p:txBody>
            </p:sp>
          </mc:Fallback>
        </mc:AlternateContent>
        <p:cxnSp>
          <p:nvCxnSpPr>
            <p:cNvPr id="38" name="Conector de Seta Reta 37">
              <a:extLst>
                <a:ext uri="{FF2B5EF4-FFF2-40B4-BE49-F238E27FC236}">
                  <a16:creationId xmlns:a16="http://schemas.microsoft.com/office/drawing/2014/main" id="{9FB481F4-35E9-69F5-AFF2-76FD7F6D7837}"/>
                </a:ext>
              </a:extLst>
            </p:cNvPr>
            <p:cNvCxnSpPr>
              <a:cxnSpLocks/>
            </p:cNvCxnSpPr>
            <p:nvPr/>
          </p:nvCxnSpPr>
          <p:spPr>
            <a:xfrm flipH="1" flipV="1">
              <a:off x="2262768" y="2266357"/>
              <a:ext cx="1496807" cy="4662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3249032C-AFD4-E5EC-9AED-73A0B0E1E087}"/>
                  </a:ext>
                </a:extLst>
              </p:cNvPr>
              <p:cNvSpPr txBox="1"/>
              <p:nvPr/>
            </p:nvSpPr>
            <p:spPr>
              <a:xfrm>
                <a:off x="2760147" y="2247959"/>
                <a:ext cx="63030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0</m:t>
                          </m:r>
                        </m:sub>
                      </m:sSub>
                      <m:r>
                        <a:rPr lang="pt-BR" sz="1400" b="0" i="1" smtClean="0">
                          <a:latin typeface="Cambria Math" panose="02040503050406030204" pitchFamily="18" charset="0"/>
                        </a:rPr>
                        <m:t>,</m:t>
                      </m:r>
                      <m:sSub>
                        <m:sSubPr>
                          <m:ctrlPr>
                            <a:rPr lang="pt-BR" sz="1400" i="1">
                              <a:latin typeface="Cambria Math" panose="02040503050406030204" pitchFamily="18" charset="0"/>
                            </a:rPr>
                          </m:ctrlPr>
                        </m:sSubPr>
                        <m:e>
                          <m:r>
                            <a:rPr lang="pt-BR" sz="1400" b="0" i="1" smtClean="0">
                              <a:latin typeface="Cambria Math" panose="02040503050406030204" pitchFamily="18" charset="0"/>
                            </a:rPr>
                            <m:t>𝜇</m:t>
                          </m:r>
                        </m:e>
                        <m:sub>
                          <m:r>
                            <a:rPr lang="pt-BR" sz="1400" i="1">
                              <a:latin typeface="Cambria Math" panose="02040503050406030204" pitchFamily="18" charset="0"/>
                            </a:rPr>
                            <m:t>0</m:t>
                          </m:r>
                        </m:sub>
                      </m:sSub>
                    </m:oMath>
                  </m:oMathPara>
                </a14:m>
                <a:endParaRPr lang="pt-BR" sz="1600"/>
              </a:p>
            </p:txBody>
          </p:sp>
        </mc:Choice>
        <mc:Fallback xmlns="">
          <p:sp>
            <p:nvSpPr>
              <p:cNvPr id="26" name="CaixaDeTexto 25">
                <a:extLst>
                  <a:ext uri="{FF2B5EF4-FFF2-40B4-BE49-F238E27FC236}">
                    <a16:creationId xmlns:a16="http://schemas.microsoft.com/office/drawing/2014/main" id="{3249032C-AFD4-E5EC-9AED-73A0B0E1E087}"/>
                  </a:ext>
                </a:extLst>
              </p:cNvPr>
              <p:cNvSpPr txBox="1">
                <a:spLocks noRot="1" noChangeAspect="1" noMove="1" noResize="1" noEditPoints="1" noAdjustHandles="1" noChangeArrowheads="1" noChangeShapeType="1" noTextEdit="1"/>
              </p:cNvSpPr>
              <p:nvPr/>
            </p:nvSpPr>
            <p:spPr>
              <a:xfrm>
                <a:off x="2760147" y="2247959"/>
                <a:ext cx="630301" cy="307777"/>
              </a:xfrm>
              <a:prstGeom prst="rect">
                <a:avLst/>
              </a:prstGeom>
              <a:blipFill>
                <a:blip r:embed="rId7"/>
                <a:stretch>
                  <a:fillRect b="-2000"/>
                </a:stretch>
              </a:blipFill>
            </p:spPr>
            <p:txBody>
              <a:bodyPr/>
              <a:lstStyle/>
              <a:p>
                <a:r>
                  <a:rPr lang="pt-BR">
                    <a:noFill/>
                  </a:rPr>
                  <a:t> </a:t>
                </a:r>
              </a:p>
            </p:txBody>
          </p:sp>
        </mc:Fallback>
      </mc:AlternateContent>
      <p:cxnSp>
        <p:nvCxnSpPr>
          <p:cNvPr id="50" name="Conector de Seta Reta 49">
            <a:extLst>
              <a:ext uri="{FF2B5EF4-FFF2-40B4-BE49-F238E27FC236}">
                <a16:creationId xmlns:a16="http://schemas.microsoft.com/office/drawing/2014/main" id="{9533CE13-CCBA-C2A4-A9E6-EC5F30E5C72A}"/>
              </a:ext>
            </a:extLst>
          </p:cNvPr>
          <p:cNvCxnSpPr>
            <a:cxnSpLocks/>
            <a:endCxn id="43" idx="1"/>
          </p:cNvCxnSpPr>
          <p:nvPr/>
        </p:nvCxnSpPr>
        <p:spPr>
          <a:xfrm flipH="1" flipV="1">
            <a:off x="3933698" y="3004140"/>
            <a:ext cx="420276" cy="42027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B24280F9-EB39-F074-6E63-8C7D3C8875A2}"/>
                  </a:ext>
                </a:extLst>
              </p:cNvPr>
              <p:cNvSpPr txBox="1"/>
              <p:nvPr/>
            </p:nvSpPr>
            <p:spPr>
              <a:xfrm>
                <a:off x="1669375" y="2196375"/>
                <a:ext cx="391326"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𝑝</m:t>
                          </m:r>
                        </m:sub>
                      </m:sSub>
                    </m:oMath>
                  </m:oMathPara>
                </a14:m>
                <a:endParaRPr lang="pt-BR" sz="1400"/>
              </a:p>
            </p:txBody>
          </p:sp>
        </mc:Choice>
        <mc:Fallback xmlns="">
          <p:sp>
            <p:nvSpPr>
              <p:cNvPr id="23" name="CaixaDeTexto 22">
                <a:extLst>
                  <a:ext uri="{FF2B5EF4-FFF2-40B4-BE49-F238E27FC236}">
                    <a16:creationId xmlns:a16="http://schemas.microsoft.com/office/drawing/2014/main" id="{B24280F9-EB39-F074-6E63-8C7D3C8875A2}"/>
                  </a:ext>
                </a:extLst>
              </p:cNvPr>
              <p:cNvSpPr txBox="1">
                <a:spLocks noRot="1" noChangeAspect="1" noMove="1" noResize="1" noEditPoints="1" noAdjustHandles="1" noChangeArrowheads="1" noChangeShapeType="1" noTextEdit="1"/>
              </p:cNvSpPr>
              <p:nvPr/>
            </p:nvSpPr>
            <p:spPr>
              <a:xfrm>
                <a:off x="1669375" y="2196375"/>
                <a:ext cx="391326" cy="324384"/>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90D32FCC-9584-B139-A613-4ABFA69CAFD5}"/>
                  </a:ext>
                </a:extLst>
              </p:cNvPr>
              <p:cNvSpPr txBox="1"/>
              <p:nvPr/>
            </p:nvSpPr>
            <p:spPr>
              <a:xfrm>
                <a:off x="4159466" y="2144310"/>
                <a:ext cx="39049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oMath>
                  </m:oMathPara>
                </a14:m>
                <a:endParaRPr lang="pt-BR" sz="1400"/>
              </a:p>
            </p:txBody>
          </p:sp>
        </mc:Choice>
        <mc:Fallback xmlns="">
          <p:sp>
            <p:nvSpPr>
              <p:cNvPr id="24" name="CaixaDeTexto 23">
                <a:extLst>
                  <a:ext uri="{FF2B5EF4-FFF2-40B4-BE49-F238E27FC236}">
                    <a16:creationId xmlns:a16="http://schemas.microsoft.com/office/drawing/2014/main" id="{90D32FCC-9584-B139-A613-4ABFA69CAFD5}"/>
                  </a:ext>
                </a:extLst>
              </p:cNvPr>
              <p:cNvSpPr txBox="1">
                <a:spLocks noRot="1" noChangeAspect="1" noMove="1" noResize="1" noEditPoints="1" noAdjustHandles="1" noChangeArrowheads="1" noChangeShapeType="1" noTextEdit="1"/>
              </p:cNvSpPr>
              <p:nvPr/>
            </p:nvSpPr>
            <p:spPr>
              <a:xfrm>
                <a:off x="4159466" y="2144310"/>
                <a:ext cx="390492" cy="324384"/>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5" name="CaixaDeTexto 24">
                <a:extLst>
                  <a:ext uri="{FF2B5EF4-FFF2-40B4-BE49-F238E27FC236}">
                    <a16:creationId xmlns:a16="http://schemas.microsoft.com/office/drawing/2014/main" id="{0CB5022C-A688-733F-44D9-60BAA37CE597}"/>
                  </a:ext>
                </a:extLst>
              </p:cNvPr>
              <p:cNvSpPr txBox="1"/>
              <p:nvPr/>
            </p:nvSpPr>
            <p:spPr>
              <a:xfrm>
                <a:off x="4176391" y="2522974"/>
                <a:ext cx="38106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𝑟</m:t>
                          </m:r>
                        </m:sub>
                      </m:sSub>
                    </m:oMath>
                  </m:oMathPara>
                </a14:m>
                <a:endParaRPr lang="pt-BR" sz="1400"/>
              </a:p>
            </p:txBody>
          </p:sp>
        </mc:Choice>
        <mc:Fallback xmlns="">
          <p:sp>
            <p:nvSpPr>
              <p:cNvPr id="25" name="CaixaDeTexto 24">
                <a:extLst>
                  <a:ext uri="{FF2B5EF4-FFF2-40B4-BE49-F238E27FC236}">
                    <a16:creationId xmlns:a16="http://schemas.microsoft.com/office/drawing/2014/main" id="{0CB5022C-A688-733F-44D9-60BAA37CE597}"/>
                  </a:ext>
                </a:extLst>
              </p:cNvPr>
              <p:cNvSpPr txBox="1">
                <a:spLocks noRot="1" noChangeAspect="1" noMove="1" noResize="1" noEditPoints="1" noAdjustHandles="1" noChangeArrowheads="1" noChangeShapeType="1" noTextEdit="1"/>
              </p:cNvSpPr>
              <p:nvPr/>
            </p:nvSpPr>
            <p:spPr>
              <a:xfrm>
                <a:off x="4176391" y="2522974"/>
                <a:ext cx="381066" cy="307777"/>
              </a:xfrm>
              <a:prstGeom prst="rect">
                <a:avLst/>
              </a:prstGeom>
              <a:blipFill>
                <a:blip r:embed="rId10"/>
                <a:stretch>
                  <a:fillRect/>
                </a:stretch>
              </a:blipFill>
            </p:spPr>
            <p:txBody>
              <a:bodyPr/>
              <a:lstStyle/>
              <a:p>
                <a:r>
                  <a:rPr lang="pt-BR">
                    <a:noFill/>
                  </a:rPr>
                  <a:t> </a:t>
                </a:r>
              </a:p>
            </p:txBody>
          </p:sp>
        </mc:Fallback>
      </mc:AlternateContent>
      <p:grpSp>
        <p:nvGrpSpPr>
          <p:cNvPr id="57" name="Agrupar 56">
            <a:extLst>
              <a:ext uri="{FF2B5EF4-FFF2-40B4-BE49-F238E27FC236}">
                <a16:creationId xmlns:a16="http://schemas.microsoft.com/office/drawing/2014/main" id="{1EACEB1E-8569-0ADF-A8AF-4D5D62DB2487}"/>
              </a:ext>
            </a:extLst>
          </p:cNvPr>
          <p:cNvGrpSpPr/>
          <p:nvPr/>
        </p:nvGrpSpPr>
        <p:grpSpPr>
          <a:xfrm>
            <a:off x="2520585" y="2709335"/>
            <a:ext cx="556716" cy="353943"/>
            <a:chOff x="2520585" y="2709335"/>
            <a:chExt cx="556716" cy="353943"/>
          </a:xfrm>
        </p:grpSpPr>
        <p:grpSp>
          <p:nvGrpSpPr>
            <p:cNvPr id="41" name="Agrupar 40">
              <a:extLst>
                <a:ext uri="{FF2B5EF4-FFF2-40B4-BE49-F238E27FC236}">
                  <a16:creationId xmlns:a16="http://schemas.microsoft.com/office/drawing/2014/main" id="{36A261E2-3099-F4AE-050A-E4A3777B8FD3}"/>
                </a:ext>
              </a:extLst>
            </p:cNvPr>
            <p:cNvGrpSpPr/>
            <p:nvPr/>
          </p:nvGrpSpPr>
          <p:grpSpPr>
            <a:xfrm>
              <a:off x="2520585" y="2889662"/>
              <a:ext cx="108012" cy="107290"/>
              <a:chOff x="2999656" y="3825766"/>
              <a:chExt cx="182880" cy="182880"/>
            </a:xfrm>
          </p:grpSpPr>
          <p:sp>
            <p:nvSpPr>
              <p:cNvPr id="35" name="Elipse 34">
                <a:extLst>
                  <a:ext uri="{FF2B5EF4-FFF2-40B4-BE49-F238E27FC236}">
                    <a16:creationId xmlns:a16="http://schemas.microsoft.com/office/drawing/2014/main" id="{14B214F7-A59E-B555-E985-04636425BEAF}"/>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Elipse 39">
                <a:extLst>
                  <a:ext uri="{FF2B5EF4-FFF2-40B4-BE49-F238E27FC236}">
                    <a16:creationId xmlns:a16="http://schemas.microsoft.com/office/drawing/2014/main" id="{9C1A9DD7-93DB-EA3C-A5BE-29A6158F003E}"/>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56" name="CaixaDeTexto 55">
                  <a:extLst>
                    <a:ext uri="{FF2B5EF4-FFF2-40B4-BE49-F238E27FC236}">
                      <a16:creationId xmlns:a16="http://schemas.microsoft.com/office/drawing/2014/main" id="{27B7F45F-0A58-E36F-0CE7-EF69E31D51D3}"/>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oMath>
                    </m:oMathPara>
                  </a14:m>
                  <a:endParaRPr lang="pt-BR" sz="1400"/>
                </a:p>
              </p:txBody>
            </p:sp>
          </mc:Choice>
          <mc:Fallback xmlns="">
            <p:sp>
              <p:nvSpPr>
                <p:cNvPr id="56" name="CaixaDeTexto 55">
                  <a:extLst>
                    <a:ext uri="{FF2B5EF4-FFF2-40B4-BE49-F238E27FC236}">
                      <a16:creationId xmlns:a16="http://schemas.microsoft.com/office/drawing/2014/main" id="{27B7F45F-0A58-E36F-0CE7-EF69E31D51D3}"/>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1"/>
                  <a:stretch>
                    <a:fillRect b="-1695"/>
                  </a:stretch>
                </a:blipFill>
              </p:spPr>
              <p:txBody>
                <a:bodyPr/>
                <a:lstStyle/>
                <a:p>
                  <a:r>
                    <a:rPr lang="pt-BR">
                      <a:noFill/>
                    </a:rPr>
                    <a:t> </a:t>
                  </a:r>
                </a:p>
              </p:txBody>
            </p:sp>
          </mc:Fallback>
        </mc:AlternateContent>
      </p:grpSp>
      <p:grpSp>
        <p:nvGrpSpPr>
          <p:cNvPr id="59" name="Agrupar 58">
            <a:extLst>
              <a:ext uri="{FF2B5EF4-FFF2-40B4-BE49-F238E27FC236}">
                <a16:creationId xmlns:a16="http://schemas.microsoft.com/office/drawing/2014/main" id="{EA77A0B7-2E7F-36CC-53CB-59515E22ED8F}"/>
              </a:ext>
            </a:extLst>
          </p:cNvPr>
          <p:cNvGrpSpPr/>
          <p:nvPr/>
        </p:nvGrpSpPr>
        <p:grpSpPr>
          <a:xfrm>
            <a:off x="4566811" y="3897052"/>
            <a:ext cx="108012" cy="107290"/>
            <a:chOff x="2999656" y="3825766"/>
            <a:chExt cx="182880" cy="182880"/>
          </a:xfrm>
        </p:grpSpPr>
        <p:sp>
          <p:nvSpPr>
            <p:cNvPr id="61" name="Elipse 60">
              <a:extLst>
                <a:ext uri="{FF2B5EF4-FFF2-40B4-BE49-F238E27FC236}">
                  <a16:creationId xmlns:a16="http://schemas.microsoft.com/office/drawing/2014/main" id="{A92396E5-A5D1-1FEA-76A9-E176AE7DEEDB}"/>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 name="Elipse 61">
              <a:extLst>
                <a:ext uri="{FF2B5EF4-FFF2-40B4-BE49-F238E27FC236}">
                  <a16:creationId xmlns:a16="http://schemas.microsoft.com/office/drawing/2014/main" id="{7B3B77B0-4027-F8FB-6DFD-58C96E710B3F}"/>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0" name="CaixaDeTexto 59">
                <a:extLst>
                  <a:ext uri="{FF2B5EF4-FFF2-40B4-BE49-F238E27FC236}">
                    <a16:creationId xmlns:a16="http://schemas.microsoft.com/office/drawing/2014/main" id="{8367181B-B174-7222-9059-AD9CC7B667D9}"/>
                  </a:ext>
                </a:extLst>
              </p:cNvPr>
              <p:cNvSpPr txBox="1"/>
              <p:nvPr/>
            </p:nvSpPr>
            <p:spPr>
              <a:xfrm>
                <a:off x="4319916" y="3515811"/>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𝑟</m:t>
                          </m:r>
                          <m:r>
                            <a:rPr lang="pt-BR" sz="1400" b="0" i="1" smtClean="0">
                              <a:latin typeface="Cambria Math" panose="02040503050406030204" pitchFamily="18" charset="0"/>
                            </a:rPr>
                            <m:t>)</m:t>
                          </m:r>
                        </m:sup>
                      </m:sSubSup>
                    </m:oMath>
                  </m:oMathPara>
                </a14:m>
                <a:endParaRPr lang="pt-BR" sz="1400"/>
              </a:p>
            </p:txBody>
          </p:sp>
        </mc:Choice>
        <mc:Fallback xmlns="">
          <p:sp>
            <p:nvSpPr>
              <p:cNvPr id="60" name="CaixaDeTexto 59">
                <a:extLst>
                  <a:ext uri="{FF2B5EF4-FFF2-40B4-BE49-F238E27FC236}">
                    <a16:creationId xmlns:a16="http://schemas.microsoft.com/office/drawing/2014/main" id="{8367181B-B174-7222-9059-AD9CC7B667D9}"/>
                  </a:ext>
                </a:extLst>
              </p:cNvPr>
              <p:cNvSpPr txBox="1">
                <a:spLocks noRot="1" noChangeAspect="1" noMove="1" noResize="1" noEditPoints="1" noAdjustHandles="1" noChangeArrowheads="1" noChangeShapeType="1" noTextEdit="1"/>
              </p:cNvSpPr>
              <p:nvPr/>
            </p:nvSpPr>
            <p:spPr>
              <a:xfrm>
                <a:off x="4319916" y="3515811"/>
                <a:ext cx="493790" cy="353943"/>
              </a:xfrm>
              <a:prstGeom prst="rect">
                <a:avLst/>
              </a:prstGeom>
              <a:blipFill>
                <a:blip r:embed="rId12"/>
                <a:stretch>
                  <a:fillRect b="-3448"/>
                </a:stretch>
              </a:blipFill>
            </p:spPr>
            <p:txBody>
              <a:bodyPr/>
              <a:lstStyle/>
              <a:p>
                <a:r>
                  <a:rPr lang="pt-BR">
                    <a:noFill/>
                  </a:rPr>
                  <a:t> </a:t>
                </a:r>
              </a:p>
            </p:txBody>
          </p:sp>
        </mc:Fallback>
      </mc:AlternateContent>
      <p:grpSp>
        <p:nvGrpSpPr>
          <p:cNvPr id="64" name="Agrupar 63">
            <a:extLst>
              <a:ext uri="{FF2B5EF4-FFF2-40B4-BE49-F238E27FC236}">
                <a16:creationId xmlns:a16="http://schemas.microsoft.com/office/drawing/2014/main" id="{20ED0C21-A564-8B2B-7F3E-561F7B10F9B6}"/>
              </a:ext>
            </a:extLst>
          </p:cNvPr>
          <p:cNvGrpSpPr/>
          <p:nvPr/>
        </p:nvGrpSpPr>
        <p:grpSpPr>
          <a:xfrm>
            <a:off x="5177204" y="3186036"/>
            <a:ext cx="556716" cy="353943"/>
            <a:chOff x="2520585" y="2709335"/>
            <a:chExt cx="556716" cy="353943"/>
          </a:xfrm>
        </p:grpSpPr>
        <p:grpSp>
          <p:nvGrpSpPr>
            <p:cNvPr id="65" name="Agrupar 64">
              <a:extLst>
                <a:ext uri="{FF2B5EF4-FFF2-40B4-BE49-F238E27FC236}">
                  <a16:creationId xmlns:a16="http://schemas.microsoft.com/office/drawing/2014/main" id="{3FCAB255-2CBA-DE91-7761-95CF02D95D33}"/>
                </a:ext>
              </a:extLst>
            </p:cNvPr>
            <p:cNvGrpSpPr/>
            <p:nvPr/>
          </p:nvGrpSpPr>
          <p:grpSpPr>
            <a:xfrm>
              <a:off x="2520585" y="2889662"/>
              <a:ext cx="108012" cy="107290"/>
              <a:chOff x="2999656" y="3825766"/>
              <a:chExt cx="182880" cy="182880"/>
            </a:xfrm>
          </p:grpSpPr>
          <p:sp>
            <p:nvSpPr>
              <p:cNvPr id="67" name="Elipse 66">
                <a:extLst>
                  <a:ext uri="{FF2B5EF4-FFF2-40B4-BE49-F238E27FC236}">
                    <a16:creationId xmlns:a16="http://schemas.microsoft.com/office/drawing/2014/main" id="{05E59004-D7D4-347B-AB8C-B21BE4DD3485}"/>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8" name="Elipse 67">
                <a:extLst>
                  <a:ext uri="{FF2B5EF4-FFF2-40B4-BE49-F238E27FC236}">
                    <a16:creationId xmlns:a16="http://schemas.microsoft.com/office/drawing/2014/main" id="{71F265C2-8540-8CE3-9E21-D95BF119043A}"/>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6" name="CaixaDeTexto 65">
                  <a:extLst>
                    <a:ext uri="{FF2B5EF4-FFF2-40B4-BE49-F238E27FC236}">
                      <a16:creationId xmlns:a16="http://schemas.microsoft.com/office/drawing/2014/main" id="{103A5FD8-1C86-1CCC-FA77-7168A55B09CC}"/>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𝑞</m:t>
                            </m:r>
                            <m:r>
                              <a:rPr lang="pt-BR" sz="1400" b="0" i="1" smtClean="0">
                                <a:latin typeface="Cambria Math" panose="02040503050406030204" pitchFamily="18" charset="0"/>
                              </a:rPr>
                              <m:t>)</m:t>
                            </m:r>
                          </m:sup>
                        </m:sSubSup>
                      </m:oMath>
                    </m:oMathPara>
                  </a14:m>
                  <a:endParaRPr lang="pt-BR" sz="1400"/>
                </a:p>
              </p:txBody>
            </p:sp>
          </mc:Choice>
          <mc:Fallback xmlns="">
            <p:sp>
              <p:nvSpPr>
                <p:cNvPr id="66" name="CaixaDeTexto 65">
                  <a:extLst>
                    <a:ext uri="{FF2B5EF4-FFF2-40B4-BE49-F238E27FC236}">
                      <a16:creationId xmlns:a16="http://schemas.microsoft.com/office/drawing/2014/main" id="{103A5FD8-1C86-1CCC-FA77-7168A55B09CC}"/>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3"/>
                  <a:stretch>
                    <a:fillRect b="-3448"/>
                  </a:stretch>
                </a:blipFill>
              </p:spPr>
              <p:txBody>
                <a:bodyPr/>
                <a:lstStyle/>
                <a:p>
                  <a:r>
                    <a:rPr lang="pt-BR">
                      <a:noFill/>
                    </a:rPr>
                    <a:t> </a:t>
                  </a:r>
                </a:p>
              </p:txBody>
            </p:sp>
          </mc:Fallback>
        </mc:AlternateContent>
      </p:grpSp>
      <p:grpSp>
        <p:nvGrpSpPr>
          <p:cNvPr id="16" name="Agrupar 15">
            <a:extLst>
              <a:ext uri="{FF2B5EF4-FFF2-40B4-BE49-F238E27FC236}">
                <a16:creationId xmlns:a16="http://schemas.microsoft.com/office/drawing/2014/main" id="{2A1EACC1-7F0E-6B2F-A6F4-EE9B0092D3D4}"/>
              </a:ext>
            </a:extLst>
          </p:cNvPr>
          <p:cNvGrpSpPr/>
          <p:nvPr/>
        </p:nvGrpSpPr>
        <p:grpSpPr>
          <a:xfrm>
            <a:off x="6124819" y="1340768"/>
            <a:ext cx="5205499" cy="920670"/>
            <a:chOff x="6124819" y="1340768"/>
            <a:chExt cx="5205499" cy="920670"/>
          </a:xfrm>
        </p:grpSpPr>
        <mc:AlternateContent xmlns:mc="http://schemas.openxmlformats.org/markup-compatibility/2006" xmlns:a14="http://schemas.microsoft.com/office/drawing/2010/main">
          <mc:Choice Requires="a14">
            <p:sp>
              <p:nvSpPr>
                <p:cNvPr id="2" name="CaixaDeTexto 1">
                  <a:extLst>
                    <a:ext uri="{FF2B5EF4-FFF2-40B4-BE49-F238E27FC236}">
                      <a16:creationId xmlns:a16="http://schemas.microsoft.com/office/drawing/2014/main" id="{5F4E5046-FAD1-4CA8-3416-68707FD9EB48}"/>
                    </a:ext>
                  </a:extLst>
                </p:cNvPr>
                <p:cNvSpPr txBox="1"/>
                <p:nvPr/>
              </p:nvSpPr>
              <p:spPr>
                <a:xfrm>
                  <a:off x="6124819" y="1340768"/>
                  <a:ext cx="5192469" cy="338554"/>
                </a:xfrm>
                <a:prstGeom prst="rect">
                  <a:avLst/>
                </a:prstGeom>
                <a:noFill/>
              </p:spPr>
              <p:txBody>
                <a:bodyPr wrap="square">
                  <a:spAutoFit/>
                </a:bodyPr>
                <a:lstStyle>
                  <a:defPPr>
                    <a:defRPr lang="pt-BR"/>
                  </a:defPPr>
                  <a:lvl1pPr>
                    <a:defRPr sz="1600"/>
                  </a:lvl1pPr>
                </a:lstStyle>
                <a:p>
                  <a:r>
                    <a:rPr lang="en-US"/>
                    <a:t>If </a:t>
                  </a:r>
                  <a14:m>
                    <m:oMath xmlns:m="http://schemas.openxmlformats.org/officeDocument/2006/math">
                      <m:r>
                        <a:rPr lang="en-US" i="1" smtClean="0">
                          <a:latin typeface="Cambria Math" panose="02040503050406030204" pitchFamily="18" charset="0"/>
                        </a:rPr>
                        <m:t>𝑝</m:t>
                      </m:r>
                    </m:oMath>
                  </a14:m>
                  <a:r>
                    <a:rPr lang="en-US"/>
                    <a:t>th-conductor is solid,</a:t>
                  </a:r>
                  <a:endParaRPr lang="pt-BR"/>
                </a:p>
              </p:txBody>
            </p:sp>
          </mc:Choice>
          <mc:Fallback xmlns="">
            <p:sp>
              <p:nvSpPr>
                <p:cNvPr id="2" name="CaixaDeTexto 1">
                  <a:extLst>
                    <a:ext uri="{FF2B5EF4-FFF2-40B4-BE49-F238E27FC236}">
                      <a16:creationId xmlns:a16="http://schemas.microsoft.com/office/drawing/2014/main" id="{5F4E5046-FAD1-4CA8-3416-68707FD9EB48}"/>
                    </a:ext>
                  </a:extLst>
                </p:cNvPr>
                <p:cNvSpPr txBox="1">
                  <a:spLocks noRot="1" noChangeAspect="1" noMove="1" noResize="1" noEditPoints="1" noAdjustHandles="1" noChangeArrowheads="1" noChangeShapeType="1" noTextEdit="1"/>
                </p:cNvSpPr>
                <p:nvPr/>
              </p:nvSpPr>
              <p:spPr>
                <a:xfrm>
                  <a:off x="6124819" y="1340768"/>
                  <a:ext cx="5192469" cy="338554"/>
                </a:xfrm>
                <a:prstGeom prst="rect">
                  <a:avLst/>
                </a:prstGeom>
                <a:blipFill>
                  <a:blip r:embed="rId14"/>
                  <a:stretch>
                    <a:fillRect l="-704" t="-5455" b="-2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3BFA5389-C648-E072-8A98-9F62C7AC95E2}"/>
                    </a:ext>
                  </a:extLst>
                </p:cNvPr>
                <p:cNvSpPr txBox="1"/>
                <p:nvPr/>
              </p:nvSpPr>
              <p:spPr>
                <a:xfrm>
                  <a:off x="6139679" y="1742257"/>
                  <a:ext cx="5190639" cy="519181"/>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p>
                          <m:sSupPr>
                            <m:ctrlPr>
                              <a:rPr lang="pt-BR" b="1" i="1" smtClean="0">
                                <a:latin typeface="Cambria Math" panose="02040503050406030204" pitchFamily="18" charset="0"/>
                              </a:rPr>
                            </m:ctrlPr>
                          </m:sSupPr>
                          <m:e>
                            <m:r>
                              <a:rPr lang="pt-BR" b="1" i="0" smtClean="0">
                                <a:latin typeface="Cambria Math" panose="02040503050406030204" pitchFamily="18" charset="0"/>
                              </a:rPr>
                              <m:t>𝐄</m:t>
                            </m:r>
                          </m:e>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p>
                        <m:r>
                          <a:rPr lang="pt-BR">
                            <a:latin typeface="Cambria Math" panose="02040503050406030204" pitchFamily="18" charset="0"/>
                          </a:rPr>
                          <m:t>=</m:t>
                        </m:r>
                        <m:sSup>
                          <m:sSupPr>
                            <m:ctrlPr>
                              <a:rPr lang="pt-BR" i="1">
                                <a:latin typeface="Cambria Math" panose="02040503050406030204" pitchFamily="18" charset="0"/>
                              </a:rPr>
                            </m:ctrlPr>
                          </m:sSupPr>
                          <m:e>
                            <m:d>
                              <m:dPr>
                                <m:begChr m:val="["/>
                                <m:endChr m:val="]"/>
                                <m:ctrlPr>
                                  <a:rPr lang="pt-BR" i="1">
                                    <a:latin typeface="Cambria Math" panose="02040503050406030204" pitchFamily="18" charset="0"/>
                                  </a:rPr>
                                </m:ctrlPr>
                              </m:dPr>
                              <m:e>
                                <m:sSubSup>
                                  <m:sSubSupPr>
                                    <m:ctrlPr>
                                      <a:rPr lang="pt-BR" i="1">
                                        <a:latin typeface="Cambria Math" panose="02040503050406030204" pitchFamily="18" charset="0"/>
                                      </a:rPr>
                                    </m:ctrlPr>
                                  </m:sSubSupPr>
                                  <m:e>
                                    <m:r>
                                      <m:rPr>
                                        <m:sty m:val="p"/>
                                      </m:rPr>
                                      <a:rPr lang="pt-BR" b="0" i="1">
                                        <a:latin typeface="Cambria Math" panose="02040503050406030204" pitchFamily="18" charset="0"/>
                                      </a:rPr>
                                      <m:t>E</m:t>
                                    </m:r>
                                  </m:e>
                                  <m:sub>
                                    <m:r>
                                      <a:rPr lang="pt-BR" b="0" i="1">
                                        <a:latin typeface="Cambria Math" panose="02040503050406030204" pitchFamily="18" charset="0"/>
                                      </a:rPr>
                                      <m:t> </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𝑁</m:t>
                                        </m:r>
                                      </m:e>
                                      <m:sub>
                                        <m:r>
                                          <a:rPr lang="pt-BR" b="0" i="1" smtClean="0">
                                            <a:latin typeface="Cambria Math" panose="02040503050406030204" pitchFamily="18" charset="0"/>
                                          </a:rPr>
                                          <m:t>𝑝</m:t>
                                        </m:r>
                                      </m:sub>
                                    </m:sSub>
                                  </m:sub>
                                  <m:sup>
                                    <m:d>
                                      <m:dPr>
                                        <m:ctrlPr>
                                          <a:rPr lang="pt-BR" i="1">
                                            <a:latin typeface="Cambria Math" panose="02040503050406030204" pitchFamily="18" charset="0"/>
                                          </a:rPr>
                                        </m:ctrlPr>
                                      </m:dPr>
                                      <m:e>
                                        <m:r>
                                          <a:rPr lang="pt-BR" b="0" i="1" smtClean="0">
                                            <a:latin typeface="Cambria Math" panose="02040503050406030204" pitchFamily="18" charset="0"/>
                                          </a:rPr>
                                          <m:t>𝑝</m:t>
                                        </m:r>
                                      </m:e>
                                    </m:d>
                                  </m:sup>
                                </m:sSubSup>
                                <m:r>
                                  <a:rPr lang="pt-BR" b="0">
                                    <a:latin typeface="Cambria Math" panose="02040503050406030204" pitchFamily="18" charset="0"/>
                                  </a:rPr>
                                  <m:t>⋯</m:t>
                                </m:r>
                                <m:sSubSup>
                                  <m:sSubSupPr>
                                    <m:ctrlPr>
                                      <a:rPr lang="pt-BR" i="1">
                                        <a:latin typeface="Cambria Math" panose="02040503050406030204" pitchFamily="18" charset="0"/>
                                      </a:rPr>
                                    </m:ctrlPr>
                                  </m:sSubSupPr>
                                  <m:e>
                                    <m:r>
                                      <m:rPr>
                                        <m:sty m:val="p"/>
                                      </m:rPr>
                                      <a:rPr lang="pt-BR" i="1">
                                        <a:latin typeface="Cambria Math" panose="02040503050406030204" pitchFamily="18" charset="0"/>
                                      </a:rPr>
                                      <m:t>E</m:t>
                                    </m:r>
                                  </m:e>
                                  <m:sub>
                                    <m:r>
                                      <a:rPr lang="pt-BR" i="1">
                                        <a:latin typeface="Cambria Math" panose="02040503050406030204" pitchFamily="18" charset="0"/>
                                      </a:rPr>
                                      <m:t> </m:t>
                                    </m:r>
                                    <m:r>
                                      <a:rPr lang="pt-BR" b="0" i="1" smtClean="0">
                                        <a:latin typeface="Cambria Math" panose="02040503050406030204" pitchFamily="18" charset="0"/>
                                      </a:rPr>
                                      <m:t>0</m:t>
                                    </m:r>
                                  </m:sub>
                                  <m:sup>
                                    <m:d>
                                      <m:dPr>
                                        <m:ctrlPr>
                                          <a:rPr lang="pt-BR" i="1">
                                            <a:latin typeface="Cambria Math" panose="02040503050406030204" pitchFamily="18" charset="0"/>
                                          </a:rPr>
                                        </m:ctrlPr>
                                      </m:dPr>
                                      <m:e>
                                        <m:r>
                                          <a:rPr lang="pt-BR" i="1">
                                            <a:latin typeface="Cambria Math" panose="02040503050406030204" pitchFamily="18" charset="0"/>
                                          </a:rPr>
                                          <m:t>𝑝</m:t>
                                        </m:r>
                                      </m:e>
                                    </m:d>
                                  </m:sup>
                                </m:sSubSup>
                                <m:r>
                                  <a:rPr lang="pt-BR">
                                    <a:latin typeface="Cambria Math" panose="02040503050406030204" pitchFamily="18" charset="0"/>
                                  </a:rPr>
                                  <m:t>⋯</m:t>
                                </m:r>
                                <m:sSubSup>
                                  <m:sSubSupPr>
                                    <m:ctrlPr>
                                      <a:rPr lang="pt-BR" i="1">
                                        <a:latin typeface="Cambria Math" panose="02040503050406030204" pitchFamily="18" charset="0"/>
                                      </a:rPr>
                                    </m:ctrlPr>
                                  </m:sSubSupPr>
                                  <m:e>
                                    <m:r>
                                      <m:rPr>
                                        <m:sty m:val="p"/>
                                      </m:rPr>
                                      <a:rPr lang="pt-BR" i="1">
                                        <a:latin typeface="Cambria Math" panose="02040503050406030204" pitchFamily="18" charset="0"/>
                                      </a:rPr>
                                      <m:t>E</m:t>
                                    </m:r>
                                  </m:e>
                                  <m:sub>
                                    <m:r>
                                      <a:rPr lang="pt-BR" i="1">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i="1">
                                            <a:latin typeface="Cambria Math" panose="02040503050406030204" pitchFamily="18" charset="0"/>
                                          </a:rPr>
                                          <m:t>𝑝</m:t>
                                        </m:r>
                                      </m:sub>
                                    </m:sSub>
                                  </m:sub>
                                  <m:sup>
                                    <m:d>
                                      <m:dPr>
                                        <m:ctrlPr>
                                          <a:rPr lang="pt-BR" i="1">
                                            <a:latin typeface="Cambria Math" panose="02040503050406030204" pitchFamily="18" charset="0"/>
                                          </a:rPr>
                                        </m:ctrlPr>
                                      </m:dPr>
                                      <m:e>
                                        <m:r>
                                          <a:rPr lang="pt-BR" i="1">
                                            <a:latin typeface="Cambria Math" panose="02040503050406030204" pitchFamily="18" charset="0"/>
                                          </a:rPr>
                                          <m:t>𝑝</m:t>
                                        </m:r>
                                      </m:e>
                                    </m:d>
                                  </m:sup>
                                </m:sSubSup>
                              </m:e>
                            </m:d>
                          </m:e>
                          <m:sup>
                            <m:r>
                              <m:rPr>
                                <m:sty m:val="p"/>
                              </m:rPr>
                              <a:rPr lang="pt-BR">
                                <a:latin typeface="Cambria Math" panose="02040503050406030204" pitchFamily="18" charset="0"/>
                              </a:rPr>
                              <m:t>T</m:t>
                            </m:r>
                          </m:sup>
                        </m:sSup>
                      </m:oMath>
                    </m:oMathPara>
                  </a14:m>
                  <a:endParaRPr lang="en-US"/>
                </a:p>
              </p:txBody>
            </p:sp>
          </mc:Choice>
          <mc:Fallback xmlns="">
            <p:sp>
              <p:nvSpPr>
                <p:cNvPr id="3" name="CaixaDeTexto 2">
                  <a:extLst>
                    <a:ext uri="{FF2B5EF4-FFF2-40B4-BE49-F238E27FC236}">
                      <a16:creationId xmlns:a16="http://schemas.microsoft.com/office/drawing/2014/main" id="{3BFA5389-C648-E072-8A98-9F62C7AC95E2}"/>
                    </a:ext>
                  </a:extLst>
                </p:cNvPr>
                <p:cNvSpPr txBox="1">
                  <a:spLocks noRot="1" noChangeAspect="1" noMove="1" noResize="1" noEditPoints="1" noAdjustHandles="1" noChangeArrowheads="1" noChangeShapeType="1" noTextEdit="1"/>
                </p:cNvSpPr>
                <p:nvPr/>
              </p:nvSpPr>
              <p:spPr>
                <a:xfrm>
                  <a:off x="6139679" y="1742257"/>
                  <a:ext cx="5190639" cy="519181"/>
                </a:xfrm>
                <a:prstGeom prst="rect">
                  <a:avLst/>
                </a:prstGeom>
                <a:blipFill>
                  <a:blip r:embed="rId15"/>
                  <a:stretch>
                    <a:fillRect/>
                  </a:stretch>
                </a:blipFill>
              </p:spPr>
              <p:txBody>
                <a:bodyPr/>
                <a:lstStyle/>
                <a:p>
                  <a:r>
                    <a:rPr lang="pt-BR">
                      <a:noFill/>
                    </a:rPr>
                    <a:t> </a:t>
                  </a:r>
                </a:p>
              </p:txBody>
            </p:sp>
          </mc:Fallback>
        </mc:AlternateContent>
      </p:grpSp>
      <p:grpSp>
        <p:nvGrpSpPr>
          <p:cNvPr id="17" name="Agrupar 16">
            <a:extLst>
              <a:ext uri="{FF2B5EF4-FFF2-40B4-BE49-F238E27FC236}">
                <a16:creationId xmlns:a16="http://schemas.microsoft.com/office/drawing/2014/main" id="{2F1114CA-8C4C-2714-6DA7-02BF146CE1E1}"/>
              </a:ext>
            </a:extLst>
          </p:cNvPr>
          <p:cNvGrpSpPr/>
          <p:nvPr/>
        </p:nvGrpSpPr>
        <p:grpSpPr>
          <a:xfrm>
            <a:off x="6083101" y="2406370"/>
            <a:ext cx="5247217" cy="950622"/>
            <a:chOff x="6083101" y="2406370"/>
            <a:chExt cx="5247217" cy="950622"/>
          </a:xfrm>
        </p:grpSpPr>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47EC93A1-8D66-50F2-3F44-1DA036EED29C}"/>
                    </a:ext>
                  </a:extLst>
                </p:cNvPr>
                <p:cNvSpPr txBox="1"/>
                <p:nvPr/>
              </p:nvSpPr>
              <p:spPr>
                <a:xfrm>
                  <a:off x="6083101" y="2406370"/>
                  <a:ext cx="5205499" cy="338554"/>
                </a:xfrm>
                <a:prstGeom prst="rect">
                  <a:avLst/>
                </a:prstGeom>
                <a:noFill/>
              </p:spPr>
              <p:txBody>
                <a:bodyPr wrap="square">
                  <a:spAutoFit/>
                </a:bodyPr>
                <a:lstStyle>
                  <a:defPPr>
                    <a:defRPr lang="pt-BR"/>
                  </a:defPPr>
                  <a:lvl1pPr>
                    <a:defRPr sz="1600"/>
                  </a:lvl1pPr>
                </a:lstStyle>
                <a:p>
                  <a:r>
                    <a:rPr lang="en-US"/>
                    <a:t>otherwise, if </a:t>
                  </a:r>
                  <a14:m>
                    <m:oMath xmlns:m="http://schemas.openxmlformats.org/officeDocument/2006/math">
                      <m:r>
                        <a:rPr lang="en-US" i="1" smtClean="0">
                          <a:latin typeface="Cambria Math" panose="02040503050406030204" pitchFamily="18" charset="0"/>
                        </a:rPr>
                        <m:t>𝑞</m:t>
                      </m:r>
                    </m:oMath>
                  </a14:m>
                  <a:r>
                    <a:rPr lang="en-US"/>
                    <a:t>th-conductor is hollow then,</a:t>
                  </a:r>
                  <a:endParaRPr lang="pt-BR"/>
                </a:p>
              </p:txBody>
            </p:sp>
          </mc:Choice>
          <mc:Fallback xmlns="">
            <p:sp>
              <p:nvSpPr>
                <p:cNvPr id="5" name="CaixaDeTexto 4">
                  <a:extLst>
                    <a:ext uri="{FF2B5EF4-FFF2-40B4-BE49-F238E27FC236}">
                      <a16:creationId xmlns:a16="http://schemas.microsoft.com/office/drawing/2014/main" id="{47EC93A1-8D66-50F2-3F44-1DA036EED29C}"/>
                    </a:ext>
                  </a:extLst>
                </p:cNvPr>
                <p:cNvSpPr txBox="1">
                  <a:spLocks noRot="1" noChangeAspect="1" noMove="1" noResize="1" noEditPoints="1" noAdjustHandles="1" noChangeArrowheads="1" noChangeShapeType="1" noTextEdit="1"/>
                </p:cNvSpPr>
                <p:nvPr/>
              </p:nvSpPr>
              <p:spPr>
                <a:xfrm>
                  <a:off x="6083101" y="2406370"/>
                  <a:ext cx="5205499" cy="338554"/>
                </a:xfrm>
                <a:prstGeom prst="rect">
                  <a:avLst/>
                </a:prstGeom>
                <a:blipFill>
                  <a:blip r:embed="rId16"/>
                  <a:stretch>
                    <a:fillRect l="-703" t="-5455" b="-2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D96D10D0-D58C-B778-D303-CD2BD1C13C16}"/>
                    </a:ext>
                  </a:extLst>
                </p:cNvPr>
                <p:cNvSpPr txBox="1"/>
                <p:nvPr/>
              </p:nvSpPr>
              <p:spPr>
                <a:xfrm>
                  <a:off x="6139679" y="2837811"/>
                  <a:ext cx="5190639" cy="519181"/>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p>
                          <m:sSupPr>
                            <m:ctrlPr>
                              <a:rPr lang="pt-BR" b="1" i="1" smtClean="0">
                                <a:latin typeface="Cambria Math" panose="02040503050406030204" pitchFamily="18" charset="0"/>
                              </a:rPr>
                            </m:ctrlPr>
                          </m:sSupPr>
                          <m:e>
                            <m:r>
                              <a:rPr lang="pt-BR" b="1" i="0" smtClean="0">
                                <a:latin typeface="Cambria Math" panose="02040503050406030204" pitchFamily="18" charset="0"/>
                              </a:rPr>
                              <m:t>𝐄</m:t>
                            </m:r>
                          </m:e>
                          <m:sup>
                            <m:r>
                              <a:rPr lang="pt-BR" b="0" i="1" smtClean="0">
                                <a:latin typeface="Cambria Math" panose="02040503050406030204" pitchFamily="18" charset="0"/>
                              </a:rPr>
                              <m:t>(</m:t>
                            </m:r>
                            <m:r>
                              <a:rPr lang="pt-BR" b="0" i="1" smtClean="0">
                                <a:latin typeface="Cambria Math" panose="02040503050406030204" pitchFamily="18" charset="0"/>
                              </a:rPr>
                              <m:t>𝑞</m:t>
                            </m:r>
                            <m:r>
                              <a:rPr lang="pt-BR" b="0" i="1" smtClean="0">
                                <a:latin typeface="Cambria Math" panose="02040503050406030204" pitchFamily="18" charset="0"/>
                              </a:rPr>
                              <m:t>)</m:t>
                            </m:r>
                          </m:sup>
                        </m:sSup>
                        <m:r>
                          <a:rPr lang="pt-BR">
                            <a:latin typeface="Cambria Math" panose="02040503050406030204" pitchFamily="18" charset="0"/>
                          </a:rPr>
                          <m:t>=</m:t>
                        </m:r>
                        <m:sSup>
                          <m:sSupPr>
                            <m:ctrlPr>
                              <a:rPr lang="pt-BR" i="1">
                                <a:latin typeface="Cambria Math" panose="02040503050406030204" pitchFamily="18" charset="0"/>
                              </a:rPr>
                            </m:ctrlPr>
                          </m:sSupPr>
                          <m:e>
                            <m:d>
                              <m:dPr>
                                <m:begChr m:val="["/>
                                <m:endChr m:val="]"/>
                                <m:ctrlPr>
                                  <a:rPr lang="pt-BR" i="1">
                                    <a:latin typeface="Cambria Math" panose="02040503050406030204" pitchFamily="18" charset="0"/>
                                  </a:rPr>
                                </m:ctrlPr>
                              </m:dPr>
                              <m:e>
                                <m:sSubSup>
                                  <m:sSubSupPr>
                                    <m:ctrlPr>
                                      <a:rPr lang="pt-BR" i="1">
                                        <a:latin typeface="Cambria Math" panose="02040503050406030204" pitchFamily="18" charset="0"/>
                                      </a:rPr>
                                    </m:ctrlPr>
                                  </m:sSubSupPr>
                                  <m:e>
                                    <m:r>
                                      <m:rPr>
                                        <m:sty m:val="p"/>
                                      </m:rPr>
                                      <a:rPr lang="pt-BR" b="0" i="1">
                                        <a:latin typeface="Cambria Math" panose="02040503050406030204" pitchFamily="18" charset="0"/>
                                      </a:rPr>
                                      <m:t>E</m:t>
                                    </m:r>
                                  </m:e>
                                  <m:sub>
                                    <m:r>
                                      <a:rPr lang="pt-BR" b="0" i="1">
                                        <a:latin typeface="Cambria Math" panose="02040503050406030204" pitchFamily="18" charset="0"/>
                                      </a:rPr>
                                      <m:t> </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𝑁</m:t>
                                        </m:r>
                                      </m:e>
                                      <m:sub>
                                        <m:r>
                                          <a:rPr lang="pt-BR" b="0" i="1" smtClean="0">
                                            <a:latin typeface="Cambria Math" panose="02040503050406030204" pitchFamily="18" charset="0"/>
                                          </a:rPr>
                                          <m:t>𝑟</m:t>
                                        </m:r>
                                      </m:sub>
                                    </m:sSub>
                                  </m:sub>
                                  <m:sup>
                                    <m:d>
                                      <m:dPr>
                                        <m:ctrlPr>
                                          <a:rPr lang="pt-BR" i="1">
                                            <a:latin typeface="Cambria Math" panose="02040503050406030204" pitchFamily="18" charset="0"/>
                                          </a:rPr>
                                        </m:ctrlPr>
                                      </m:dPr>
                                      <m:e>
                                        <m:r>
                                          <a:rPr lang="pt-BR" b="0" i="1" smtClean="0">
                                            <a:latin typeface="Cambria Math" panose="02040503050406030204" pitchFamily="18" charset="0"/>
                                          </a:rPr>
                                          <m:t>𝑟</m:t>
                                        </m:r>
                                      </m:e>
                                    </m:d>
                                  </m:sup>
                                </m:sSubSup>
                                <m:r>
                                  <a:rPr lang="pt-BR" b="0">
                                    <a:latin typeface="Cambria Math" panose="02040503050406030204" pitchFamily="18" charset="0"/>
                                  </a:rPr>
                                  <m:t>⋯</m:t>
                                </m:r>
                                <m:sSubSup>
                                  <m:sSubSupPr>
                                    <m:ctrlPr>
                                      <a:rPr lang="pt-BR" i="1">
                                        <a:latin typeface="Cambria Math" panose="02040503050406030204" pitchFamily="18" charset="0"/>
                                      </a:rPr>
                                    </m:ctrlPr>
                                  </m:sSubSupPr>
                                  <m:e>
                                    <m:r>
                                      <m:rPr>
                                        <m:sty m:val="p"/>
                                      </m:rPr>
                                      <a:rPr lang="pt-BR" i="1">
                                        <a:latin typeface="Cambria Math" panose="02040503050406030204" pitchFamily="18" charset="0"/>
                                      </a:rPr>
                                      <m:t>E</m:t>
                                    </m:r>
                                  </m:e>
                                  <m:sub>
                                    <m:r>
                                      <a:rPr lang="pt-BR" i="1">
                                        <a:latin typeface="Cambria Math" panose="02040503050406030204" pitchFamily="18" charset="0"/>
                                      </a:rPr>
                                      <m:t> </m:t>
                                    </m:r>
                                    <m:r>
                                      <a:rPr lang="pt-BR" b="0" i="1" smtClean="0">
                                        <a:latin typeface="Cambria Math" panose="02040503050406030204" pitchFamily="18" charset="0"/>
                                      </a:rPr>
                                      <m:t>0</m:t>
                                    </m:r>
                                  </m:sub>
                                  <m:sup>
                                    <m:d>
                                      <m:dPr>
                                        <m:ctrlPr>
                                          <a:rPr lang="pt-BR" i="1">
                                            <a:latin typeface="Cambria Math" panose="02040503050406030204" pitchFamily="18" charset="0"/>
                                          </a:rPr>
                                        </m:ctrlPr>
                                      </m:dPr>
                                      <m:e>
                                        <m:r>
                                          <a:rPr lang="pt-BR" b="0" i="1" smtClean="0">
                                            <a:latin typeface="Cambria Math" panose="02040503050406030204" pitchFamily="18" charset="0"/>
                                          </a:rPr>
                                          <m:t>𝑟</m:t>
                                        </m:r>
                                      </m:e>
                                    </m:d>
                                  </m:sup>
                                </m:sSubSup>
                                <m:r>
                                  <a:rPr lang="pt-BR">
                                    <a:latin typeface="Cambria Math" panose="02040503050406030204" pitchFamily="18" charset="0"/>
                                  </a:rPr>
                                  <m:t>⋯</m:t>
                                </m:r>
                                <m:sSubSup>
                                  <m:sSubSupPr>
                                    <m:ctrlPr>
                                      <a:rPr lang="pt-BR" i="1">
                                        <a:latin typeface="Cambria Math" panose="02040503050406030204" pitchFamily="18" charset="0"/>
                                      </a:rPr>
                                    </m:ctrlPr>
                                  </m:sSubSupPr>
                                  <m:e>
                                    <m:r>
                                      <m:rPr>
                                        <m:sty m:val="p"/>
                                      </m:rPr>
                                      <a:rPr lang="pt-BR" i="1">
                                        <a:latin typeface="Cambria Math" panose="02040503050406030204" pitchFamily="18" charset="0"/>
                                      </a:rPr>
                                      <m:t>E</m:t>
                                    </m:r>
                                  </m:e>
                                  <m:sub>
                                    <m:r>
                                      <a:rPr lang="pt-BR" i="1">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b="0" i="1" smtClean="0">
                                            <a:latin typeface="Cambria Math" panose="02040503050406030204" pitchFamily="18" charset="0"/>
                                          </a:rPr>
                                          <m:t>𝑟</m:t>
                                        </m:r>
                                      </m:sub>
                                    </m:sSub>
                                  </m:sub>
                                  <m:sup>
                                    <m:d>
                                      <m:dPr>
                                        <m:ctrlPr>
                                          <a:rPr lang="pt-BR" i="1" smtClean="0">
                                            <a:latin typeface="Cambria Math" panose="02040503050406030204" pitchFamily="18" charset="0"/>
                                          </a:rPr>
                                        </m:ctrlPr>
                                      </m:dPr>
                                      <m:e>
                                        <m:r>
                                          <a:rPr lang="pt-BR" b="0" i="1" smtClean="0">
                                            <a:latin typeface="Cambria Math" panose="02040503050406030204" pitchFamily="18" charset="0"/>
                                          </a:rPr>
                                          <m:t>𝑟</m:t>
                                        </m:r>
                                      </m:e>
                                    </m:d>
                                  </m:sup>
                                </m:sSubSup>
                                <m:r>
                                  <a:rPr lang="pt-BR" b="0" i="1" smtClean="0">
                                    <a:latin typeface="Cambria Math" panose="02040503050406030204" pitchFamily="18" charset="0"/>
                                  </a:rPr>
                                  <m:t>  </m:t>
                                </m:r>
                                <m:sSubSup>
                                  <m:sSubSupPr>
                                    <m:ctrlPr>
                                      <a:rPr lang="pt-BR" i="1">
                                        <a:latin typeface="Cambria Math" panose="02040503050406030204" pitchFamily="18" charset="0"/>
                                      </a:rPr>
                                    </m:ctrlPr>
                                  </m:sSubSupPr>
                                  <m:e>
                                    <m:r>
                                      <m:rPr>
                                        <m:sty m:val="p"/>
                                      </m:rPr>
                                      <a:rPr lang="pt-BR" i="1">
                                        <a:latin typeface="Cambria Math" panose="02040503050406030204" pitchFamily="18" charset="0"/>
                                      </a:rPr>
                                      <m:t>E</m:t>
                                    </m:r>
                                  </m:e>
                                  <m:sub>
                                    <m:r>
                                      <a:rPr lang="pt-BR" i="1">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b="0" i="1" smtClean="0">
                                            <a:latin typeface="Cambria Math" panose="02040503050406030204" pitchFamily="18" charset="0"/>
                                          </a:rPr>
                                          <m:t>𝑞</m:t>
                                        </m:r>
                                      </m:sub>
                                    </m:sSub>
                                  </m:sub>
                                  <m:sup>
                                    <m:d>
                                      <m:dPr>
                                        <m:ctrlPr>
                                          <a:rPr lang="pt-BR" i="1">
                                            <a:latin typeface="Cambria Math" panose="02040503050406030204" pitchFamily="18" charset="0"/>
                                          </a:rPr>
                                        </m:ctrlPr>
                                      </m:dPr>
                                      <m:e>
                                        <m:r>
                                          <a:rPr lang="pt-BR" b="0" i="1" smtClean="0">
                                            <a:latin typeface="Cambria Math" panose="02040503050406030204" pitchFamily="18" charset="0"/>
                                          </a:rPr>
                                          <m:t>𝑞</m:t>
                                        </m:r>
                                      </m:e>
                                    </m:d>
                                  </m:sup>
                                </m:sSubSup>
                                <m:r>
                                  <a:rPr lang="pt-BR">
                                    <a:latin typeface="Cambria Math" panose="02040503050406030204" pitchFamily="18" charset="0"/>
                                  </a:rPr>
                                  <m:t>⋯</m:t>
                                </m:r>
                                <m:sSubSup>
                                  <m:sSubSupPr>
                                    <m:ctrlPr>
                                      <a:rPr lang="pt-BR" i="1">
                                        <a:latin typeface="Cambria Math" panose="02040503050406030204" pitchFamily="18" charset="0"/>
                                      </a:rPr>
                                    </m:ctrlPr>
                                  </m:sSubSupPr>
                                  <m:e>
                                    <m:r>
                                      <m:rPr>
                                        <m:sty m:val="p"/>
                                      </m:rPr>
                                      <a:rPr lang="pt-BR" i="1">
                                        <a:latin typeface="Cambria Math" panose="02040503050406030204" pitchFamily="18" charset="0"/>
                                      </a:rPr>
                                      <m:t>E</m:t>
                                    </m:r>
                                  </m:e>
                                  <m:sub>
                                    <m:r>
                                      <a:rPr lang="pt-BR" i="1">
                                        <a:latin typeface="Cambria Math" panose="02040503050406030204" pitchFamily="18" charset="0"/>
                                      </a:rPr>
                                      <m:t> 0</m:t>
                                    </m:r>
                                  </m:sub>
                                  <m:sup>
                                    <m:d>
                                      <m:dPr>
                                        <m:ctrlPr>
                                          <a:rPr lang="pt-BR" i="1">
                                            <a:latin typeface="Cambria Math" panose="02040503050406030204" pitchFamily="18" charset="0"/>
                                          </a:rPr>
                                        </m:ctrlPr>
                                      </m:dPr>
                                      <m:e>
                                        <m:r>
                                          <a:rPr lang="pt-BR" b="0" i="1" smtClean="0">
                                            <a:latin typeface="Cambria Math" panose="02040503050406030204" pitchFamily="18" charset="0"/>
                                          </a:rPr>
                                          <m:t>𝑞</m:t>
                                        </m:r>
                                      </m:e>
                                    </m:d>
                                  </m:sup>
                                </m:sSubSup>
                                <m:r>
                                  <a:rPr lang="pt-BR">
                                    <a:latin typeface="Cambria Math" panose="02040503050406030204" pitchFamily="18" charset="0"/>
                                  </a:rPr>
                                  <m:t>⋯</m:t>
                                </m:r>
                                <m:sSubSup>
                                  <m:sSubSupPr>
                                    <m:ctrlPr>
                                      <a:rPr lang="pt-BR" i="1">
                                        <a:latin typeface="Cambria Math" panose="02040503050406030204" pitchFamily="18" charset="0"/>
                                      </a:rPr>
                                    </m:ctrlPr>
                                  </m:sSubSupPr>
                                  <m:e>
                                    <m:r>
                                      <m:rPr>
                                        <m:sty m:val="p"/>
                                      </m:rPr>
                                      <a:rPr lang="pt-BR" i="1">
                                        <a:latin typeface="Cambria Math" panose="02040503050406030204" pitchFamily="18" charset="0"/>
                                      </a:rPr>
                                      <m:t>E</m:t>
                                    </m:r>
                                  </m:e>
                                  <m:sub>
                                    <m:r>
                                      <a:rPr lang="pt-BR" i="1">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b="0" i="1" smtClean="0">
                                            <a:latin typeface="Cambria Math" panose="02040503050406030204" pitchFamily="18" charset="0"/>
                                          </a:rPr>
                                          <m:t>𝑞</m:t>
                                        </m:r>
                                      </m:sub>
                                    </m:sSub>
                                  </m:sub>
                                  <m:sup>
                                    <m:d>
                                      <m:dPr>
                                        <m:ctrlPr>
                                          <a:rPr lang="pt-BR" i="1">
                                            <a:latin typeface="Cambria Math" panose="02040503050406030204" pitchFamily="18" charset="0"/>
                                          </a:rPr>
                                        </m:ctrlPr>
                                      </m:dPr>
                                      <m:e>
                                        <m:r>
                                          <a:rPr lang="pt-BR" b="0" i="1" smtClean="0">
                                            <a:latin typeface="Cambria Math" panose="02040503050406030204" pitchFamily="18" charset="0"/>
                                          </a:rPr>
                                          <m:t>𝑞</m:t>
                                        </m:r>
                                      </m:e>
                                    </m:d>
                                  </m:sup>
                                </m:sSubSup>
                              </m:e>
                            </m:d>
                          </m:e>
                          <m:sup>
                            <m:r>
                              <m:rPr>
                                <m:sty m:val="p"/>
                              </m:rPr>
                              <a:rPr lang="pt-BR">
                                <a:latin typeface="Cambria Math" panose="02040503050406030204" pitchFamily="18" charset="0"/>
                              </a:rPr>
                              <m:t>T</m:t>
                            </m:r>
                          </m:sup>
                        </m:sSup>
                      </m:oMath>
                    </m:oMathPara>
                  </a14:m>
                  <a:endParaRPr lang="en-US"/>
                </a:p>
              </p:txBody>
            </p:sp>
          </mc:Choice>
          <mc:Fallback xmlns="">
            <p:sp>
              <p:nvSpPr>
                <p:cNvPr id="7" name="CaixaDeTexto 6">
                  <a:extLst>
                    <a:ext uri="{FF2B5EF4-FFF2-40B4-BE49-F238E27FC236}">
                      <a16:creationId xmlns:a16="http://schemas.microsoft.com/office/drawing/2014/main" id="{D96D10D0-D58C-B778-D303-CD2BD1C13C16}"/>
                    </a:ext>
                  </a:extLst>
                </p:cNvPr>
                <p:cNvSpPr txBox="1">
                  <a:spLocks noRot="1" noChangeAspect="1" noMove="1" noResize="1" noEditPoints="1" noAdjustHandles="1" noChangeArrowheads="1" noChangeShapeType="1" noTextEdit="1"/>
                </p:cNvSpPr>
                <p:nvPr/>
              </p:nvSpPr>
              <p:spPr>
                <a:xfrm>
                  <a:off x="6139679" y="2837811"/>
                  <a:ext cx="5190639" cy="519181"/>
                </a:xfrm>
                <a:prstGeom prst="rect">
                  <a:avLst/>
                </a:prstGeom>
                <a:blipFill>
                  <a:blip r:embed="rId17"/>
                  <a:stretch>
                    <a:fillRect/>
                  </a:stretch>
                </a:blipFill>
              </p:spPr>
              <p:txBody>
                <a:bodyPr/>
                <a:lstStyle/>
                <a:p>
                  <a:r>
                    <a:rPr lang="pt-BR">
                      <a:noFill/>
                    </a:rPr>
                    <a:t> </a:t>
                  </a:r>
                </a:p>
              </p:txBody>
            </p:sp>
          </mc:Fallback>
        </mc:AlternateContent>
      </p:grpSp>
      <p:sp>
        <p:nvSpPr>
          <p:cNvPr id="13" name="CaixaDeTexto 12">
            <a:extLst>
              <a:ext uri="{FF2B5EF4-FFF2-40B4-BE49-F238E27FC236}">
                <a16:creationId xmlns:a16="http://schemas.microsoft.com/office/drawing/2014/main" id="{063083B4-B7E4-4222-85C0-4E0A4042B6E8}"/>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p:grpSp>
        <p:nvGrpSpPr>
          <p:cNvPr id="18" name="Agrupar 17">
            <a:extLst>
              <a:ext uri="{FF2B5EF4-FFF2-40B4-BE49-F238E27FC236}">
                <a16:creationId xmlns:a16="http://schemas.microsoft.com/office/drawing/2014/main" id="{4C344B39-F150-0562-4714-713B03E6F944}"/>
              </a:ext>
            </a:extLst>
          </p:cNvPr>
          <p:cNvGrpSpPr/>
          <p:nvPr/>
        </p:nvGrpSpPr>
        <p:grpSpPr>
          <a:xfrm>
            <a:off x="6102462" y="3529540"/>
            <a:ext cx="5574158" cy="2616229"/>
            <a:chOff x="6102462" y="3529540"/>
            <a:chExt cx="5574158" cy="2616229"/>
          </a:xfrm>
        </p:grpSpPr>
        <mc:AlternateContent xmlns:mc="http://schemas.openxmlformats.org/markup-compatibility/2006" xmlns:a14="http://schemas.microsoft.com/office/drawing/2010/main">
          <mc:Choice Requires="a14">
            <p:sp>
              <p:nvSpPr>
                <p:cNvPr id="70" name="CaixaDeTexto 69">
                  <a:extLst>
                    <a:ext uri="{FF2B5EF4-FFF2-40B4-BE49-F238E27FC236}">
                      <a16:creationId xmlns:a16="http://schemas.microsoft.com/office/drawing/2014/main" id="{9B1CA937-986C-2942-F587-D7D1777D1C93}"/>
                    </a:ext>
                  </a:extLst>
                </p:cNvPr>
                <p:cNvSpPr txBox="1"/>
                <p:nvPr/>
              </p:nvSpPr>
              <p:spPr>
                <a:xfrm>
                  <a:off x="6117322" y="4288101"/>
                  <a:ext cx="5190639" cy="43704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1" i="0" smtClean="0">
                            <a:latin typeface="Cambria Math" panose="02040503050406030204" pitchFamily="18" charset="0"/>
                          </a:rPr>
                          <m:t>𝐄</m:t>
                        </m:r>
                        <m:r>
                          <a:rPr lang="pt-BR">
                            <a:latin typeface="Cambria Math" panose="02040503050406030204" pitchFamily="18" charset="0"/>
                          </a:rPr>
                          <m:t>=</m:t>
                        </m:r>
                        <m:sSup>
                          <m:sSupPr>
                            <m:ctrlPr>
                              <a:rPr lang="pt-BR" i="1">
                                <a:latin typeface="Cambria Math" panose="02040503050406030204" pitchFamily="18" charset="0"/>
                              </a:rPr>
                            </m:ctrlPr>
                          </m:sSupPr>
                          <m:e>
                            <m:d>
                              <m:dPr>
                                <m:begChr m:val="["/>
                                <m:endChr m:val="]"/>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b="1">
                                        <a:latin typeface="Cambria Math" panose="02040503050406030204" pitchFamily="18" charset="0"/>
                                      </a:rPr>
                                      <m:t>𝐄</m:t>
                                    </m:r>
                                  </m:e>
                                  <m:sub>
                                    <m:r>
                                      <a:rPr lang="pt-BR" i="1">
                                        <a:latin typeface="Cambria Math" panose="02040503050406030204" pitchFamily="18" charset="0"/>
                                      </a:rPr>
                                      <m:t> </m:t>
                                    </m:r>
                                  </m:sub>
                                  <m:sup>
                                    <m:d>
                                      <m:dPr>
                                        <m:ctrlPr>
                                          <a:rPr lang="pt-BR" i="1">
                                            <a:latin typeface="Cambria Math" panose="02040503050406030204" pitchFamily="18" charset="0"/>
                                          </a:rPr>
                                        </m:ctrlPr>
                                      </m:dPr>
                                      <m:e>
                                        <m:r>
                                          <a:rPr lang="pt-BR" i="1">
                                            <a:latin typeface="Cambria Math" panose="02040503050406030204" pitchFamily="18" charset="0"/>
                                          </a:rPr>
                                          <m:t>1</m:t>
                                        </m:r>
                                      </m:e>
                                    </m:d>
                                  </m:sup>
                                </m:sSubSup>
                                <m:r>
                                  <a:rPr lang="en-US" b="0" i="1" smtClean="0">
                                    <a:latin typeface="Cambria Math" panose="02040503050406030204" pitchFamily="18" charset="0"/>
                                  </a:rPr>
                                  <m:t>  </m:t>
                                </m:r>
                                <m:sSubSup>
                                  <m:sSubSupPr>
                                    <m:ctrlPr>
                                      <a:rPr lang="pt-BR" i="1">
                                        <a:latin typeface="Cambria Math" panose="02040503050406030204" pitchFamily="18" charset="0"/>
                                      </a:rPr>
                                    </m:ctrlPr>
                                  </m:sSubSupPr>
                                  <m:e>
                                    <m:r>
                                      <a:rPr lang="pt-BR" b="1">
                                        <a:latin typeface="Cambria Math" panose="02040503050406030204" pitchFamily="18" charset="0"/>
                                      </a:rPr>
                                      <m:t>𝐄</m:t>
                                    </m:r>
                                  </m:e>
                                  <m:sub>
                                    <m:r>
                                      <a:rPr lang="pt-BR" i="1">
                                        <a:latin typeface="Cambria Math" panose="02040503050406030204" pitchFamily="18" charset="0"/>
                                      </a:rPr>
                                      <m:t> </m:t>
                                    </m:r>
                                  </m:sub>
                                  <m:sup>
                                    <m:r>
                                      <a:rPr lang="pt-BR" i="1">
                                        <a:latin typeface="Cambria Math" panose="02040503050406030204" pitchFamily="18" charset="0"/>
                                      </a:rPr>
                                      <m:t>(</m:t>
                                    </m:r>
                                    <m:r>
                                      <a:rPr lang="en-US" b="0" i="1" smtClean="0">
                                        <a:latin typeface="Cambria Math" panose="02040503050406030204" pitchFamily="18" charset="0"/>
                                      </a:rPr>
                                      <m:t>2</m:t>
                                    </m:r>
                                    <m:r>
                                      <a:rPr lang="pt-BR" i="1">
                                        <a:latin typeface="Cambria Math" panose="02040503050406030204" pitchFamily="18" charset="0"/>
                                      </a:rPr>
                                      <m:t>)</m:t>
                                    </m:r>
                                  </m:sup>
                                </m:sSubSup>
                                <m:r>
                                  <a:rPr lang="en-US" b="0" i="0" smtClean="0">
                                    <a:latin typeface="Cambria Math" panose="02040503050406030204" pitchFamily="18" charset="0"/>
                                  </a:rPr>
                                  <m:t> </m:t>
                                </m:r>
                                <m:r>
                                  <a:rPr lang="pt-BR">
                                    <a:latin typeface="Cambria Math" panose="02040503050406030204" pitchFamily="18" charset="0"/>
                                  </a:rPr>
                                  <m:t>⋯</m:t>
                                </m:r>
                                <m:sSubSup>
                                  <m:sSubSupPr>
                                    <m:ctrlPr>
                                      <a:rPr lang="pt-BR" i="1">
                                        <a:latin typeface="Cambria Math" panose="02040503050406030204" pitchFamily="18" charset="0"/>
                                      </a:rPr>
                                    </m:ctrlPr>
                                  </m:sSubSupPr>
                                  <m:e>
                                    <m:r>
                                      <a:rPr lang="pt-BR" b="1">
                                        <a:latin typeface="Cambria Math" panose="02040503050406030204" pitchFamily="18" charset="0"/>
                                      </a:rPr>
                                      <m:t>𝐄</m:t>
                                    </m:r>
                                  </m:e>
                                  <m:sub>
                                    <m:r>
                                      <a:rPr lang="pt-BR" i="1">
                                        <a:latin typeface="Cambria Math" panose="02040503050406030204" pitchFamily="18" charset="0"/>
                                      </a:rPr>
                                      <m:t> </m:t>
                                    </m:r>
                                  </m:sub>
                                  <m:sup>
                                    <m:r>
                                      <a:rPr lang="pt-BR" i="1">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r>
                                      <a:rPr lang="pt-BR" i="1">
                                        <a:latin typeface="Cambria Math" panose="02040503050406030204" pitchFamily="18" charset="0"/>
                                      </a:rPr>
                                      <m:t>)</m:t>
                                    </m:r>
                                  </m:sup>
                                </m:sSubSup>
                              </m:e>
                            </m:d>
                          </m:e>
                          <m:sup>
                            <m:r>
                              <m:rPr>
                                <m:sty m:val="p"/>
                              </m:rPr>
                              <a:rPr lang="pt-BR">
                                <a:latin typeface="Cambria Math" panose="02040503050406030204" pitchFamily="18" charset="0"/>
                              </a:rPr>
                              <m:t>T</m:t>
                            </m:r>
                          </m:sup>
                        </m:sSup>
                      </m:oMath>
                    </m:oMathPara>
                  </a14:m>
                  <a:endParaRPr lang="en-US"/>
                </a:p>
              </p:txBody>
            </p:sp>
          </mc:Choice>
          <mc:Fallback xmlns="">
            <p:sp>
              <p:nvSpPr>
                <p:cNvPr id="70" name="CaixaDeTexto 69">
                  <a:extLst>
                    <a:ext uri="{FF2B5EF4-FFF2-40B4-BE49-F238E27FC236}">
                      <a16:creationId xmlns:a16="http://schemas.microsoft.com/office/drawing/2014/main" id="{9B1CA937-986C-2942-F587-D7D1777D1C93}"/>
                    </a:ext>
                  </a:extLst>
                </p:cNvPr>
                <p:cNvSpPr txBox="1">
                  <a:spLocks noRot="1" noChangeAspect="1" noMove="1" noResize="1" noEditPoints="1" noAdjustHandles="1" noChangeArrowheads="1" noChangeShapeType="1" noTextEdit="1"/>
                </p:cNvSpPr>
                <p:nvPr/>
              </p:nvSpPr>
              <p:spPr>
                <a:xfrm>
                  <a:off x="6117322" y="4288101"/>
                  <a:ext cx="5190639" cy="437043"/>
                </a:xfrm>
                <a:prstGeom prst="rect">
                  <a:avLst/>
                </a:prstGeom>
                <a:blipFill>
                  <a:blip r:embed="rId1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D86EA7A2-A1C0-1258-B263-A2F345916762}"/>
                    </a:ext>
                  </a:extLst>
                </p:cNvPr>
                <p:cNvSpPr txBox="1"/>
                <p:nvPr/>
              </p:nvSpPr>
              <p:spPr>
                <a:xfrm>
                  <a:off x="6102462" y="3529540"/>
                  <a:ext cx="5466146" cy="584775"/>
                </a:xfrm>
                <a:prstGeom prst="rect">
                  <a:avLst/>
                </a:prstGeom>
                <a:noFill/>
              </p:spPr>
              <p:txBody>
                <a:bodyPr wrap="square">
                  <a:spAutoFit/>
                </a:bodyPr>
                <a:lstStyle>
                  <a:defPPr>
                    <a:defRPr lang="pt-BR"/>
                  </a:defPPr>
                  <a:lvl1pPr>
                    <a:defRPr sz="1600"/>
                  </a:lvl1pPr>
                </a:lstStyle>
                <a:p>
                  <a:r>
                    <a:rPr lang="en-US"/>
                    <a:t>The electric field coefficients from all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𝑚</m:t>
                          </m:r>
                        </m:e>
                        <m:sub>
                          <m:r>
                            <a:rPr lang="en-US" i="1" smtClean="0">
                              <a:latin typeface="Cambria Math" panose="02040503050406030204" pitchFamily="18" charset="0"/>
                            </a:rPr>
                            <m:t>𝑠</m:t>
                          </m:r>
                        </m:sub>
                      </m:sSub>
                    </m:oMath>
                  </a14:m>
                  <a:r>
                    <a:rPr lang="en-US"/>
                    <a:t> surface conductors can be assemble into a global vector of unknowns, </a:t>
                  </a:r>
                  <a14:m>
                    <m:oMath xmlns:m="http://schemas.openxmlformats.org/officeDocument/2006/math">
                      <m:r>
                        <a:rPr lang="en-US" b="1" i="1" smtClean="0">
                          <a:latin typeface="Cambria Math" panose="02040503050406030204" pitchFamily="18" charset="0"/>
                        </a:rPr>
                        <m:t>𝑬</m:t>
                      </m:r>
                    </m:oMath>
                  </a14:m>
                  <a:r>
                    <a:rPr lang="en-US"/>
                    <a:t>.</a:t>
                  </a:r>
                  <a:endParaRPr lang="pt-BR"/>
                </a:p>
              </p:txBody>
            </p:sp>
          </mc:Choice>
          <mc:Fallback xmlns="">
            <p:sp>
              <p:nvSpPr>
                <p:cNvPr id="10" name="CaixaDeTexto 9">
                  <a:extLst>
                    <a:ext uri="{FF2B5EF4-FFF2-40B4-BE49-F238E27FC236}">
                      <a16:creationId xmlns:a16="http://schemas.microsoft.com/office/drawing/2014/main" id="{D86EA7A2-A1C0-1258-B263-A2F345916762}"/>
                    </a:ext>
                  </a:extLst>
                </p:cNvPr>
                <p:cNvSpPr txBox="1">
                  <a:spLocks noRot="1" noChangeAspect="1" noMove="1" noResize="1" noEditPoints="1" noAdjustHandles="1" noChangeArrowheads="1" noChangeShapeType="1" noTextEdit="1"/>
                </p:cNvSpPr>
                <p:nvPr/>
              </p:nvSpPr>
              <p:spPr>
                <a:xfrm>
                  <a:off x="6102462" y="3529540"/>
                  <a:ext cx="5466146" cy="584775"/>
                </a:xfrm>
                <a:prstGeom prst="rect">
                  <a:avLst/>
                </a:prstGeom>
                <a:blipFill>
                  <a:blip r:embed="rId19"/>
                  <a:stretch>
                    <a:fillRect l="-557" t="-3125" r="-1115" b="-125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66802B92-6147-8246-DAFF-70970DA63A8A}"/>
                    </a:ext>
                  </a:extLst>
                </p:cNvPr>
                <p:cNvSpPr txBox="1"/>
                <p:nvPr/>
              </p:nvSpPr>
              <p:spPr>
                <a:xfrm>
                  <a:off x="6139679" y="5334713"/>
                  <a:ext cx="5190639" cy="811056"/>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rPr>
                          <m:t>𝑁</m:t>
                        </m:r>
                        <m:r>
                          <a:rPr lang="pt-BR" b="0">
                            <a:latin typeface="Cambria Math" panose="02040503050406030204" pitchFamily="18" charset="0"/>
                          </a:rPr>
                          <m:t>=</m:t>
                        </m:r>
                        <m:nary>
                          <m:naryPr>
                            <m:chr m:val="∑"/>
                            <m:ctrlPr>
                              <a:rPr lang="pt-BR" i="1">
                                <a:latin typeface="Cambria Math" panose="02040503050406030204" pitchFamily="18" charset="0"/>
                              </a:rPr>
                            </m:ctrlPr>
                          </m:naryPr>
                          <m:sub>
                            <m:r>
                              <a:rPr lang="pt-BR" b="0" i="1" smtClean="0">
                                <a:latin typeface="Cambria Math" panose="02040503050406030204" pitchFamily="18" charset="0"/>
                              </a:rPr>
                              <m:t>𝑝</m:t>
                            </m:r>
                            <m:r>
                              <a:rPr lang="pt-BR" i="1" smtClean="0">
                                <a:latin typeface="Cambria Math" panose="02040503050406030204" pitchFamily="18" charset="0"/>
                              </a:rPr>
                              <m:t>=</m:t>
                            </m:r>
                            <m:r>
                              <a:rPr lang="pt-BR" b="0" i="1" smtClean="0">
                                <a:latin typeface="Cambria Math" panose="02040503050406030204" pitchFamily="18" charset="0"/>
                              </a:rPr>
                              <m:t>1</m:t>
                            </m:r>
                          </m:sub>
                          <m:sup>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sup>
                          <m:e>
                            <m:d>
                              <m:dPr>
                                <m:ctrlPr>
                                  <a:rPr lang="pt-BR" b="0" i="1" smtClean="0">
                                    <a:latin typeface="Cambria Math" panose="02040503050406030204" pitchFamily="18" charset="0"/>
                                  </a:rPr>
                                </m:ctrlPr>
                              </m:dPr>
                              <m:e>
                                <m:r>
                                  <a:rPr lang="pt-BR" b="0" i="1" smtClean="0">
                                    <a:latin typeface="Cambria Math" panose="02040503050406030204" pitchFamily="18" charset="0"/>
                                  </a:rPr>
                                  <m:t>2</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𝑁</m:t>
                                    </m:r>
                                  </m:e>
                                  <m:sub>
                                    <m:r>
                                      <a:rPr lang="pt-BR" b="0" i="1" smtClean="0">
                                        <a:latin typeface="Cambria Math" panose="02040503050406030204" pitchFamily="18" charset="0"/>
                                      </a:rPr>
                                      <m:t>𝑝</m:t>
                                    </m:r>
                                  </m:sub>
                                </m:sSub>
                                <m:r>
                                  <a:rPr lang="pt-BR" b="0" i="1" smtClean="0">
                                    <a:latin typeface="Cambria Math" panose="02040503050406030204" pitchFamily="18" charset="0"/>
                                  </a:rPr>
                                  <m:t>+1</m:t>
                                </m:r>
                              </m:e>
                            </m:d>
                          </m:e>
                        </m:nary>
                      </m:oMath>
                    </m:oMathPara>
                  </a14:m>
                  <a:endParaRPr lang="en-US"/>
                </a:p>
              </p:txBody>
            </p:sp>
          </mc:Choice>
          <mc:Fallback xmlns="">
            <p:sp>
              <p:nvSpPr>
                <p:cNvPr id="11" name="CaixaDeTexto 10">
                  <a:extLst>
                    <a:ext uri="{FF2B5EF4-FFF2-40B4-BE49-F238E27FC236}">
                      <a16:creationId xmlns:a16="http://schemas.microsoft.com/office/drawing/2014/main" id="{66802B92-6147-8246-DAFF-70970DA63A8A}"/>
                    </a:ext>
                  </a:extLst>
                </p:cNvPr>
                <p:cNvSpPr txBox="1">
                  <a:spLocks noRot="1" noChangeAspect="1" noMove="1" noResize="1" noEditPoints="1" noAdjustHandles="1" noChangeArrowheads="1" noChangeShapeType="1" noTextEdit="1"/>
                </p:cNvSpPr>
                <p:nvPr/>
              </p:nvSpPr>
              <p:spPr>
                <a:xfrm>
                  <a:off x="6139679" y="5334713"/>
                  <a:ext cx="5190639" cy="811056"/>
                </a:xfrm>
                <a:prstGeom prst="rect">
                  <a:avLst/>
                </a:prstGeom>
                <a:blipFill>
                  <a:blip r:embed="rId2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A5E1EE2E-2929-C14A-5422-046D2B505A32}"/>
                    </a:ext>
                  </a:extLst>
                </p:cNvPr>
                <p:cNvSpPr txBox="1"/>
                <p:nvPr/>
              </p:nvSpPr>
              <p:spPr>
                <a:xfrm>
                  <a:off x="6127661" y="4898929"/>
                  <a:ext cx="5466146" cy="338554"/>
                </a:xfrm>
                <a:prstGeom prst="rect">
                  <a:avLst/>
                </a:prstGeom>
                <a:noFill/>
              </p:spPr>
              <p:txBody>
                <a:bodyPr wrap="square">
                  <a:spAutoFit/>
                </a:bodyPr>
                <a:lstStyle>
                  <a:defPPr>
                    <a:defRPr lang="pt-BR"/>
                  </a:defPPr>
                  <a:lvl1pPr>
                    <a:defRPr sz="1600"/>
                  </a:lvl1pPr>
                </a:lstStyle>
                <a:p>
                  <a:r>
                    <a:rPr lang="en-US"/>
                    <a:t>The size of </a:t>
                  </a:r>
                  <a14:m>
                    <m:oMath xmlns:m="http://schemas.openxmlformats.org/officeDocument/2006/math">
                      <m:r>
                        <a:rPr lang="en-US" b="1" i="0" smtClean="0">
                          <a:latin typeface="Cambria Math" panose="02040503050406030204" pitchFamily="18" charset="0"/>
                        </a:rPr>
                        <m:t>𝐄</m:t>
                      </m:r>
                    </m:oMath>
                  </a14:m>
                  <a:r>
                    <a:rPr lang="en-US"/>
                    <a:t> is </a:t>
                  </a:r>
                  <a14:m>
                    <m:oMath xmlns:m="http://schemas.openxmlformats.org/officeDocument/2006/math">
                      <m:r>
                        <a:rPr lang="en-US" i="1" smtClean="0">
                          <a:latin typeface="Cambria Math" panose="02040503050406030204" pitchFamily="18" charset="0"/>
                        </a:rPr>
                        <m:t>𝑁</m:t>
                      </m:r>
                      <m:r>
                        <a:rPr lang="en-US" i="1" smtClean="0">
                          <a:latin typeface="Cambria Math" panose="02040503050406030204" pitchFamily="18" charset="0"/>
                        </a:rPr>
                        <m:t>×1</m:t>
                      </m:r>
                    </m:oMath>
                  </a14:m>
                  <a:r>
                    <a:rPr lang="en-US"/>
                    <a:t>, where</a:t>
                  </a:r>
                  <a:endParaRPr lang="pt-BR"/>
                </a:p>
              </p:txBody>
            </p:sp>
          </mc:Choice>
          <mc:Fallback xmlns="">
            <p:sp>
              <p:nvSpPr>
                <p:cNvPr id="12" name="CaixaDeTexto 11">
                  <a:extLst>
                    <a:ext uri="{FF2B5EF4-FFF2-40B4-BE49-F238E27FC236}">
                      <a16:creationId xmlns:a16="http://schemas.microsoft.com/office/drawing/2014/main" id="{A5E1EE2E-2929-C14A-5422-046D2B505A32}"/>
                    </a:ext>
                  </a:extLst>
                </p:cNvPr>
                <p:cNvSpPr txBox="1">
                  <a:spLocks noRot="1" noChangeAspect="1" noMove="1" noResize="1" noEditPoints="1" noAdjustHandles="1" noChangeArrowheads="1" noChangeShapeType="1" noTextEdit="1"/>
                </p:cNvSpPr>
                <p:nvPr/>
              </p:nvSpPr>
              <p:spPr>
                <a:xfrm>
                  <a:off x="6127661" y="4898929"/>
                  <a:ext cx="5466146" cy="338554"/>
                </a:xfrm>
                <a:prstGeom prst="rect">
                  <a:avLst/>
                </a:prstGeom>
                <a:blipFill>
                  <a:blip r:embed="rId21"/>
                  <a:stretch>
                    <a:fillRect l="-557" t="-5455" b="-2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id="{8CD82189-DC25-C31F-6720-1BB13040DA89}"/>
                    </a:ext>
                  </a:extLst>
                </p:cNvPr>
                <p:cNvSpPr txBox="1"/>
                <p:nvPr/>
              </p:nvSpPr>
              <p:spPr>
                <a:xfrm>
                  <a:off x="11208568" y="5581052"/>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3)</m:t>
                        </m:r>
                      </m:oMath>
                    </m:oMathPara>
                  </a14:m>
                  <a:endParaRPr lang="en-US" sz="1200"/>
                </a:p>
              </p:txBody>
            </p:sp>
          </mc:Choice>
          <mc:Fallback xmlns="">
            <p:sp>
              <p:nvSpPr>
                <p:cNvPr id="15" name="CaixaDeTexto 14">
                  <a:extLst>
                    <a:ext uri="{FF2B5EF4-FFF2-40B4-BE49-F238E27FC236}">
                      <a16:creationId xmlns:a16="http://schemas.microsoft.com/office/drawing/2014/main" id="{8CD82189-DC25-C31F-6720-1BB13040DA89}"/>
                    </a:ext>
                  </a:extLst>
                </p:cNvPr>
                <p:cNvSpPr txBox="1">
                  <a:spLocks noRot="1" noChangeAspect="1" noMove="1" noResize="1" noEditPoints="1" noAdjustHandles="1" noChangeArrowheads="1" noChangeShapeType="1" noTextEdit="1"/>
                </p:cNvSpPr>
                <p:nvPr/>
              </p:nvSpPr>
              <p:spPr>
                <a:xfrm>
                  <a:off x="11208568" y="5581052"/>
                  <a:ext cx="468052" cy="276999"/>
                </a:xfrm>
                <a:prstGeom prst="rect">
                  <a:avLst/>
                </a:prstGeom>
                <a:blipFill>
                  <a:blip r:embed="rId22"/>
                  <a:stretch>
                    <a:fillRect b="-8889"/>
                  </a:stretch>
                </a:blipFill>
              </p:spPr>
              <p:txBody>
                <a:bodyPr/>
                <a:lstStyle/>
                <a:p>
                  <a:r>
                    <a:rPr lang="pt-BR">
                      <a:noFill/>
                    </a:rPr>
                    <a:t> </a:t>
                  </a:r>
                </a:p>
              </p:txBody>
            </p:sp>
          </mc:Fallback>
        </mc:AlternateContent>
      </p:grpSp>
    </p:spTree>
    <p:extLst>
      <p:ext uri="{BB962C8B-B14F-4D97-AF65-F5344CB8AC3E}">
        <p14:creationId xmlns:p14="http://schemas.microsoft.com/office/powerpoint/2010/main" val="2749496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72802" y="6480904"/>
            <a:ext cx="414586" cy="252029"/>
          </a:xfrm>
        </p:spPr>
        <p:txBody>
          <a:bodyPr/>
          <a:lstStyle/>
          <a:p>
            <a:fld id="{6023531A-24AE-4EE7-A19A-D3968154BEE1}" type="slidenum">
              <a:rPr lang="pt-BR" smtClean="0"/>
              <a:t>10</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Surface Admittance Operator of the MTL</a:t>
            </a:r>
          </a:p>
        </p:txBody>
      </p:sp>
      <p:sp>
        <p:nvSpPr>
          <p:cNvPr id="14" name="Elipse 13">
            <a:extLst>
              <a:ext uri="{FF2B5EF4-FFF2-40B4-BE49-F238E27FC236}">
                <a16:creationId xmlns:a16="http://schemas.microsoft.com/office/drawing/2014/main" id="{94D5144B-E0E6-8D48-55E3-0B5A16C49B15}"/>
              </a:ext>
            </a:extLst>
          </p:cNvPr>
          <p:cNvSpPr/>
          <p:nvPr/>
        </p:nvSpPr>
        <p:spPr>
          <a:xfrm>
            <a:off x="994570" y="2555736"/>
            <a:ext cx="1737360" cy="1737360"/>
          </a:xfrm>
          <a:prstGeom prst="ellipse">
            <a:avLst/>
          </a:prstGeom>
          <a:noFill/>
          <a:ln w="19050">
            <a:solidFill>
              <a:schemeClr val="accent3">
                <a:lumMod val="60000"/>
                <a:lumOff val="4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1F45A3DF-0A88-4A87-4A97-268249D1CA97}"/>
                  </a:ext>
                </a:extLst>
              </p:cNvPr>
              <p:cNvSpPr txBox="1"/>
              <p:nvPr/>
            </p:nvSpPr>
            <p:spPr>
              <a:xfrm>
                <a:off x="1209166" y="3078608"/>
                <a:ext cx="41171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𝑝</m:t>
                          </m:r>
                        </m:sub>
                      </m:sSub>
                    </m:oMath>
                  </m:oMathPara>
                </a14:m>
                <a:endParaRPr lang="pt-BR" sz="1400"/>
              </a:p>
            </p:txBody>
          </p:sp>
        </mc:Choice>
        <mc:Fallback xmlns="">
          <p:sp>
            <p:nvSpPr>
              <p:cNvPr id="44" name="CaixaDeTexto 43">
                <a:extLst>
                  <a:ext uri="{FF2B5EF4-FFF2-40B4-BE49-F238E27FC236}">
                    <a16:creationId xmlns:a16="http://schemas.microsoft.com/office/drawing/2014/main" id="{1F45A3DF-0A88-4A87-4A97-268249D1CA97}"/>
                  </a:ext>
                </a:extLst>
              </p:cNvPr>
              <p:cNvSpPr txBox="1">
                <a:spLocks noRot="1" noChangeAspect="1" noMove="1" noResize="1" noEditPoints="1" noAdjustHandles="1" noChangeArrowheads="1" noChangeShapeType="1" noTextEdit="1"/>
              </p:cNvSpPr>
              <p:nvPr/>
            </p:nvSpPr>
            <p:spPr>
              <a:xfrm>
                <a:off x="1209166" y="3078608"/>
                <a:ext cx="411715" cy="324384"/>
              </a:xfrm>
              <a:prstGeom prst="rect">
                <a:avLst/>
              </a:prstGeom>
              <a:blipFill>
                <a:blip r:embed="rId4"/>
                <a:stretch>
                  <a:fillRect/>
                </a:stretch>
              </a:blipFill>
            </p:spPr>
            <p:txBody>
              <a:bodyPr/>
              <a:lstStyle/>
              <a:p>
                <a:r>
                  <a:rPr lang="pt-BR">
                    <a:noFill/>
                  </a:rPr>
                  <a:t> </a:t>
                </a:r>
              </a:p>
            </p:txBody>
          </p:sp>
        </mc:Fallback>
      </mc:AlternateContent>
      <p:cxnSp>
        <p:nvCxnSpPr>
          <p:cNvPr id="45" name="Conector de Seta Reta 44">
            <a:extLst>
              <a:ext uri="{FF2B5EF4-FFF2-40B4-BE49-F238E27FC236}">
                <a16:creationId xmlns:a16="http://schemas.microsoft.com/office/drawing/2014/main" id="{4B976358-D9FD-1545-5FF0-AF658E00DA3B}"/>
              </a:ext>
            </a:extLst>
          </p:cNvPr>
          <p:cNvCxnSpPr>
            <a:cxnSpLocks/>
            <a:endCxn id="14" idx="1"/>
          </p:cNvCxnSpPr>
          <p:nvPr/>
        </p:nvCxnSpPr>
        <p:spPr>
          <a:xfrm flipH="1" flipV="1">
            <a:off x="1249000" y="2810166"/>
            <a:ext cx="626233" cy="61425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2" name="Elipse 41">
            <a:extLst>
              <a:ext uri="{FF2B5EF4-FFF2-40B4-BE49-F238E27FC236}">
                <a16:creationId xmlns:a16="http://schemas.microsoft.com/office/drawing/2014/main" id="{0220C587-7538-B23F-245C-2DFF839669C3}"/>
              </a:ext>
            </a:extLst>
          </p:cNvPr>
          <p:cNvSpPr/>
          <p:nvPr/>
        </p:nvSpPr>
        <p:spPr>
          <a:xfrm>
            <a:off x="3485294" y="2555736"/>
            <a:ext cx="1737360" cy="1737360"/>
          </a:xfrm>
          <a:prstGeom prst="ellipse">
            <a:avLst/>
          </a:prstGeom>
          <a:noFill/>
          <a:ln w="19050">
            <a:solidFill>
              <a:srgbClr val="0070C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43" name="Elipse 42">
            <a:extLst>
              <a:ext uri="{FF2B5EF4-FFF2-40B4-BE49-F238E27FC236}">
                <a16:creationId xmlns:a16="http://schemas.microsoft.com/office/drawing/2014/main" id="{2131EC99-1D04-0D88-502E-04CBF261A5A7}"/>
              </a:ext>
            </a:extLst>
          </p:cNvPr>
          <p:cNvSpPr/>
          <p:nvPr/>
        </p:nvSpPr>
        <p:spPr>
          <a:xfrm>
            <a:off x="3759614" y="2830056"/>
            <a:ext cx="1188720" cy="1188720"/>
          </a:xfrm>
          <a:prstGeom prst="ellipse">
            <a:avLst/>
          </a:prstGeom>
          <a:solidFill>
            <a:schemeClr val="bg1"/>
          </a:solidFill>
          <a:ln w="19050">
            <a:solidFill>
              <a:srgbClr val="00206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722828E4-8B91-0A39-CDD0-DC9E056B71E6}"/>
                  </a:ext>
                </a:extLst>
              </p:cNvPr>
              <p:cNvSpPr txBox="1"/>
              <p:nvPr/>
            </p:nvSpPr>
            <p:spPr>
              <a:xfrm>
                <a:off x="4076987" y="2964093"/>
                <a:ext cx="40145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𝑟</m:t>
                          </m:r>
                        </m:sub>
                      </m:sSub>
                    </m:oMath>
                  </m:oMathPara>
                </a14:m>
                <a:endParaRPr lang="pt-BR" sz="1400"/>
              </a:p>
            </p:txBody>
          </p:sp>
        </mc:Choice>
        <mc:Fallback xmlns="">
          <p:sp>
            <p:nvSpPr>
              <p:cNvPr id="39" name="CaixaDeTexto 38">
                <a:extLst>
                  <a:ext uri="{FF2B5EF4-FFF2-40B4-BE49-F238E27FC236}">
                    <a16:creationId xmlns:a16="http://schemas.microsoft.com/office/drawing/2014/main" id="{722828E4-8B91-0A39-CDD0-DC9E056B71E6}"/>
                  </a:ext>
                </a:extLst>
              </p:cNvPr>
              <p:cNvSpPr txBox="1">
                <a:spLocks noRot="1" noChangeAspect="1" noMove="1" noResize="1" noEditPoints="1" noAdjustHandles="1" noChangeArrowheads="1" noChangeShapeType="1" noTextEdit="1"/>
              </p:cNvSpPr>
              <p:nvPr/>
            </p:nvSpPr>
            <p:spPr>
              <a:xfrm>
                <a:off x="4076987" y="2964093"/>
                <a:ext cx="401457" cy="307777"/>
              </a:xfrm>
              <a:prstGeom prst="rect">
                <a:avLst/>
              </a:prstGeom>
              <a:blipFill>
                <a:blip r:embed="rId5"/>
                <a:stretch>
                  <a:fillRect/>
                </a:stretch>
              </a:blipFill>
            </p:spPr>
            <p:txBody>
              <a:bodyPr/>
              <a:lstStyle/>
              <a:p>
                <a:r>
                  <a:rPr lang="pt-BR">
                    <a:noFill/>
                  </a:rPr>
                  <a:t> </a:t>
                </a:r>
              </a:p>
            </p:txBody>
          </p:sp>
        </mc:Fallback>
      </mc:AlternateContent>
      <p:grpSp>
        <p:nvGrpSpPr>
          <p:cNvPr id="36" name="Agrupar 35">
            <a:extLst>
              <a:ext uri="{FF2B5EF4-FFF2-40B4-BE49-F238E27FC236}">
                <a16:creationId xmlns:a16="http://schemas.microsoft.com/office/drawing/2014/main" id="{8B61572D-4DAE-FEF2-F897-F074964BFA5C}"/>
              </a:ext>
            </a:extLst>
          </p:cNvPr>
          <p:cNvGrpSpPr/>
          <p:nvPr/>
        </p:nvGrpSpPr>
        <p:grpSpPr>
          <a:xfrm>
            <a:off x="3510781" y="3167953"/>
            <a:ext cx="843193" cy="460323"/>
            <a:chOff x="2262768" y="2266357"/>
            <a:chExt cx="1496807" cy="836851"/>
          </a:xfrm>
        </p:grpSpPr>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A3C98690-479E-4903-6000-A4FBB04E89D4}"/>
                    </a:ext>
                  </a:extLst>
                </p:cNvPr>
                <p:cNvSpPr txBox="1"/>
                <p:nvPr/>
              </p:nvSpPr>
              <p:spPr>
                <a:xfrm>
                  <a:off x="2838072" y="2513489"/>
                  <a:ext cx="729383" cy="5897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xmlns="">
            <p:sp>
              <p:nvSpPr>
                <p:cNvPr id="37" name="CaixaDeTexto 36">
                  <a:extLst>
                    <a:ext uri="{FF2B5EF4-FFF2-40B4-BE49-F238E27FC236}">
                      <a16:creationId xmlns:a16="http://schemas.microsoft.com/office/drawing/2014/main" id="{A3C98690-479E-4903-6000-A4FBB04E89D4}"/>
                    </a:ext>
                  </a:extLst>
                </p:cNvPr>
                <p:cNvSpPr txBox="1">
                  <a:spLocks noRot="1" noChangeAspect="1" noMove="1" noResize="1" noEditPoints="1" noAdjustHandles="1" noChangeArrowheads="1" noChangeShapeType="1" noTextEdit="1"/>
                </p:cNvSpPr>
                <p:nvPr/>
              </p:nvSpPr>
              <p:spPr>
                <a:xfrm>
                  <a:off x="2838072" y="2513489"/>
                  <a:ext cx="729383" cy="589719"/>
                </a:xfrm>
                <a:prstGeom prst="rect">
                  <a:avLst/>
                </a:prstGeom>
                <a:blipFill>
                  <a:blip r:embed="rId6"/>
                  <a:stretch>
                    <a:fillRect/>
                  </a:stretch>
                </a:blipFill>
              </p:spPr>
              <p:txBody>
                <a:bodyPr/>
                <a:lstStyle/>
                <a:p>
                  <a:r>
                    <a:rPr lang="pt-BR">
                      <a:noFill/>
                    </a:rPr>
                    <a:t> </a:t>
                  </a:r>
                </a:p>
              </p:txBody>
            </p:sp>
          </mc:Fallback>
        </mc:AlternateContent>
        <p:cxnSp>
          <p:nvCxnSpPr>
            <p:cNvPr id="38" name="Conector de Seta Reta 37">
              <a:extLst>
                <a:ext uri="{FF2B5EF4-FFF2-40B4-BE49-F238E27FC236}">
                  <a16:creationId xmlns:a16="http://schemas.microsoft.com/office/drawing/2014/main" id="{9FB481F4-35E9-69F5-AFF2-76FD7F6D7837}"/>
                </a:ext>
              </a:extLst>
            </p:cNvPr>
            <p:cNvCxnSpPr>
              <a:cxnSpLocks/>
            </p:cNvCxnSpPr>
            <p:nvPr/>
          </p:nvCxnSpPr>
          <p:spPr>
            <a:xfrm flipH="1" flipV="1">
              <a:off x="2262768" y="2266357"/>
              <a:ext cx="1496807" cy="4662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3249032C-AFD4-E5EC-9AED-73A0B0E1E087}"/>
                  </a:ext>
                </a:extLst>
              </p:cNvPr>
              <p:cNvSpPr txBox="1"/>
              <p:nvPr/>
            </p:nvSpPr>
            <p:spPr>
              <a:xfrm>
                <a:off x="2760147" y="2247959"/>
                <a:ext cx="63030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0</m:t>
                          </m:r>
                        </m:sub>
                      </m:sSub>
                      <m:r>
                        <a:rPr lang="pt-BR" sz="1400" b="0" i="1" smtClean="0">
                          <a:latin typeface="Cambria Math" panose="02040503050406030204" pitchFamily="18" charset="0"/>
                        </a:rPr>
                        <m:t>,</m:t>
                      </m:r>
                      <m:sSub>
                        <m:sSubPr>
                          <m:ctrlPr>
                            <a:rPr lang="pt-BR" sz="1400" i="1">
                              <a:latin typeface="Cambria Math" panose="02040503050406030204" pitchFamily="18" charset="0"/>
                            </a:rPr>
                          </m:ctrlPr>
                        </m:sSubPr>
                        <m:e>
                          <m:r>
                            <a:rPr lang="pt-BR" sz="1400" b="0" i="1" smtClean="0">
                              <a:latin typeface="Cambria Math" panose="02040503050406030204" pitchFamily="18" charset="0"/>
                            </a:rPr>
                            <m:t>𝜇</m:t>
                          </m:r>
                        </m:e>
                        <m:sub>
                          <m:r>
                            <a:rPr lang="pt-BR" sz="1400" i="1">
                              <a:latin typeface="Cambria Math" panose="02040503050406030204" pitchFamily="18" charset="0"/>
                            </a:rPr>
                            <m:t>0</m:t>
                          </m:r>
                        </m:sub>
                      </m:sSub>
                    </m:oMath>
                  </m:oMathPara>
                </a14:m>
                <a:endParaRPr lang="pt-BR" sz="1600"/>
              </a:p>
            </p:txBody>
          </p:sp>
        </mc:Choice>
        <mc:Fallback xmlns="">
          <p:sp>
            <p:nvSpPr>
              <p:cNvPr id="26" name="CaixaDeTexto 25">
                <a:extLst>
                  <a:ext uri="{FF2B5EF4-FFF2-40B4-BE49-F238E27FC236}">
                    <a16:creationId xmlns:a16="http://schemas.microsoft.com/office/drawing/2014/main" id="{3249032C-AFD4-E5EC-9AED-73A0B0E1E087}"/>
                  </a:ext>
                </a:extLst>
              </p:cNvPr>
              <p:cNvSpPr txBox="1">
                <a:spLocks noRot="1" noChangeAspect="1" noMove="1" noResize="1" noEditPoints="1" noAdjustHandles="1" noChangeArrowheads="1" noChangeShapeType="1" noTextEdit="1"/>
              </p:cNvSpPr>
              <p:nvPr/>
            </p:nvSpPr>
            <p:spPr>
              <a:xfrm>
                <a:off x="2760147" y="2247959"/>
                <a:ext cx="630301" cy="307777"/>
              </a:xfrm>
              <a:prstGeom prst="rect">
                <a:avLst/>
              </a:prstGeom>
              <a:blipFill>
                <a:blip r:embed="rId7"/>
                <a:stretch>
                  <a:fillRect b="-2000"/>
                </a:stretch>
              </a:blipFill>
            </p:spPr>
            <p:txBody>
              <a:bodyPr/>
              <a:lstStyle/>
              <a:p>
                <a:r>
                  <a:rPr lang="pt-BR">
                    <a:noFill/>
                  </a:rPr>
                  <a:t> </a:t>
                </a:r>
              </a:p>
            </p:txBody>
          </p:sp>
        </mc:Fallback>
      </mc:AlternateContent>
      <p:cxnSp>
        <p:nvCxnSpPr>
          <p:cNvPr id="50" name="Conector de Seta Reta 49">
            <a:extLst>
              <a:ext uri="{FF2B5EF4-FFF2-40B4-BE49-F238E27FC236}">
                <a16:creationId xmlns:a16="http://schemas.microsoft.com/office/drawing/2014/main" id="{9533CE13-CCBA-C2A4-A9E6-EC5F30E5C72A}"/>
              </a:ext>
            </a:extLst>
          </p:cNvPr>
          <p:cNvCxnSpPr>
            <a:cxnSpLocks/>
            <a:endCxn id="43" idx="1"/>
          </p:cNvCxnSpPr>
          <p:nvPr/>
        </p:nvCxnSpPr>
        <p:spPr>
          <a:xfrm flipH="1" flipV="1">
            <a:off x="3933698" y="3004140"/>
            <a:ext cx="420276" cy="42027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B24280F9-EB39-F074-6E63-8C7D3C8875A2}"/>
                  </a:ext>
                </a:extLst>
              </p:cNvPr>
              <p:cNvSpPr txBox="1"/>
              <p:nvPr/>
            </p:nvSpPr>
            <p:spPr>
              <a:xfrm>
                <a:off x="1669375" y="2196375"/>
                <a:ext cx="391326"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𝑝</m:t>
                          </m:r>
                        </m:sub>
                      </m:sSub>
                    </m:oMath>
                  </m:oMathPara>
                </a14:m>
                <a:endParaRPr lang="pt-BR" sz="1400"/>
              </a:p>
            </p:txBody>
          </p:sp>
        </mc:Choice>
        <mc:Fallback xmlns="">
          <p:sp>
            <p:nvSpPr>
              <p:cNvPr id="23" name="CaixaDeTexto 22">
                <a:extLst>
                  <a:ext uri="{FF2B5EF4-FFF2-40B4-BE49-F238E27FC236}">
                    <a16:creationId xmlns:a16="http://schemas.microsoft.com/office/drawing/2014/main" id="{B24280F9-EB39-F074-6E63-8C7D3C8875A2}"/>
                  </a:ext>
                </a:extLst>
              </p:cNvPr>
              <p:cNvSpPr txBox="1">
                <a:spLocks noRot="1" noChangeAspect="1" noMove="1" noResize="1" noEditPoints="1" noAdjustHandles="1" noChangeArrowheads="1" noChangeShapeType="1" noTextEdit="1"/>
              </p:cNvSpPr>
              <p:nvPr/>
            </p:nvSpPr>
            <p:spPr>
              <a:xfrm>
                <a:off x="1669375" y="2196375"/>
                <a:ext cx="391326" cy="324384"/>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90D32FCC-9584-B139-A613-4ABFA69CAFD5}"/>
                  </a:ext>
                </a:extLst>
              </p:cNvPr>
              <p:cNvSpPr txBox="1"/>
              <p:nvPr/>
            </p:nvSpPr>
            <p:spPr>
              <a:xfrm>
                <a:off x="4159466" y="2144310"/>
                <a:ext cx="39049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oMath>
                  </m:oMathPara>
                </a14:m>
                <a:endParaRPr lang="pt-BR" sz="1400"/>
              </a:p>
            </p:txBody>
          </p:sp>
        </mc:Choice>
        <mc:Fallback xmlns="">
          <p:sp>
            <p:nvSpPr>
              <p:cNvPr id="24" name="CaixaDeTexto 23">
                <a:extLst>
                  <a:ext uri="{FF2B5EF4-FFF2-40B4-BE49-F238E27FC236}">
                    <a16:creationId xmlns:a16="http://schemas.microsoft.com/office/drawing/2014/main" id="{90D32FCC-9584-B139-A613-4ABFA69CAFD5}"/>
                  </a:ext>
                </a:extLst>
              </p:cNvPr>
              <p:cNvSpPr txBox="1">
                <a:spLocks noRot="1" noChangeAspect="1" noMove="1" noResize="1" noEditPoints="1" noAdjustHandles="1" noChangeArrowheads="1" noChangeShapeType="1" noTextEdit="1"/>
              </p:cNvSpPr>
              <p:nvPr/>
            </p:nvSpPr>
            <p:spPr>
              <a:xfrm>
                <a:off x="4159466" y="2144310"/>
                <a:ext cx="390492" cy="324384"/>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5" name="CaixaDeTexto 24">
                <a:extLst>
                  <a:ext uri="{FF2B5EF4-FFF2-40B4-BE49-F238E27FC236}">
                    <a16:creationId xmlns:a16="http://schemas.microsoft.com/office/drawing/2014/main" id="{0CB5022C-A688-733F-44D9-60BAA37CE597}"/>
                  </a:ext>
                </a:extLst>
              </p:cNvPr>
              <p:cNvSpPr txBox="1"/>
              <p:nvPr/>
            </p:nvSpPr>
            <p:spPr>
              <a:xfrm>
                <a:off x="4176391" y="2522974"/>
                <a:ext cx="38106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𝑟</m:t>
                          </m:r>
                        </m:sub>
                      </m:sSub>
                    </m:oMath>
                  </m:oMathPara>
                </a14:m>
                <a:endParaRPr lang="pt-BR" sz="1400"/>
              </a:p>
            </p:txBody>
          </p:sp>
        </mc:Choice>
        <mc:Fallback xmlns="">
          <p:sp>
            <p:nvSpPr>
              <p:cNvPr id="25" name="CaixaDeTexto 24">
                <a:extLst>
                  <a:ext uri="{FF2B5EF4-FFF2-40B4-BE49-F238E27FC236}">
                    <a16:creationId xmlns:a16="http://schemas.microsoft.com/office/drawing/2014/main" id="{0CB5022C-A688-733F-44D9-60BAA37CE597}"/>
                  </a:ext>
                </a:extLst>
              </p:cNvPr>
              <p:cNvSpPr txBox="1">
                <a:spLocks noRot="1" noChangeAspect="1" noMove="1" noResize="1" noEditPoints="1" noAdjustHandles="1" noChangeArrowheads="1" noChangeShapeType="1" noTextEdit="1"/>
              </p:cNvSpPr>
              <p:nvPr/>
            </p:nvSpPr>
            <p:spPr>
              <a:xfrm>
                <a:off x="4176391" y="2522974"/>
                <a:ext cx="381066" cy="307777"/>
              </a:xfrm>
              <a:prstGeom prst="rect">
                <a:avLst/>
              </a:prstGeom>
              <a:blipFill>
                <a:blip r:embed="rId10"/>
                <a:stretch>
                  <a:fillRect/>
                </a:stretch>
              </a:blipFill>
            </p:spPr>
            <p:txBody>
              <a:bodyPr/>
              <a:lstStyle/>
              <a:p>
                <a:r>
                  <a:rPr lang="pt-BR">
                    <a:noFill/>
                  </a:rPr>
                  <a:t> </a:t>
                </a:r>
              </a:p>
            </p:txBody>
          </p:sp>
        </mc:Fallback>
      </mc:AlternateContent>
      <p:grpSp>
        <p:nvGrpSpPr>
          <p:cNvPr id="57" name="Agrupar 56">
            <a:extLst>
              <a:ext uri="{FF2B5EF4-FFF2-40B4-BE49-F238E27FC236}">
                <a16:creationId xmlns:a16="http://schemas.microsoft.com/office/drawing/2014/main" id="{1EACEB1E-8569-0ADF-A8AF-4D5D62DB2487}"/>
              </a:ext>
            </a:extLst>
          </p:cNvPr>
          <p:cNvGrpSpPr/>
          <p:nvPr/>
        </p:nvGrpSpPr>
        <p:grpSpPr>
          <a:xfrm>
            <a:off x="2520585" y="2709335"/>
            <a:ext cx="556716" cy="353943"/>
            <a:chOff x="2520585" y="2709335"/>
            <a:chExt cx="556716" cy="353943"/>
          </a:xfrm>
        </p:grpSpPr>
        <p:grpSp>
          <p:nvGrpSpPr>
            <p:cNvPr id="41" name="Agrupar 40">
              <a:extLst>
                <a:ext uri="{FF2B5EF4-FFF2-40B4-BE49-F238E27FC236}">
                  <a16:creationId xmlns:a16="http://schemas.microsoft.com/office/drawing/2014/main" id="{36A261E2-3099-F4AE-050A-E4A3777B8FD3}"/>
                </a:ext>
              </a:extLst>
            </p:cNvPr>
            <p:cNvGrpSpPr/>
            <p:nvPr/>
          </p:nvGrpSpPr>
          <p:grpSpPr>
            <a:xfrm>
              <a:off x="2520585" y="2889662"/>
              <a:ext cx="108012" cy="107290"/>
              <a:chOff x="2999656" y="3825766"/>
              <a:chExt cx="182880" cy="182880"/>
            </a:xfrm>
          </p:grpSpPr>
          <p:sp>
            <p:nvSpPr>
              <p:cNvPr id="35" name="Elipse 34">
                <a:extLst>
                  <a:ext uri="{FF2B5EF4-FFF2-40B4-BE49-F238E27FC236}">
                    <a16:creationId xmlns:a16="http://schemas.microsoft.com/office/drawing/2014/main" id="{14B214F7-A59E-B555-E985-04636425BEAF}"/>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Elipse 39">
                <a:extLst>
                  <a:ext uri="{FF2B5EF4-FFF2-40B4-BE49-F238E27FC236}">
                    <a16:creationId xmlns:a16="http://schemas.microsoft.com/office/drawing/2014/main" id="{9C1A9DD7-93DB-EA3C-A5BE-29A6158F003E}"/>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56" name="CaixaDeTexto 55">
                  <a:extLst>
                    <a:ext uri="{FF2B5EF4-FFF2-40B4-BE49-F238E27FC236}">
                      <a16:creationId xmlns:a16="http://schemas.microsoft.com/office/drawing/2014/main" id="{27B7F45F-0A58-E36F-0CE7-EF69E31D51D3}"/>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oMath>
                    </m:oMathPara>
                  </a14:m>
                  <a:endParaRPr lang="pt-BR" sz="1400"/>
                </a:p>
              </p:txBody>
            </p:sp>
          </mc:Choice>
          <mc:Fallback xmlns="">
            <p:sp>
              <p:nvSpPr>
                <p:cNvPr id="56" name="CaixaDeTexto 55">
                  <a:extLst>
                    <a:ext uri="{FF2B5EF4-FFF2-40B4-BE49-F238E27FC236}">
                      <a16:creationId xmlns:a16="http://schemas.microsoft.com/office/drawing/2014/main" id="{27B7F45F-0A58-E36F-0CE7-EF69E31D51D3}"/>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1"/>
                  <a:stretch>
                    <a:fillRect b="-1695"/>
                  </a:stretch>
                </a:blipFill>
              </p:spPr>
              <p:txBody>
                <a:bodyPr/>
                <a:lstStyle/>
                <a:p>
                  <a:r>
                    <a:rPr lang="pt-BR">
                      <a:noFill/>
                    </a:rPr>
                    <a:t> </a:t>
                  </a:r>
                </a:p>
              </p:txBody>
            </p:sp>
          </mc:Fallback>
        </mc:AlternateContent>
      </p:grpSp>
      <p:grpSp>
        <p:nvGrpSpPr>
          <p:cNvPr id="59" name="Agrupar 58">
            <a:extLst>
              <a:ext uri="{FF2B5EF4-FFF2-40B4-BE49-F238E27FC236}">
                <a16:creationId xmlns:a16="http://schemas.microsoft.com/office/drawing/2014/main" id="{EA77A0B7-2E7F-36CC-53CB-59515E22ED8F}"/>
              </a:ext>
            </a:extLst>
          </p:cNvPr>
          <p:cNvGrpSpPr/>
          <p:nvPr/>
        </p:nvGrpSpPr>
        <p:grpSpPr>
          <a:xfrm>
            <a:off x="4566811" y="3897052"/>
            <a:ext cx="108012" cy="107290"/>
            <a:chOff x="2999656" y="3825766"/>
            <a:chExt cx="182880" cy="182880"/>
          </a:xfrm>
        </p:grpSpPr>
        <p:sp>
          <p:nvSpPr>
            <p:cNvPr id="61" name="Elipse 60">
              <a:extLst>
                <a:ext uri="{FF2B5EF4-FFF2-40B4-BE49-F238E27FC236}">
                  <a16:creationId xmlns:a16="http://schemas.microsoft.com/office/drawing/2014/main" id="{A92396E5-A5D1-1FEA-76A9-E176AE7DEEDB}"/>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 name="Elipse 61">
              <a:extLst>
                <a:ext uri="{FF2B5EF4-FFF2-40B4-BE49-F238E27FC236}">
                  <a16:creationId xmlns:a16="http://schemas.microsoft.com/office/drawing/2014/main" id="{7B3B77B0-4027-F8FB-6DFD-58C96E710B3F}"/>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0" name="CaixaDeTexto 59">
                <a:extLst>
                  <a:ext uri="{FF2B5EF4-FFF2-40B4-BE49-F238E27FC236}">
                    <a16:creationId xmlns:a16="http://schemas.microsoft.com/office/drawing/2014/main" id="{8367181B-B174-7222-9059-AD9CC7B667D9}"/>
                  </a:ext>
                </a:extLst>
              </p:cNvPr>
              <p:cNvSpPr txBox="1"/>
              <p:nvPr/>
            </p:nvSpPr>
            <p:spPr>
              <a:xfrm>
                <a:off x="4319916" y="3515811"/>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𝑟</m:t>
                          </m:r>
                          <m:r>
                            <a:rPr lang="pt-BR" sz="1400" b="0" i="1" smtClean="0">
                              <a:latin typeface="Cambria Math" panose="02040503050406030204" pitchFamily="18" charset="0"/>
                            </a:rPr>
                            <m:t>)</m:t>
                          </m:r>
                        </m:sup>
                      </m:sSubSup>
                    </m:oMath>
                  </m:oMathPara>
                </a14:m>
                <a:endParaRPr lang="pt-BR" sz="1400"/>
              </a:p>
            </p:txBody>
          </p:sp>
        </mc:Choice>
        <mc:Fallback xmlns="">
          <p:sp>
            <p:nvSpPr>
              <p:cNvPr id="60" name="CaixaDeTexto 59">
                <a:extLst>
                  <a:ext uri="{FF2B5EF4-FFF2-40B4-BE49-F238E27FC236}">
                    <a16:creationId xmlns:a16="http://schemas.microsoft.com/office/drawing/2014/main" id="{8367181B-B174-7222-9059-AD9CC7B667D9}"/>
                  </a:ext>
                </a:extLst>
              </p:cNvPr>
              <p:cNvSpPr txBox="1">
                <a:spLocks noRot="1" noChangeAspect="1" noMove="1" noResize="1" noEditPoints="1" noAdjustHandles="1" noChangeArrowheads="1" noChangeShapeType="1" noTextEdit="1"/>
              </p:cNvSpPr>
              <p:nvPr/>
            </p:nvSpPr>
            <p:spPr>
              <a:xfrm>
                <a:off x="4319916" y="3515811"/>
                <a:ext cx="493790" cy="353943"/>
              </a:xfrm>
              <a:prstGeom prst="rect">
                <a:avLst/>
              </a:prstGeom>
              <a:blipFill>
                <a:blip r:embed="rId12"/>
                <a:stretch>
                  <a:fillRect b="-3448"/>
                </a:stretch>
              </a:blipFill>
            </p:spPr>
            <p:txBody>
              <a:bodyPr/>
              <a:lstStyle/>
              <a:p>
                <a:r>
                  <a:rPr lang="pt-BR">
                    <a:noFill/>
                  </a:rPr>
                  <a:t> </a:t>
                </a:r>
              </a:p>
            </p:txBody>
          </p:sp>
        </mc:Fallback>
      </mc:AlternateContent>
      <p:grpSp>
        <p:nvGrpSpPr>
          <p:cNvPr id="64" name="Agrupar 63">
            <a:extLst>
              <a:ext uri="{FF2B5EF4-FFF2-40B4-BE49-F238E27FC236}">
                <a16:creationId xmlns:a16="http://schemas.microsoft.com/office/drawing/2014/main" id="{20ED0C21-A564-8B2B-7F3E-561F7B10F9B6}"/>
              </a:ext>
            </a:extLst>
          </p:cNvPr>
          <p:cNvGrpSpPr/>
          <p:nvPr/>
        </p:nvGrpSpPr>
        <p:grpSpPr>
          <a:xfrm>
            <a:off x="5177204" y="3186036"/>
            <a:ext cx="556716" cy="353943"/>
            <a:chOff x="2520585" y="2709335"/>
            <a:chExt cx="556716" cy="353943"/>
          </a:xfrm>
        </p:grpSpPr>
        <p:grpSp>
          <p:nvGrpSpPr>
            <p:cNvPr id="65" name="Agrupar 64">
              <a:extLst>
                <a:ext uri="{FF2B5EF4-FFF2-40B4-BE49-F238E27FC236}">
                  <a16:creationId xmlns:a16="http://schemas.microsoft.com/office/drawing/2014/main" id="{3FCAB255-2CBA-DE91-7761-95CF02D95D33}"/>
                </a:ext>
              </a:extLst>
            </p:cNvPr>
            <p:cNvGrpSpPr/>
            <p:nvPr/>
          </p:nvGrpSpPr>
          <p:grpSpPr>
            <a:xfrm>
              <a:off x="2520585" y="2889662"/>
              <a:ext cx="108012" cy="107290"/>
              <a:chOff x="2999656" y="3825766"/>
              <a:chExt cx="182880" cy="182880"/>
            </a:xfrm>
          </p:grpSpPr>
          <p:sp>
            <p:nvSpPr>
              <p:cNvPr id="67" name="Elipse 66">
                <a:extLst>
                  <a:ext uri="{FF2B5EF4-FFF2-40B4-BE49-F238E27FC236}">
                    <a16:creationId xmlns:a16="http://schemas.microsoft.com/office/drawing/2014/main" id="{05E59004-D7D4-347B-AB8C-B21BE4DD3485}"/>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8" name="Elipse 67">
                <a:extLst>
                  <a:ext uri="{FF2B5EF4-FFF2-40B4-BE49-F238E27FC236}">
                    <a16:creationId xmlns:a16="http://schemas.microsoft.com/office/drawing/2014/main" id="{71F265C2-8540-8CE3-9E21-D95BF119043A}"/>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6" name="CaixaDeTexto 65">
                  <a:extLst>
                    <a:ext uri="{FF2B5EF4-FFF2-40B4-BE49-F238E27FC236}">
                      <a16:creationId xmlns:a16="http://schemas.microsoft.com/office/drawing/2014/main" id="{103A5FD8-1C86-1CCC-FA77-7168A55B09CC}"/>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𝑞</m:t>
                            </m:r>
                            <m:r>
                              <a:rPr lang="pt-BR" sz="1400" b="0" i="1" smtClean="0">
                                <a:latin typeface="Cambria Math" panose="02040503050406030204" pitchFamily="18" charset="0"/>
                              </a:rPr>
                              <m:t>)</m:t>
                            </m:r>
                          </m:sup>
                        </m:sSubSup>
                      </m:oMath>
                    </m:oMathPara>
                  </a14:m>
                  <a:endParaRPr lang="pt-BR" sz="1400"/>
                </a:p>
              </p:txBody>
            </p:sp>
          </mc:Choice>
          <mc:Fallback xmlns="">
            <p:sp>
              <p:nvSpPr>
                <p:cNvPr id="66" name="CaixaDeTexto 65">
                  <a:extLst>
                    <a:ext uri="{FF2B5EF4-FFF2-40B4-BE49-F238E27FC236}">
                      <a16:creationId xmlns:a16="http://schemas.microsoft.com/office/drawing/2014/main" id="{103A5FD8-1C86-1CCC-FA77-7168A55B09CC}"/>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3"/>
                  <a:stretch>
                    <a:fillRect b="-3448"/>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73" name="CaixaDeTexto 72">
                <a:extLst>
                  <a:ext uri="{FF2B5EF4-FFF2-40B4-BE49-F238E27FC236}">
                    <a16:creationId xmlns:a16="http://schemas.microsoft.com/office/drawing/2014/main" id="{65843819-16A7-23E6-11AF-74F186A3000C}"/>
                  </a:ext>
                </a:extLst>
              </p:cNvPr>
              <p:cNvSpPr txBox="1"/>
              <p:nvPr/>
            </p:nvSpPr>
            <p:spPr>
              <a:xfrm>
                <a:off x="6104769" y="3443120"/>
                <a:ext cx="5221288" cy="913070"/>
              </a:xfrm>
              <a:prstGeom prst="rect">
                <a:avLst/>
              </a:prstGeom>
              <a:noFill/>
            </p:spPr>
            <p:txBody>
              <a:bodyPr wrap="square">
                <a:spAutoFit/>
              </a:bodyPr>
              <a:lstStyle>
                <a:defPPr>
                  <a:defRPr lang="pt-BR"/>
                </a:defPPr>
                <a:lvl1pPr>
                  <a:defRPr sz="1600"/>
                </a:lvl1pPr>
              </a:lstStyle>
              <a:p>
                <a:r>
                  <a:rPr lang="en-US"/>
                  <a:t>The scaling factor </a:t>
                </a:r>
                <a14:m>
                  <m:oMath xmlns:m="http://schemas.openxmlformats.org/officeDocument/2006/math">
                    <m:r>
                      <a:rPr lang="en-US" i="1" smtClean="0">
                        <a:latin typeface="Cambria Math" panose="02040503050406030204" pitchFamily="18" charset="0"/>
                      </a:rPr>
                      <m:t>1/(2</m:t>
                    </m:r>
                    <m:r>
                      <a:rPr lang="en-US" i="1" smtClean="0">
                        <a:latin typeface="Cambria Math" panose="02040503050406030204" pitchFamily="18" charset="0"/>
                      </a:rPr>
                      <m:t>𝜋</m:t>
                    </m:r>
                    <m:sSub>
                      <m:sSubPr>
                        <m:ctrlPr>
                          <a:rPr lang="pt-BR" b="0" i="1" smtClean="0">
                            <a:latin typeface="Cambria Math" panose="02040503050406030204" pitchFamily="18" charset="0"/>
                          </a:rPr>
                        </m:ctrlPr>
                      </m:sSubPr>
                      <m:e>
                        <m:r>
                          <a:rPr lang="en-US" i="1" smtClean="0">
                            <a:latin typeface="Cambria Math" panose="02040503050406030204" pitchFamily="18" charset="0"/>
                          </a:rPr>
                          <m:t>𝑎</m:t>
                        </m:r>
                      </m:e>
                      <m:sub>
                        <m:r>
                          <a:rPr lang="en-US" i="1" smtClean="0">
                            <a:latin typeface="Cambria Math" panose="02040503050406030204" pitchFamily="18" charset="0"/>
                          </a:rPr>
                          <m:t>𝑝</m:t>
                        </m:r>
                      </m:sub>
                    </m:sSub>
                    <m:r>
                      <a:rPr lang="en-US" i="1" smtClean="0">
                        <a:latin typeface="Cambria Math" panose="02040503050406030204" pitchFamily="18" charset="0"/>
                      </a:rPr>
                      <m:t>)</m:t>
                    </m:r>
                  </m:oMath>
                </a14:m>
                <a:r>
                  <a:rPr lang="en-US"/>
                  <a:t> has been introduced to make the coefficient </a:t>
                </a:r>
                <a14:m>
                  <m:oMath xmlns:m="http://schemas.openxmlformats.org/officeDocument/2006/math">
                    <m:sSubSup>
                      <m:sSubSupPr>
                        <m:ctrlPr>
                          <a:rPr lang="pt-BR" b="0" i="1" smtClean="0">
                            <a:latin typeface="Cambria Math" panose="02040503050406030204" pitchFamily="18" charset="0"/>
                          </a:rPr>
                        </m:ctrlPr>
                      </m:sSubSupPr>
                      <m:e>
                        <m:r>
                          <a:rPr lang="en-US" i="1" smtClean="0">
                            <a:latin typeface="Cambria Math" panose="02040503050406030204" pitchFamily="18" charset="0"/>
                          </a:rPr>
                          <m:t>𝐽</m:t>
                        </m:r>
                      </m:e>
                      <m:sub>
                        <m:r>
                          <a:rPr lang="en-US" i="1" smtClean="0">
                            <a:latin typeface="Cambria Math" panose="02040503050406030204" pitchFamily="18" charset="0"/>
                          </a:rPr>
                          <m:t>0</m:t>
                        </m:r>
                      </m:sub>
                      <m:sup>
                        <m:r>
                          <a:rPr lang="pt-BR" b="0" i="1" smtClean="0">
                            <a:latin typeface="Cambria Math" panose="02040503050406030204" pitchFamily="18" charset="0"/>
                          </a:rPr>
                          <m:t>(</m:t>
                        </m:r>
                        <m:r>
                          <a:rPr lang="en-US" i="1" smtClean="0">
                            <a:latin typeface="Cambria Math" panose="02040503050406030204" pitchFamily="18" charset="0"/>
                          </a:rPr>
                          <m:t>𝑝</m:t>
                        </m:r>
                        <m:r>
                          <a:rPr lang="pt-BR" b="0" i="1" smtClean="0">
                            <a:latin typeface="Cambria Math" panose="02040503050406030204" pitchFamily="18" charset="0"/>
                          </a:rPr>
                          <m:t>)</m:t>
                        </m:r>
                      </m:sup>
                    </m:sSubSup>
                  </m:oMath>
                </a14:m>
                <a:r>
                  <a:rPr lang="en-US"/>
                  <a:t> equal to the current flowing in the </a:t>
                </a:r>
                <a14:m>
                  <m:oMath xmlns:m="http://schemas.openxmlformats.org/officeDocument/2006/math">
                    <m:r>
                      <a:rPr lang="en-US" i="1" smtClean="0">
                        <a:latin typeface="Cambria Math" panose="02040503050406030204" pitchFamily="18" charset="0"/>
                      </a:rPr>
                      <m:t>𝑝</m:t>
                    </m:r>
                  </m:oMath>
                </a14:m>
                <a:r>
                  <a:rPr lang="en-US"/>
                  <a:t>-th conductor [7].</a:t>
                </a:r>
                <a:endParaRPr lang="pt-BR"/>
              </a:p>
            </p:txBody>
          </p:sp>
        </mc:Choice>
        <mc:Fallback xmlns="">
          <p:sp>
            <p:nvSpPr>
              <p:cNvPr id="73" name="CaixaDeTexto 72">
                <a:extLst>
                  <a:ext uri="{FF2B5EF4-FFF2-40B4-BE49-F238E27FC236}">
                    <a16:creationId xmlns:a16="http://schemas.microsoft.com/office/drawing/2014/main" id="{65843819-16A7-23E6-11AF-74F186A3000C}"/>
                  </a:ext>
                </a:extLst>
              </p:cNvPr>
              <p:cNvSpPr txBox="1">
                <a:spLocks noRot="1" noChangeAspect="1" noMove="1" noResize="1" noEditPoints="1" noAdjustHandles="1" noChangeArrowheads="1" noChangeShapeType="1" noTextEdit="1"/>
              </p:cNvSpPr>
              <p:nvPr/>
            </p:nvSpPr>
            <p:spPr>
              <a:xfrm>
                <a:off x="6104769" y="3443120"/>
                <a:ext cx="5221288" cy="913070"/>
              </a:xfrm>
              <a:prstGeom prst="rect">
                <a:avLst/>
              </a:prstGeom>
              <a:blipFill>
                <a:blip r:embed="rId16"/>
                <a:stretch>
                  <a:fillRect l="-583" t="-1333" r="-700" b="-7333"/>
                </a:stretch>
              </a:blipFill>
            </p:spPr>
            <p:txBody>
              <a:bodyPr/>
              <a:lstStyle/>
              <a:p>
                <a:r>
                  <a:rPr lang="pt-BR">
                    <a:noFill/>
                  </a:rPr>
                  <a:t> </a:t>
                </a:r>
              </a:p>
            </p:txBody>
          </p:sp>
        </mc:Fallback>
      </mc:AlternateContent>
      <p:grpSp>
        <p:nvGrpSpPr>
          <p:cNvPr id="11" name="Agrupar 10">
            <a:extLst>
              <a:ext uri="{FF2B5EF4-FFF2-40B4-BE49-F238E27FC236}">
                <a16:creationId xmlns:a16="http://schemas.microsoft.com/office/drawing/2014/main" id="{A1C38DC7-FBE5-CB58-9AAF-68A24E2248F3}"/>
              </a:ext>
            </a:extLst>
          </p:cNvPr>
          <p:cNvGrpSpPr/>
          <p:nvPr/>
        </p:nvGrpSpPr>
        <p:grpSpPr>
          <a:xfrm>
            <a:off x="6119287" y="4498954"/>
            <a:ext cx="5233297" cy="1142331"/>
            <a:chOff x="6119287" y="4498954"/>
            <a:chExt cx="5233297" cy="1142331"/>
          </a:xfrm>
        </p:grpSpPr>
        <p:sp>
          <p:nvSpPr>
            <p:cNvPr id="2" name="CaixaDeTexto 1">
              <a:extLst>
                <a:ext uri="{FF2B5EF4-FFF2-40B4-BE49-F238E27FC236}">
                  <a16:creationId xmlns:a16="http://schemas.microsoft.com/office/drawing/2014/main" id="{51BAFE5B-9882-7D88-CF15-32FF36FA252C}"/>
                </a:ext>
              </a:extLst>
            </p:cNvPr>
            <p:cNvSpPr txBox="1"/>
            <p:nvPr/>
          </p:nvSpPr>
          <p:spPr>
            <a:xfrm>
              <a:off x="6119287" y="4498954"/>
              <a:ext cx="5221288" cy="584775"/>
            </a:xfrm>
            <a:prstGeom prst="rect">
              <a:avLst/>
            </a:prstGeom>
            <a:noFill/>
          </p:spPr>
          <p:txBody>
            <a:bodyPr wrap="square">
              <a:spAutoFit/>
            </a:bodyPr>
            <a:lstStyle>
              <a:defPPr>
                <a:defRPr lang="pt-BR"/>
              </a:defPPr>
              <a:lvl1pPr>
                <a:defRPr sz="1600"/>
              </a:lvl1pPr>
            </a:lstStyle>
            <a:p>
              <a:r>
                <a:rPr lang="en-US"/>
                <a:t>In a similar manner, we collect all the Fourier coefficients of the equivalent currents into a global vector</a:t>
              </a:r>
              <a:endParaRPr lang="pt-BR"/>
            </a:p>
          </p:txBody>
        </p:sp>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7B305DCE-2540-6FFB-DD07-5D1F64AD9DD5}"/>
                    </a:ext>
                  </a:extLst>
                </p:cNvPr>
                <p:cNvSpPr txBox="1"/>
                <p:nvPr/>
              </p:nvSpPr>
              <p:spPr>
                <a:xfrm>
                  <a:off x="6161945" y="5204242"/>
                  <a:ext cx="5190639" cy="43704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1" i="1" smtClean="0">
                            <a:latin typeface="Cambria Math" panose="02040503050406030204" pitchFamily="18" charset="0"/>
                          </a:rPr>
                          <m:t>𝑱</m:t>
                        </m:r>
                        <m:r>
                          <a:rPr lang="pt-BR" i="1">
                            <a:latin typeface="Cambria Math" panose="02040503050406030204" pitchFamily="18" charset="0"/>
                          </a:rPr>
                          <m:t>=</m:t>
                        </m:r>
                        <m:sSup>
                          <m:sSupPr>
                            <m:ctrlPr>
                              <a:rPr lang="pt-BR" i="1">
                                <a:latin typeface="Cambria Math" panose="02040503050406030204" pitchFamily="18" charset="0"/>
                              </a:rPr>
                            </m:ctrlPr>
                          </m:sSupPr>
                          <m:e>
                            <m:d>
                              <m:dPr>
                                <m:begChr m:val="["/>
                                <m:endChr m:val="]"/>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b="1" i="1">
                                        <a:latin typeface="Cambria Math" panose="02040503050406030204" pitchFamily="18" charset="0"/>
                                      </a:rPr>
                                      <m:t>𝑱</m:t>
                                    </m:r>
                                  </m:e>
                                  <m:sub>
                                    <m:r>
                                      <a:rPr lang="pt-BR" i="1">
                                        <a:latin typeface="Cambria Math" panose="02040503050406030204" pitchFamily="18" charset="0"/>
                                      </a:rPr>
                                      <m:t> </m:t>
                                    </m:r>
                                  </m:sub>
                                  <m:sup>
                                    <m:d>
                                      <m:dPr>
                                        <m:ctrlPr>
                                          <a:rPr lang="pt-BR" i="1">
                                            <a:latin typeface="Cambria Math" panose="02040503050406030204" pitchFamily="18" charset="0"/>
                                          </a:rPr>
                                        </m:ctrlPr>
                                      </m:dPr>
                                      <m:e>
                                        <m:r>
                                          <a:rPr lang="pt-BR" i="1">
                                            <a:latin typeface="Cambria Math" panose="02040503050406030204" pitchFamily="18" charset="0"/>
                                          </a:rPr>
                                          <m:t>1</m:t>
                                        </m:r>
                                      </m:e>
                                    </m:d>
                                  </m:sup>
                                </m:sSubSup>
                                <m:r>
                                  <a:rPr lang="en-US" b="0" i="1" smtClean="0">
                                    <a:latin typeface="Cambria Math" panose="02040503050406030204" pitchFamily="18" charset="0"/>
                                  </a:rPr>
                                  <m:t>  </m:t>
                                </m:r>
                                <m:sSubSup>
                                  <m:sSubSupPr>
                                    <m:ctrlPr>
                                      <a:rPr lang="pt-BR" i="1">
                                        <a:latin typeface="Cambria Math" panose="02040503050406030204" pitchFamily="18" charset="0"/>
                                      </a:rPr>
                                    </m:ctrlPr>
                                  </m:sSubSupPr>
                                  <m:e>
                                    <m:r>
                                      <a:rPr lang="pt-BR" b="1" i="1">
                                        <a:latin typeface="Cambria Math" panose="02040503050406030204" pitchFamily="18" charset="0"/>
                                      </a:rPr>
                                      <m:t>𝑱</m:t>
                                    </m:r>
                                  </m:e>
                                  <m:sub>
                                    <m:r>
                                      <a:rPr lang="pt-BR" i="1">
                                        <a:latin typeface="Cambria Math" panose="02040503050406030204" pitchFamily="18" charset="0"/>
                                      </a:rPr>
                                      <m:t> </m:t>
                                    </m:r>
                                  </m:sub>
                                  <m:sup>
                                    <m:r>
                                      <a:rPr lang="pt-BR" i="1">
                                        <a:latin typeface="Cambria Math" panose="02040503050406030204" pitchFamily="18" charset="0"/>
                                      </a:rPr>
                                      <m:t>(</m:t>
                                    </m:r>
                                    <m:r>
                                      <a:rPr lang="en-US" b="0" i="1" smtClean="0">
                                        <a:latin typeface="Cambria Math" panose="02040503050406030204" pitchFamily="18" charset="0"/>
                                      </a:rPr>
                                      <m:t>2</m:t>
                                    </m:r>
                                    <m:r>
                                      <a:rPr lang="pt-BR" i="1">
                                        <a:latin typeface="Cambria Math" panose="02040503050406030204" pitchFamily="18" charset="0"/>
                                      </a:rPr>
                                      <m:t>)</m:t>
                                    </m:r>
                                  </m:sup>
                                </m:sSubSup>
                                <m:r>
                                  <a:rPr lang="en-US" b="0" i="1" smtClean="0">
                                    <a:latin typeface="Cambria Math" panose="02040503050406030204" pitchFamily="18" charset="0"/>
                                  </a:rPr>
                                  <m:t> </m:t>
                                </m:r>
                                <m:r>
                                  <a:rPr lang="pt-BR" i="1">
                                    <a:latin typeface="Cambria Math" panose="02040503050406030204" pitchFamily="18" charset="0"/>
                                  </a:rPr>
                                  <m:t>⋯</m:t>
                                </m:r>
                                <m:sSubSup>
                                  <m:sSubSupPr>
                                    <m:ctrlPr>
                                      <a:rPr lang="pt-BR" i="1">
                                        <a:latin typeface="Cambria Math" panose="02040503050406030204" pitchFamily="18" charset="0"/>
                                      </a:rPr>
                                    </m:ctrlPr>
                                  </m:sSubSupPr>
                                  <m:e>
                                    <m:r>
                                      <a:rPr lang="pt-BR" b="1" i="1">
                                        <a:latin typeface="Cambria Math" panose="02040503050406030204" pitchFamily="18" charset="0"/>
                                      </a:rPr>
                                      <m:t>𝑱</m:t>
                                    </m:r>
                                  </m:e>
                                  <m:sub>
                                    <m:r>
                                      <a:rPr lang="pt-BR" i="1">
                                        <a:latin typeface="Cambria Math" panose="02040503050406030204" pitchFamily="18" charset="0"/>
                                      </a:rPr>
                                      <m:t> </m:t>
                                    </m:r>
                                  </m:sub>
                                  <m:sup>
                                    <m:r>
                                      <a:rPr lang="pt-BR" i="1">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r>
                                      <a:rPr lang="pt-BR" i="1">
                                        <a:latin typeface="Cambria Math" panose="02040503050406030204" pitchFamily="18" charset="0"/>
                                      </a:rPr>
                                      <m:t>)</m:t>
                                    </m:r>
                                  </m:sup>
                                </m:sSubSup>
                              </m:e>
                            </m:d>
                          </m:e>
                          <m:sup>
                            <m:r>
                              <a:rPr lang="pt-BR" i="1">
                                <a:latin typeface="Cambria Math" panose="02040503050406030204" pitchFamily="18" charset="0"/>
                              </a:rPr>
                              <m:t>𝑇</m:t>
                            </m:r>
                          </m:sup>
                        </m:sSup>
                      </m:oMath>
                    </m:oMathPara>
                  </a14:m>
                  <a:endParaRPr lang="en-US" i="1"/>
                </a:p>
              </p:txBody>
            </p:sp>
          </mc:Choice>
          <mc:Fallback xmlns="">
            <p:sp>
              <p:nvSpPr>
                <p:cNvPr id="3" name="CaixaDeTexto 2">
                  <a:extLst>
                    <a:ext uri="{FF2B5EF4-FFF2-40B4-BE49-F238E27FC236}">
                      <a16:creationId xmlns:a16="http://schemas.microsoft.com/office/drawing/2014/main" id="{7B305DCE-2540-6FFB-DD07-5D1F64AD9DD5}"/>
                    </a:ext>
                  </a:extLst>
                </p:cNvPr>
                <p:cNvSpPr txBox="1">
                  <a:spLocks noRot="1" noChangeAspect="1" noMove="1" noResize="1" noEditPoints="1" noAdjustHandles="1" noChangeArrowheads="1" noChangeShapeType="1" noTextEdit="1"/>
                </p:cNvSpPr>
                <p:nvPr/>
              </p:nvSpPr>
              <p:spPr>
                <a:xfrm>
                  <a:off x="6161945" y="5204242"/>
                  <a:ext cx="5190639" cy="437043"/>
                </a:xfrm>
                <a:prstGeom prst="rect">
                  <a:avLst/>
                </a:prstGeom>
                <a:blipFill>
                  <a:blip r:embed="rId17"/>
                  <a:stretch>
                    <a:fillRect/>
                  </a:stretch>
                </a:blipFill>
              </p:spPr>
              <p:txBody>
                <a:bodyPr/>
                <a:lstStyle/>
                <a:p>
                  <a:r>
                    <a:rPr lang="pt-BR">
                      <a:noFill/>
                    </a:rPr>
                    <a:t> </a:t>
                  </a:r>
                </a:p>
              </p:txBody>
            </p:sp>
          </mc:Fallback>
        </mc:AlternateContent>
      </p:grpSp>
      <p:sp>
        <p:nvSpPr>
          <p:cNvPr id="5" name="CaixaDeTexto 4">
            <a:extLst>
              <a:ext uri="{FF2B5EF4-FFF2-40B4-BE49-F238E27FC236}">
                <a16:creationId xmlns:a16="http://schemas.microsoft.com/office/drawing/2014/main" id="{91F9B305-4642-DD49-F4D1-79137D8A722C}"/>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p:grpSp>
        <p:nvGrpSpPr>
          <p:cNvPr id="10" name="Agrupar 9">
            <a:extLst>
              <a:ext uri="{FF2B5EF4-FFF2-40B4-BE49-F238E27FC236}">
                <a16:creationId xmlns:a16="http://schemas.microsoft.com/office/drawing/2014/main" id="{75A3D167-FC04-1082-B6B5-5EBD1D92AC54}"/>
              </a:ext>
            </a:extLst>
          </p:cNvPr>
          <p:cNvGrpSpPr/>
          <p:nvPr/>
        </p:nvGrpSpPr>
        <p:grpSpPr>
          <a:xfrm>
            <a:off x="6096000" y="1376772"/>
            <a:ext cx="5580620" cy="1800200"/>
            <a:chOff x="6096000" y="1376772"/>
            <a:chExt cx="5580620" cy="1800200"/>
          </a:xfrm>
        </p:grpSpPr>
        <mc:AlternateContent xmlns:mc="http://schemas.openxmlformats.org/markup-compatibility/2006" xmlns:a14="http://schemas.microsoft.com/office/drawing/2010/main">
          <mc:Choice Requires="a14">
            <p:sp>
              <p:nvSpPr>
                <p:cNvPr id="69" name="CaixaDeTexto 68">
                  <a:extLst>
                    <a:ext uri="{FF2B5EF4-FFF2-40B4-BE49-F238E27FC236}">
                      <a16:creationId xmlns:a16="http://schemas.microsoft.com/office/drawing/2014/main" id="{FC60B356-1ADE-381F-211A-58EAAC72A0C0}"/>
                    </a:ext>
                  </a:extLst>
                </p:cNvPr>
                <p:cNvSpPr txBox="1"/>
                <p:nvPr/>
              </p:nvSpPr>
              <p:spPr>
                <a:xfrm>
                  <a:off x="6096000" y="1376772"/>
                  <a:ext cx="5221288" cy="849976"/>
                </a:xfrm>
                <a:prstGeom prst="rect">
                  <a:avLst/>
                </a:prstGeom>
                <a:noFill/>
              </p:spPr>
              <p:txBody>
                <a:bodyPr wrap="square">
                  <a:spAutoFit/>
                </a:bodyPr>
                <a:lstStyle>
                  <a:defPPr>
                    <a:defRPr lang="pt-BR"/>
                  </a:defPPr>
                  <a:lvl1pPr>
                    <a:defRPr sz="1600"/>
                  </a:lvl1pPr>
                </a:lstStyle>
                <a:p>
                  <a:r>
                    <a:rPr lang="en-US"/>
                    <a:t>The equivalent surface current on the boundary of the conductors, </a:t>
                  </a:r>
                  <a14:m>
                    <m:oMath xmlns:m="http://schemas.openxmlformats.org/officeDocument/2006/math">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𝐽</m:t>
                          </m:r>
                        </m:e>
                        <m:sub>
                          <m:r>
                            <a:rPr lang="pt-BR" b="0" i="1" smtClean="0">
                              <a:latin typeface="Cambria Math" panose="02040503050406030204" pitchFamily="18" charset="0"/>
                            </a:rPr>
                            <m:t>𝑠</m:t>
                          </m:r>
                        </m:sub>
                        <m:sup>
                          <m:r>
                            <a:rPr lang="pt-BR" b="0" i="1" smtClean="0">
                              <a:latin typeface="Cambria Math" panose="02040503050406030204" pitchFamily="18" charset="0"/>
                            </a:rPr>
                            <m:t> </m:t>
                          </m:r>
                        </m:sup>
                      </m:sSubSup>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𝜃</m:t>
                          </m:r>
                        </m:e>
                        <m:sub>
                          <m:r>
                            <a:rPr lang="pt-BR" i="1">
                              <a:latin typeface="Cambria Math" panose="02040503050406030204" pitchFamily="18" charset="0"/>
                            </a:rPr>
                            <m:t>𝑝</m:t>
                          </m:r>
                        </m:sub>
                      </m:sSub>
                      <m:r>
                        <a:rPr lang="pt-BR" i="1">
                          <a:latin typeface="Cambria Math" panose="02040503050406030204" pitchFamily="18" charset="0"/>
                        </a:rPr>
                        <m:t>)</m:t>
                      </m:r>
                    </m:oMath>
                  </a14:m>
                  <a:r>
                    <a:rPr lang="en-US"/>
                    <a:t>, can be expand by a truncated Fourier series</a:t>
                  </a:r>
                  <a:r>
                    <a:rPr lang="pt-BR"/>
                    <a:t>:</a:t>
                  </a:r>
                </a:p>
              </p:txBody>
            </p:sp>
          </mc:Choice>
          <mc:Fallback xmlns="">
            <p:sp>
              <p:nvSpPr>
                <p:cNvPr id="69" name="CaixaDeTexto 68">
                  <a:extLst>
                    <a:ext uri="{FF2B5EF4-FFF2-40B4-BE49-F238E27FC236}">
                      <a16:creationId xmlns:a16="http://schemas.microsoft.com/office/drawing/2014/main" id="{FC60B356-1ADE-381F-211A-58EAAC72A0C0}"/>
                    </a:ext>
                  </a:extLst>
                </p:cNvPr>
                <p:cNvSpPr txBox="1">
                  <a:spLocks noRot="1" noChangeAspect="1" noMove="1" noResize="1" noEditPoints="1" noAdjustHandles="1" noChangeArrowheads="1" noChangeShapeType="1" noTextEdit="1"/>
                </p:cNvSpPr>
                <p:nvPr/>
              </p:nvSpPr>
              <p:spPr>
                <a:xfrm>
                  <a:off x="6096000" y="1376772"/>
                  <a:ext cx="5221288" cy="849976"/>
                </a:xfrm>
                <a:prstGeom prst="rect">
                  <a:avLst/>
                </a:prstGeom>
                <a:blipFill>
                  <a:blip r:embed="rId18"/>
                  <a:stretch>
                    <a:fillRect l="-583" t="-2158" b="-863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2" name="CaixaDeTexto 71">
                  <a:extLst>
                    <a:ext uri="{FF2B5EF4-FFF2-40B4-BE49-F238E27FC236}">
                      <a16:creationId xmlns:a16="http://schemas.microsoft.com/office/drawing/2014/main" id="{2B2252D7-BDB0-0800-4153-D51498FB71FE}"/>
                    </a:ext>
                  </a:extLst>
                </p:cNvPr>
                <p:cNvSpPr txBox="1"/>
                <p:nvPr/>
              </p:nvSpPr>
              <p:spPr>
                <a:xfrm>
                  <a:off x="6106273" y="2318211"/>
                  <a:ext cx="5190639" cy="858761"/>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𝐽</m:t>
                            </m:r>
                          </m:e>
                          <m:sub>
                            <m:r>
                              <a:rPr lang="pt-BR" b="0" i="1" smtClean="0">
                                <a:latin typeface="Cambria Math" panose="02040503050406030204" pitchFamily="18" charset="0"/>
                              </a:rPr>
                              <m:t>𝑠</m:t>
                            </m:r>
                          </m:sub>
                          <m:sup>
                            <m:d>
                              <m:dPr>
                                <m:ctrlPr>
                                  <a:rPr lang="pt-BR" b="0" i="1" smtClean="0">
                                    <a:latin typeface="Cambria Math" panose="02040503050406030204" pitchFamily="18" charset="0"/>
                                  </a:rPr>
                                </m:ctrlPr>
                              </m:dPr>
                              <m:e>
                                <m:r>
                                  <a:rPr lang="pt-BR" b="0" i="1" smtClean="0">
                                    <a:latin typeface="Cambria Math" panose="02040503050406030204" pitchFamily="18" charset="0"/>
                                  </a:rPr>
                                  <m:t>𝑝</m:t>
                                </m:r>
                              </m:e>
                            </m:d>
                          </m:sup>
                        </m:sSubSup>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𝜃</m:t>
                            </m:r>
                          </m:e>
                          <m:sub>
                            <m:r>
                              <a:rPr lang="pt-BR" b="0" i="1" smtClean="0">
                                <a:latin typeface="Cambria Math" panose="02040503050406030204" pitchFamily="18" charset="0"/>
                              </a:rPr>
                              <m:t>𝑝</m:t>
                            </m:r>
                          </m:sub>
                        </m:sSub>
                        <m:r>
                          <a:rPr lang="pt-BR" b="0" i="1" smtClean="0">
                            <a:latin typeface="Cambria Math" panose="02040503050406030204" pitchFamily="18" charset="0"/>
                          </a:rPr>
                          <m:t>)</m:t>
                        </m:r>
                        <m:r>
                          <a:rPr lang="pt-BR" b="0">
                            <a:latin typeface="Cambria Math" panose="02040503050406030204" pitchFamily="18" charset="0"/>
                          </a:rPr>
                          <m:t>=</m:t>
                        </m:r>
                        <m:f>
                          <m:fPr>
                            <m:ctrlPr>
                              <a:rPr lang="pt-BR" b="0" i="1" smtClean="0">
                                <a:latin typeface="Cambria Math" panose="02040503050406030204" pitchFamily="18" charset="0"/>
                              </a:rPr>
                            </m:ctrlPr>
                          </m:fPr>
                          <m:num>
                            <m:r>
                              <a:rPr lang="pt-BR" b="0" i="0" smtClean="0">
                                <a:latin typeface="Cambria Math" panose="02040503050406030204" pitchFamily="18" charset="0"/>
                              </a:rPr>
                              <m:t>1</m:t>
                            </m:r>
                          </m:num>
                          <m:den>
                            <m:r>
                              <a:rPr lang="pt-BR" b="0" i="1" smtClean="0">
                                <a:latin typeface="Cambria Math" panose="02040503050406030204" pitchFamily="18" charset="0"/>
                              </a:rPr>
                              <m:t>2</m:t>
                            </m:r>
                            <m:r>
                              <a:rPr lang="pt-BR" b="0" i="1" smtClean="0">
                                <a:latin typeface="Cambria Math" panose="02040503050406030204" pitchFamily="18" charset="0"/>
                              </a:rPr>
                              <m:t>𝜋</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𝑎</m:t>
                                </m:r>
                              </m:e>
                              <m:sub>
                                <m:r>
                                  <a:rPr lang="pt-BR" b="0" i="1" smtClean="0">
                                    <a:latin typeface="Cambria Math" panose="02040503050406030204" pitchFamily="18" charset="0"/>
                                  </a:rPr>
                                  <m:t>𝑝</m:t>
                                </m:r>
                              </m:sub>
                            </m:sSub>
                          </m:den>
                        </m:f>
                        <m:nary>
                          <m:naryPr>
                            <m:chr m:val="∑"/>
                            <m:ctrlPr>
                              <a:rPr lang="pt-BR" b="0" i="1" smtClean="0">
                                <a:latin typeface="Cambria Math" panose="02040503050406030204" pitchFamily="18" charset="0"/>
                              </a:rPr>
                            </m:ctrlPr>
                          </m:naryPr>
                          <m:sub>
                            <m:r>
                              <m:rPr>
                                <m:brk m:alnAt="23"/>
                              </m:rPr>
                              <a:rPr lang="pt-BR" b="0" i="1" smtClean="0">
                                <a:latin typeface="Cambria Math" panose="02040503050406030204" pitchFamily="18" charset="0"/>
                              </a:rPr>
                              <m:t>𝑛</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m:rPr>
                                    <m:brk m:alnAt="23"/>
                                  </m:rPr>
                                  <a:rPr lang="pt-BR" b="0" i="1" smtClean="0">
                                    <a:latin typeface="Cambria Math" panose="02040503050406030204" pitchFamily="18" charset="0"/>
                                  </a:rPr>
                                  <m:t>𝑁</m:t>
                                </m:r>
                              </m:e>
                              <m:sub>
                                <m:r>
                                  <m:rPr>
                                    <m:brk m:alnAt="23"/>
                                  </m:rPr>
                                  <a:rPr lang="pt-BR" b="0" i="1" smtClean="0">
                                    <a:latin typeface="Cambria Math" panose="02040503050406030204" pitchFamily="18" charset="0"/>
                                  </a:rPr>
                                  <m:t>𝑝</m:t>
                                </m:r>
                              </m:sub>
                            </m:sSub>
                          </m:sub>
                          <m:sup>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m:rPr>
                                    <m:brk m:alnAt="23"/>
                                  </m:rPr>
                                  <a:rPr lang="pt-BR" i="1">
                                    <a:latin typeface="Cambria Math" panose="02040503050406030204" pitchFamily="18" charset="0"/>
                                  </a:rPr>
                                  <m:t>𝑝</m:t>
                                </m:r>
                              </m:sub>
                            </m:sSub>
                          </m:sup>
                          <m:e>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𝐽</m:t>
                                </m:r>
                              </m:e>
                              <m:sub>
                                <m:r>
                                  <a:rPr lang="pt-BR" b="0" i="1" smtClean="0">
                                    <a:latin typeface="Cambria Math" panose="02040503050406030204" pitchFamily="18" charset="0"/>
                                  </a:rPr>
                                  <m:t>𝑛</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bSup>
                            <m:sSup>
                              <m:sSupPr>
                                <m:ctrlPr>
                                  <a:rPr lang="pt-BR" b="0" i="1" smtClean="0">
                                    <a:latin typeface="Cambria Math" panose="02040503050406030204" pitchFamily="18" charset="0"/>
                                  </a:rPr>
                                </m:ctrlPr>
                              </m:sSupPr>
                              <m:e>
                                <m:r>
                                  <a:rPr lang="pt-BR" b="0" i="1" smtClean="0">
                                    <a:latin typeface="Cambria Math" panose="02040503050406030204" pitchFamily="18" charset="0"/>
                                  </a:rPr>
                                  <m:t>𝑒</m:t>
                                </m:r>
                              </m:e>
                              <m:sup>
                                <m:r>
                                  <a:rPr lang="pt-BR" b="0" i="1" smtClean="0">
                                    <a:latin typeface="Cambria Math" panose="02040503050406030204" pitchFamily="18" charset="0"/>
                                  </a:rPr>
                                  <m:t>𝑗𝑛</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𝜃</m:t>
                                    </m:r>
                                  </m:e>
                                  <m:sub>
                                    <m:r>
                                      <a:rPr lang="pt-BR" b="0" i="1" smtClean="0">
                                        <a:latin typeface="Cambria Math" panose="02040503050406030204" pitchFamily="18" charset="0"/>
                                      </a:rPr>
                                      <m:t>𝑝</m:t>
                                    </m:r>
                                  </m:sub>
                                </m:sSub>
                              </m:sup>
                            </m:sSup>
                          </m:e>
                        </m:nary>
                      </m:oMath>
                    </m:oMathPara>
                  </a14:m>
                  <a:endParaRPr lang="en-US"/>
                </a:p>
              </p:txBody>
            </p:sp>
          </mc:Choice>
          <mc:Fallback xmlns="">
            <p:sp>
              <p:nvSpPr>
                <p:cNvPr id="72" name="CaixaDeTexto 71">
                  <a:extLst>
                    <a:ext uri="{FF2B5EF4-FFF2-40B4-BE49-F238E27FC236}">
                      <a16:creationId xmlns:a16="http://schemas.microsoft.com/office/drawing/2014/main" id="{2B2252D7-BDB0-0800-4153-D51498FB71FE}"/>
                    </a:ext>
                  </a:extLst>
                </p:cNvPr>
                <p:cNvSpPr txBox="1">
                  <a:spLocks noRot="1" noChangeAspect="1" noMove="1" noResize="1" noEditPoints="1" noAdjustHandles="1" noChangeArrowheads="1" noChangeShapeType="1" noTextEdit="1"/>
                </p:cNvSpPr>
                <p:nvPr/>
              </p:nvSpPr>
              <p:spPr>
                <a:xfrm>
                  <a:off x="6106273" y="2318211"/>
                  <a:ext cx="5190639" cy="858761"/>
                </a:xfrm>
                <a:prstGeom prst="rect">
                  <a:avLst/>
                </a:prstGeom>
                <a:blipFill>
                  <a:blip r:embed="rId1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3075CA50-8CE0-7E74-29C9-CEAA40519F92}"/>
                    </a:ext>
                  </a:extLst>
                </p:cNvPr>
                <p:cNvSpPr txBox="1"/>
                <p:nvPr/>
              </p:nvSpPr>
              <p:spPr>
                <a:xfrm>
                  <a:off x="11208568" y="2578314"/>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4)</m:t>
                        </m:r>
                      </m:oMath>
                    </m:oMathPara>
                  </a14:m>
                  <a:endParaRPr lang="en-US" sz="1200"/>
                </a:p>
              </p:txBody>
            </p:sp>
          </mc:Choice>
          <mc:Fallback xmlns="">
            <p:sp>
              <p:nvSpPr>
                <p:cNvPr id="7" name="CaixaDeTexto 6">
                  <a:extLst>
                    <a:ext uri="{FF2B5EF4-FFF2-40B4-BE49-F238E27FC236}">
                      <a16:creationId xmlns:a16="http://schemas.microsoft.com/office/drawing/2014/main" id="{3075CA50-8CE0-7E74-29C9-CEAA40519F92}"/>
                    </a:ext>
                  </a:extLst>
                </p:cNvPr>
                <p:cNvSpPr txBox="1">
                  <a:spLocks noRot="1" noChangeAspect="1" noMove="1" noResize="1" noEditPoints="1" noAdjustHandles="1" noChangeArrowheads="1" noChangeShapeType="1" noTextEdit="1"/>
                </p:cNvSpPr>
                <p:nvPr/>
              </p:nvSpPr>
              <p:spPr>
                <a:xfrm>
                  <a:off x="11208568" y="2578314"/>
                  <a:ext cx="468052" cy="276999"/>
                </a:xfrm>
                <a:prstGeom prst="rect">
                  <a:avLst/>
                </a:prstGeom>
                <a:blipFill>
                  <a:blip r:embed="rId20"/>
                  <a:stretch>
                    <a:fillRect b="-8889"/>
                  </a:stretch>
                </a:blipFill>
              </p:spPr>
              <p:txBody>
                <a:bodyPr/>
                <a:lstStyle/>
                <a:p>
                  <a:r>
                    <a:rPr lang="pt-BR">
                      <a:noFill/>
                    </a:rPr>
                    <a:t> </a:t>
                  </a:r>
                </a:p>
              </p:txBody>
            </p:sp>
          </mc:Fallback>
        </mc:AlternateContent>
      </p:grpSp>
    </p:spTree>
    <p:extLst>
      <p:ext uri="{BB962C8B-B14F-4D97-AF65-F5344CB8AC3E}">
        <p14:creationId xmlns:p14="http://schemas.microsoft.com/office/powerpoint/2010/main" val="518384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11</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Surface Admittance Operator of the MTL</a:t>
            </a:r>
          </a:p>
        </p:txBody>
      </p:sp>
      <p:sp>
        <p:nvSpPr>
          <p:cNvPr id="14" name="Elipse 13">
            <a:extLst>
              <a:ext uri="{FF2B5EF4-FFF2-40B4-BE49-F238E27FC236}">
                <a16:creationId xmlns:a16="http://schemas.microsoft.com/office/drawing/2014/main" id="{94D5144B-E0E6-8D48-55E3-0B5A16C49B15}"/>
              </a:ext>
            </a:extLst>
          </p:cNvPr>
          <p:cNvSpPr/>
          <p:nvPr/>
        </p:nvSpPr>
        <p:spPr>
          <a:xfrm>
            <a:off x="994570" y="2555736"/>
            <a:ext cx="1737360" cy="1737360"/>
          </a:xfrm>
          <a:prstGeom prst="ellipse">
            <a:avLst/>
          </a:prstGeom>
          <a:noFill/>
          <a:ln w="19050">
            <a:solidFill>
              <a:schemeClr val="accent3">
                <a:lumMod val="60000"/>
                <a:lumOff val="4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1F45A3DF-0A88-4A87-4A97-268249D1CA97}"/>
                  </a:ext>
                </a:extLst>
              </p:cNvPr>
              <p:cNvSpPr txBox="1"/>
              <p:nvPr/>
            </p:nvSpPr>
            <p:spPr>
              <a:xfrm>
                <a:off x="1209166" y="3078608"/>
                <a:ext cx="41171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𝑝</m:t>
                          </m:r>
                        </m:sub>
                      </m:sSub>
                    </m:oMath>
                  </m:oMathPara>
                </a14:m>
                <a:endParaRPr lang="pt-BR" sz="1400"/>
              </a:p>
            </p:txBody>
          </p:sp>
        </mc:Choice>
        <mc:Fallback xmlns="">
          <p:sp>
            <p:nvSpPr>
              <p:cNvPr id="44" name="CaixaDeTexto 43">
                <a:extLst>
                  <a:ext uri="{FF2B5EF4-FFF2-40B4-BE49-F238E27FC236}">
                    <a16:creationId xmlns:a16="http://schemas.microsoft.com/office/drawing/2014/main" id="{1F45A3DF-0A88-4A87-4A97-268249D1CA97}"/>
                  </a:ext>
                </a:extLst>
              </p:cNvPr>
              <p:cNvSpPr txBox="1">
                <a:spLocks noRot="1" noChangeAspect="1" noMove="1" noResize="1" noEditPoints="1" noAdjustHandles="1" noChangeArrowheads="1" noChangeShapeType="1" noTextEdit="1"/>
              </p:cNvSpPr>
              <p:nvPr/>
            </p:nvSpPr>
            <p:spPr>
              <a:xfrm>
                <a:off x="1209166" y="3078608"/>
                <a:ext cx="411715" cy="324384"/>
              </a:xfrm>
              <a:prstGeom prst="rect">
                <a:avLst/>
              </a:prstGeom>
              <a:blipFill>
                <a:blip r:embed="rId4"/>
                <a:stretch>
                  <a:fillRect/>
                </a:stretch>
              </a:blipFill>
            </p:spPr>
            <p:txBody>
              <a:bodyPr/>
              <a:lstStyle/>
              <a:p>
                <a:r>
                  <a:rPr lang="pt-BR">
                    <a:noFill/>
                  </a:rPr>
                  <a:t> </a:t>
                </a:r>
              </a:p>
            </p:txBody>
          </p:sp>
        </mc:Fallback>
      </mc:AlternateContent>
      <p:cxnSp>
        <p:nvCxnSpPr>
          <p:cNvPr id="45" name="Conector de Seta Reta 44">
            <a:extLst>
              <a:ext uri="{FF2B5EF4-FFF2-40B4-BE49-F238E27FC236}">
                <a16:creationId xmlns:a16="http://schemas.microsoft.com/office/drawing/2014/main" id="{4B976358-D9FD-1545-5FF0-AF658E00DA3B}"/>
              </a:ext>
            </a:extLst>
          </p:cNvPr>
          <p:cNvCxnSpPr>
            <a:cxnSpLocks/>
            <a:endCxn id="14" idx="1"/>
          </p:cNvCxnSpPr>
          <p:nvPr/>
        </p:nvCxnSpPr>
        <p:spPr>
          <a:xfrm flipH="1" flipV="1">
            <a:off x="1249000" y="2810166"/>
            <a:ext cx="626233" cy="61425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2" name="Elipse 41">
            <a:extLst>
              <a:ext uri="{FF2B5EF4-FFF2-40B4-BE49-F238E27FC236}">
                <a16:creationId xmlns:a16="http://schemas.microsoft.com/office/drawing/2014/main" id="{0220C587-7538-B23F-245C-2DFF839669C3}"/>
              </a:ext>
            </a:extLst>
          </p:cNvPr>
          <p:cNvSpPr/>
          <p:nvPr/>
        </p:nvSpPr>
        <p:spPr>
          <a:xfrm>
            <a:off x="3485294" y="2555736"/>
            <a:ext cx="1737360" cy="1737360"/>
          </a:xfrm>
          <a:prstGeom prst="ellipse">
            <a:avLst/>
          </a:prstGeom>
          <a:noFill/>
          <a:ln w="19050">
            <a:solidFill>
              <a:srgbClr val="0070C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43" name="Elipse 42">
            <a:extLst>
              <a:ext uri="{FF2B5EF4-FFF2-40B4-BE49-F238E27FC236}">
                <a16:creationId xmlns:a16="http://schemas.microsoft.com/office/drawing/2014/main" id="{2131EC99-1D04-0D88-502E-04CBF261A5A7}"/>
              </a:ext>
            </a:extLst>
          </p:cNvPr>
          <p:cNvSpPr/>
          <p:nvPr/>
        </p:nvSpPr>
        <p:spPr>
          <a:xfrm>
            <a:off x="3759614" y="2830056"/>
            <a:ext cx="1188720" cy="1188720"/>
          </a:xfrm>
          <a:prstGeom prst="ellipse">
            <a:avLst/>
          </a:prstGeom>
          <a:solidFill>
            <a:schemeClr val="bg1"/>
          </a:solidFill>
          <a:ln w="19050">
            <a:solidFill>
              <a:srgbClr val="00206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722828E4-8B91-0A39-CDD0-DC9E056B71E6}"/>
                  </a:ext>
                </a:extLst>
              </p:cNvPr>
              <p:cNvSpPr txBox="1"/>
              <p:nvPr/>
            </p:nvSpPr>
            <p:spPr>
              <a:xfrm>
                <a:off x="4076987" y="2964093"/>
                <a:ext cx="40145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𝑟</m:t>
                          </m:r>
                        </m:sub>
                      </m:sSub>
                    </m:oMath>
                  </m:oMathPara>
                </a14:m>
                <a:endParaRPr lang="pt-BR" sz="1400"/>
              </a:p>
            </p:txBody>
          </p:sp>
        </mc:Choice>
        <mc:Fallback xmlns="">
          <p:sp>
            <p:nvSpPr>
              <p:cNvPr id="39" name="CaixaDeTexto 38">
                <a:extLst>
                  <a:ext uri="{FF2B5EF4-FFF2-40B4-BE49-F238E27FC236}">
                    <a16:creationId xmlns:a16="http://schemas.microsoft.com/office/drawing/2014/main" id="{722828E4-8B91-0A39-CDD0-DC9E056B71E6}"/>
                  </a:ext>
                </a:extLst>
              </p:cNvPr>
              <p:cNvSpPr txBox="1">
                <a:spLocks noRot="1" noChangeAspect="1" noMove="1" noResize="1" noEditPoints="1" noAdjustHandles="1" noChangeArrowheads="1" noChangeShapeType="1" noTextEdit="1"/>
              </p:cNvSpPr>
              <p:nvPr/>
            </p:nvSpPr>
            <p:spPr>
              <a:xfrm>
                <a:off x="4076987" y="2964093"/>
                <a:ext cx="401457" cy="307777"/>
              </a:xfrm>
              <a:prstGeom prst="rect">
                <a:avLst/>
              </a:prstGeom>
              <a:blipFill>
                <a:blip r:embed="rId5"/>
                <a:stretch>
                  <a:fillRect/>
                </a:stretch>
              </a:blipFill>
            </p:spPr>
            <p:txBody>
              <a:bodyPr/>
              <a:lstStyle/>
              <a:p>
                <a:r>
                  <a:rPr lang="pt-BR">
                    <a:noFill/>
                  </a:rPr>
                  <a:t> </a:t>
                </a:r>
              </a:p>
            </p:txBody>
          </p:sp>
        </mc:Fallback>
      </mc:AlternateContent>
      <p:grpSp>
        <p:nvGrpSpPr>
          <p:cNvPr id="36" name="Agrupar 35">
            <a:extLst>
              <a:ext uri="{FF2B5EF4-FFF2-40B4-BE49-F238E27FC236}">
                <a16:creationId xmlns:a16="http://schemas.microsoft.com/office/drawing/2014/main" id="{8B61572D-4DAE-FEF2-F897-F074964BFA5C}"/>
              </a:ext>
            </a:extLst>
          </p:cNvPr>
          <p:cNvGrpSpPr/>
          <p:nvPr/>
        </p:nvGrpSpPr>
        <p:grpSpPr>
          <a:xfrm>
            <a:off x="3510781" y="3167953"/>
            <a:ext cx="843193" cy="460323"/>
            <a:chOff x="2262768" y="2266357"/>
            <a:chExt cx="1496807" cy="836851"/>
          </a:xfrm>
        </p:grpSpPr>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A3C98690-479E-4903-6000-A4FBB04E89D4}"/>
                    </a:ext>
                  </a:extLst>
                </p:cNvPr>
                <p:cNvSpPr txBox="1"/>
                <p:nvPr/>
              </p:nvSpPr>
              <p:spPr>
                <a:xfrm>
                  <a:off x="2838072" y="2513489"/>
                  <a:ext cx="729383" cy="5897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xmlns="">
            <p:sp>
              <p:nvSpPr>
                <p:cNvPr id="37" name="CaixaDeTexto 36">
                  <a:extLst>
                    <a:ext uri="{FF2B5EF4-FFF2-40B4-BE49-F238E27FC236}">
                      <a16:creationId xmlns:a16="http://schemas.microsoft.com/office/drawing/2014/main" id="{A3C98690-479E-4903-6000-A4FBB04E89D4}"/>
                    </a:ext>
                  </a:extLst>
                </p:cNvPr>
                <p:cNvSpPr txBox="1">
                  <a:spLocks noRot="1" noChangeAspect="1" noMove="1" noResize="1" noEditPoints="1" noAdjustHandles="1" noChangeArrowheads="1" noChangeShapeType="1" noTextEdit="1"/>
                </p:cNvSpPr>
                <p:nvPr/>
              </p:nvSpPr>
              <p:spPr>
                <a:xfrm>
                  <a:off x="2838072" y="2513489"/>
                  <a:ext cx="729383" cy="589719"/>
                </a:xfrm>
                <a:prstGeom prst="rect">
                  <a:avLst/>
                </a:prstGeom>
                <a:blipFill>
                  <a:blip r:embed="rId6"/>
                  <a:stretch>
                    <a:fillRect/>
                  </a:stretch>
                </a:blipFill>
              </p:spPr>
              <p:txBody>
                <a:bodyPr/>
                <a:lstStyle/>
                <a:p>
                  <a:r>
                    <a:rPr lang="pt-BR">
                      <a:noFill/>
                    </a:rPr>
                    <a:t> </a:t>
                  </a:r>
                </a:p>
              </p:txBody>
            </p:sp>
          </mc:Fallback>
        </mc:AlternateContent>
        <p:cxnSp>
          <p:nvCxnSpPr>
            <p:cNvPr id="38" name="Conector de Seta Reta 37">
              <a:extLst>
                <a:ext uri="{FF2B5EF4-FFF2-40B4-BE49-F238E27FC236}">
                  <a16:creationId xmlns:a16="http://schemas.microsoft.com/office/drawing/2014/main" id="{9FB481F4-35E9-69F5-AFF2-76FD7F6D7837}"/>
                </a:ext>
              </a:extLst>
            </p:cNvPr>
            <p:cNvCxnSpPr>
              <a:cxnSpLocks/>
            </p:cNvCxnSpPr>
            <p:nvPr/>
          </p:nvCxnSpPr>
          <p:spPr>
            <a:xfrm flipH="1" flipV="1">
              <a:off x="2262768" y="2266357"/>
              <a:ext cx="1496807" cy="4662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3249032C-AFD4-E5EC-9AED-73A0B0E1E087}"/>
                  </a:ext>
                </a:extLst>
              </p:cNvPr>
              <p:cNvSpPr txBox="1"/>
              <p:nvPr/>
            </p:nvSpPr>
            <p:spPr>
              <a:xfrm>
                <a:off x="2760147" y="2247959"/>
                <a:ext cx="63030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0</m:t>
                          </m:r>
                        </m:sub>
                      </m:sSub>
                      <m:r>
                        <a:rPr lang="pt-BR" sz="1400" b="0" i="1" smtClean="0">
                          <a:latin typeface="Cambria Math" panose="02040503050406030204" pitchFamily="18" charset="0"/>
                        </a:rPr>
                        <m:t>,</m:t>
                      </m:r>
                      <m:sSub>
                        <m:sSubPr>
                          <m:ctrlPr>
                            <a:rPr lang="pt-BR" sz="1400" i="1">
                              <a:latin typeface="Cambria Math" panose="02040503050406030204" pitchFamily="18" charset="0"/>
                            </a:rPr>
                          </m:ctrlPr>
                        </m:sSubPr>
                        <m:e>
                          <m:r>
                            <a:rPr lang="pt-BR" sz="1400" b="0" i="1" smtClean="0">
                              <a:latin typeface="Cambria Math" panose="02040503050406030204" pitchFamily="18" charset="0"/>
                            </a:rPr>
                            <m:t>𝜇</m:t>
                          </m:r>
                        </m:e>
                        <m:sub>
                          <m:r>
                            <a:rPr lang="pt-BR" sz="1400" i="1">
                              <a:latin typeface="Cambria Math" panose="02040503050406030204" pitchFamily="18" charset="0"/>
                            </a:rPr>
                            <m:t>0</m:t>
                          </m:r>
                        </m:sub>
                      </m:sSub>
                    </m:oMath>
                  </m:oMathPara>
                </a14:m>
                <a:endParaRPr lang="pt-BR" sz="1600"/>
              </a:p>
            </p:txBody>
          </p:sp>
        </mc:Choice>
        <mc:Fallback xmlns="">
          <p:sp>
            <p:nvSpPr>
              <p:cNvPr id="26" name="CaixaDeTexto 25">
                <a:extLst>
                  <a:ext uri="{FF2B5EF4-FFF2-40B4-BE49-F238E27FC236}">
                    <a16:creationId xmlns:a16="http://schemas.microsoft.com/office/drawing/2014/main" id="{3249032C-AFD4-E5EC-9AED-73A0B0E1E087}"/>
                  </a:ext>
                </a:extLst>
              </p:cNvPr>
              <p:cNvSpPr txBox="1">
                <a:spLocks noRot="1" noChangeAspect="1" noMove="1" noResize="1" noEditPoints="1" noAdjustHandles="1" noChangeArrowheads="1" noChangeShapeType="1" noTextEdit="1"/>
              </p:cNvSpPr>
              <p:nvPr/>
            </p:nvSpPr>
            <p:spPr>
              <a:xfrm>
                <a:off x="2760147" y="2247959"/>
                <a:ext cx="630301" cy="307777"/>
              </a:xfrm>
              <a:prstGeom prst="rect">
                <a:avLst/>
              </a:prstGeom>
              <a:blipFill>
                <a:blip r:embed="rId7"/>
                <a:stretch>
                  <a:fillRect b="-2000"/>
                </a:stretch>
              </a:blipFill>
            </p:spPr>
            <p:txBody>
              <a:bodyPr/>
              <a:lstStyle/>
              <a:p>
                <a:r>
                  <a:rPr lang="pt-BR">
                    <a:noFill/>
                  </a:rPr>
                  <a:t> </a:t>
                </a:r>
              </a:p>
            </p:txBody>
          </p:sp>
        </mc:Fallback>
      </mc:AlternateContent>
      <p:cxnSp>
        <p:nvCxnSpPr>
          <p:cNvPr id="50" name="Conector de Seta Reta 49">
            <a:extLst>
              <a:ext uri="{FF2B5EF4-FFF2-40B4-BE49-F238E27FC236}">
                <a16:creationId xmlns:a16="http://schemas.microsoft.com/office/drawing/2014/main" id="{9533CE13-CCBA-C2A4-A9E6-EC5F30E5C72A}"/>
              </a:ext>
            </a:extLst>
          </p:cNvPr>
          <p:cNvCxnSpPr>
            <a:cxnSpLocks/>
            <a:endCxn id="43" idx="1"/>
          </p:cNvCxnSpPr>
          <p:nvPr/>
        </p:nvCxnSpPr>
        <p:spPr>
          <a:xfrm flipH="1" flipV="1">
            <a:off x="3933698" y="3004140"/>
            <a:ext cx="420276" cy="42027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B24280F9-EB39-F074-6E63-8C7D3C8875A2}"/>
                  </a:ext>
                </a:extLst>
              </p:cNvPr>
              <p:cNvSpPr txBox="1"/>
              <p:nvPr/>
            </p:nvSpPr>
            <p:spPr>
              <a:xfrm>
                <a:off x="1669375" y="2196375"/>
                <a:ext cx="391326"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𝑝</m:t>
                          </m:r>
                        </m:sub>
                      </m:sSub>
                    </m:oMath>
                  </m:oMathPara>
                </a14:m>
                <a:endParaRPr lang="pt-BR" sz="1400"/>
              </a:p>
            </p:txBody>
          </p:sp>
        </mc:Choice>
        <mc:Fallback xmlns="">
          <p:sp>
            <p:nvSpPr>
              <p:cNvPr id="23" name="CaixaDeTexto 22">
                <a:extLst>
                  <a:ext uri="{FF2B5EF4-FFF2-40B4-BE49-F238E27FC236}">
                    <a16:creationId xmlns:a16="http://schemas.microsoft.com/office/drawing/2014/main" id="{B24280F9-EB39-F074-6E63-8C7D3C8875A2}"/>
                  </a:ext>
                </a:extLst>
              </p:cNvPr>
              <p:cNvSpPr txBox="1">
                <a:spLocks noRot="1" noChangeAspect="1" noMove="1" noResize="1" noEditPoints="1" noAdjustHandles="1" noChangeArrowheads="1" noChangeShapeType="1" noTextEdit="1"/>
              </p:cNvSpPr>
              <p:nvPr/>
            </p:nvSpPr>
            <p:spPr>
              <a:xfrm>
                <a:off x="1669375" y="2196375"/>
                <a:ext cx="391326" cy="324384"/>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90D32FCC-9584-B139-A613-4ABFA69CAFD5}"/>
                  </a:ext>
                </a:extLst>
              </p:cNvPr>
              <p:cNvSpPr txBox="1"/>
              <p:nvPr/>
            </p:nvSpPr>
            <p:spPr>
              <a:xfrm>
                <a:off x="4159466" y="2144310"/>
                <a:ext cx="39049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oMath>
                  </m:oMathPara>
                </a14:m>
                <a:endParaRPr lang="pt-BR" sz="1400"/>
              </a:p>
            </p:txBody>
          </p:sp>
        </mc:Choice>
        <mc:Fallback xmlns="">
          <p:sp>
            <p:nvSpPr>
              <p:cNvPr id="24" name="CaixaDeTexto 23">
                <a:extLst>
                  <a:ext uri="{FF2B5EF4-FFF2-40B4-BE49-F238E27FC236}">
                    <a16:creationId xmlns:a16="http://schemas.microsoft.com/office/drawing/2014/main" id="{90D32FCC-9584-B139-A613-4ABFA69CAFD5}"/>
                  </a:ext>
                </a:extLst>
              </p:cNvPr>
              <p:cNvSpPr txBox="1">
                <a:spLocks noRot="1" noChangeAspect="1" noMove="1" noResize="1" noEditPoints="1" noAdjustHandles="1" noChangeArrowheads="1" noChangeShapeType="1" noTextEdit="1"/>
              </p:cNvSpPr>
              <p:nvPr/>
            </p:nvSpPr>
            <p:spPr>
              <a:xfrm>
                <a:off x="4159466" y="2144310"/>
                <a:ext cx="390492" cy="324384"/>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5" name="CaixaDeTexto 24">
                <a:extLst>
                  <a:ext uri="{FF2B5EF4-FFF2-40B4-BE49-F238E27FC236}">
                    <a16:creationId xmlns:a16="http://schemas.microsoft.com/office/drawing/2014/main" id="{0CB5022C-A688-733F-44D9-60BAA37CE597}"/>
                  </a:ext>
                </a:extLst>
              </p:cNvPr>
              <p:cNvSpPr txBox="1"/>
              <p:nvPr/>
            </p:nvSpPr>
            <p:spPr>
              <a:xfrm>
                <a:off x="4176391" y="2522974"/>
                <a:ext cx="38106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𝑟</m:t>
                          </m:r>
                        </m:sub>
                      </m:sSub>
                    </m:oMath>
                  </m:oMathPara>
                </a14:m>
                <a:endParaRPr lang="pt-BR" sz="1400"/>
              </a:p>
            </p:txBody>
          </p:sp>
        </mc:Choice>
        <mc:Fallback xmlns="">
          <p:sp>
            <p:nvSpPr>
              <p:cNvPr id="25" name="CaixaDeTexto 24">
                <a:extLst>
                  <a:ext uri="{FF2B5EF4-FFF2-40B4-BE49-F238E27FC236}">
                    <a16:creationId xmlns:a16="http://schemas.microsoft.com/office/drawing/2014/main" id="{0CB5022C-A688-733F-44D9-60BAA37CE597}"/>
                  </a:ext>
                </a:extLst>
              </p:cNvPr>
              <p:cNvSpPr txBox="1">
                <a:spLocks noRot="1" noChangeAspect="1" noMove="1" noResize="1" noEditPoints="1" noAdjustHandles="1" noChangeArrowheads="1" noChangeShapeType="1" noTextEdit="1"/>
              </p:cNvSpPr>
              <p:nvPr/>
            </p:nvSpPr>
            <p:spPr>
              <a:xfrm>
                <a:off x="4176391" y="2522974"/>
                <a:ext cx="381066" cy="307777"/>
              </a:xfrm>
              <a:prstGeom prst="rect">
                <a:avLst/>
              </a:prstGeom>
              <a:blipFill>
                <a:blip r:embed="rId10"/>
                <a:stretch>
                  <a:fillRect/>
                </a:stretch>
              </a:blipFill>
            </p:spPr>
            <p:txBody>
              <a:bodyPr/>
              <a:lstStyle/>
              <a:p>
                <a:r>
                  <a:rPr lang="pt-BR">
                    <a:noFill/>
                  </a:rPr>
                  <a:t> </a:t>
                </a:r>
              </a:p>
            </p:txBody>
          </p:sp>
        </mc:Fallback>
      </mc:AlternateContent>
      <p:grpSp>
        <p:nvGrpSpPr>
          <p:cNvPr id="57" name="Agrupar 56">
            <a:extLst>
              <a:ext uri="{FF2B5EF4-FFF2-40B4-BE49-F238E27FC236}">
                <a16:creationId xmlns:a16="http://schemas.microsoft.com/office/drawing/2014/main" id="{1EACEB1E-8569-0ADF-A8AF-4D5D62DB2487}"/>
              </a:ext>
            </a:extLst>
          </p:cNvPr>
          <p:cNvGrpSpPr/>
          <p:nvPr/>
        </p:nvGrpSpPr>
        <p:grpSpPr>
          <a:xfrm>
            <a:off x="2520585" y="2709335"/>
            <a:ext cx="556716" cy="353943"/>
            <a:chOff x="2520585" y="2709335"/>
            <a:chExt cx="556716" cy="353943"/>
          </a:xfrm>
        </p:grpSpPr>
        <p:grpSp>
          <p:nvGrpSpPr>
            <p:cNvPr id="41" name="Agrupar 40">
              <a:extLst>
                <a:ext uri="{FF2B5EF4-FFF2-40B4-BE49-F238E27FC236}">
                  <a16:creationId xmlns:a16="http://schemas.microsoft.com/office/drawing/2014/main" id="{36A261E2-3099-F4AE-050A-E4A3777B8FD3}"/>
                </a:ext>
              </a:extLst>
            </p:cNvPr>
            <p:cNvGrpSpPr/>
            <p:nvPr/>
          </p:nvGrpSpPr>
          <p:grpSpPr>
            <a:xfrm>
              <a:off x="2520585" y="2889662"/>
              <a:ext cx="108012" cy="107290"/>
              <a:chOff x="2999656" y="3825766"/>
              <a:chExt cx="182880" cy="182880"/>
            </a:xfrm>
          </p:grpSpPr>
          <p:sp>
            <p:nvSpPr>
              <p:cNvPr id="35" name="Elipse 34">
                <a:extLst>
                  <a:ext uri="{FF2B5EF4-FFF2-40B4-BE49-F238E27FC236}">
                    <a16:creationId xmlns:a16="http://schemas.microsoft.com/office/drawing/2014/main" id="{14B214F7-A59E-B555-E985-04636425BEAF}"/>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Elipse 39">
                <a:extLst>
                  <a:ext uri="{FF2B5EF4-FFF2-40B4-BE49-F238E27FC236}">
                    <a16:creationId xmlns:a16="http://schemas.microsoft.com/office/drawing/2014/main" id="{9C1A9DD7-93DB-EA3C-A5BE-29A6158F003E}"/>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56" name="CaixaDeTexto 55">
                  <a:extLst>
                    <a:ext uri="{FF2B5EF4-FFF2-40B4-BE49-F238E27FC236}">
                      <a16:creationId xmlns:a16="http://schemas.microsoft.com/office/drawing/2014/main" id="{27B7F45F-0A58-E36F-0CE7-EF69E31D51D3}"/>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oMath>
                    </m:oMathPara>
                  </a14:m>
                  <a:endParaRPr lang="pt-BR" sz="1400"/>
                </a:p>
              </p:txBody>
            </p:sp>
          </mc:Choice>
          <mc:Fallback xmlns="">
            <p:sp>
              <p:nvSpPr>
                <p:cNvPr id="56" name="CaixaDeTexto 55">
                  <a:extLst>
                    <a:ext uri="{FF2B5EF4-FFF2-40B4-BE49-F238E27FC236}">
                      <a16:creationId xmlns:a16="http://schemas.microsoft.com/office/drawing/2014/main" id="{27B7F45F-0A58-E36F-0CE7-EF69E31D51D3}"/>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1"/>
                  <a:stretch>
                    <a:fillRect b="-1695"/>
                  </a:stretch>
                </a:blipFill>
              </p:spPr>
              <p:txBody>
                <a:bodyPr/>
                <a:lstStyle/>
                <a:p>
                  <a:r>
                    <a:rPr lang="pt-BR">
                      <a:noFill/>
                    </a:rPr>
                    <a:t> </a:t>
                  </a:r>
                </a:p>
              </p:txBody>
            </p:sp>
          </mc:Fallback>
        </mc:AlternateContent>
      </p:grpSp>
      <p:grpSp>
        <p:nvGrpSpPr>
          <p:cNvPr id="59" name="Agrupar 58">
            <a:extLst>
              <a:ext uri="{FF2B5EF4-FFF2-40B4-BE49-F238E27FC236}">
                <a16:creationId xmlns:a16="http://schemas.microsoft.com/office/drawing/2014/main" id="{EA77A0B7-2E7F-36CC-53CB-59515E22ED8F}"/>
              </a:ext>
            </a:extLst>
          </p:cNvPr>
          <p:cNvGrpSpPr/>
          <p:nvPr/>
        </p:nvGrpSpPr>
        <p:grpSpPr>
          <a:xfrm>
            <a:off x="4566811" y="3897052"/>
            <a:ext cx="108012" cy="107290"/>
            <a:chOff x="2999656" y="3825766"/>
            <a:chExt cx="182880" cy="182880"/>
          </a:xfrm>
        </p:grpSpPr>
        <p:sp>
          <p:nvSpPr>
            <p:cNvPr id="61" name="Elipse 60">
              <a:extLst>
                <a:ext uri="{FF2B5EF4-FFF2-40B4-BE49-F238E27FC236}">
                  <a16:creationId xmlns:a16="http://schemas.microsoft.com/office/drawing/2014/main" id="{A92396E5-A5D1-1FEA-76A9-E176AE7DEEDB}"/>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 name="Elipse 61">
              <a:extLst>
                <a:ext uri="{FF2B5EF4-FFF2-40B4-BE49-F238E27FC236}">
                  <a16:creationId xmlns:a16="http://schemas.microsoft.com/office/drawing/2014/main" id="{7B3B77B0-4027-F8FB-6DFD-58C96E710B3F}"/>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0" name="CaixaDeTexto 59">
                <a:extLst>
                  <a:ext uri="{FF2B5EF4-FFF2-40B4-BE49-F238E27FC236}">
                    <a16:creationId xmlns:a16="http://schemas.microsoft.com/office/drawing/2014/main" id="{8367181B-B174-7222-9059-AD9CC7B667D9}"/>
                  </a:ext>
                </a:extLst>
              </p:cNvPr>
              <p:cNvSpPr txBox="1"/>
              <p:nvPr/>
            </p:nvSpPr>
            <p:spPr>
              <a:xfrm>
                <a:off x="4319916" y="3515811"/>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𝑟</m:t>
                          </m:r>
                          <m:r>
                            <a:rPr lang="pt-BR" sz="1400" b="0" i="1" smtClean="0">
                              <a:latin typeface="Cambria Math" panose="02040503050406030204" pitchFamily="18" charset="0"/>
                            </a:rPr>
                            <m:t>)</m:t>
                          </m:r>
                        </m:sup>
                      </m:sSubSup>
                    </m:oMath>
                  </m:oMathPara>
                </a14:m>
                <a:endParaRPr lang="pt-BR" sz="1400"/>
              </a:p>
            </p:txBody>
          </p:sp>
        </mc:Choice>
        <mc:Fallback xmlns="">
          <p:sp>
            <p:nvSpPr>
              <p:cNvPr id="60" name="CaixaDeTexto 59">
                <a:extLst>
                  <a:ext uri="{FF2B5EF4-FFF2-40B4-BE49-F238E27FC236}">
                    <a16:creationId xmlns:a16="http://schemas.microsoft.com/office/drawing/2014/main" id="{8367181B-B174-7222-9059-AD9CC7B667D9}"/>
                  </a:ext>
                </a:extLst>
              </p:cNvPr>
              <p:cNvSpPr txBox="1">
                <a:spLocks noRot="1" noChangeAspect="1" noMove="1" noResize="1" noEditPoints="1" noAdjustHandles="1" noChangeArrowheads="1" noChangeShapeType="1" noTextEdit="1"/>
              </p:cNvSpPr>
              <p:nvPr/>
            </p:nvSpPr>
            <p:spPr>
              <a:xfrm>
                <a:off x="4319916" y="3515811"/>
                <a:ext cx="493790" cy="353943"/>
              </a:xfrm>
              <a:prstGeom prst="rect">
                <a:avLst/>
              </a:prstGeom>
              <a:blipFill>
                <a:blip r:embed="rId12"/>
                <a:stretch>
                  <a:fillRect b="-3448"/>
                </a:stretch>
              </a:blipFill>
            </p:spPr>
            <p:txBody>
              <a:bodyPr/>
              <a:lstStyle/>
              <a:p>
                <a:r>
                  <a:rPr lang="pt-BR">
                    <a:noFill/>
                  </a:rPr>
                  <a:t> </a:t>
                </a:r>
              </a:p>
            </p:txBody>
          </p:sp>
        </mc:Fallback>
      </mc:AlternateContent>
      <p:grpSp>
        <p:nvGrpSpPr>
          <p:cNvPr id="64" name="Agrupar 63">
            <a:extLst>
              <a:ext uri="{FF2B5EF4-FFF2-40B4-BE49-F238E27FC236}">
                <a16:creationId xmlns:a16="http://schemas.microsoft.com/office/drawing/2014/main" id="{20ED0C21-A564-8B2B-7F3E-561F7B10F9B6}"/>
              </a:ext>
            </a:extLst>
          </p:cNvPr>
          <p:cNvGrpSpPr/>
          <p:nvPr/>
        </p:nvGrpSpPr>
        <p:grpSpPr>
          <a:xfrm>
            <a:off x="5177204" y="3186036"/>
            <a:ext cx="556716" cy="353943"/>
            <a:chOff x="2520585" y="2709335"/>
            <a:chExt cx="556716" cy="353943"/>
          </a:xfrm>
        </p:grpSpPr>
        <p:grpSp>
          <p:nvGrpSpPr>
            <p:cNvPr id="65" name="Agrupar 64">
              <a:extLst>
                <a:ext uri="{FF2B5EF4-FFF2-40B4-BE49-F238E27FC236}">
                  <a16:creationId xmlns:a16="http://schemas.microsoft.com/office/drawing/2014/main" id="{3FCAB255-2CBA-DE91-7761-95CF02D95D33}"/>
                </a:ext>
              </a:extLst>
            </p:cNvPr>
            <p:cNvGrpSpPr/>
            <p:nvPr/>
          </p:nvGrpSpPr>
          <p:grpSpPr>
            <a:xfrm>
              <a:off x="2520585" y="2889662"/>
              <a:ext cx="108012" cy="107290"/>
              <a:chOff x="2999656" y="3825766"/>
              <a:chExt cx="182880" cy="182880"/>
            </a:xfrm>
          </p:grpSpPr>
          <p:sp>
            <p:nvSpPr>
              <p:cNvPr id="67" name="Elipse 66">
                <a:extLst>
                  <a:ext uri="{FF2B5EF4-FFF2-40B4-BE49-F238E27FC236}">
                    <a16:creationId xmlns:a16="http://schemas.microsoft.com/office/drawing/2014/main" id="{05E59004-D7D4-347B-AB8C-B21BE4DD3485}"/>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8" name="Elipse 67">
                <a:extLst>
                  <a:ext uri="{FF2B5EF4-FFF2-40B4-BE49-F238E27FC236}">
                    <a16:creationId xmlns:a16="http://schemas.microsoft.com/office/drawing/2014/main" id="{71F265C2-8540-8CE3-9E21-D95BF119043A}"/>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6" name="CaixaDeTexto 65">
                  <a:extLst>
                    <a:ext uri="{FF2B5EF4-FFF2-40B4-BE49-F238E27FC236}">
                      <a16:creationId xmlns:a16="http://schemas.microsoft.com/office/drawing/2014/main" id="{103A5FD8-1C86-1CCC-FA77-7168A55B09CC}"/>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𝑞</m:t>
                            </m:r>
                            <m:r>
                              <a:rPr lang="pt-BR" sz="1400" b="0" i="1" smtClean="0">
                                <a:latin typeface="Cambria Math" panose="02040503050406030204" pitchFamily="18" charset="0"/>
                              </a:rPr>
                              <m:t>)</m:t>
                            </m:r>
                          </m:sup>
                        </m:sSubSup>
                      </m:oMath>
                    </m:oMathPara>
                  </a14:m>
                  <a:endParaRPr lang="pt-BR" sz="1400"/>
                </a:p>
              </p:txBody>
            </p:sp>
          </mc:Choice>
          <mc:Fallback xmlns="">
            <p:sp>
              <p:nvSpPr>
                <p:cNvPr id="66" name="CaixaDeTexto 65">
                  <a:extLst>
                    <a:ext uri="{FF2B5EF4-FFF2-40B4-BE49-F238E27FC236}">
                      <a16:creationId xmlns:a16="http://schemas.microsoft.com/office/drawing/2014/main" id="{103A5FD8-1C86-1CCC-FA77-7168A55B09CC}"/>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3"/>
                  <a:stretch>
                    <a:fillRect b="-3448"/>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69" name="CaixaDeTexto 68">
                <a:extLst>
                  <a:ext uri="{FF2B5EF4-FFF2-40B4-BE49-F238E27FC236}">
                    <a16:creationId xmlns:a16="http://schemas.microsoft.com/office/drawing/2014/main" id="{FC60B356-1ADE-381F-211A-58EAAC72A0C0}"/>
                  </a:ext>
                </a:extLst>
              </p:cNvPr>
              <p:cNvSpPr txBox="1"/>
              <p:nvPr/>
            </p:nvSpPr>
            <p:spPr>
              <a:xfrm>
                <a:off x="6096000" y="1376772"/>
                <a:ext cx="5221288" cy="584775"/>
              </a:xfrm>
              <a:prstGeom prst="rect">
                <a:avLst/>
              </a:prstGeom>
              <a:noFill/>
            </p:spPr>
            <p:txBody>
              <a:bodyPr wrap="square">
                <a:spAutoFit/>
              </a:bodyPr>
              <a:lstStyle>
                <a:defPPr>
                  <a:defRPr lang="pt-BR"/>
                </a:defPPr>
                <a:lvl1pPr>
                  <a:defRPr sz="1600"/>
                </a:lvl1pPr>
              </a:lstStyle>
              <a:p>
                <a:r>
                  <a:rPr lang="en-US"/>
                  <a:t>At this point, we can relate vectors </a:t>
                </a:r>
                <a14:m>
                  <m:oMath xmlns:m="http://schemas.openxmlformats.org/officeDocument/2006/math">
                    <m:r>
                      <a:rPr lang="en-US" b="1" i="1" smtClean="0">
                        <a:latin typeface="Cambria Math" panose="02040503050406030204" pitchFamily="18" charset="0"/>
                      </a:rPr>
                      <m:t>𝑬</m:t>
                    </m:r>
                  </m:oMath>
                </a14:m>
                <a:r>
                  <a:rPr lang="en-US"/>
                  <a:t> and </a:t>
                </a:r>
                <a14:m>
                  <m:oMath xmlns:m="http://schemas.openxmlformats.org/officeDocument/2006/math">
                    <m:r>
                      <a:rPr lang="en-US" b="1" i="1" smtClean="0">
                        <a:latin typeface="Cambria Math" panose="02040503050406030204" pitchFamily="18" charset="0"/>
                      </a:rPr>
                      <m:t>𝑱</m:t>
                    </m:r>
                  </m:oMath>
                </a14:m>
                <a:r>
                  <a:rPr lang="en-US"/>
                  <a:t> by a global surface admittance operator, </a:t>
                </a:r>
                <a14:m>
                  <m:oMath xmlns:m="http://schemas.openxmlformats.org/officeDocument/2006/math">
                    <m:sSub>
                      <m:sSubPr>
                        <m:ctrlPr>
                          <a:rPr lang="pt-BR"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𝕐</m:t>
                        </m:r>
                      </m:e>
                      <m:sub>
                        <m:r>
                          <a:rPr lang="pt-BR" b="1" i="1" smtClean="0">
                            <a:latin typeface="Cambria Math" panose="02040503050406030204" pitchFamily="18" charset="0"/>
                            <a:ea typeface="Cambria Math" panose="02040503050406030204" pitchFamily="18" charset="0"/>
                          </a:rPr>
                          <m:t>𝒔</m:t>
                        </m:r>
                      </m:sub>
                    </m:sSub>
                  </m:oMath>
                </a14:m>
                <a:r>
                  <a:rPr lang="en-US"/>
                  <a:t>, as</a:t>
                </a:r>
                <a:endParaRPr lang="pt-BR"/>
              </a:p>
            </p:txBody>
          </p:sp>
        </mc:Choice>
        <mc:Fallback xmlns="">
          <p:sp>
            <p:nvSpPr>
              <p:cNvPr id="69" name="CaixaDeTexto 68">
                <a:extLst>
                  <a:ext uri="{FF2B5EF4-FFF2-40B4-BE49-F238E27FC236}">
                    <a16:creationId xmlns:a16="http://schemas.microsoft.com/office/drawing/2014/main" id="{FC60B356-1ADE-381F-211A-58EAAC72A0C0}"/>
                  </a:ext>
                </a:extLst>
              </p:cNvPr>
              <p:cNvSpPr txBox="1">
                <a:spLocks noRot="1" noChangeAspect="1" noMove="1" noResize="1" noEditPoints="1" noAdjustHandles="1" noChangeArrowheads="1" noChangeShapeType="1" noTextEdit="1"/>
              </p:cNvSpPr>
              <p:nvPr/>
            </p:nvSpPr>
            <p:spPr>
              <a:xfrm>
                <a:off x="6096000" y="1376772"/>
                <a:ext cx="5221288" cy="584775"/>
              </a:xfrm>
              <a:prstGeom prst="rect">
                <a:avLst/>
              </a:prstGeom>
              <a:blipFill>
                <a:blip r:embed="rId14"/>
                <a:stretch>
                  <a:fillRect l="-583" t="-3125" b="-125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7B305DCE-2540-6FFB-DD07-5D1F64AD9DD5}"/>
                  </a:ext>
                </a:extLst>
              </p:cNvPr>
              <p:cNvSpPr txBox="1"/>
              <p:nvPr/>
            </p:nvSpPr>
            <p:spPr>
              <a:xfrm>
                <a:off x="8040216" y="2073830"/>
                <a:ext cx="1391637" cy="369332"/>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sz="1800" b="1" i="1" smtClean="0">
                          <a:latin typeface="Cambria Math" panose="02040503050406030204" pitchFamily="18" charset="0"/>
                        </a:rPr>
                        <m:t>𝑱</m:t>
                      </m:r>
                      <m:r>
                        <a:rPr lang="pt-BR" sz="1800" i="1">
                          <a:latin typeface="Cambria Math" panose="02040503050406030204" pitchFamily="18" charset="0"/>
                        </a:rPr>
                        <m:t>=</m:t>
                      </m:r>
                      <m:sSub>
                        <m:sSubPr>
                          <m:ctrlPr>
                            <a:rPr lang="pt-BR" sz="1800" b="1"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𝕐</m:t>
                          </m:r>
                        </m:e>
                        <m:sub>
                          <m:r>
                            <a:rPr lang="pt-BR" sz="1800" b="1" i="1">
                              <a:latin typeface="Cambria Math" panose="02040503050406030204" pitchFamily="18" charset="0"/>
                              <a:ea typeface="Cambria Math" panose="02040503050406030204" pitchFamily="18" charset="0"/>
                            </a:rPr>
                            <m:t>𝒔</m:t>
                          </m:r>
                        </m:sub>
                      </m:sSub>
                      <m:r>
                        <a:rPr lang="pt-BR" sz="1800" b="1" i="1" smtClean="0">
                          <a:latin typeface="Cambria Math" panose="02040503050406030204" pitchFamily="18" charset="0"/>
                          <a:ea typeface="Cambria Math" panose="02040503050406030204" pitchFamily="18" charset="0"/>
                        </a:rPr>
                        <m:t> </m:t>
                      </m:r>
                      <m:r>
                        <a:rPr lang="pt-BR" sz="1800" b="1" i="1" smtClean="0">
                          <a:latin typeface="Cambria Math" panose="02040503050406030204" pitchFamily="18" charset="0"/>
                          <a:ea typeface="Cambria Math" panose="02040503050406030204" pitchFamily="18" charset="0"/>
                        </a:rPr>
                        <m:t>𝑬</m:t>
                      </m:r>
                    </m:oMath>
                  </m:oMathPara>
                </a14:m>
                <a:endParaRPr lang="en-US" sz="1800" i="1"/>
              </a:p>
            </p:txBody>
          </p:sp>
        </mc:Choice>
        <mc:Fallback xmlns="">
          <p:sp>
            <p:nvSpPr>
              <p:cNvPr id="3" name="CaixaDeTexto 2">
                <a:extLst>
                  <a:ext uri="{FF2B5EF4-FFF2-40B4-BE49-F238E27FC236}">
                    <a16:creationId xmlns:a16="http://schemas.microsoft.com/office/drawing/2014/main" id="{7B305DCE-2540-6FFB-DD07-5D1F64AD9DD5}"/>
                  </a:ext>
                </a:extLst>
              </p:cNvPr>
              <p:cNvSpPr txBox="1">
                <a:spLocks noRot="1" noChangeAspect="1" noMove="1" noResize="1" noEditPoints="1" noAdjustHandles="1" noChangeArrowheads="1" noChangeShapeType="1" noTextEdit="1"/>
              </p:cNvSpPr>
              <p:nvPr/>
            </p:nvSpPr>
            <p:spPr>
              <a:xfrm>
                <a:off x="8040216" y="2073830"/>
                <a:ext cx="1391637" cy="369332"/>
              </a:xfrm>
              <a:prstGeom prst="rect">
                <a:avLst/>
              </a:prstGeom>
              <a:blipFill>
                <a:blip r:embed="rId15"/>
                <a:stretch>
                  <a:fillRect b="-9836"/>
                </a:stretch>
              </a:blipFill>
            </p:spPr>
            <p:txBody>
              <a:bodyPr/>
              <a:lstStyle/>
              <a:p>
                <a:r>
                  <a:rPr lang="pt-BR">
                    <a:noFill/>
                  </a:rPr>
                  <a:t> </a:t>
                </a:r>
              </a:p>
            </p:txBody>
          </p:sp>
        </mc:Fallback>
      </mc:AlternateContent>
      <p:sp>
        <p:nvSpPr>
          <p:cNvPr id="5" name="Retângulo: Cantos Arredondados 4">
            <a:extLst>
              <a:ext uri="{FF2B5EF4-FFF2-40B4-BE49-F238E27FC236}">
                <a16:creationId xmlns:a16="http://schemas.microsoft.com/office/drawing/2014/main" id="{8063A2EC-67DF-16FC-04C9-17B22464C224}"/>
              </a:ext>
            </a:extLst>
          </p:cNvPr>
          <p:cNvSpPr/>
          <p:nvPr/>
        </p:nvSpPr>
        <p:spPr>
          <a:xfrm>
            <a:off x="8040216" y="2060848"/>
            <a:ext cx="1391637" cy="382314"/>
          </a:xfrm>
          <a:prstGeom prst="roundRect">
            <a:avLst/>
          </a:prstGeom>
          <a:noFill/>
          <a:ln w="190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pt-BR" sz="1600"/>
          </a:p>
        </p:txBody>
      </p:sp>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F0A6077C-E2D4-6983-8AF3-FF77E566AD4D}"/>
                  </a:ext>
                </a:extLst>
              </p:cNvPr>
              <p:cNvSpPr txBox="1"/>
              <p:nvPr/>
            </p:nvSpPr>
            <p:spPr>
              <a:xfrm>
                <a:off x="6129490" y="5424294"/>
                <a:ext cx="5475122" cy="902811"/>
              </a:xfrm>
              <a:prstGeom prst="rect">
                <a:avLst/>
              </a:prstGeom>
              <a:noFill/>
            </p:spPr>
            <p:txBody>
              <a:bodyPr wrap="square">
                <a:spAutoFit/>
              </a:bodyPr>
              <a:lstStyle>
                <a:defPPr>
                  <a:defRPr lang="pt-BR"/>
                </a:defPPr>
                <a:lvl1pPr>
                  <a:defRPr sz="1600"/>
                </a:lvl1pPr>
              </a:lstStyle>
              <a:p>
                <a:r>
                  <a:rPr lang="en-US"/>
                  <a:t>where </a:t>
                </a:r>
                <a14:m>
                  <m:oMath xmlns:m="http://schemas.openxmlformats.org/officeDocument/2006/math">
                    <m:sSub>
                      <m:sSubPr>
                        <m:ctrlPr>
                          <a:rPr lang="pt-BR"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𝕐</m:t>
                        </m:r>
                      </m:e>
                      <m:sub>
                        <m:r>
                          <a:rPr lang="pt-BR" b="1" i="1" smtClean="0">
                            <a:latin typeface="Cambria Math" panose="02040503050406030204" pitchFamily="18" charset="0"/>
                            <a:ea typeface="Cambria Math" panose="02040503050406030204" pitchFamily="18" charset="0"/>
                          </a:rPr>
                          <m:t>𝒔</m:t>
                        </m:r>
                      </m:sub>
                    </m:sSub>
                  </m:oMath>
                </a14:m>
                <a:r>
                  <a:rPr lang="en-US"/>
                  <a:t> is a block diagonal matrix; </a:t>
                </a:r>
                <a14:m>
                  <m:oMath xmlns:m="http://schemas.openxmlformats.org/officeDocument/2006/math">
                    <m:sSup>
                      <m:sSupPr>
                        <m:ctrlPr>
                          <a:rPr lang="pt-BR" b="0" i="1" smtClean="0">
                            <a:latin typeface="Cambria Math" panose="02040503050406030204" pitchFamily="18" charset="0"/>
                          </a:rPr>
                        </m:ctrlPr>
                      </m:sSupPr>
                      <m:e>
                        <m:r>
                          <a:rPr lang="en-US" b="1" i="1" smtClean="0">
                            <a:latin typeface="Cambria Math" panose="02040503050406030204" pitchFamily="18" charset="0"/>
                          </a:rPr>
                          <m:t>𝒀</m:t>
                        </m:r>
                      </m:e>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p>
                  </m:oMath>
                </a14:m>
                <a:r>
                  <a:rPr lang="en-US"/>
                  <a:t> is the sub-matrix of the surface admittance operator of the solid conductor; and </a:t>
                </a:r>
                <a14:m>
                  <m:oMath xmlns:m="http://schemas.openxmlformats.org/officeDocument/2006/math">
                    <m:sSubSup>
                      <m:sSubSupPr>
                        <m:ctrlPr>
                          <a:rPr lang="pt-BR" b="1" i="1" smtClean="0">
                            <a:latin typeface="Cambria Math" panose="02040503050406030204" pitchFamily="18" charset="0"/>
                          </a:rPr>
                        </m:ctrlPr>
                      </m:sSubSupPr>
                      <m:e>
                        <m:r>
                          <a:rPr lang="en-US" b="1" i="1">
                            <a:latin typeface="Cambria Math" panose="02040503050406030204" pitchFamily="18" charset="0"/>
                          </a:rPr>
                          <m:t>𝒀</m:t>
                        </m:r>
                      </m:e>
                      <m:sub>
                        <m:r>
                          <a:rPr lang="pt-BR" b="0" i="1" smtClean="0">
                            <a:latin typeface="Cambria Math" panose="02040503050406030204" pitchFamily="18" charset="0"/>
                          </a:rPr>
                          <m:t>11</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oMath>
                </a14:m>
                <a:r>
                  <a:rPr lang="en-US"/>
                  <a:t>, </a:t>
                </a:r>
                <a14:m>
                  <m:oMath xmlns:m="http://schemas.openxmlformats.org/officeDocument/2006/math">
                    <m:sSubSup>
                      <m:sSubSupPr>
                        <m:ctrlPr>
                          <a:rPr lang="pt-BR" b="1" i="1">
                            <a:latin typeface="Cambria Math" panose="02040503050406030204" pitchFamily="18" charset="0"/>
                          </a:rPr>
                        </m:ctrlPr>
                      </m:sSubSupPr>
                      <m:e>
                        <m:r>
                          <a:rPr lang="en-US" b="1" i="1">
                            <a:latin typeface="Cambria Math" panose="02040503050406030204" pitchFamily="18" charset="0"/>
                          </a:rPr>
                          <m:t>𝒀</m:t>
                        </m:r>
                      </m:e>
                      <m:sub>
                        <m:r>
                          <a:rPr lang="pt-BR" i="1">
                            <a:latin typeface="Cambria Math" panose="02040503050406030204" pitchFamily="18" charset="0"/>
                          </a:rPr>
                          <m:t>1</m:t>
                        </m:r>
                        <m:r>
                          <a:rPr lang="pt-BR" b="0" i="1" smtClean="0">
                            <a:latin typeface="Cambria Math" panose="02040503050406030204" pitchFamily="18" charset="0"/>
                          </a:rPr>
                          <m:t>2</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oMath>
                </a14:m>
                <a:r>
                  <a:rPr lang="en-US"/>
                  <a:t>,</a:t>
                </a:r>
                <a:r>
                  <a:rPr lang="pt-BR" b="1"/>
                  <a:t> </a:t>
                </a:r>
                <a14:m>
                  <m:oMath xmlns:m="http://schemas.openxmlformats.org/officeDocument/2006/math">
                    <m:sSubSup>
                      <m:sSubSupPr>
                        <m:ctrlPr>
                          <a:rPr lang="pt-BR" b="1" i="1">
                            <a:latin typeface="Cambria Math" panose="02040503050406030204" pitchFamily="18" charset="0"/>
                          </a:rPr>
                        </m:ctrlPr>
                      </m:sSubSupPr>
                      <m:e>
                        <m:r>
                          <a:rPr lang="en-US" b="1" i="1">
                            <a:latin typeface="Cambria Math" panose="02040503050406030204" pitchFamily="18" charset="0"/>
                          </a:rPr>
                          <m:t>𝒀</m:t>
                        </m:r>
                      </m:e>
                      <m:sub>
                        <m:r>
                          <a:rPr lang="pt-BR" b="0" i="1" smtClean="0">
                            <a:latin typeface="Cambria Math" panose="02040503050406030204" pitchFamily="18" charset="0"/>
                          </a:rPr>
                          <m:t>2</m:t>
                        </m:r>
                        <m:r>
                          <a:rPr lang="pt-BR" i="1">
                            <a:latin typeface="Cambria Math" panose="02040503050406030204" pitchFamily="18" charset="0"/>
                          </a:rPr>
                          <m:t>1</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oMath>
                </a14:m>
                <a:r>
                  <a:rPr lang="en-US"/>
                  <a:t> e </a:t>
                </a:r>
                <a14:m>
                  <m:oMath xmlns:m="http://schemas.openxmlformats.org/officeDocument/2006/math">
                    <m:sSubSup>
                      <m:sSubSupPr>
                        <m:ctrlPr>
                          <a:rPr lang="pt-BR" b="1" i="1">
                            <a:latin typeface="Cambria Math" panose="02040503050406030204" pitchFamily="18" charset="0"/>
                          </a:rPr>
                        </m:ctrlPr>
                      </m:sSubSupPr>
                      <m:e>
                        <m:r>
                          <a:rPr lang="en-US" b="1" i="1">
                            <a:latin typeface="Cambria Math" panose="02040503050406030204" pitchFamily="18" charset="0"/>
                          </a:rPr>
                          <m:t>𝒀</m:t>
                        </m:r>
                      </m:e>
                      <m:sub>
                        <m:r>
                          <a:rPr lang="pt-BR" b="0" i="1" smtClean="0">
                            <a:latin typeface="Cambria Math" panose="02040503050406030204" pitchFamily="18" charset="0"/>
                          </a:rPr>
                          <m:t>22</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oMath>
                </a14:m>
                <a:r>
                  <a:rPr lang="pt-BR"/>
                  <a:t> </a:t>
                </a:r>
                <a:r>
                  <a:rPr lang="en-US"/>
                  <a:t>are those of the hollow conductor.</a:t>
                </a:r>
                <a:endParaRPr lang="pt-BR"/>
              </a:p>
            </p:txBody>
          </p:sp>
        </mc:Choice>
        <mc:Fallback xmlns="">
          <p:sp>
            <p:nvSpPr>
              <p:cNvPr id="7" name="CaixaDeTexto 6">
                <a:extLst>
                  <a:ext uri="{FF2B5EF4-FFF2-40B4-BE49-F238E27FC236}">
                    <a16:creationId xmlns:a16="http://schemas.microsoft.com/office/drawing/2014/main" id="{F0A6077C-E2D4-6983-8AF3-FF77E566AD4D}"/>
                  </a:ext>
                </a:extLst>
              </p:cNvPr>
              <p:cNvSpPr txBox="1">
                <a:spLocks noRot="1" noChangeAspect="1" noMove="1" noResize="1" noEditPoints="1" noAdjustHandles="1" noChangeArrowheads="1" noChangeShapeType="1" noTextEdit="1"/>
              </p:cNvSpPr>
              <p:nvPr/>
            </p:nvSpPr>
            <p:spPr>
              <a:xfrm>
                <a:off x="6129490" y="5424294"/>
                <a:ext cx="5475122" cy="902811"/>
              </a:xfrm>
              <a:prstGeom prst="rect">
                <a:avLst/>
              </a:prstGeom>
              <a:blipFill>
                <a:blip r:embed="rId16"/>
                <a:stretch>
                  <a:fillRect l="-556" t="-676" r="-111" b="-7432"/>
                </a:stretch>
              </a:blipFill>
            </p:spPr>
            <p:txBody>
              <a:bodyPr/>
              <a:lstStyle/>
              <a:p>
                <a:r>
                  <a:rPr lang="pt-BR">
                    <a:noFill/>
                  </a:rPr>
                  <a:t> </a:t>
                </a:r>
              </a:p>
            </p:txBody>
          </p:sp>
        </mc:Fallback>
      </mc:AlternateContent>
      <p:grpSp>
        <p:nvGrpSpPr>
          <p:cNvPr id="12" name="Agrupar 11">
            <a:extLst>
              <a:ext uri="{FF2B5EF4-FFF2-40B4-BE49-F238E27FC236}">
                <a16:creationId xmlns:a16="http://schemas.microsoft.com/office/drawing/2014/main" id="{2E4E7385-8E4C-909B-F293-0384338551EB}"/>
              </a:ext>
            </a:extLst>
          </p:cNvPr>
          <p:cNvGrpSpPr/>
          <p:nvPr/>
        </p:nvGrpSpPr>
        <p:grpSpPr>
          <a:xfrm>
            <a:off x="6088943" y="2384884"/>
            <a:ext cx="5218607" cy="2880320"/>
            <a:chOff x="6088943" y="2384884"/>
            <a:chExt cx="5218607" cy="2880320"/>
          </a:xfrm>
        </p:grpSpPr>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5D62F853-91CD-03F9-8832-E48B9134B710}"/>
                    </a:ext>
                  </a:extLst>
                </p:cNvPr>
                <p:cNvSpPr txBox="1"/>
                <p:nvPr/>
              </p:nvSpPr>
              <p:spPr>
                <a:xfrm>
                  <a:off x="6088943" y="2384884"/>
                  <a:ext cx="87862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800" b="1" i="1" smtClean="0">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𝕐</m:t>
                            </m:r>
                          </m:e>
                          <m:sub>
                            <m:r>
                              <a:rPr lang="pt-BR" sz="1800" b="1" i="1">
                                <a:latin typeface="Cambria Math" panose="02040503050406030204" pitchFamily="18" charset="0"/>
                                <a:ea typeface="Cambria Math" panose="02040503050406030204" pitchFamily="18" charset="0"/>
                              </a:rPr>
                              <m:t>𝒔</m:t>
                            </m:r>
                          </m:sub>
                        </m:sSub>
                        <m:r>
                          <a:rPr lang="pt-BR" sz="1800" b="1" i="1" smtClean="0">
                            <a:latin typeface="Cambria Math" panose="02040503050406030204" pitchFamily="18" charset="0"/>
                            <a:ea typeface="Cambria Math" panose="02040503050406030204" pitchFamily="18" charset="0"/>
                          </a:rPr>
                          <m:t>= </m:t>
                        </m:r>
                      </m:oMath>
                    </m:oMathPara>
                  </a14:m>
                  <a:endParaRPr lang="pt-BR"/>
                </a:p>
              </p:txBody>
            </p:sp>
          </mc:Choice>
          <mc:Fallback xmlns="">
            <p:sp>
              <p:nvSpPr>
                <p:cNvPr id="11" name="CaixaDeTexto 10">
                  <a:extLst>
                    <a:ext uri="{FF2B5EF4-FFF2-40B4-BE49-F238E27FC236}">
                      <a16:creationId xmlns:a16="http://schemas.microsoft.com/office/drawing/2014/main" id="{5D62F853-91CD-03F9-8832-E48B9134B710}"/>
                    </a:ext>
                  </a:extLst>
                </p:cNvPr>
                <p:cNvSpPr txBox="1">
                  <a:spLocks noRot="1" noChangeAspect="1" noMove="1" noResize="1" noEditPoints="1" noAdjustHandles="1" noChangeArrowheads="1" noChangeShapeType="1" noTextEdit="1"/>
                </p:cNvSpPr>
                <p:nvPr/>
              </p:nvSpPr>
              <p:spPr>
                <a:xfrm>
                  <a:off x="6088943" y="2384884"/>
                  <a:ext cx="878624" cy="369332"/>
                </a:xfrm>
                <a:prstGeom prst="rect">
                  <a:avLst/>
                </a:prstGeom>
                <a:blipFill>
                  <a:blip r:embed="rId17"/>
                  <a:stretch>
                    <a:fillRect/>
                  </a:stretch>
                </a:blipFill>
              </p:spPr>
              <p:txBody>
                <a:bodyPr/>
                <a:lstStyle/>
                <a:p>
                  <a:r>
                    <a:rPr lang="pt-BR">
                      <a:noFill/>
                    </a:rPr>
                    <a:t> </a:t>
                  </a:r>
                </a:p>
              </p:txBody>
            </p:sp>
          </mc:Fallback>
        </mc:AlternateContent>
        <p:pic>
          <p:nvPicPr>
            <p:cNvPr id="18" name="Gráfico 17">
              <a:extLst>
                <a:ext uri="{FF2B5EF4-FFF2-40B4-BE49-F238E27FC236}">
                  <a16:creationId xmlns:a16="http://schemas.microsoft.com/office/drawing/2014/main" id="{D71D12F1-159A-B1FC-AB79-D11B7B21EE77}"/>
                </a:ext>
              </a:extLst>
            </p:cNvPr>
            <p:cNvPicPr>
              <a:picLocks noChangeAspect="1"/>
            </p:cNvPicPr>
            <p:nvPr/>
          </p:nvPicPr>
          <p:blipFill rotWithShape="1">
            <a:blip r:embed="rId18">
              <a:extLst>
                <a:ext uri="{96DAC541-7B7A-43D3-8B79-37D633B846F1}">
                  <asvg:svgBlip xmlns:asvg="http://schemas.microsoft.com/office/drawing/2016/SVG/main" r:embed="rId19"/>
                </a:ext>
              </a:extLst>
            </a:blip>
            <a:srcRect l="2053" t="2172" r="1726" b="10369"/>
            <a:stretch/>
          </p:blipFill>
          <p:spPr>
            <a:xfrm>
              <a:off x="6125942" y="2784167"/>
              <a:ext cx="5181608" cy="2481037"/>
            </a:xfrm>
            <a:prstGeom prst="rect">
              <a:avLst/>
            </a:prstGeom>
          </p:spPr>
        </p:pic>
      </p:grpSp>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539B2072-3B39-0823-247A-9D5C70C2ED12}"/>
                  </a:ext>
                </a:extLst>
              </p:cNvPr>
              <p:cNvSpPr txBox="1"/>
              <p:nvPr/>
            </p:nvSpPr>
            <p:spPr>
              <a:xfrm>
                <a:off x="1248029" y="4488134"/>
                <a:ext cx="1103556" cy="523220"/>
              </a:xfrm>
              <a:prstGeom prst="rect">
                <a:avLst/>
              </a:prstGeom>
              <a:noFill/>
            </p:spPr>
            <p:txBody>
              <a:bodyPr wrap="square" rtlCol="0">
                <a:spAutoFit/>
              </a:bodyPr>
              <a:lstStyle/>
              <a:p>
                <a:pPr algn="ctr"/>
                <a14:m>
                  <m:oMath xmlns:m="http://schemas.openxmlformats.org/officeDocument/2006/math">
                    <m:sSub>
                      <m:sSubPr>
                        <m:ctrlPr>
                          <a:rPr lang="pt-BR" sz="1400" i="1" smtClean="0">
                            <a:solidFill>
                              <a:srgbClr val="00B050"/>
                            </a:solidFill>
                            <a:latin typeface="Cambria Math" panose="02040503050406030204" pitchFamily="18" charset="0"/>
                          </a:rPr>
                        </m:ctrlPr>
                      </m:sSubPr>
                      <m:e>
                        <m:r>
                          <a:rPr lang="pt-BR" sz="1400" b="0" i="1" smtClean="0">
                            <a:solidFill>
                              <a:srgbClr val="00B050"/>
                            </a:solidFill>
                            <a:latin typeface="Cambria Math" panose="02040503050406030204" pitchFamily="18" charset="0"/>
                          </a:rPr>
                          <m:t>𝑚</m:t>
                        </m:r>
                      </m:e>
                      <m:sub>
                        <m:r>
                          <a:rPr lang="pt-BR" sz="1400" b="0" i="1" smtClean="0">
                            <a:solidFill>
                              <a:srgbClr val="00B050"/>
                            </a:solidFill>
                            <a:latin typeface="Cambria Math" panose="02040503050406030204" pitchFamily="18" charset="0"/>
                          </a:rPr>
                          <m:t>1</m:t>
                        </m:r>
                      </m:sub>
                    </m:sSub>
                  </m:oMath>
                </a14:m>
                <a:r>
                  <a:rPr lang="pt-BR" sz="1400"/>
                  <a:t> solid conductors</a:t>
                </a:r>
              </a:p>
            </p:txBody>
          </p:sp>
        </mc:Choice>
        <mc:Fallback xmlns="">
          <p:sp>
            <p:nvSpPr>
              <p:cNvPr id="19" name="CaixaDeTexto 18">
                <a:extLst>
                  <a:ext uri="{FF2B5EF4-FFF2-40B4-BE49-F238E27FC236}">
                    <a16:creationId xmlns:a16="http://schemas.microsoft.com/office/drawing/2014/main" id="{539B2072-3B39-0823-247A-9D5C70C2ED12}"/>
                  </a:ext>
                </a:extLst>
              </p:cNvPr>
              <p:cNvSpPr txBox="1">
                <a:spLocks noRot="1" noChangeAspect="1" noMove="1" noResize="1" noEditPoints="1" noAdjustHandles="1" noChangeArrowheads="1" noChangeShapeType="1" noTextEdit="1"/>
              </p:cNvSpPr>
              <p:nvPr/>
            </p:nvSpPr>
            <p:spPr>
              <a:xfrm>
                <a:off x="1248029" y="4488134"/>
                <a:ext cx="1103556" cy="523220"/>
              </a:xfrm>
              <a:prstGeom prst="rect">
                <a:avLst/>
              </a:prstGeom>
              <a:blipFill>
                <a:blip r:embed="rId20"/>
                <a:stretch>
                  <a:fillRect t="-2326" b="-1162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0" name="CaixaDeTexto 19">
                <a:extLst>
                  <a:ext uri="{FF2B5EF4-FFF2-40B4-BE49-F238E27FC236}">
                    <a16:creationId xmlns:a16="http://schemas.microsoft.com/office/drawing/2014/main" id="{B9AD4F47-8CB5-19A3-6B32-40BC37FCC7A4}"/>
                  </a:ext>
                </a:extLst>
              </p:cNvPr>
              <p:cNvSpPr txBox="1"/>
              <p:nvPr/>
            </p:nvSpPr>
            <p:spPr>
              <a:xfrm>
                <a:off x="3768308" y="4488134"/>
                <a:ext cx="1103556" cy="523220"/>
              </a:xfrm>
              <a:prstGeom prst="rect">
                <a:avLst/>
              </a:prstGeom>
              <a:noFill/>
            </p:spPr>
            <p:txBody>
              <a:bodyPr wrap="square" rtlCol="0">
                <a:spAutoFit/>
              </a:bodyPr>
              <a:lstStyle/>
              <a:p>
                <a:pPr algn="ctr"/>
                <a14:m>
                  <m:oMath xmlns:m="http://schemas.openxmlformats.org/officeDocument/2006/math">
                    <m:sSub>
                      <m:sSubPr>
                        <m:ctrlPr>
                          <a:rPr lang="pt-BR" sz="1400" i="1" smtClean="0">
                            <a:solidFill>
                              <a:schemeClr val="tx2"/>
                            </a:solidFill>
                            <a:latin typeface="Cambria Math" panose="02040503050406030204" pitchFamily="18" charset="0"/>
                          </a:rPr>
                        </m:ctrlPr>
                      </m:sSubPr>
                      <m:e>
                        <m:r>
                          <a:rPr lang="pt-BR" sz="1400" b="0" i="1" smtClean="0">
                            <a:solidFill>
                              <a:schemeClr val="tx2"/>
                            </a:solidFill>
                            <a:latin typeface="Cambria Math" panose="02040503050406030204" pitchFamily="18" charset="0"/>
                          </a:rPr>
                          <m:t>𝑚</m:t>
                        </m:r>
                      </m:e>
                      <m:sub>
                        <m:r>
                          <a:rPr lang="pt-BR" sz="1400" b="0" i="1" smtClean="0">
                            <a:solidFill>
                              <a:schemeClr val="tx2"/>
                            </a:solidFill>
                            <a:latin typeface="Cambria Math" panose="02040503050406030204" pitchFamily="18" charset="0"/>
                          </a:rPr>
                          <m:t>2</m:t>
                        </m:r>
                      </m:sub>
                    </m:sSub>
                  </m:oMath>
                </a14:m>
                <a:r>
                  <a:rPr lang="pt-BR" sz="1400">
                    <a:solidFill>
                      <a:schemeClr val="tx2"/>
                    </a:solidFill>
                  </a:rPr>
                  <a:t> </a:t>
                </a:r>
                <a:r>
                  <a:rPr lang="pt-BR" sz="1400"/>
                  <a:t>hollow conductors</a:t>
                </a:r>
              </a:p>
            </p:txBody>
          </p:sp>
        </mc:Choice>
        <mc:Fallback xmlns="">
          <p:sp>
            <p:nvSpPr>
              <p:cNvPr id="20" name="CaixaDeTexto 19">
                <a:extLst>
                  <a:ext uri="{FF2B5EF4-FFF2-40B4-BE49-F238E27FC236}">
                    <a16:creationId xmlns:a16="http://schemas.microsoft.com/office/drawing/2014/main" id="{B9AD4F47-8CB5-19A3-6B32-40BC37FCC7A4}"/>
                  </a:ext>
                </a:extLst>
              </p:cNvPr>
              <p:cNvSpPr txBox="1">
                <a:spLocks noRot="1" noChangeAspect="1" noMove="1" noResize="1" noEditPoints="1" noAdjustHandles="1" noChangeArrowheads="1" noChangeShapeType="1" noTextEdit="1"/>
              </p:cNvSpPr>
              <p:nvPr/>
            </p:nvSpPr>
            <p:spPr>
              <a:xfrm>
                <a:off x="3768308" y="4488134"/>
                <a:ext cx="1103556" cy="523220"/>
              </a:xfrm>
              <a:prstGeom prst="rect">
                <a:avLst/>
              </a:prstGeom>
              <a:blipFill>
                <a:blip r:embed="rId21"/>
                <a:stretch>
                  <a:fillRect t="-2326" b="-11628"/>
                </a:stretch>
              </a:blipFill>
            </p:spPr>
            <p:txBody>
              <a:bodyPr/>
              <a:lstStyle/>
              <a:p>
                <a:r>
                  <a:rPr lang="pt-BR">
                    <a:noFill/>
                  </a:rPr>
                  <a:t> </a:t>
                </a:r>
              </a:p>
            </p:txBody>
          </p:sp>
        </mc:Fallback>
      </mc:AlternateContent>
      <p:sp>
        <p:nvSpPr>
          <p:cNvPr id="21" name="Retângulo: Cantos Arredondados 20">
            <a:extLst>
              <a:ext uri="{FF2B5EF4-FFF2-40B4-BE49-F238E27FC236}">
                <a16:creationId xmlns:a16="http://schemas.microsoft.com/office/drawing/2014/main" id="{17E1618A-749C-EA94-05BE-DD3DF72928BB}"/>
              </a:ext>
            </a:extLst>
          </p:cNvPr>
          <p:cNvSpPr/>
          <p:nvPr/>
        </p:nvSpPr>
        <p:spPr>
          <a:xfrm>
            <a:off x="6235131" y="2839260"/>
            <a:ext cx="1404156" cy="769478"/>
          </a:xfrm>
          <a:prstGeom prst="roundRect">
            <a:avLst>
              <a:gd name="adj" fmla="val 9934"/>
            </a:avLst>
          </a:prstGeom>
          <a:noFill/>
          <a:ln w="12700">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Retângulo: Cantos Arredondados 21">
            <a:extLst>
              <a:ext uri="{FF2B5EF4-FFF2-40B4-BE49-F238E27FC236}">
                <a16:creationId xmlns:a16="http://schemas.microsoft.com/office/drawing/2014/main" id="{306180F9-5365-457C-1C00-53DC7C021842}"/>
              </a:ext>
            </a:extLst>
          </p:cNvPr>
          <p:cNvSpPr/>
          <p:nvPr/>
        </p:nvSpPr>
        <p:spPr>
          <a:xfrm>
            <a:off x="7639287" y="3565399"/>
            <a:ext cx="3456384" cy="1656184"/>
          </a:xfrm>
          <a:prstGeom prst="roundRect">
            <a:avLst>
              <a:gd name="adj" fmla="val 6686"/>
            </a:avLst>
          </a:prstGeom>
          <a:noFill/>
          <a:ln w="12700">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13" name="Agrupar 12">
            <a:extLst>
              <a:ext uri="{FF2B5EF4-FFF2-40B4-BE49-F238E27FC236}">
                <a16:creationId xmlns:a16="http://schemas.microsoft.com/office/drawing/2014/main" id="{56A37413-E32C-476E-454E-86D09EED708D}"/>
              </a:ext>
            </a:extLst>
          </p:cNvPr>
          <p:cNvGrpSpPr/>
          <p:nvPr/>
        </p:nvGrpSpPr>
        <p:grpSpPr>
          <a:xfrm>
            <a:off x="1161201" y="5354733"/>
            <a:ext cx="4826787" cy="1074360"/>
            <a:chOff x="1161201" y="5354733"/>
            <a:chExt cx="4826787" cy="1074360"/>
          </a:xfrm>
        </p:grpSpPr>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A15C927B-3422-F1A0-EEB8-DBA02555C9B5}"/>
                    </a:ext>
                  </a:extLst>
                </p:cNvPr>
                <p:cNvSpPr txBox="1"/>
                <p:nvPr/>
              </p:nvSpPr>
              <p:spPr>
                <a:xfrm>
                  <a:off x="1161974" y="5634837"/>
                  <a:ext cx="4826014" cy="794256"/>
                </a:xfrm>
                <a:prstGeom prst="rect">
                  <a:avLst/>
                </a:prstGeom>
                <a:noFill/>
              </p:spPr>
              <p:txBody>
                <a:bodyPr wrap="square">
                  <a:spAutoFit/>
                </a:bodyPr>
                <a:lstStyle/>
                <a:p>
                  <a:pPr>
                    <a:lnSpc>
                      <a:spcPct val="150000"/>
                    </a:lnSpc>
                  </a:pPr>
                  <a14:m>
                    <m:oMath xmlns:m="http://schemas.openxmlformats.org/officeDocument/2006/math">
                      <m:sSub>
                        <m:sSubPr>
                          <m:ctrlPr>
                            <a:rPr lang="pt-BR" sz="1600" i="1" smtClean="0">
                              <a:latin typeface="Cambria Math" panose="02040503050406030204" pitchFamily="18" charset="0"/>
                            </a:rPr>
                          </m:ctrlPr>
                        </m:sSubPr>
                        <m:e>
                          <m:r>
                            <a:rPr lang="en-US" sz="1600">
                              <a:latin typeface="Cambria Math" panose="02040503050406030204" pitchFamily="18" charset="0"/>
                            </a:rPr>
                            <m:t>𝑚</m:t>
                          </m:r>
                        </m:e>
                        <m:sub>
                          <m:r>
                            <a:rPr lang="en-US" sz="1600">
                              <a:latin typeface="Cambria Math" panose="02040503050406030204" pitchFamily="18" charset="0"/>
                            </a:rPr>
                            <m:t>𝑐</m:t>
                          </m:r>
                        </m:sub>
                      </m:sSub>
                      <m:r>
                        <a:rPr lang="en-US" sz="1600">
                          <a:latin typeface="Cambria Math" panose="02040503050406030204" pitchFamily="18" charset="0"/>
                        </a:rPr>
                        <m:t> = </m:t>
                      </m:r>
                      <m:sSub>
                        <m:sSubPr>
                          <m:ctrlPr>
                            <a:rPr lang="pt-BR" sz="1600" i="1" smtClean="0">
                              <a:latin typeface="Cambria Math" panose="02040503050406030204" pitchFamily="18" charset="0"/>
                            </a:rPr>
                          </m:ctrlPr>
                        </m:sSubPr>
                        <m:e>
                          <m:r>
                            <a:rPr lang="en-US" sz="1600">
                              <a:latin typeface="Cambria Math" panose="02040503050406030204" pitchFamily="18" charset="0"/>
                            </a:rPr>
                            <m:t>𝑚</m:t>
                          </m:r>
                        </m:e>
                        <m:sub>
                          <m:r>
                            <a:rPr lang="en-US" sz="1600">
                              <a:latin typeface="Cambria Math" panose="02040503050406030204" pitchFamily="18" charset="0"/>
                            </a:rPr>
                            <m:t>1</m:t>
                          </m:r>
                        </m:sub>
                      </m:sSub>
                      <m:r>
                        <a:rPr lang="en-US" sz="1600">
                          <a:latin typeface="Cambria Math" panose="02040503050406030204" pitchFamily="18" charset="0"/>
                        </a:rPr>
                        <m:t> + </m:t>
                      </m:r>
                      <m:sSub>
                        <m:sSubPr>
                          <m:ctrlPr>
                            <a:rPr lang="pt-BR" sz="1600" i="1" smtClean="0">
                              <a:latin typeface="Cambria Math" panose="02040503050406030204" pitchFamily="18" charset="0"/>
                            </a:rPr>
                          </m:ctrlPr>
                        </m:sSubPr>
                        <m:e>
                          <m:r>
                            <a:rPr lang="en-US" sz="1600">
                              <a:latin typeface="Cambria Math" panose="02040503050406030204" pitchFamily="18" charset="0"/>
                            </a:rPr>
                            <m:t>𝑚</m:t>
                          </m:r>
                        </m:e>
                        <m:sub>
                          <m:r>
                            <a:rPr lang="en-US" sz="1600">
                              <a:latin typeface="Cambria Math" panose="02040503050406030204" pitchFamily="18" charset="0"/>
                            </a:rPr>
                            <m:t>2</m:t>
                          </m:r>
                        </m:sub>
                      </m:sSub>
                    </m:oMath>
                  </a14:m>
                  <a:r>
                    <a:rPr lang="pt-BR" sz="1600"/>
                    <a:t> are the conductors number;  and </a:t>
                  </a:r>
                  <a14:m>
                    <m:oMath xmlns:m="http://schemas.openxmlformats.org/officeDocument/2006/math">
                      <m:sSub>
                        <m:sSubPr>
                          <m:ctrlPr>
                            <a:rPr lang="pt-BR" sz="1600" i="1">
                              <a:latin typeface="Cambria Math" panose="02040503050406030204" pitchFamily="18" charset="0"/>
                            </a:rPr>
                          </m:ctrlPr>
                        </m:sSubPr>
                        <m:e>
                          <m:r>
                            <a:rPr lang="en-US" sz="1600" i="1">
                              <a:latin typeface="Cambria Math" panose="02040503050406030204" pitchFamily="18" charset="0"/>
                            </a:rPr>
                            <m:t>𝑚</m:t>
                          </m:r>
                        </m:e>
                        <m:sub>
                          <m:r>
                            <a:rPr lang="en-US" sz="1600" i="1">
                              <a:latin typeface="Cambria Math" panose="02040503050406030204" pitchFamily="18" charset="0"/>
                            </a:rPr>
                            <m:t>𝑠</m:t>
                          </m:r>
                        </m:sub>
                      </m:sSub>
                      <m:r>
                        <a:rPr lang="en-US" sz="1600" i="1">
                          <a:latin typeface="Cambria Math" panose="02040503050406030204" pitchFamily="18" charset="0"/>
                        </a:rPr>
                        <m:t> = </m:t>
                      </m:r>
                      <m:sSub>
                        <m:sSubPr>
                          <m:ctrlPr>
                            <a:rPr lang="pt-BR" sz="1600" i="1">
                              <a:latin typeface="Cambria Math" panose="02040503050406030204" pitchFamily="18" charset="0"/>
                            </a:rPr>
                          </m:ctrlPr>
                        </m:sSubPr>
                        <m:e>
                          <m:r>
                            <a:rPr lang="en-US" sz="1600" i="1">
                              <a:latin typeface="Cambria Math" panose="02040503050406030204" pitchFamily="18" charset="0"/>
                            </a:rPr>
                            <m:t>𝑚</m:t>
                          </m:r>
                        </m:e>
                        <m:sub>
                          <m:r>
                            <a:rPr lang="en-US" sz="1600" i="1">
                              <a:latin typeface="Cambria Math" panose="02040503050406030204" pitchFamily="18" charset="0"/>
                            </a:rPr>
                            <m:t>1</m:t>
                          </m:r>
                        </m:sub>
                      </m:sSub>
                      <m:r>
                        <a:rPr lang="en-US" sz="1600" i="1">
                          <a:latin typeface="Cambria Math" panose="02040503050406030204" pitchFamily="18" charset="0"/>
                        </a:rPr>
                        <m:t> + 2</m:t>
                      </m:r>
                      <m:sSub>
                        <m:sSubPr>
                          <m:ctrlPr>
                            <a:rPr lang="pt-BR" sz="1600" i="1">
                              <a:latin typeface="Cambria Math" panose="02040503050406030204" pitchFamily="18" charset="0"/>
                            </a:rPr>
                          </m:ctrlPr>
                        </m:sSubPr>
                        <m:e>
                          <m:r>
                            <a:rPr lang="en-US" sz="1600" i="1">
                              <a:latin typeface="Cambria Math" panose="02040503050406030204" pitchFamily="18" charset="0"/>
                            </a:rPr>
                            <m:t>𝑚</m:t>
                          </m:r>
                        </m:e>
                        <m:sub>
                          <m:r>
                            <a:rPr lang="en-US" sz="1600" i="1">
                              <a:latin typeface="Cambria Math" panose="02040503050406030204" pitchFamily="18" charset="0"/>
                            </a:rPr>
                            <m:t>2</m:t>
                          </m:r>
                        </m:sub>
                      </m:sSub>
                    </m:oMath>
                  </a14:m>
                  <a:r>
                    <a:rPr lang="pt-BR" sz="1600"/>
                    <a:t> are the surfaces number.</a:t>
                  </a:r>
                </a:p>
              </p:txBody>
            </p:sp>
          </mc:Choice>
          <mc:Fallback xmlns="">
            <p:sp>
              <p:nvSpPr>
                <p:cNvPr id="28" name="CaixaDeTexto 27">
                  <a:extLst>
                    <a:ext uri="{FF2B5EF4-FFF2-40B4-BE49-F238E27FC236}">
                      <a16:creationId xmlns:a16="http://schemas.microsoft.com/office/drawing/2014/main" id="{A15C927B-3422-F1A0-EEB8-DBA02555C9B5}"/>
                    </a:ext>
                  </a:extLst>
                </p:cNvPr>
                <p:cNvSpPr txBox="1">
                  <a:spLocks noRot="1" noChangeAspect="1" noMove="1" noResize="1" noEditPoints="1" noAdjustHandles="1" noChangeArrowheads="1" noChangeShapeType="1" noTextEdit="1"/>
                </p:cNvSpPr>
                <p:nvPr/>
              </p:nvSpPr>
              <p:spPr>
                <a:xfrm>
                  <a:off x="1161974" y="5634837"/>
                  <a:ext cx="4826014" cy="794256"/>
                </a:xfrm>
                <a:prstGeom prst="rect">
                  <a:avLst/>
                </a:prstGeom>
                <a:blipFill>
                  <a:blip r:embed="rId22"/>
                  <a:stretch>
                    <a:fillRect b="-8397"/>
                  </a:stretch>
                </a:blipFill>
              </p:spPr>
              <p:txBody>
                <a:bodyPr/>
                <a:lstStyle/>
                <a:p>
                  <a:r>
                    <a:rPr lang="pt-BR">
                      <a:noFill/>
                    </a:rPr>
                    <a:t> </a:t>
                  </a:r>
                </a:p>
              </p:txBody>
            </p:sp>
          </mc:Fallback>
        </mc:AlternateContent>
        <p:sp>
          <p:nvSpPr>
            <p:cNvPr id="34" name="CaixaDeTexto 33">
              <a:extLst>
                <a:ext uri="{FF2B5EF4-FFF2-40B4-BE49-F238E27FC236}">
                  <a16:creationId xmlns:a16="http://schemas.microsoft.com/office/drawing/2014/main" id="{60DA8235-591F-55FE-F9E2-AFF701BBDB95}"/>
                </a:ext>
              </a:extLst>
            </p:cNvPr>
            <p:cNvSpPr txBox="1"/>
            <p:nvPr/>
          </p:nvSpPr>
          <p:spPr>
            <a:xfrm>
              <a:off x="1161201" y="5354733"/>
              <a:ext cx="1526650" cy="338554"/>
            </a:xfrm>
            <a:prstGeom prst="rect">
              <a:avLst/>
            </a:prstGeom>
            <a:noFill/>
          </p:spPr>
          <p:txBody>
            <a:bodyPr wrap="square">
              <a:spAutoFit/>
            </a:bodyPr>
            <a:lstStyle>
              <a:defPPr>
                <a:defRPr lang="pt-BR"/>
              </a:defPPr>
              <a:lvl1pPr>
                <a:defRPr sz="1600"/>
              </a:lvl1pPr>
            </a:lstStyle>
            <a:p>
              <a:r>
                <a:rPr lang="en-US"/>
                <a:t>Recalling that,</a:t>
              </a:r>
              <a:endParaRPr lang="pt-BR"/>
            </a:p>
          </p:txBody>
        </p:sp>
      </p:grpSp>
      <mc:AlternateContent xmlns:mc="http://schemas.openxmlformats.org/markup-compatibility/2006" xmlns:a14="http://schemas.microsoft.com/office/drawing/2010/main">
        <mc:Choice Requires="a14">
          <p:sp>
            <p:nvSpPr>
              <p:cNvPr id="46" name="CaixaDeTexto 45">
                <a:extLst>
                  <a:ext uri="{FF2B5EF4-FFF2-40B4-BE49-F238E27FC236}">
                    <a16:creationId xmlns:a16="http://schemas.microsoft.com/office/drawing/2014/main" id="{D591BF2E-8C0A-C419-B04A-191ACA539A58}"/>
                  </a:ext>
                </a:extLst>
              </p:cNvPr>
              <p:cNvSpPr txBox="1"/>
              <p:nvPr/>
            </p:nvSpPr>
            <p:spPr>
              <a:xfrm>
                <a:off x="11098833" y="4955409"/>
                <a:ext cx="748631"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1400" b="0" i="1" smtClean="0">
                          <a:latin typeface="Cambria Math" panose="02040503050406030204" pitchFamily="18" charset="0"/>
                        </a:rPr>
                        <m:t>𝑁</m:t>
                      </m:r>
                      <m:r>
                        <a:rPr lang="pt-BR" sz="1400" b="0" i="1" smtClean="0">
                          <a:latin typeface="Cambria Math" panose="02040503050406030204" pitchFamily="18" charset="0"/>
                        </a:rPr>
                        <m:t>×</m:t>
                      </m:r>
                      <m:r>
                        <a:rPr lang="pt-BR" sz="1400" b="0" i="1" smtClean="0">
                          <a:latin typeface="Cambria Math" panose="02040503050406030204" pitchFamily="18" charset="0"/>
                        </a:rPr>
                        <m:t>𝑁</m:t>
                      </m:r>
                    </m:oMath>
                  </m:oMathPara>
                </a14:m>
                <a:endParaRPr lang="pt-BR" sz="1400"/>
              </a:p>
            </p:txBody>
          </p:sp>
        </mc:Choice>
        <mc:Fallback xmlns="">
          <p:sp>
            <p:nvSpPr>
              <p:cNvPr id="46" name="CaixaDeTexto 45">
                <a:extLst>
                  <a:ext uri="{FF2B5EF4-FFF2-40B4-BE49-F238E27FC236}">
                    <a16:creationId xmlns:a16="http://schemas.microsoft.com/office/drawing/2014/main" id="{D591BF2E-8C0A-C419-B04A-191ACA539A58}"/>
                  </a:ext>
                </a:extLst>
              </p:cNvPr>
              <p:cNvSpPr txBox="1">
                <a:spLocks noRot="1" noChangeAspect="1" noMove="1" noResize="1" noEditPoints="1" noAdjustHandles="1" noChangeArrowheads="1" noChangeShapeType="1" noTextEdit="1"/>
              </p:cNvSpPr>
              <p:nvPr/>
            </p:nvSpPr>
            <p:spPr>
              <a:xfrm>
                <a:off x="11098833" y="4955409"/>
                <a:ext cx="748631" cy="307777"/>
              </a:xfrm>
              <a:prstGeom prst="rect">
                <a:avLst/>
              </a:prstGeom>
              <a:blipFill>
                <a:blip r:embed="rId23"/>
                <a:stretch>
                  <a:fillRect/>
                </a:stretch>
              </a:blipFill>
            </p:spPr>
            <p:txBody>
              <a:bodyPr/>
              <a:lstStyle/>
              <a:p>
                <a:r>
                  <a:rPr lang="pt-BR">
                    <a:noFill/>
                  </a:rPr>
                  <a:t> </a:t>
                </a:r>
              </a:p>
            </p:txBody>
          </p:sp>
        </mc:Fallback>
      </mc:AlternateContent>
      <p:sp>
        <p:nvSpPr>
          <p:cNvPr id="2" name="CaixaDeTexto 1">
            <a:extLst>
              <a:ext uri="{FF2B5EF4-FFF2-40B4-BE49-F238E27FC236}">
                <a16:creationId xmlns:a16="http://schemas.microsoft.com/office/drawing/2014/main" id="{31E53CA0-E714-7094-B530-33F2094ADC33}"/>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28159DE5-800D-81D3-82D1-7C41B2419835}"/>
                  </a:ext>
                </a:extLst>
              </p:cNvPr>
              <p:cNvSpPr txBox="1"/>
              <p:nvPr/>
            </p:nvSpPr>
            <p:spPr>
              <a:xfrm>
                <a:off x="11208568" y="2150716"/>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5)</m:t>
                      </m:r>
                    </m:oMath>
                  </m:oMathPara>
                </a14:m>
                <a:endParaRPr lang="en-US" sz="1200"/>
              </a:p>
            </p:txBody>
          </p:sp>
        </mc:Choice>
        <mc:Fallback xmlns="">
          <p:sp>
            <p:nvSpPr>
              <p:cNvPr id="10" name="CaixaDeTexto 9">
                <a:extLst>
                  <a:ext uri="{FF2B5EF4-FFF2-40B4-BE49-F238E27FC236}">
                    <a16:creationId xmlns:a16="http://schemas.microsoft.com/office/drawing/2014/main" id="{28159DE5-800D-81D3-82D1-7C41B2419835}"/>
                  </a:ext>
                </a:extLst>
              </p:cNvPr>
              <p:cNvSpPr txBox="1">
                <a:spLocks noRot="1" noChangeAspect="1" noMove="1" noResize="1" noEditPoints="1" noAdjustHandles="1" noChangeArrowheads="1" noChangeShapeType="1" noTextEdit="1"/>
              </p:cNvSpPr>
              <p:nvPr/>
            </p:nvSpPr>
            <p:spPr>
              <a:xfrm>
                <a:off x="11208568" y="2150716"/>
                <a:ext cx="468052" cy="276999"/>
              </a:xfrm>
              <a:prstGeom prst="rect">
                <a:avLst/>
              </a:prstGeom>
              <a:blipFill>
                <a:blip r:embed="rId24"/>
                <a:stretch>
                  <a:fillRect b="-8889"/>
                </a:stretch>
              </a:blipFill>
            </p:spPr>
            <p:txBody>
              <a:bodyPr/>
              <a:lstStyle/>
              <a:p>
                <a:r>
                  <a:rPr lang="pt-BR">
                    <a:noFill/>
                  </a:rPr>
                  <a:t> </a:t>
                </a:r>
              </a:p>
            </p:txBody>
          </p:sp>
        </mc:Fallback>
      </mc:AlternateContent>
    </p:spTree>
    <p:extLst>
      <p:ext uri="{BB962C8B-B14F-4D97-AF65-F5344CB8AC3E}">
        <p14:creationId xmlns:p14="http://schemas.microsoft.com/office/powerpoint/2010/main" val="4288203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barn(inVertical)">
                                      <p:cBhvr>
                                        <p:cTn id="15" dur="500"/>
                                        <p:tgtEl>
                                          <p:spTgt spid="21"/>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barn(inVertical)">
                                      <p:cBhvr>
                                        <p:cTn id="20" dur="5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1" grpId="0" animBg="1"/>
      <p:bldP spid="22" grpId="0" animBg="1"/>
      <p:bldP spid="4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12</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Surface Admittance Operator of the MTL</a:t>
            </a:r>
          </a:p>
        </p:txBody>
      </p:sp>
      <mc:AlternateContent xmlns:mc="http://schemas.openxmlformats.org/markup-compatibility/2006" xmlns:a14="http://schemas.microsoft.com/office/drawing/2010/main">
        <mc:Choice Requires="a14">
          <p:sp>
            <p:nvSpPr>
              <p:cNvPr id="2" name="CaixaDeTexto 1">
                <a:extLst>
                  <a:ext uri="{FF2B5EF4-FFF2-40B4-BE49-F238E27FC236}">
                    <a16:creationId xmlns:a16="http://schemas.microsoft.com/office/drawing/2014/main" id="{DA8CF963-DFBA-191D-6226-8C319EF88352}"/>
                  </a:ext>
                </a:extLst>
              </p:cNvPr>
              <p:cNvSpPr txBox="1"/>
              <p:nvPr/>
            </p:nvSpPr>
            <p:spPr>
              <a:xfrm>
                <a:off x="510280" y="1956213"/>
                <a:ext cx="5549716" cy="680699"/>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𝑌</m:t>
                          </m:r>
                        </m:e>
                        <m:sub>
                          <m:r>
                            <a:rPr lang="pt-BR" b="0" i="1" smtClean="0">
                              <a:latin typeface="Cambria Math" panose="02040503050406030204" pitchFamily="18" charset="0"/>
                            </a:rPr>
                            <m:t>𝑛</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bSup>
                      <m:r>
                        <a:rPr lang="pt-BR" b="0" i="1">
                          <a:latin typeface="Cambria Math" panose="02040503050406030204" pitchFamily="18" charset="0"/>
                        </a:rPr>
                        <m:t>=</m:t>
                      </m:r>
                      <m:sSup>
                        <m:sSupPr>
                          <m:ctrlPr>
                            <a:rPr lang="pt-BR" i="1">
                              <a:latin typeface="Cambria Math" panose="02040503050406030204" pitchFamily="18" charset="0"/>
                            </a:rPr>
                          </m:ctrlPr>
                        </m:sSupPr>
                        <m:e>
                          <m:f>
                            <m:fPr>
                              <m:ctrlPr>
                                <a:rPr lang="pt-BR" b="0" i="1" smtClean="0">
                                  <a:latin typeface="Cambria Math" panose="02040503050406030204" pitchFamily="18" charset="0"/>
                                </a:rPr>
                              </m:ctrlPr>
                            </m:fPr>
                            <m:num>
                              <m:r>
                                <a:rPr lang="pt-BR" b="0" i="1" smtClean="0">
                                  <a:latin typeface="Cambria Math" panose="02040503050406030204" pitchFamily="18" charset="0"/>
                                </a:rPr>
                                <m:t>2</m:t>
                              </m:r>
                              <m:r>
                                <a:rPr lang="pt-BR" b="0" i="1" smtClean="0">
                                  <a:latin typeface="Cambria Math" panose="02040503050406030204" pitchFamily="18" charset="0"/>
                                </a:rPr>
                                <m:t>𝜋</m:t>
                              </m:r>
                            </m:num>
                            <m:den>
                              <m:r>
                                <a:rPr lang="pt-BR" b="0" i="1" smtClean="0">
                                  <a:latin typeface="Cambria Math" panose="02040503050406030204" pitchFamily="18" charset="0"/>
                                </a:rPr>
                                <m:t>𝑗</m:t>
                              </m:r>
                              <m:r>
                                <a:rPr lang="pt-BR" b="0" i="1" smtClean="0">
                                  <a:latin typeface="Cambria Math" panose="02040503050406030204" pitchFamily="18" charset="0"/>
                                </a:rPr>
                                <m:t>𝜔</m:t>
                              </m:r>
                            </m:den>
                          </m:f>
                          <m:d>
                            <m:dPr>
                              <m:begChr m:val="["/>
                              <m:endChr m:val="]"/>
                              <m:ctrlPr>
                                <a:rPr lang="pt-BR" i="1">
                                  <a:latin typeface="Cambria Math" panose="02040503050406030204" pitchFamily="18" charset="0"/>
                                </a:rPr>
                              </m:ctrlPr>
                            </m:dPr>
                            <m:e>
                              <m:f>
                                <m:fPr>
                                  <m:ctrlPr>
                                    <a:rPr lang="pt-BR" b="0" i="1" smtClean="0">
                                      <a:latin typeface="Cambria Math" panose="02040503050406030204" pitchFamily="18" charset="0"/>
                                    </a:rPr>
                                  </m:ctrlPr>
                                </m:fPr>
                                <m:num>
                                  <m:r>
                                    <a:rPr lang="pt-BR" b="0" i="1" smtClean="0">
                                      <a:latin typeface="Cambria Math" panose="02040503050406030204" pitchFamily="18" charset="0"/>
                                    </a:rPr>
                                    <m:t>𝑘</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𝑎</m:t>
                                      </m:r>
                                    </m:e>
                                    <m:sub>
                                      <m:r>
                                        <a:rPr lang="pt-BR" b="0" i="1" smtClean="0">
                                          <a:latin typeface="Cambria Math" panose="02040503050406030204" pitchFamily="18" charset="0"/>
                                        </a:rPr>
                                        <m:t>𝑝</m:t>
                                      </m:r>
                                    </m:sub>
                                  </m:sSub>
                                  <m:sSubSup>
                                    <m:sSubSupPr>
                                      <m:ctrlPr>
                                        <a:rPr lang="pt-BR" b="0" i="1" smtClean="0">
                                          <a:latin typeface="Cambria Math" panose="02040503050406030204" pitchFamily="18" charset="0"/>
                                          <a:ea typeface="Cambria Math" panose="02040503050406030204" pitchFamily="18" charset="0"/>
                                        </a:rPr>
                                      </m:ctrlPr>
                                    </m:sSubSupPr>
                                    <m:e>
                                      <m:r>
                                        <a:rPr lang="pt-BR" b="0" i="1" smtClean="0">
                                          <a:latin typeface="Cambria Math" panose="02040503050406030204" pitchFamily="18" charset="0"/>
                                          <a:ea typeface="Cambria Math" panose="02040503050406030204" pitchFamily="18" charset="0"/>
                                        </a:rPr>
                                        <m:t>𝒥</m:t>
                                      </m:r>
                                    </m:e>
                                    <m:sub>
                                      <m:d>
                                        <m:dPr>
                                          <m:begChr m:val="|"/>
                                          <m:endChr m:val="|"/>
                                          <m:ctrlPr>
                                            <a:rPr lang="pt-BR" b="0" i="1" smtClean="0">
                                              <a:latin typeface="Cambria Math" panose="02040503050406030204" pitchFamily="18" charset="0"/>
                                              <a:ea typeface="Cambria Math" panose="02040503050406030204" pitchFamily="18" charset="0"/>
                                            </a:rPr>
                                          </m:ctrlPr>
                                        </m:dPr>
                                        <m:e>
                                          <m:r>
                                            <a:rPr lang="pt-BR" b="0" i="1" smtClean="0">
                                              <a:latin typeface="Cambria Math" panose="02040503050406030204" pitchFamily="18" charset="0"/>
                                              <a:ea typeface="Cambria Math" panose="02040503050406030204" pitchFamily="18" charset="0"/>
                                            </a:rPr>
                                            <m:t>𝑛</m:t>
                                          </m:r>
                                        </m:e>
                                      </m:d>
                                    </m:sub>
                                    <m:sup>
                                      <m:r>
                                        <a:rPr lang="pt-BR" b="0" i="1" smtClean="0">
                                          <a:latin typeface="Cambria Math" panose="02040503050406030204" pitchFamily="18" charset="0"/>
                                          <a:ea typeface="Cambria Math" panose="02040503050406030204" pitchFamily="18" charset="0"/>
                                        </a:rPr>
                                        <m:t>′</m:t>
                                      </m:r>
                                    </m:sup>
                                  </m:sSubSup>
                                  <m:r>
                                    <a:rPr lang="pt-BR" b="0" i="1" smtClean="0">
                                      <a:latin typeface="Cambria Math" panose="02040503050406030204" pitchFamily="18" charset="0"/>
                                      <a:ea typeface="Cambria Math" panose="02040503050406030204" pitchFamily="18" charset="0"/>
                                    </a:rPr>
                                    <m:t>(</m:t>
                                  </m:r>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b="0" i="1" smtClean="0">
                                      <a:latin typeface="Cambria Math" panose="02040503050406030204" pitchFamily="18" charset="0"/>
                                      <a:ea typeface="Cambria Math" panose="02040503050406030204" pitchFamily="18" charset="0"/>
                                    </a:rPr>
                                    <m:t>)</m:t>
                                  </m:r>
                                </m:num>
                                <m:den>
                                  <m:r>
                                    <a:rPr lang="pt-BR" b="0" i="1" smtClean="0">
                                      <a:latin typeface="Cambria Math" panose="02040503050406030204" pitchFamily="18" charset="0"/>
                                    </a:rPr>
                                    <m:t>𝜇</m:t>
                                  </m:r>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𝒥</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b="0" i="1" smtClean="0">
                                          <a:latin typeface="Cambria Math" panose="02040503050406030204" pitchFamily="18" charset="0"/>
                                          <a:ea typeface="Cambria Math" panose="02040503050406030204" pitchFamily="18" charset="0"/>
                                        </a:rPr>
                                        <m:t> </m:t>
                                      </m:r>
                                    </m:sup>
                                  </m:sSubSup>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ea typeface="Cambria Math" panose="02040503050406030204" pitchFamily="18" charset="0"/>
                                    </a:rPr>
                                    <m:t>)</m:t>
                                  </m:r>
                                </m:den>
                              </m:f>
                              <m:r>
                                <a:rPr lang="pt-BR" b="0" i="1" smtClean="0">
                                  <a:latin typeface="Cambria Math" panose="02040503050406030204" pitchFamily="18" charset="0"/>
                                </a:rPr>
                                <m:t>−</m:t>
                              </m:r>
                              <m:f>
                                <m:fPr>
                                  <m:ctrlPr>
                                    <a:rPr lang="pt-BR" i="1">
                                      <a:latin typeface="Cambria Math" panose="02040503050406030204" pitchFamily="18" charset="0"/>
                                    </a:rPr>
                                  </m:ctrlPr>
                                </m:fPr>
                                <m:num>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𝒥</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i="1">
                                          <a:latin typeface="Cambria Math" panose="02040503050406030204" pitchFamily="18" charset="0"/>
                                          <a:ea typeface="Cambria Math" panose="02040503050406030204" pitchFamily="18" charset="0"/>
                                        </a:rPr>
                                        <m:t>′</m:t>
                                      </m:r>
                                    </m:sup>
                                  </m:sSubSup>
                                  <m:r>
                                    <a:rPr lang="pt-BR" i="1">
                                      <a:latin typeface="Cambria Math" panose="02040503050406030204" pitchFamily="18" charset="0"/>
                                      <a:ea typeface="Cambria Math" panose="02040503050406030204" pitchFamily="18" charset="0"/>
                                    </a:rPr>
                                    <m:t>(</m:t>
                                  </m:r>
                                  <m:sSub>
                                    <m:sSubPr>
                                      <m:ctrlPr>
                                        <a:rPr lang="pt-BR" b="0" i="1" smtClean="0">
                                          <a:latin typeface="Cambria Math" panose="02040503050406030204" pitchFamily="18" charset="0"/>
                                          <a:ea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ea typeface="Cambria Math" panose="02040503050406030204" pitchFamily="18" charset="0"/>
                                    </a:rPr>
                                    <m:t>)</m:t>
                                  </m:r>
                                </m:num>
                                <m:den>
                                  <m:sSub>
                                    <m:sSubPr>
                                      <m:ctrlPr>
                                        <a:rPr lang="pt-BR" b="0" i="1" smtClean="0">
                                          <a:latin typeface="Cambria Math" panose="02040503050406030204" pitchFamily="18" charset="0"/>
                                        </a:rPr>
                                      </m:ctrlPr>
                                    </m:sSubPr>
                                    <m:e>
                                      <m:r>
                                        <a:rPr lang="pt-BR" i="1">
                                          <a:latin typeface="Cambria Math" panose="02040503050406030204" pitchFamily="18" charset="0"/>
                                        </a:rPr>
                                        <m:t>𝜇</m:t>
                                      </m:r>
                                    </m:e>
                                    <m:sub>
                                      <m:r>
                                        <a:rPr lang="pt-BR" b="0" i="1" smtClean="0">
                                          <a:latin typeface="Cambria Math" panose="02040503050406030204" pitchFamily="18" charset="0"/>
                                        </a:rPr>
                                        <m:t>0</m:t>
                                      </m:r>
                                    </m:sub>
                                  </m:sSub>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𝒥</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i="1">
                                          <a:latin typeface="Cambria Math" panose="02040503050406030204" pitchFamily="18" charset="0"/>
                                          <a:ea typeface="Cambria Math" panose="02040503050406030204" pitchFamily="18" charset="0"/>
                                        </a:rPr>
                                        <m:t> </m:t>
                                      </m:r>
                                    </m:sup>
                                  </m:sSubSup>
                                  <m:r>
                                    <a:rPr lang="pt-BR" i="1">
                                      <a:latin typeface="Cambria Math" panose="02040503050406030204" pitchFamily="18" charset="0"/>
                                      <a:ea typeface="Cambria Math" panose="02040503050406030204" pitchFamily="18" charset="0"/>
                                    </a:rPr>
                                    <m:t>(</m:t>
                                  </m:r>
                                  <m:sSub>
                                    <m:sSubPr>
                                      <m:ctrlPr>
                                        <a:rPr lang="pt-BR" b="0" i="1" smtClean="0">
                                          <a:latin typeface="Cambria Math" panose="02040503050406030204" pitchFamily="18" charset="0"/>
                                          <a:ea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ea typeface="Cambria Math" panose="02040503050406030204" pitchFamily="18" charset="0"/>
                                    </a:rPr>
                                    <m:t>)</m:t>
                                  </m:r>
                                </m:den>
                              </m:f>
                            </m:e>
                          </m:d>
                        </m:e>
                        <m:sup>
                          <m:r>
                            <a:rPr lang="pt-BR" b="0" i="1" smtClean="0">
                              <a:latin typeface="Cambria Math" panose="02040503050406030204" pitchFamily="18" charset="0"/>
                            </a:rPr>
                            <m:t> </m:t>
                          </m:r>
                        </m:sup>
                      </m:sSup>
                    </m:oMath>
                  </m:oMathPara>
                </a14:m>
                <a:endParaRPr lang="en-US" i="1"/>
              </a:p>
            </p:txBody>
          </p:sp>
        </mc:Choice>
        <mc:Fallback xmlns="">
          <p:sp>
            <p:nvSpPr>
              <p:cNvPr id="2" name="CaixaDeTexto 1">
                <a:extLst>
                  <a:ext uri="{FF2B5EF4-FFF2-40B4-BE49-F238E27FC236}">
                    <a16:creationId xmlns:a16="http://schemas.microsoft.com/office/drawing/2014/main" id="{DA8CF963-DFBA-191D-6226-8C319EF88352}"/>
                  </a:ext>
                </a:extLst>
              </p:cNvPr>
              <p:cNvSpPr txBox="1">
                <a:spLocks noRot="1" noChangeAspect="1" noMove="1" noResize="1" noEditPoints="1" noAdjustHandles="1" noChangeArrowheads="1" noChangeShapeType="1" noTextEdit="1"/>
              </p:cNvSpPr>
              <p:nvPr/>
            </p:nvSpPr>
            <p:spPr>
              <a:xfrm>
                <a:off x="510280" y="1956213"/>
                <a:ext cx="5549716" cy="680699"/>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2ECC959B-2CB3-08E2-D335-48580B8FCF25}"/>
                  </a:ext>
                </a:extLst>
              </p:cNvPr>
              <p:cNvSpPr txBox="1"/>
              <p:nvPr/>
            </p:nvSpPr>
            <p:spPr>
              <a:xfrm>
                <a:off x="479376" y="2724030"/>
                <a:ext cx="5506167" cy="668966"/>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𝑌</m:t>
                          </m:r>
                        </m:e>
                        <m:sub>
                          <m:r>
                            <a:rPr lang="pt-BR" b="0" i="1" smtClean="0">
                              <a:latin typeface="Cambria Math" panose="02040503050406030204" pitchFamily="18" charset="0"/>
                            </a:rPr>
                            <m:t>11,</m:t>
                          </m:r>
                          <m:r>
                            <a:rPr lang="pt-BR" b="0" i="1" smtClean="0">
                              <a:latin typeface="Cambria Math" panose="02040503050406030204" pitchFamily="18" charset="0"/>
                            </a:rPr>
                            <m:t>𝑛</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bSup>
                      <m:r>
                        <a:rPr lang="pt-BR" b="0" i="1">
                          <a:latin typeface="Cambria Math" panose="02040503050406030204" pitchFamily="18" charset="0"/>
                        </a:rPr>
                        <m:t>=</m:t>
                      </m:r>
                      <m:sSup>
                        <m:sSupPr>
                          <m:ctrlPr>
                            <a:rPr lang="pt-BR" i="1">
                              <a:latin typeface="Cambria Math" panose="02040503050406030204" pitchFamily="18" charset="0"/>
                            </a:rPr>
                          </m:ctrlPr>
                        </m:sSupPr>
                        <m:e>
                          <m:f>
                            <m:fPr>
                              <m:ctrlPr>
                                <a:rPr lang="pt-BR" b="0" i="1" smtClean="0">
                                  <a:latin typeface="Cambria Math" panose="02040503050406030204" pitchFamily="18" charset="0"/>
                                </a:rPr>
                              </m:ctrlPr>
                            </m:fPr>
                            <m:num>
                              <m:r>
                                <a:rPr lang="pt-BR" b="0" i="1" smtClean="0">
                                  <a:latin typeface="Cambria Math" panose="02040503050406030204" pitchFamily="18" charset="0"/>
                                </a:rPr>
                                <m:t>2</m:t>
                              </m:r>
                              <m:r>
                                <a:rPr lang="pt-BR" b="0" i="1" smtClean="0">
                                  <a:latin typeface="Cambria Math" panose="02040503050406030204" pitchFamily="18" charset="0"/>
                                </a:rPr>
                                <m:t>𝜋</m:t>
                              </m:r>
                            </m:num>
                            <m:den>
                              <m:r>
                                <a:rPr lang="pt-BR" b="0" i="1" smtClean="0">
                                  <a:latin typeface="Cambria Math" panose="02040503050406030204" pitchFamily="18" charset="0"/>
                                </a:rPr>
                                <m:t>𝑗</m:t>
                              </m:r>
                              <m:r>
                                <a:rPr lang="pt-BR" b="0" i="1" smtClean="0">
                                  <a:latin typeface="Cambria Math" panose="02040503050406030204" pitchFamily="18" charset="0"/>
                                </a:rPr>
                                <m:t>𝜔</m:t>
                              </m:r>
                            </m:den>
                          </m:f>
                          <m:d>
                            <m:dPr>
                              <m:begChr m:val="["/>
                              <m:endChr m:val="]"/>
                              <m:ctrlPr>
                                <a:rPr lang="pt-BR" i="1">
                                  <a:latin typeface="Cambria Math" panose="02040503050406030204" pitchFamily="18" charset="0"/>
                                </a:rPr>
                              </m:ctrlPr>
                            </m:dPr>
                            <m:e>
                              <m:f>
                                <m:fPr>
                                  <m:ctrlPr>
                                    <a:rPr lang="pt-BR" b="0" i="1" smtClean="0">
                                      <a:latin typeface="Cambria Math" panose="02040503050406030204" pitchFamily="18" charset="0"/>
                                    </a:rPr>
                                  </m:ctrlPr>
                                </m:fPr>
                                <m:num>
                                  <m:sSub>
                                    <m:sSubPr>
                                      <m:ctrlPr>
                                        <a:rPr lang="pt-BR" b="0" i="1" smtClean="0">
                                          <a:latin typeface="Cambria Math" panose="02040503050406030204" pitchFamily="18" charset="0"/>
                                        </a:rPr>
                                      </m:ctrlPr>
                                    </m:sSubPr>
                                    <m:e>
                                      <m:r>
                                        <a:rPr lang="pt-BR" b="0" i="1" smtClean="0">
                                          <a:latin typeface="Cambria Math" panose="02040503050406030204" pitchFamily="18" charset="0"/>
                                        </a:rPr>
                                        <m:t>𝜒</m:t>
                                      </m:r>
                                    </m:e>
                                    <m:sub>
                                      <m:r>
                                        <a:rPr lang="pt-BR" b="0" i="1" smtClean="0">
                                          <a:latin typeface="Cambria Math" panose="02040503050406030204" pitchFamily="18" charset="0"/>
                                        </a:rPr>
                                        <m:t>𝑛</m:t>
                                      </m:r>
                                    </m:sub>
                                  </m:sSub>
                                  <m:r>
                                    <a:rPr lang="pt-BR" b="0" i="1" smtClean="0">
                                      <a:latin typeface="Cambria Math" panose="02040503050406030204" pitchFamily="18" charset="0"/>
                                      <a:ea typeface="Cambria Math" panose="02040503050406030204" pitchFamily="18" charset="0"/>
                                    </a:rPr>
                                    <m:t>(</m:t>
                                  </m:r>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b="0" i="1" smtClean="0">
                                      <a:latin typeface="Cambria Math" panose="02040503050406030204" pitchFamily="18" charset="0"/>
                                    </a:rPr>
                                    <m:t>,</m:t>
                                  </m:r>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2</m:t>
                                          </m:r>
                                        </m:sub>
                                      </m:sSub>
                                    </m:sub>
                                  </m:sSub>
                                  <m:r>
                                    <a:rPr lang="pt-BR" b="0" i="1" smtClean="0">
                                      <a:latin typeface="Cambria Math" panose="02040503050406030204" pitchFamily="18" charset="0"/>
                                      <a:ea typeface="Cambria Math" panose="02040503050406030204" pitchFamily="18" charset="0"/>
                                    </a:rPr>
                                    <m:t>)</m:t>
                                  </m:r>
                                </m:num>
                                <m:den>
                                  <m:sSub>
                                    <m:sSubPr>
                                      <m:ctrlPr>
                                        <a:rPr lang="pt-BR" i="1">
                                          <a:latin typeface="Cambria Math" panose="02040503050406030204" pitchFamily="18" charset="0"/>
                                        </a:rPr>
                                      </m:ctrlPr>
                                    </m:sSubPr>
                                    <m:e>
                                      <m:r>
                                        <a:rPr lang="pt-BR" b="0" i="1" smtClean="0">
                                          <a:latin typeface="Cambria Math" panose="02040503050406030204" pitchFamily="18" charset="0"/>
                                        </a:rPr>
                                        <m:t>𝛾</m:t>
                                      </m:r>
                                    </m:e>
                                    <m:sub>
                                      <m:r>
                                        <a:rPr lang="pt-BR" i="1">
                                          <a:latin typeface="Cambria Math" panose="02040503050406030204" pitchFamily="18" charset="0"/>
                                        </a:rPr>
                                        <m:t>𝑛</m:t>
                                      </m:r>
                                    </m:sub>
                                  </m:sSub>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e>
                                  </m:d>
                                  <m:r>
                                    <a:rPr lang="pt-BR" b="0" i="1" smtClean="0">
                                      <a:latin typeface="Cambria Math" panose="02040503050406030204" pitchFamily="18" charset="0"/>
                                      <a:ea typeface="Cambria Math" panose="02040503050406030204" pitchFamily="18" charset="0"/>
                                    </a:rPr>
                                    <m:t>𝜇</m:t>
                                  </m:r>
                                </m:den>
                              </m:f>
                              <m:r>
                                <a:rPr lang="pt-BR" b="0" i="1" smtClean="0">
                                  <a:latin typeface="Cambria Math" panose="02040503050406030204" pitchFamily="18" charset="0"/>
                                </a:rPr>
                                <m:t>−</m:t>
                              </m:r>
                              <m:f>
                                <m:fPr>
                                  <m:ctrlPr>
                                    <a:rPr lang="pt-BR" i="1">
                                      <a:latin typeface="Cambria Math" panose="02040503050406030204" pitchFamily="18" charset="0"/>
                                    </a:rPr>
                                  </m:ctrlPr>
                                </m:fPr>
                                <m:num>
                                  <m:sSub>
                                    <m:sSubPr>
                                      <m:ctrlPr>
                                        <a:rPr lang="pt-BR" i="1">
                                          <a:latin typeface="Cambria Math" panose="02040503050406030204" pitchFamily="18" charset="0"/>
                                        </a:rPr>
                                      </m:ctrlPr>
                                    </m:sSubPr>
                                    <m:e>
                                      <m:r>
                                        <a:rPr lang="pt-BR" i="1">
                                          <a:latin typeface="Cambria Math" panose="02040503050406030204" pitchFamily="18" charset="0"/>
                                        </a:rPr>
                                        <m:t>𝜒</m:t>
                                      </m:r>
                                    </m:e>
                                    <m:sub>
                                      <m:r>
                                        <a:rPr lang="pt-BR" i="1">
                                          <a:latin typeface="Cambria Math" panose="02040503050406030204" pitchFamily="18" charset="0"/>
                                        </a:rPr>
                                        <m:t>𝑛</m:t>
                                      </m:r>
                                    </m:sub>
                                  </m:sSub>
                                  <m:r>
                                    <a:rPr lang="pt-BR" i="1">
                                      <a:latin typeface="Cambria Math" panose="02040503050406030204" pitchFamily="18" charset="0"/>
                                      <a:ea typeface="Cambria Math" panose="02040503050406030204" pitchFamily="18" charset="0"/>
                                    </a:rPr>
                                    <m:t>(</m:t>
                                  </m:r>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r>
                                    <a:rPr lang="pt-BR" i="1">
                                      <a:latin typeface="Cambria Math" panose="02040503050406030204" pitchFamily="18" charset="0"/>
                                      <a:ea typeface="Cambria Math" panose="02040503050406030204" pitchFamily="18" charset="0"/>
                                    </a:rPr>
                                    <m:t>)</m:t>
                                  </m:r>
                                </m:num>
                                <m:den>
                                  <m:sSub>
                                    <m:sSubPr>
                                      <m:ctrlPr>
                                        <a:rPr lang="pt-BR" i="1">
                                          <a:latin typeface="Cambria Math" panose="02040503050406030204" pitchFamily="18" charset="0"/>
                                        </a:rPr>
                                      </m:ctrlPr>
                                    </m:sSubPr>
                                    <m:e>
                                      <m:r>
                                        <a:rPr lang="pt-BR" i="1">
                                          <a:latin typeface="Cambria Math" panose="02040503050406030204" pitchFamily="18" charset="0"/>
                                        </a:rPr>
                                        <m:t>𝛾</m:t>
                                      </m:r>
                                    </m:e>
                                    <m:sub>
                                      <m:r>
                                        <a:rPr lang="pt-BR" i="1">
                                          <a:latin typeface="Cambria Math" panose="02040503050406030204" pitchFamily="18" charset="0"/>
                                        </a:rPr>
                                        <m:t>𝑛</m:t>
                                      </m:r>
                                    </m:sub>
                                  </m:sSub>
                                  <m:d>
                                    <m:dPr>
                                      <m:ctrlPr>
                                        <a:rPr lang="pt-BR" i="1">
                                          <a:latin typeface="Cambria Math" panose="02040503050406030204" pitchFamily="18" charset="0"/>
                                          <a:ea typeface="Cambria Math" panose="02040503050406030204" pitchFamily="18" charset="0"/>
                                        </a:rPr>
                                      </m:ctrlPr>
                                    </m:dPr>
                                    <m:e>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e>
                                  </m:d>
                                  <m:sSub>
                                    <m:sSubPr>
                                      <m:ctrlPr>
                                        <a:rPr lang="pt-BR" b="0" i="1" smtClean="0">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𝜇</m:t>
                                      </m:r>
                                    </m:e>
                                    <m:sub>
                                      <m:r>
                                        <a:rPr lang="pt-BR" b="0" i="1" smtClean="0">
                                          <a:latin typeface="Cambria Math" panose="02040503050406030204" pitchFamily="18" charset="0"/>
                                          <a:ea typeface="Cambria Math" panose="02040503050406030204" pitchFamily="18" charset="0"/>
                                        </a:rPr>
                                        <m:t>0</m:t>
                                      </m:r>
                                    </m:sub>
                                  </m:sSub>
                                </m:den>
                              </m:f>
                            </m:e>
                          </m:d>
                        </m:e>
                        <m:sup>
                          <m:r>
                            <a:rPr lang="pt-BR" b="0" i="1" smtClean="0">
                              <a:latin typeface="Cambria Math" panose="02040503050406030204" pitchFamily="18" charset="0"/>
                            </a:rPr>
                            <m:t> </m:t>
                          </m:r>
                        </m:sup>
                      </m:sSup>
                    </m:oMath>
                  </m:oMathPara>
                </a14:m>
                <a:endParaRPr lang="en-US" i="1"/>
              </a:p>
            </p:txBody>
          </p:sp>
        </mc:Choice>
        <mc:Fallback xmlns="">
          <p:sp>
            <p:nvSpPr>
              <p:cNvPr id="10" name="CaixaDeTexto 9">
                <a:extLst>
                  <a:ext uri="{FF2B5EF4-FFF2-40B4-BE49-F238E27FC236}">
                    <a16:creationId xmlns:a16="http://schemas.microsoft.com/office/drawing/2014/main" id="{2ECC959B-2CB3-08E2-D335-48580B8FCF25}"/>
                  </a:ext>
                </a:extLst>
              </p:cNvPr>
              <p:cNvSpPr txBox="1">
                <a:spLocks noRot="1" noChangeAspect="1" noMove="1" noResize="1" noEditPoints="1" noAdjustHandles="1" noChangeArrowheads="1" noChangeShapeType="1" noTextEdit="1"/>
              </p:cNvSpPr>
              <p:nvPr/>
            </p:nvSpPr>
            <p:spPr>
              <a:xfrm>
                <a:off x="479376" y="2724030"/>
                <a:ext cx="5506167" cy="668966"/>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86EAF052-B16C-E1BE-D275-B3CA6D5CD179}"/>
                  </a:ext>
                </a:extLst>
              </p:cNvPr>
              <p:cNvSpPr txBox="1"/>
              <p:nvPr/>
            </p:nvSpPr>
            <p:spPr>
              <a:xfrm>
                <a:off x="479376" y="3516118"/>
                <a:ext cx="5506167" cy="668966"/>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𝑌</m:t>
                          </m:r>
                        </m:e>
                        <m:sub>
                          <m:r>
                            <a:rPr lang="pt-BR" b="0" i="1" smtClean="0">
                              <a:latin typeface="Cambria Math" panose="02040503050406030204" pitchFamily="18" charset="0"/>
                            </a:rPr>
                            <m:t>12,</m:t>
                          </m:r>
                          <m:r>
                            <a:rPr lang="pt-BR" b="0" i="1" smtClean="0">
                              <a:latin typeface="Cambria Math" panose="02040503050406030204" pitchFamily="18" charset="0"/>
                            </a:rPr>
                            <m:t>𝑛</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bSup>
                      <m:r>
                        <a:rPr lang="pt-BR" b="0" i="1">
                          <a:latin typeface="Cambria Math" panose="02040503050406030204" pitchFamily="18" charset="0"/>
                        </a:rPr>
                        <m:t>=</m:t>
                      </m:r>
                      <m:sSup>
                        <m:sSupPr>
                          <m:ctrlPr>
                            <a:rPr lang="pt-BR" i="1">
                              <a:latin typeface="Cambria Math" panose="02040503050406030204" pitchFamily="18" charset="0"/>
                            </a:rPr>
                          </m:ctrlPr>
                        </m:sSupPr>
                        <m:e>
                          <m:f>
                            <m:fPr>
                              <m:ctrlPr>
                                <a:rPr lang="pt-BR" b="0" i="1" smtClean="0">
                                  <a:latin typeface="Cambria Math" panose="02040503050406030204" pitchFamily="18" charset="0"/>
                                </a:rPr>
                              </m:ctrlPr>
                            </m:fPr>
                            <m:num>
                              <m:r>
                                <a:rPr lang="pt-BR" b="0" i="1" smtClean="0">
                                  <a:latin typeface="Cambria Math" panose="02040503050406030204" pitchFamily="18" charset="0"/>
                                </a:rPr>
                                <m:t>2</m:t>
                              </m:r>
                              <m:r>
                                <a:rPr lang="pt-BR" b="0" i="1" smtClean="0">
                                  <a:latin typeface="Cambria Math" panose="02040503050406030204" pitchFamily="18" charset="0"/>
                                </a:rPr>
                                <m:t>𝜋</m:t>
                              </m:r>
                            </m:num>
                            <m:den>
                              <m:r>
                                <a:rPr lang="pt-BR" b="0" i="1" smtClean="0">
                                  <a:latin typeface="Cambria Math" panose="02040503050406030204" pitchFamily="18" charset="0"/>
                                </a:rPr>
                                <m:t>𝑗</m:t>
                              </m:r>
                              <m:r>
                                <a:rPr lang="pt-BR" b="0" i="1" smtClean="0">
                                  <a:latin typeface="Cambria Math" panose="02040503050406030204" pitchFamily="18" charset="0"/>
                                </a:rPr>
                                <m:t>𝜔</m:t>
                              </m:r>
                            </m:den>
                          </m:f>
                          <m:d>
                            <m:dPr>
                              <m:begChr m:val="["/>
                              <m:endChr m:val="]"/>
                              <m:ctrlPr>
                                <a:rPr lang="pt-BR" i="1">
                                  <a:latin typeface="Cambria Math" panose="02040503050406030204" pitchFamily="18" charset="0"/>
                                </a:rPr>
                              </m:ctrlPr>
                            </m:dPr>
                            <m:e>
                              <m:f>
                                <m:fPr>
                                  <m:ctrlPr>
                                    <a:rPr lang="pt-BR" b="0" i="1" smtClean="0">
                                      <a:latin typeface="Cambria Math" panose="02040503050406030204" pitchFamily="18" charset="0"/>
                                    </a:rPr>
                                  </m:ctrlPr>
                                </m:fPr>
                                <m:num>
                                  <m:sSub>
                                    <m:sSubPr>
                                      <m:ctrlPr>
                                        <a:rPr lang="pt-BR" b="0" i="1" smtClean="0">
                                          <a:latin typeface="Cambria Math" panose="02040503050406030204" pitchFamily="18" charset="0"/>
                                        </a:rPr>
                                      </m:ctrlPr>
                                    </m:sSubPr>
                                    <m:e>
                                      <m:r>
                                        <a:rPr lang="pt-BR" b="0" i="1" smtClean="0">
                                          <a:latin typeface="Cambria Math" panose="02040503050406030204" pitchFamily="18" charset="0"/>
                                        </a:rPr>
                                        <m:t>𝜒</m:t>
                                      </m:r>
                                    </m:e>
                                    <m:sub>
                                      <m:r>
                                        <a:rPr lang="pt-BR" b="0" i="1" smtClean="0">
                                          <a:latin typeface="Cambria Math" panose="02040503050406030204" pitchFamily="18" charset="0"/>
                                        </a:rPr>
                                        <m:t>𝑛</m:t>
                                      </m:r>
                                    </m:sub>
                                  </m:sSub>
                                  <m:r>
                                    <a:rPr lang="pt-BR" b="0" i="1" smtClean="0">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𝑘</m:t>
                                      </m:r>
                                    </m:e>
                                    <m:sub>
                                      <m:r>
                                        <a:rPr lang="pt-BR" i="1">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𝑘</m:t>
                                      </m:r>
                                    </m:e>
                                    <m:sub>
                                      <m:r>
                                        <a:rPr lang="pt-BR" i="1">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r>
                                    <a:rPr lang="pt-BR" b="0" i="1" smtClean="0">
                                      <a:latin typeface="Cambria Math" panose="02040503050406030204" pitchFamily="18" charset="0"/>
                                      <a:ea typeface="Cambria Math" panose="02040503050406030204" pitchFamily="18" charset="0"/>
                                    </a:rPr>
                                    <m:t>)</m:t>
                                  </m:r>
                                </m:num>
                                <m:den>
                                  <m:sSub>
                                    <m:sSubPr>
                                      <m:ctrlPr>
                                        <a:rPr lang="pt-BR" i="1">
                                          <a:latin typeface="Cambria Math" panose="02040503050406030204" pitchFamily="18" charset="0"/>
                                        </a:rPr>
                                      </m:ctrlPr>
                                    </m:sSubPr>
                                    <m:e>
                                      <m:r>
                                        <a:rPr lang="pt-BR" b="0" i="1" smtClean="0">
                                          <a:latin typeface="Cambria Math" panose="02040503050406030204" pitchFamily="18" charset="0"/>
                                        </a:rPr>
                                        <m:t>𝛾</m:t>
                                      </m:r>
                                    </m:e>
                                    <m:sub>
                                      <m:r>
                                        <a:rPr lang="pt-BR" i="1">
                                          <a:latin typeface="Cambria Math" panose="02040503050406030204" pitchFamily="18" charset="0"/>
                                        </a:rPr>
                                        <m:t>𝑛</m:t>
                                      </m:r>
                                    </m:sub>
                                  </m:sSub>
                                  <m:d>
                                    <m:dPr>
                                      <m:ctrlPr>
                                        <a:rPr lang="pt-BR" i="1">
                                          <a:latin typeface="Cambria Math" panose="02040503050406030204" pitchFamily="18" charset="0"/>
                                          <a:ea typeface="Cambria Math" panose="02040503050406030204" pitchFamily="18" charset="0"/>
                                        </a:rPr>
                                      </m:ctrlPr>
                                    </m:dPr>
                                    <m:e>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e>
                                  </m:d>
                                  <m:r>
                                    <a:rPr lang="pt-BR" b="0" i="1" smtClean="0">
                                      <a:latin typeface="Cambria Math" panose="02040503050406030204" pitchFamily="18" charset="0"/>
                                      <a:ea typeface="Cambria Math" panose="02040503050406030204" pitchFamily="18" charset="0"/>
                                    </a:rPr>
                                    <m:t>𝜇</m:t>
                                  </m:r>
                                </m:den>
                              </m:f>
                              <m:r>
                                <a:rPr lang="pt-BR" b="0" i="1" smtClean="0">
                                  <a:latin typeface="Cambria Math" panose="02040503050406030204" pitchFamily="18" charset="0"/>
                                </a:rPr>
                                <m:t>−</m:t>
                              </m:r>
                              <m:f>
                                <m:fPr>
                                  <m:ctrlPr>
                                    <a:rPr lang="pt-BR" i="1">
                                      <a:latin typeface="Cambria Math" panose="02040503050406030204" pitchFamily="18" charset="0"/>
                                    </a:rPr>
                                  </m:ctrlPr>
                                </m:fPr>
                                <m:num>
                                  <m:sSub>
                                    <m:sSubPr>
                                      <m:ctrlPr>
                                        <a:rPr lang="pt-BR" i="1">
                                          <a:latin typeface="Cambria Math" panose="02040503050406030204" pitchFamily="18" charset="0"/>
                                        </a:rPr>
                                      </m:ctrlPr>
                                    </m:sSubPr>
                                    <m:e>
                                      <m:r>
                                        <a:rPr lang="pt-BR" i="1">
                                          <a:latin typeface="Cambria Math" panose="02040503050406030204" pitchFamily="18" charset="0"/>
                                        </a:rPr>
                                        <m:t>𝜒</m:t>
                                      </m:r>
                                    </m:e>
                                    <m:sub>
                                      <m:r>
                                        <a:rPr lang="pt-BR" i="1">
                                          <a:latin typeface="Cambria Math" panose="02040503050406030204" pitchFamily="18" charset="0"/>
                                        </a:rPr>
                                        <m:t>𝑛</m:t>
                                      </m:r>
                                    </m:sub>
                                  </m:sSub>
                                  <m:r>
                                    <a:rPr lang="pt-BR" i="1">
                                      <a:latin typeface="Cambria Math" panose="02040503050406030204" pitchFamily="18" charset="0"/>
                                      <a:ea typeface="Cambria Math" panose="02040503050406030204" pitchFamily="18" charset="0"/>
                                    </a:rPr>
                                    <m:t>(</m:t>
                                  </m:r>
                                  <m:r>
                                    <a:rPr lang="pt-BR" b="0" i="1" smtClean="0">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2</m:t>
                                          </m:r>
                                        </m:sub>
                                      </m:sSub>
                                    </m:sub>
                                  </m:sSub>
                                  <m:r>
                                    <a:rPr lang="pt-BR" i="1">
                                      <a:latin typeface="Cambria Math" panose="02040503050406030204" pitchFamily="18" charset="0"/>
                                    </a:rPr>
                                    <m:t>,</m:t>
                                  </m:r>
                                  <m:r>
                                    <a:rPr lang="pt-BR" b="0" i="1" smtClean="0">
                                      <a:latin typeface="Cambria Math" panose="02040503050406030204" pitchFamily="18" charset="0"/>
                                    </a:rPr>
                                    <m:t> </m:t>
                                  </m:r>
                                  <m:r>
                                    <a:rPr lang="pt-BR" b="0" i="1" smtClean="0">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r>
                                    <a:rPr lang="pt-BR" i="1">
                                      <a:latin typeface="Cambria Math" panose="02040503050406030204" pitchFamily="18" charset="0"/>
                                      <a:ea typeface="Cambria Math" panose="02040503050406030204" pitchFamily="18" charset="0"/>
                                    </a:rPr>
                                    <m:t>)</m:t>
                                  </m:r>
                                </m:num>
                                <m:den>
                                  <m:sSub>
                                    <m:sSubPr>
                                      <m:ctrlPr>
                                        <a:rPr lang="pt-BR" i="1">
                                          <a:latin typeface="Cambria Math" panose="02040503050406030204" pitchFamily="18" charset="0"/>
                                        </a:rPr>
                                      </m:ctrlPr>
                                    </m:sSubPr>
                                    <m:e>
                                      <m:r>
                                        <a:rPr lang="pt-BR" i="1">
                                          <a:latin typeface="Cambria Math" panose="02040503050406030204" pitchFamily="18" charset="0"/>
                                        </a:rPr>
                                        <m:t>𝛾</m:t>
                                      </m:r>
                                    </m:e>
                                    <m:sub>
                                      <m:r>
                                        <a:rPr lang="pt-BR" i="1">
                                          <a:latin typeface="Cambria Math" panose="02040503050406030204" pitchFamily="18" charset="0"/>
                                        </a:rPr>
                                        <m:t>𝑛</m:t>
                                      </m:r>
                                    </m:sub>
                                  </m:sSub>
                                  <m:d>
                                    <m:dPr>
                                      <m:ctrlPr>
                                        <a:rPr lang="pt-BR" i="1">
                                          <a:latin typeface="Cambria Math" panose="02040503050406030204" pitchFamily="18" charset="0"/>
                                          <a:ea typeface="Cambria Math" panose="02040503050406030204" pitchFamily="18" charset="0"/>
                                        </a:rPr>
                                      </m:ctrlPr>
                                    </m:dPr>
                                    <m:e>
                                      <m:r>
                                        <a:rPr lang="pt-BR" b="0" i="1" smtClean="0">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r>
                                        <a:rPr lang="pt-BR" b="0" i="1" smtClean="0">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e>
                                  </m:d>
                                  <m:sSub>
                                    <m:sSubPr>
                                      <m:ctrlPr>
                                        <a:rPr lang="pt-BR" b="0" i="1" smtClean="0">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𝜇</m:t>
                                      </m:r>
                                    </m:e>
                                    <m:sub>
                                      <m:r>
                                        <a:rPr lang="pt-BR" b="0" i="1" smtClean="0">
                                          <a:latin typeface="Cambria Math" panose="02040503050406030204" pitchFamily="18" charset="0"/>
                                          <a:ea typeface="Cambria Math" panose="02040503050406030204" pitchFamily="18" charset="0"/>
                                        </a:rPr>
                                        <m:t>0</m:t>
                                      </m:r>
                                    </m:sub>
                                  </m:sSub>
                                </m:den>
                              </m:f>
                            </m:e>
                          </m:d>
                        </m:e>
                        <m:sup>
                          <m:r>
                            <a:rPr lang="pt-BR" b="0" i="1" smtClean="0">
                              <a:latin typeface="Cambria Math" panose="02040503050406030204" pitchFamily="18" charset="0"/>
                            </a:rPr>
                            <m:t> </m:t>
                          </m:r>
                        </m:sup>
                      </m:sSup>
                    </m:oMath>
                  </m:oMathPara>
                </a14:m>
                <a:endParaRPr lang="en-US" i="1"/>
              </a:p>
            </p:txBody>
          </p:sp>
        </mc:Choice>
        <mc:Fallback xmlns="">
          <p:sp>
            <p:nvSpPr>
              <p:cNvPr id="12" name="CaixaDeTexto 11">
                <a:extLst>
                  <a:ext uri="{FF2B5EF4-FFF2-40B4-BE49-F238E27FC236}">
                    <a16:creationId xmlns:a16="http://schemas.microsoft.com/office/drawing/2014/main" id="{86EAF052-B16C-E1BE-D275-B3CA6D5CD179}"/>
                  </a:ext>
                </a:extLst>
              </p:cNvPr>
              <p:cNvSpPr txBox="1">
                <a:spLocks noRot="1" noChangeAspect="1" noMove="1" noResize="1" noEditPoints="1" noAdjustHandles="1" noChangeArrowheads="1" noChangeShapeType="1" noTextEdit="1"/>
              </p:cNvSpPr>
              <p:nvPr/>
            </p:nvSpPr>
            <p:spPr>
              <a:xfrm>
                <a:off x="479376" y="3516118"/>
                <a:ext cx="5506167" cy="668966"/>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AC6F5E15-18DC-4E9E-DF3F-AA1C67C44FC4}"/>
                  </a:ext>
                </a:extLst>
              </p:cNvPr>
              <p:cNvSpPr txBox="1"/>
              <p:nvPr/>
            </p:nvSpPr>
            <p:spPr>
              <a:xfrm>
                <a:off x="479376" y="4344210"/>
                <a:ext cx="5506167" cy="668966"/>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𝑌</m:t>
                          </m:r>
                        </m:e>
                        <m:sub>
                          <m:r>
                            <a:rPr lang="pt-BR" b="0" i="1" smtClean="0">
                              <a:latin typeface="Cambria Math" panose="02040503050406030204" pitchFamily="18" charset="0"/>
                            </a:rPr>
                            <m:t>21,</m:t>
                          </m:r>
                          <m:r>
                            <a:rPr lang="pt-BR" b="0" i="1" smtClean="0">
                              <a:latin typeface="Cambria Math" panose="02040503050406030204" pitchFamily="18" charset="0"/>
                            </a:rPr>
                            <m:t>𝑛</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bSup>
                      <m:r>
                        <a:rPr lang="pt-BR" b="0" i="1">
                          <a:latin typeface="Cambria Math" panose="02040503050406030204" pitchFamily="18" charset="0"/>
                        </a:rPr>
                        <m:t>=</m:t>
                      </m:r>
                      <m:sSup>
                        <m:sSupPr>
                          <m:ctrlPr>
                            <a:rPr lang="pt-BR" i="1">
                              <a:latin typeface="Cambria Math" panose="02040503050406030204" pitchFamily="18" charset="0"/>
                            </a:rPr>
                          </m:ctrlPr>
                        </m:sSupPr>
                        <m:e>
                          <m:f>
                            <m:fPr>
                              <m:ctrlPr>
                                <a:rPr lang="pt-BR" b="0" i="1" smtClean="0">
                                  <a:latin typeface="Cambria Math" panose="02040503050406030204" pitchFamily="18" charset="0"/>
                                </a:rPr>
                              </m:ctrlPr>
                            </m:fPr>
                            <m:num>
                              <m:r>
                                <a:rPr lang="pt-BR" b="0" i="1" smtClean="0">
                                  <a:latin typeface="Cambria Math" panose="02040503050406030204" pitchFamily="18" charset="0"/>
                                </a:rPr>
                                <m:t>2</m:t>
                              </m:r>
                              <m:r>
                                <a:rPr lang="pt-BR" b="0" i="1" smtClean="0">
                                  <a:latin typeface="Cambria Math" panose="02040503050406030204" pitchFamily="18" charset="0"/>
                                </a:rPr>
                                <m:t>𝜋</m:t>
                              </m:r>
                            </m:num>
                            <m:den>
                              <m:r>
                                <a:rPr lang="pt-BR" b="0" i="1" smtClean="0">
                                  <a:latin typeface="Cambria Math" panose="02040503050406030204" pitchFamily="18" charset="0"/>
                                </a:rPr>
                                <m:t>𝑗</m:t>
                              </m:r>
                              <m:r>
                                <a:rPr lang="pt-BR" b="0" i="1" smtClean="0">
                                  <a:latin typeface="Cambria Math" panose="02040503050406030204" pitchFamily="18" charset="0"/>
                                </a:rPr>
                                <m:t>𝜔</m:t>
                              </m:r>
                            </m:den>
                          </m:f>
                          <m:d>
                            <m:dPr>
                              <m:begChr m:val="["/>
                              <m:endChr m:val="]"/>
                              <m:ctrlPr>
                                <a:rPr lang="pt-BR" i="1">
                                  <a:latin typeface="Cambria Math" panose="02040503050406030204" pitchFamily="18" charset="0"/>
                                </a:rPr>
                              </m:ctrlPr>
                            </m:dPr>
                            <m:e>
                              <m:f>
                                <m:fPr>
                                  <m:ctrlPr>
                                    <a:rPr lang="pt-BR" b="0" i="1" smtClean="0">
                                      <a:latin typeface="Cambria Math" panose="02040503050406030204" pitchFamily="18" charset="0"/>
                                    </a:rPr>
                                  </m:ctrlPr>
                                </m:fPr>
                                <m:num>
                                  <m:sSub>
                                    <m:sSubPr>
                                      <m:ctrlPr>
                                        <a:rPr lang="pt-BR" b="0" i="1" smtClean="0">
                                          <a:latin typeface="Cambria Math" panose="02040503050406030204" pitchFamily="18" charset="0"/>
                                        </a:rPr>
                                      </m:ctrlPr>
                                    </m:sSubPr>
                                    <m:e>
                                      <m:r>
                                        <a:rPr lang="pt-BR" b="0" i="1" smtClean="0">
                                          <a:latin typeface="Cambria Math" panose="02040503050406030204" pitchFamily="18" charset="0"/>
                                        </a:rPr>
                                        <m:t>𝜒</m:t>
                                      </m:r>
                                    </m:e>
                                    <m:sub>
                                      <m:r>
                                        <a:rPr lang="pt-BR" b="0" i="1" smtClean="0">
                                          <a:latin typeface="Cambria Math" panose="02040503050406030204" pitchFamily="18" charset="0"/>
                                        </a:rPr>
                                        <m:t>𝑛</m:t>
                                      </m:r>
                                    </m:sub>
                                  </m:sSub>
                                  <m:r>
                                    <a:rPr lang="pt-BR" b="0" i="1" smtClean="0">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𝑘</m:t>
                                      </m:r>
                                    </m:e>
                                    <m:sub>
                                      <m:r>
                                        <a:rPr lang="pt-BR" i="1">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𝑘</m:t>
                                      </m:r>
                                    </m:e>
                                    <m:sub>
                                      <m:r>
                                        <a:rPr lang="pt-BR" i="1">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b="0" i="1" smtClean="0">
                                      <a:latin typeface="Cambria Math" panose="02040503050406030204" pitchFamily="18" charset="0"/>
                                      <a:ea typeface="Cambria Math" panose="02040503050406030204" pitchFamily="18" charset="0"/>
                                    </a:rPr>
                                    <m:t>)</m:t>
                                  </m:r>
                                </m:num>
                                <m:den>
                                  <m:sSub>
                                    <m:sSubPr>
                                      <m:ctrlPr>
                                        <a:rPr lang="pt-BR" i="1">
                                          <a:latin typeface="Cambria Math" panose="02040503050406030204" pitchFamily="18" charset="0"/>
                                        </a:rPr>
                                      </m:ctrlPr>
                                    </m:sSubPr>
                                    <m:e>
                                      <m:r>
                                        <a:rPr lang="pt-BR" b="0" i="1" smtClean="0">
                                          <a:latin typeface="Cambria Math" panose="02040503050406030204" pitchFamily="18" charset="0"/>
                                        </a:rPr>
                                        <m:t>𝛾</m:t>
                                      </m:r>
                                    </m:e>
                                    <m:sub>
                                      <m:r>
                                        <a:rPr lang="pt-BR" i="1">
                                          <a:latin typeface="Cambria Math" panose="02040503050406030204" pitchFamily="18" charset="0"/>
                                        </a:rPr>
                                        <m:t>𝑛</m:t>
                                      </m:r>
                                    </m:sub>
                                  </m:sSub>
                                  <m:d>
                                    <m:dPr>
                                      <m:ctrlPr>
                                        <a:rPr lang="pt-BR" i="1">
                                          <a:latin typeface="Cambria Math" panose="02040503050406030204" pitchFamily="18" charset="0"/>
                                          <a:ea typeface="Cambria Math" panose="02040503050406030204" pitchFamily="18" charset="0"/>
                                        </a:rPr>
                                      </m:ctrlPr>
                                    </m:dPr>
                                    <m:e>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e>
                                  </m:d>
                                  <m:r>
                                    <a:rPr lang="pt-BR" b="0" i="1" smtClean="0">
                                      <a:latin typeface="Cambria Math" panose="02040503050406030204" pitchFamily="18" charset="0"/>
                                      <a:ea typeface="Cambria Math" panose="02040503050406030204" pitchFamily="18" charset="0"/>
                                    </a:rPr>
                                    <m:t>𝜇</m:t>
                                  </m:r>
                                </m:den>
                              </m:f>
                              <m:r>
                                <a:rPr lang="pt-BR" b="0" i="1" smtClean="0">
                                  <a:latin typeface="Cambria Math" panose="02040503050406030204" pitchFamily="18" charset="0"/>
                                </a:rPr>
                                <m:t>−</m:t>
                              </m:r>
                              <m:f>
                                <m:fPr>
                                  <m:ctrlPr>
                                    <a:rPr lang="pt-BR" i="1">
                                      <a:latin typeface="Cambria Math" panose="02040503050406030204" pitchFamily="18" charset="0"/>
                                    </a:rPr>
                                  </m:ctrlPr>
                                </m:fPr>
                                <m:num>
                                  <m:sSub>
                                    <m:sSubPr>
                                      <m:ctrlPr>
                                        <a:rPr lang="pt-BR" i="1">
                                          <a:latin typeface="Cambria Math" panose="02040503050406030204" pitchFamily="18" charset="0"/>
                                        </a:rPr>
                                      </m:ctrlPr>
                                    </m:sSubPr>
                                    <m:e>
                                      <m:r>
                                        <a:rPr lang="pt-BR" i="1">
                                          <a:latin typeface="Cambria Math" panose="02040503050406030204" pitchFamily="18" charset="0"/>
                                        </a:rPr>
                                        <m:t>𝜒</m:t>
                                      </m:r>
                                    </m:e>
                                    <m:sub>
                                      <m:r>
                                        <a:rPr lang="pt-BR" i="1">
                                          <a:latin typeface="Cambria Math" panose="02040503050406030204" pitchFamily="18" charset="0"/>
                                        </a:rPr>
                                        <m:t>𝑛</m:t>
                                      </m:r>
                                    </m:sub>
                                  </m:sSub>
                                  <m:r>
                                    <a:rPr lang="pt-BR" i="1">
                                      <a:latin typeface="Cambria Math" panose="02040503050406030204" pitchFamily="18" charset="0"/>
                                      <a:ea typeface="Cambria Math" panose="02040503050406030204" pitchFamily="18" charset="0"/>
                                    </a:rPr>
                                    <m:t>(</m:t>
                                  </m:r>
                                  <m:r>
                                    <a:rPr lang="pt-BR" b="0" i="1" smtClean="0">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r>
                                    <a:rPr lang="pt-BR" b="0" i="1" smtClean="0">
                                      <a:latin typeface="Cambria Math" panose="02040503050406030204" pitchFamily="18" charset="0"/>
                                    </a:rPr>
                                    <m:t> </m:t>
                                  </m:r>
                                  <m:r>
                                    <a:rPr lang="pt-BR" b="0" i="1" smtClean="0">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ea typeface="Cambria Math" panose="02040503050406030204" pitchFamily="18" charset="0"/>
                                    </a:rPr>
                                    <m:t>)</m:t>
                                  </m:r>
                                </m:num>
                                <m:den>
                                  <m:sSub>
                                    <m:sSubPr>
                                      <m:ctrlPr>
                                        <a:rPr lang="pt-BR" i="1">
                                          <a:latin typeface="Cambria Math" panose="02040503050406030204" pitchFamily="18" charset="0"/>
                                        </a:rPr>
                                      </m:ctrlPr>
                                    </m:sSubPr>
                                    <m:e>
                                      <m:r>
                                        <a:rPr lang="pt-BR" i="1">
                                          <a:latin typeface="Cambria Math" panose="02040503050406030204" pitchFamily="18" charset="0"/>
                                        </a:rPr>
                                        <m:t>𝛾</m:t>
                                      </m:r>
                                    </m:e>
                                    <m:sub>
                                      <m:r>
                                        <a:rPr lang="pt-BR" i="1">
                                          <a:latin typeface="Cambria Math" panose="02040503050406030204" pitchFamily="18" charset="0"/>
                                        </a:rPr>
                                        <m:t>𝑛</m:t>
                                      </m:r>
                                    </m:sub>
                                  </m:sSub>
                                  <m:d>
                                    <m:dPr>
                                      <m:ctrlPr>
                                        <a:rPr lang="pt-BR" i="1">
                                          <a:latin typeface="Cambria Math" panose="02040503050406030204" pitchFamily="18" charset="0"/>
                                          <a:ea typeface="Cambria Math" panose="02040503050406030204" pitchFamily="18" charset="0"/>
                                        </a:rPr>
                                      </m:ctrlPr>
                                    </m:dPr>
                                    <m:e>
                                      <m:r>
                                        <a:rPr lang="pt-BR" b="0" i="1" smtClean="0">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r>
                                        <a:rPr lang="pt-BR" b="0" i="1" smtClean="0">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e>
                                  </m:d>
                                  <m:sSub>
                                    <m:sSubPr>
                                      <m:ctrlPr>
                                        <a:rPr lang="pt-BR" b="0" i="1" smtClean="0">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𝜇</m:t>
                                      </m:r>
                                    </m:e>
                                    <m:sub>
                                      <m:r>
                                        <a:rPr lang="pt-BR" b="0" i="1" smtClean="0">
                                          <a:latin typeface="Cambria Math" panose="02040503050406030204" pitchFamily="18" charset="0"/>
                                          <a:ea typeface="Cambria Math" panose="02040503050406030204" pitchFamily="18" charset="0"/>
                                        </a:rPr>
                                        <m:t>0</m:t>
                                      </m:r>
                                    </m:sub>
                                  </m:sSub>
                                </m:den>
                              </m:f>
                            </m:e>
                          </m:d>
                        </m:e>
                        <m:sup>
                          <m:r>
                            <a:rPr lang="pt-BR" b="0" i="1" smtClean="0">
                              <a:latin typeface="Cambria Math" panose="02040503050406030204" pitchFamily="18" charset="0"/>
                            </a:rPr>
                            <m:t> </m:t>
                          </m:r>
                        </m:sup>
                      </m:sSup>
                    </m:oMath>
                  </m:oMathPara>
                </a14:m>
                <a:endParaRPr lang="en-US" i="1"/>
              </a:p>
            </p:txBody>
          </p:sp>
        </mc:Choice>
        <mc:Fallback xmlns="">
          <p:sp>
            <p:nvSpPr>
              <p:cNvPr id="13" name="CaixaDeTexto 12">
                <a:extLst>
                  <a:ext uri="{FF2B5EF4-FFF2-40B4-BE49-F238E27FC236}">
                    <a16:creationId xmlns:a16="http://schemas.microsoft.com/office/drawing/2014/main" id="{AC6F5E15-18DC-4E9E-DF3F-AA1C67C44FC4}"/>
                  </a:ext>
                </a:extLst>
              </p:cNvPr>
              <p:cNvSpPr txBox="1">
                <a:spLocks noRot="1" noChangeAspect="1" noMove="1" noResize="1" noEditPoints="1" noAdjustHandles="1" noChangeArrowheads="1" noChangeShapeType="1" noTextEdit="1"/>
              </p:cNvSpPr>
              <p:nvPr/>
            </p:nvSpPr>
            <p:spPr>
              <a:xfrm>
                <a:off x="479376" y="4344210"/>
                <a:ext cx="5506167" cy="668966"/>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48FA6079-991B-4683-141A-93E337636B1A}"/>
                  </a:ext>
                </a:extLst>
              </p:cNvPr>
              <p:cNvSpPr txBox="1"/>
              <p:nvPr/>
            </p:nvSpPr>
            <p:spPr>
              <a:xfrm>
                <a:off x="479376" y="5136298"/>
                <a:ext cx="5190639" cy="668966"/>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𝑌</m:t>
                          </m:r>
                        </m:e>
                        <m:sub>
                          <m:r>
                            <a:rPr lang="pt-BR" b="0" i="1" smtClean="0">
                              <a:latin typeface="Cambria Math" panose="02040503050406030204" pitchFamily="18" charset="0"/>
                            </a:rPr>
                            <m:t>22,</m:t>
                          </m:r>
                          <m:r>
                            <a:rPr lang="pt-BR" b="0" i="1" smtClean="0">
                              <a:latin typeface="Cambria Math" panose="02040503050406030204" pitchFamily="18" charset="0"/>
                            </a:rPr>
                            <m:t>𝑛</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bSup>
                      <m:r>
                        <a:rPr lang="pt-BR" b="0" i="1">
                          <a:latin typeface="Cambria Math" panose="02040503050406030204" pitchFamily="18" charset="0"/>
                        </a:rPr>
                        <m:t>=</m:t>
                      </m:r>
                      <m:sSup>
                        <m:sSupPr>
                          <m:ctrlPr>
                            <a:rPr lang="pt-BR" i="1">
                              <a:latin typeface="Cambria Math" panose="02040503050406030204" pitchFamily="18" charset="0"/>
                            </a:rPr>
                          </m:ctrlPr>
                        </m:sSupPr>
                        <m:e>
                          <m:f>
                            <m:fPr>
                              <m:ctrlPr>
                                <a:rPr lang="pt-BR" b="0" i="1" smtClean="0">
                                  <a:latin typeface="Cambria Math" panose="02040503050406030204" pitchFamily="18" charset="0"/>
                                </a:rPr>
                              </m:ctrlPr>
                            </m:fPr>
                            <m:num>
                              <m:r>
                                <a:rPr lang="pt-BR" b="0" i="1" smtClean="0">
                                  <a:latin typeface="Cambria Math" panose="02040503050406030204" pitchFamily="18" charset="0"/>
                                </a:rPr>
                                <m:t>2</m:t>
                              </m:r>
                              <m:r>
                                <a:rPr lang="pt-BR" b="0" i="1" smtClean="0">
                                  <a:latin typeface="Cambria Math" panose="02040503050406030204" pitchFamily="18" charset="0"/>
                                </a:rPr>
                                <m:t>𝜋</m:t>
                              </m:r>
                            </m:num>
                            <m:den>
                              <m:r>
                                <a:rPr lang="pt-BR" b="0" i="1" smtClean="0">
                                  <a:latin typeface="Cambria Math" panose="02040503050406030204" pitchFamily="18" charset="0"/>
                                </a:rPr>
                                <m:t>𝑗</m:t>
                              </m:r>
                              <m:r>
                                <a:rPr lang="pt-BR" b="0" i="1" smtClean="0">
                                  <a:latin typeface="Cambria Math" panose="02040503050406030204" pitchFamily="18" charset="0"/>
                                </a:rPr>
                                <m:t>𝜔</m:t>
                              </m:r>
                            </m:den>
                          </m:f>
                          <m:d>
                            <m:dPr>
                              <m:begChr m:val="["/>
                              <m:endChr m:val="]"/>
                              <m:ctrlPr>
                                <a:rPr lang="pt-BR" i="1">
                                  <a:latin typeface="Cambria Math" panose="02040503050406030204" pitchFamily="18" charset="0"/>
                                </a:rPr>
                              </m:ctrlPr>
                            </m:dPr>
                            <m:e>
                              <m:f>
                                <m:fPr>
                                  <m:ctrlPr>
                                    <a:rPr lang="pt-BR" b="0" i="1" smtClean="0">
                                      <a:latin typeface="Cambria Math" panose="02040503050406030204" pitchFamily="18" charset="0"/>
                                    </a:rPr>
                                  </m:ctrlPr>
                                </m:fPr>
                                <m:num>
                                  <m:sSub>
                                    <m:sSubPr>
                                      <m:ctrlPr>
                                        <a:rPr lang="pt-BR" b="0" i="1" smtClean="0">
                                          <a:latin typeface="Cambria Math" panose="02040503050406030204" pitchFamily="18" charset="0"/>
                                        </a:rPr>
                                      </m:ctrlPr>
                                    </m:sSubPr>
                                    <m:e>
                                      <m:r>
                                        <a:rPr lang="pt-BR" b="0" i="1" smtClean="0">
                                          <a:latin typeface="Cambria Math" panose="02040503050406030204" pitchFamily="18" charset="0"/>
                                        </a:rPr>
                                        <m:t>𝜒</m:t>
                                      </m:r>
                                    </m:e>
                                    <m:sub>
                                      <m:r>
                                        <a:rPr lang="pt-BR" b="0" i="1" smtClean="0">
                                          <a:latin typeface="Cambria Math" panose="02040503050406030204" pitchFamily="18" charset="0"/>
                                        </a:rPr>
                                        <m:t>𝑛</m:t>
                                      </m:r>
                                    </m:sub>
                                  </m:sSub>
                                  <m:r>
                                    <a:rPr lang="pt-BR" b="0" i="1" smtClean="0">
                                      <a:latin typeface="Cambria Math" panose="02040503050406030204" pitchFamily="18" charset="0"/>
                                      <a:ea typeface="Cambria Math" panose="02040503050406030204" pitchFamily="18" charset="0"/>
                                    </a:rPr>
                                    <m:t>(</m:t>
                                  </m:r>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r>
                                    <a:rPr lang="pt-BR" b="0" i="1" smtClean="0">
                                      <a:latin typeface="Cambria Math" panose="02040503050406030204" pitchFamily="18" charset="0"/>
                                    </a:rPr>
                                    <m:t>,</m:t>
                                  </m:r>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b="0" i="1" smtClean="0">
                                      <a:latin typeface="Cambria Math" panose="02040503050406030204" pitchFamily="18" charset="0"/>
                                      <a:ea typeface="Cambria Math" panose="02040503050406030204" pitchFamily="18" charset="0"/>
                                    </a:rPr>
                                    <m:t>)</m:t>
                                  </m:r>
                                </m:num>
                                <m:den>
                                  <m:sSub>
                                    <m:sSubPr>
                                      <m:ctrlPr>
                                        <a:rPr lang="pt-BR" i="1">
                                          <a:latin typeface="Cambria Math" panose="02040503050406030204" pitchFamily="18" charset="0"/>
                                        </a:rPr>
                                      </m:ctrlPr>
                                    </m:sSubPr>
                                    <m:e>
                                      <m:r>
                                        <a:rPr lang="pt-BR" b="0" i="1" smtClean="0">
                                          <a:latin typeface="Cambria Math" panose="02040503050406030204" pitchFamily="18" charset="0"/>
                                        </a:rPr>
                                        <m:t>𝛾</m:t>
                                      </m:r>
                                    </m:e>
                                    <m:sub>
                                      <m:r>
                                        <a:rPr lang="pt-BR" i="1">
                                          <a:latin typeface="Cambria Math" panose="02040503050406030204" pitchFamily="18" charset="0"/>
                                        </a:rPr>
                                        <m:t>𝑛</m:t>
                                      </m:r>
                                    </m:sub>
                                  </m:sSub>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e>
                                  </m:d>
                                  <m:r>
                                    <a:rPr lang="pt-BR" b="0" i="1" smtClean="0">
                                      <a:latin typeface="Cambria Math" panose="02040503050406030204" pitchFamily="18" charset="0"/>
                                      <a:ea typeface="Cambria Math" panose="02040503050406030204" pitchFamily="18" charset="0"/>
                                    </a:rPr>
                                    <m:t>𝜇</m:t>
                                  </m:r>
                                </m:den>
                              </m:f>
                              <m:r>
                                <a:rPr lang="pt-BR" b="0" i="1" smtClean="0">
                                  <a:latin typeface="Cambria Math" panose="02040503050406030204" pitchFamily="18" charset="0"/>
                                </a:rPr>
                                <m:t>−</m:t>
                              </m:r>
                              <m:f>
                                <m:fPr>
                                  <m:ctrlPr>
                                    <a:rPr lang="pt-BR" i="1">
                                      <a:latin typeface="Cambria Math" panose="02040503050406030204" pitchFamily="18" charset="0"/>
                                    </a:rPr>
                                  </m:ctrlPr>
                                </m:fPr>
                                <m:num>
                                  <m:sSub>
                                    <m:sSubPr>
                                      <m:ctrlPr>
                                        <a:rPr lang="pt-BR" i="1">
                                          <a:latin typeface="Cambria Math" panose="02040503050406030204" pitchFamily="18" charset="0"/>
                                        </a:rPr>
                                      </m:ctrlPr>
                                    </m:sSubPr>
                                    <m:e>
                                      <m:r>
                                        <a:rPr lang="pt-BR" i="1">
                                          <a:latin typeface="Cambria Math" panose="02040503050406030204" pitchFamily="18" charset="0"/>
                                        </a:rPr>
                                        <m:t>𝜒</m:t>
                                      </m:r>
                                    </m:e>
                                    <m:sub>
                                      <m:r>
                                        <a:rPr lang="pt-BR" i="1">
                                          <a:latin typeface="Cambria Math" panose="02040503050406030204" pitchFamily="18" charset="0"/>
                                        </a:rPr>
                                        <m:t>𝑛</m:t>
                                      </m:r>
                                    </m:sub>
                                  </m:sSub>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𝑘</m:t>
                                      </m:r>
                                    </m:e>
                                    <m:sub>
                                      <m:r>
                                        <a:rPr lang="pt-BR" i="1">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r>
                                    <a:rPr lang="pt-BR"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𝑘</m:t>
                                      </m:r>
                                    </m:e>
                                    <m:sub>
                                      <m:r>
                                        <a:rPr lang="pt-BR" i="1">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ea typeface="Cambria Math" panose="02040503050406030204" pitchFamily="18" charset="0"/>
                                    </a:rPr>
                                    <m:t>)</m:t>
                                  </m:r>
                                </m:num>
                                <m:den>
                                  <m:sSub>
                                    <m:sSubPr>
                                      <m:ctrlPr>
                                        <a:rPr lang="pt-BR" i="1">
                                          <a:latin typeface="Cambria Math" panose="02040503050406030204" pitchFamily="18" charset="0"/>
                                        </a:rPr>
                                      </m:ctrlPr>
                                    </m:sSubPr>
                                    <m:e>
                                      <m:r>
                                        <a:rPr lang="pt-BR" i="1">
                                          <a:latin typeface="Cambria Math" panose="02040503050406030204" pitchFamily="18" charset="0"/>
                                        </a:rPr>
                                        <m:t>𝛾</m:t>
                                      </m:r>
                                    </m:e>
                                    <m:sub>
                                      <m:r>
                                        <a:rPr lang="pt-BR" i="1">
                                          <a:latin typeface="Cambria Math" panose="02040503050406030204" pitchFamily="18" charset="0"/>
                                        </a:rPr>
                                        <m:t>𝑛</m:t>
                                      </m:r>
                                    </m:sub>
                                  </m:sSub>
                                  <m:d>
                                    <m:dPr>
                                      <m:ctrlPr>
                                        <a:rPr lang="pt-BR" i="1">
                                          <a:latin typeface="Cambria Math" panose="02040503050406030204" pitchFamily="18" charset="0"/>
                                          <a:ea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𝑘</m:t>
                                          </m:r>
                                        </m:e>
                                        <m:sub>
                                          <m:r>
                                            <a:rPr lang="pt-BR" i="1">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𝑘</m:t>
                                          </m:r>
                                        </m:e>
                                        <m:sub>
                                          <m:r>
                                            <a:rPr lang="pt-BR" i="1">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e>
                                  </m:d>
                                  <m:sSub>
                                    <m:sSubPr>
                                      <m:ctrlPr>
                                        <a:rPr lang="pt-BR" b="0" i="1" smtClean="0">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𝜇</m:t>
                                      </m:r>
                                    </m:e>
                                    <m:sub>
                                      <m:r>
                                        <a:rPr lang="pt-BR" b="0" i="1" smtClean="0">
                                          <a:latin typeface="Cambria Math" panose="02040503050406030204" pitchFamily="18" charset="0"/>
                                          <a:ea typeface="Cambria Math" panose="02040503050406030204" pitchFamily="18" charset="0"/>
                                        </a:rPr>
                                        <m:t>0</m:t>
                                      </m:r>
                                    </m:sub>
                                  </m:sSub>
                                </m:den>
                              </m:f>
                            </m:e>
                          </m:d>
                        </m:e>
                        <m:sup>
                          <m:r>
                            <a:rPr lang="pt-BR" b="0" i="1" smtClean="0">
                              <a:latin typeface="Cambria Math" panose="02040503050406030204" pitchFamily="18" charset="0"/>
                            </a:rPr>
                            <m:t> </m:t>
                          </m:r>
                        </m:sup>
                      </m:sSup>
                    </m:oMath>
                  </m:oMathPara>
                </a14:m>
                <a:endParaRPr lang="en-US" i="1"/>
              </a:p>
            </p:txBody>
          </p:sp>
        </mc:Choice>
        <mc:Fallback xmlns="">
          <p:sp>
            <p:nvSpPr>
              <p:cNvPr id="16" name="CaixaDeTexto 15">
                <a:extLst>
                  <a:ext uri="{FF2B5EF4-FFF2-40B4-BE49-F238E27FC236}">
                    <a16:creationId xmlns:a16="http://schemas.microsoft.com/office/drawing/2014/main" id="{48FA6079-991B-4683-141A-93E337636B1A}"/>
                  </a:ext>
                </a:extLst>
              </p:cNvPr>
              <p:cNvSpPr txBox="1">
                <a:spLocks noRot="1" noChangeAspect="1" noMove="1" noResize="1" noEditPoints="1" noAdjustHandles="1" noChangeArrowheads="1" noChangeShapeType="1" noTextEdit="1"/>
              </p:cNvSpPr>
              <p:nvPr/>
            </p:nvSpPr>
            <p:spPr>
              <a:xfrm>
                <a:off x="479376" y="5136298"/>
                <a:ext cx="5190639" cy="668966"/>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 name="CaixaDeTexto 16">
                <a:extLst>
                  <a:ext uri="{FF2B5EF4-FFF2-40B4-BE49-F238E27FC236}">
                    <a16:creationId xmlns:a16="http://schemas.microsoft.com/office/drawing/2014/main" id="{07CEF847-8888-F5EF-1FA6-DDC6B4A36C1B}"/>
                  </a:ext>
                </a:extLst>
              </p:cNvPr>
              <p:cNvSpPr txBox="1"/>
              <p:nvPr/>
            </p:nvSpPr>
            <p:spPr>
              <a:xfrm>
                <a:off x="6126649" y="2069344"/>
                <a:ext cx="5190639" cy="384144"/>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𝜒</m:t>
                          </m:r>
                        </m:e>
                        <m:sub>
                          <m:r>
                            <a:rPr lang="pt-BR" i="1">
                              <a:latin typeface="Cambria Math" panose="02040503050406030204" pitchFamily="18" charset="0"/>
                            </a:rPr>
                            <m:t>𝑛</m:t>
                          </m:r>
                        </m:sub>
                      </m:sSub>
                      <m:r>
                        <a:rPr lang="pt-BR" b="0" i="1" smtClean="0">
                          <a:latin typeface="Cambria Math" panose="02040503050406030204" pitchFamily="18" charset="0"/>
                        </a:rPr>
                        <m:t>(</m:t>
                      </m:r>
                      <m:r>
                        <a:rPr lang="pt-BR" b="0" i="1" smtClean="0">
                          <a:latin typeface="Cambria Math" panose="02040503050406030204" pitchFamily="18" charset="0"/>
                        </a:rPr>
                        <m:t>𝛼</m:t>
                      </m:r>
                      <m:r>
                        <a:rPr lang="pt-BR" b="0" i="1" smtClean="0">
                          <a:latin typeface="Cambria Math" panose="02040503050406030204" pitchFamily="18" charset="0"/>
                        </a:rPr>
                        <m:t>, </m:t>
                      </m:r>
                      <m:r>
                        <a:rPr lang="pt-BR" b="0" i="1" smtClean="0">
                          <a:latin typeface="Cambria Math" panose="02040503050406030204" pitchFamily="18" charset="0"/>
                        </a:rPr>
                        <m:t>𝛽</m:t>
                      </m:r>
                      <m:r>
                        <a:rPr lang="pt-BR" b="0" i="1" smtClean="0">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𝛽</m:t>
                          </m:r>
                          <m:d>
                            <m:dPr>
                              <m:begChr m:val="["/>
                              <m:endChr m:val="]"/>
                              <m:ctrlPr>
                                <a:rPr lang="pt-BR" i="1">
                                  <a:latin typeface="Cambria Math" panose="02040503050406030204" pitchFamily="18" charset="0"/>
                                </a:rPr>
                              </m:ctrlPr>
                            </m:dPr>
                            <m:e>
                              <m:sSubSup>
                                <m:sSubSupPr>
                                  <m:ctrlPr>
                                    <a:rPr lang="pt-BR" i="1">
                                      <a:latin typeface="Cambria Math" panose="02040503050406030204" pitchFamily="18" charset="0"/>
                                      <a:ea typeface="Cambria Math" panose="02040503050406030204" pitchFamily="18" charset="0"/>
                                    </a:rPr>
                                  </m:ctrlPr>
                                </m:sSubSupPr>
                                <m:e>
                                  <m:r>
                                    <a:rPr lang="pt-BR" b="0" i="1" smtClean="0">
                                      <a:latin typeface="Cambria Math" panose="02040503050406030204" pitchFamily="18" charset="0"/>
                                      <a:ea typeface="Cambria Math" panose="02040503050406030204" pitchFamily="18" charset="0"/>
                                    </a:rPr>
                                    <m:t>ℋ</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i="1">
                                      <a:latin typeface="Cambria Math" panose="02040503050406030204" pitchFamily="18" charset="0"/>
                                      <a:ea typeface="Cambria Math" panose="02040503050406030204" pitchFamily="18" charset="0"/>
                                    </a:rPr>
                                    <m:t>′</m:t>
                                  </m:r>
                                </m:sup>
                              </m:sSubSup>
                              <m:r>
                                <a:rPr lang="pt-BR" i="1">
                                  <a:latin typeface="Cambria Math" panose="02040503050406030204" pitchFamily="18" charset="0"/>
                                  <a:ea typeface="Cambria Math" panose="02040503050406030204" pitchFamily="18" charset="0"/>
                                </a:rPr>
                                <m:t>(</m:t>
                              </m:r>
                              <m:r>
                                <a:rPr lang="pt-BR" b="0" i="1" smtClean="0">
                                  <a:latin typeface="Cambria Math" panose="02040503050406030204" pitchFamily="18" charset="0"/>
                                </a:rPr>
                                <m:t>𝛽</m:t>
                              </m:r>
                              <m:r>
                                <a:rPr lang="pt-BR" i="1">
                                  <a:latin typeface="Cambria Math" panose="02040503050406030204" pitchFamily="18" charset="0"/>
                                  <a:ea typeface="Cambria Math" panose="02040503050406030204" pitchFamily="18" charset="0"/>
                                </a:rPr>
                                <m:t>)</m:t>
                              </m:r>
                              <m:sSubSup>
                                <m:sSubSupPr>
                                  <m:ctrlPr>
                                    <a:rPr lang="pt-BR" i="1">
                                      <a:latin typeface="Cambria Math" panose="02040503050406030204" pitchFamily="18" charset="0"/>
                                      <a:ea typeface="Cambria Math" panose="02040503050406030204" pitchFamily="18" charset="0"/>
                                    </a:rPr>
                                  </m:ctrlPr>
                                </m:sSubSupPr>
                                <m:e>
                                  <m:r>
                                    <a:rPr lang="pt-BR" b="0" i="1" smtClean="0">
                                      <a:latin typeface="Cambria Math" panose="02040503050406030204" pitchFamily="18" charset="0"/>
                                      <a:ea typeface="Cambria Math" panose="02040503050406030204" pitchFamily="18" charset="0"/>
                                    </a:rPr>
                                    <m:t>𝒦</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b="0" i="1" smtClean="0">
                                      <a:latin typeface="Cambria Math" panose="02040503050406030204" pitchFamily="18" charset="0"/>
                                      <a:ea typeface="Cambria Math" panose="02040503050406030204" pitchFamily="18" charset="0"/>
                                    </a:rPr>
                                    <m:t> </m:t>
                                  </m:r>
                                </m:sup>
                              </m:sSubSup>
                              <m:r>
                                <a:rPr lang="pt-BR" i="1">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𝛼</m:t>
                              </m:r>
                              <m:r>
                                <a:rPr lang="pt-BR" i="1">
                                  <a:latin typeface="Cambria Math" panose="02040503050406030204" pitchFamily="18" charset="0"/>
                                  <a:ea typeface="Cambria Math" panose="02040503050406030204" pitchFamily="18" charset="0"/>
                                </a:rPr>
                                <m:t>)</m:t>
                              </m:r>
                              <m:r>
                                <a:rPr lang="pt-BR" b="0" i="1" smtClean="0">
                                  <a:latin typeface="Cambria Math" panose="02040503050406030204" pitchFamily="18" charset="0"/>
                                </a:rPr>
                                <m:t>−</m:t>
                              </m:r>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ℋ</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b="0" i="1" smtClean="0">
                                      <a:latin typeface="Cambria Math" panose="02040503050406030204" pitchFamily="18" charset="0"/>
                                      <a:ea typeface="Cambria Math" panose="02040503050406030204" pitchFamily="18" charset="0"/>
                                    </a:rPr>
                                    <m:t> </m:t>
                                  </m:r>
                                </m:sup>
                              </m:sSubSup>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𝛼</m:t>
                              </m:r>
                              <m:r>
                                <a:rPr lang="pt-BR" i="1">
                                  <a:latin typeface="Cambria Math" panose="02040503050406030204" pitchFamily="18" charset="0"/>
                                  <a:ea typeface="Cambria Math" panose="02040503050406030204" pitchFamily="18" charset="0"/>
                                </a:rPr>
                                <m:t>)</m:t>
                              </m:r>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𝒦</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b="0" i="1" smtClean="0">
                                      <a:latin typeface="Cambria Math" panose="02040503050406030204" pitchFamily="18" charset="0"/>
                                      <a:ea typeface="Cambria Math" panose="02040503050406030204" pitchFamily="18" charset="0"/>
                                    </a:rPr>
                                    <m:t>′</m:t>
                                  </m:r>
                                </m:sup>
                              </m:sSubSup>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𝛽</m:t>
                              </m:r>
                              <m:r>
                                <a:rPr lang="pt-BR" i="1">
                                  <a:latin typeface="Cambria Math" panose="02040503050406030204" pitchFamily="18" charset="0"/>
                                  <a:ea typeface="Cambria Math" panose="02040503050406030204" pitchFamily="18" charset="0"/>
                                </a:rPr>
                                <m:t>)</m:t>
                              </m:r>
                            </m:e>
                          </m:d>
                        </m:e>
                        <m:sup>
                          <m:r>
                            <a:rPr lang="pt-BR" b="0" i="1" smtClean="0">
                              <a:latin typeface="Cambria Math" panose="02040503050406030204" pitchFamily="18" charset="0"/>
                            </a:rPr>
                            <m:t> </m:t>
                          </m:r>
                        </m:sup>
                      </m:sSup>
                    </m:oMath>
                  </m:oMathPara>
                </a14:m>
                <a:endParaRPr lang="en-US" i="1"/>
              </a:p>
            </p:txBody>
          </p:sp>
        </mc:Choice>
        <mc:Fallback xmlns="">
          <p:sp>
            <p:nvSpPr>
              <p:cNvPr id="17" name="CaixaDeTexto 16">
                <a:extLst>
                  <a:ext uri="{FF2B5EF4-FFF2-40B4-BE49-F238E27FC236}">
                    <a16:creationId xmlns:a16="http://schemas.microsoft.com/office/drawing/2014/main" id="{07CEF847-8888-F5EF-1FA6-DDC6B4A36C1B}"/>
                  </a:ext>
                </a:extLst>
              </p:cNvPr>
              <p:cNvSpPr txBox="1">
                <a:spLocks noRot="1" noChangeAspect="1" noMove="1" noResize="1" noEditPoints="1" noAdjustHandles="1" noChangeArrowheads="1" noChangeShapeType="1" noTextEdit="1"/>
              </p:cNvSpPr>
              <p:nvPr/>
            </p:nvSpPr>
            <p:spPr>
              <a:xfrm>
                <a:off x="6126649" y="2069344"/>
                <a:ext cx="5190639" cy="384144"/>
              </a:xfrm>
              <a:prstGeom prst="rect">
                <a:avLst/>
              </a:prstGeom>
              <a:blipFill>
                <a:blip r:embed="rId9"/>
                <a:stretch>
                  <a:fillRect b="-317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7" name="CaixaDeTexto 26">
                <a:extLst>
                  <a:ext uri="{FF2B5EF4-FFF2-40B4-BE49-F238E27FC236}">
                    <a16:creationId xmlns:a16="http://schemas.microsoft.com/office/drawing/2014/main" id="{50F9B6F9-FE68-B0A1-8D70-A34D008534BB}"/>
                  </a:ext>
                </a:extLst>
              </p:cNvPr>
              <p:cNvSpPr txBox="1"/>
              <p:nvPr/>
            </p:nvSpPr>
            <p:spPr>
              <a:xfrm>
                <a:off x="6126649" y="2539218"/>
                <a:ext cx="5190639" cy="366511"/>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𝛾</m:t>
                          </m:r>
                        </m:e>
                        <m:sub>
                          <m:r>
                            <a:rPr lang="pt-BR" i="1">
                              <a:latin typeface="Cambria Math" panose="02040503050406030204" pitchFamily="18" charset="0"/>
                            </a:rPr>
                            <m:t>𝑛</m:t>
                          </m:r>
                        </m:sub>
                      </m:sSub>
                      <m:r>
                        <a:rPr lang="pt-BR" b="0" i="1" smtClean="0">
                          <a:latin typeface="Cambria Math" panose="02040503050406030204" pitchFamily="18" charset="0"/>
                        </a:rPr>
                        <m:t>(</m:t>
                      </m:r>
                      <m:r>
                        <a:rPr lang="pt-BR" b="0" i="1" smtClean="0">
                          <a:latin typeface="Cambria Math" panose="02040503050406030204" pitchFamily="18" charset="0"/>
                        </a:rPr>
                        <m:t>𝛼</m:t>
                      </m:r>
                      <m:r>
                        <a:rPr lang="pt-BR" b="0" i="1" smtClean="0">
                          <a:latin typeface="Cambria Math" panose="02040503050406030204" pitchFamily="18" charset="0"/>
                        </a:rPr>
                        <m:t>, </m:t>
                      </m:r>
                      <m:r>
                        <a:rPr lang="pt-BR" b="0" i="1" smtClean="0">
                          <a:latin typeface="Cambria Math" panose="02040503050406030204" pitchFamily="18" charset="0"/>
                        </a:rPr>
                        <m:t>𝛽</m:t>
                      </m:r>
                      <m:r>
                        <a:rPr lang="pt-BR" b="0" i="1" smtClean="0">
                          <a:latin typeface="Cambria Math" panose="02040503050406030204" pitchFamily="18" charset="0"/>
                        </a:rPr>
                        <m:t>)=</m:t>
                      </m:r>
                      <m:sSup>
                        <m:sSupPr>
                          <m:ctrlPr>
                            <a:rPr lang="pt-BR" i="1">
                              <a:latin typeface="Cambria Math" panose="02040503050406030204" pitchFamily="18" charset="0"/>
                            </a:rPr>
                          </m:ctrlPr>
                        </m:sSupPr>
                        <m:e>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ℋ</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i="1">
                                  <a:latin typeface="Cambria Math" panose="02040503050406030204" pitchFamily="18" charset="0"/>
                                  <a:ea typeface="Cambria Math" panose="02040503050406030204" pitchFamily="18" charset="0"/>
                                </a:rPr>
                                <m:t> </m:t>
                              </m:r>
                            </m:sup>
                          </m:sSubSup>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𝛼</m:t>
                              </m:r>
                            </m:e>
                          </m:d>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𝒦</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i="1">
                                  <a:latin typeface="Cambria Math" panose="02040503050406030204" pitchFamily="18" charset="0"/>
                                  <a:ea typeface="Cambria Math" panose="02040503050406030204" pitchFamily="18" charset="0"/>
                                </a:rPr>
                                <m:t> </m:t>
                              </m:r>
                            </m:sup>
                          </m:sSubSup>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rPr>
                                <m:t>𝛽</m:t>
                              </m:r>
                            </m:e>
                          </m:d>
                          <m:r>
                            <a:rPr lang="pt-BR" b="0" i="1" smtClean="0">
                              <a:latin typeface="Cambria Math" panose="02040503050406030204" pitchFamily="18" charset="0"/>
                              <a:ea typeface="Cambria Math" panose="02040503050406030204" pitchFamily="18" charset="0"/>
                            </a:rPr>
                            <m:t>−</m:t>
                          </m:r>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ℋ</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b="0" i="1" smtClean="0">
                                  <a:latin typeface="Cambria Math" panose="02040503050406030204" pitchFamily="18" charset="0"/>
                                  <a:ea typeface="Cambria Math" panose="02040503050406030204" pitchFamily="18" charset="0"/>
                                </a:rPr>
                                <m:t> </m:t>
                              </m:r>
                            </m:sup>
                          </m:sSubSup>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𝛽</m:t>
                          </m:r>
                          <m:r>
                            <a:rPr lang="pt-BR" i="1">
                              <a:latin typeface="Cambria Math" panose="02040503050406030204" pitchFamily="18" charset="0"/>
                              <a:ea typeface="Cambria Math" panose="02040503050406030204" pitchFamily="18" charset="0"/>
                            </a:rPr>
                            <m:t>)</m:t>
                          </m:r>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𝒦</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i="1">
                                  <a:latin typeface="Cambria Math" panose="02040503050406030204" pitchFamily="18" charset="0"/>
                                  <a:ea typeface="Cambria Math" panose="02040503050406030204" pitchFamily="18" charset="0"/>
                                </a:rPr>
                                <m:t> </m:t>
                              </m:r>
                            </m:sup>
                          </m:sSubSup>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𝛼</m:t>
                          </m:r>
                          <m:r>
                            <a:rPr lang="pt-BR" i="1">
                              <a:latin typeface="Cambria Math" panose="02040503050406030204" pitchFamily="18" charset="0"/>
                              <a:ea typeface="Cambria Math" panose="02040503050406030204" pitchFamily="18" charset="0"/>
                            </a:rPr>
                            <m:t>)</m:t>
                          </m:r>
                        </m:e>
                        <m:sup>
                          <m:r>
                            <a:rPr lang="pt-BR" b="0" i="1" smtClean="0">
                              <a:latin typeface="Cambria Math" panose="02040503050406030204" pitchFamily="18" charset="0"/>
                            </a:rPr>
                            <m:t> </m:t>
                          </m:r>
                        </m:sup>
                      </m:sSup>
                    </m:oMath>
                  </m:oMathPara>
                </a14:m>
                <a:endParaRPr lang="en-US" i="1"/>
              </a:p>
            </p:txBody>
          </p:sp>
        </mc:Choice>
        <mc:Fallback xmlns="">
          <p:sp>
            <p:nvSpPr>
              <p:cNvPr id="27" name="CaixaDeTexto 26">
                <a:extLst>
                  <a:ext uri="{FF2B5EF4-FFF2-40B4-BE49-F238E27FC236}">
                    <a16:creationId xmlns:a16="http://schemas.microsoft.com/office/drawing/2014/main" id="{50F9B6F9-FE68-B0A1-8D70-A34D008534BB}"/>
                  </a:ext>
                </a:extLst>
              </p:cNvPr>
              <p:cNvSpPr txBox="1">
                <a:spLocks noRot="1" noChangeAspect="1" noMove="1" noResize="1" noEditPoints="1" noAdjustHandles="1" noChangeArrowheads="1" noChangeShapeType="1" noTextEdit="1"/>
              </p:cNvSpPr>
              <p:nvPr/>
            </p:nvSpPr>
            <p:spPr>
              <a:xfrm>
                <a:off x="6126649" y="2539218"/>
                <a:ext cx="5190639" cy="366511"/>
              </a:xfrm>
              <a:prstGeom prst="rect">
                <a:avLst/>
              </a:prstGeom>
              <a:blipFill>
                <a:blip r:embed="rId10"/>
                <a:stretch>
                  <a:fillRect b="-333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7" name="CaixaDeTexto 46">
                <a:extLst>
                  <a:ext uri="{FF2B5EF4-FFF2-40B4-BE49-F238E27FC236}">
                    <a16:creationId xmlns:a16="http://schemas.microsoft.com/office/drawing/2014/main" id="{0E950DE1-C6C8-5F2E-4F3E-042649CB4B1C}"/>
                  </a:ext>
                </a:extLst>
              </p:cNvPr>
              <p:cNvSpPr txBox="1"/>
              <p:nvPr/>
            </p:nvSpPr>
            <p:spPr>
              <a:xfrm>
                <a:off x="6126649" y="3032956"/>
                <a:ext cx="5190639" cy="390492"/>
              </a:xfrm>
              <a:prstGeom prst="rect">
                <a:avLst/>
              </a:prstGeom>
              <a:noFill/>
            </p:spPr>
            <p:txBody>
              <a:bodyPr wrap="square">
                <a:spAutoFit/>
              </a:bodyPr>
              <a:lstStyle>
                <a:defPPr>
                  <a:defRPr lang="pt-BR"/>
                </a:defPPr>
                <a:lvl1pPr>
                  <a:defRPr sz="1600"/>
                </a:lvl1pPr>
              </a:lstStyle>
              <a:p>
                <a14:m>
                  <m:oMath xmlns:m="http://schemas.openxmlformats.org/officeDocument/2006/math">
                    <m:r>
                      <a:rPr lang="pt-BR" i="1" smtClean="0">
                        <a:latin typeface="Cambria Math" panose="02040503050406030204" pitchFamily="18" charset="0"/>
                      </a:rPr>
                      <m:t>𝑘</m:t>
                    </m:r>
                    <m:r>
                      <a:rPr lang="pt-BR" b="0" i="1" smtClean="0">
                        <a:latin typeface="Cambria Math" panose="02040503050406030204" pitchFamily="18" charset="0"/>
                      </a:rPr>
                      <m:t>=</m:t>
                    </m:r>
                    <m:rad>
                      <m:radPr>
                        <m:degHide m:val="on"/>
                        <m:ctrlPr>
                          <a:rPr lang="pt-BR" b="0" i="1" smtClean="0">
                            <a:latin typeface="Cambria Math" panose="02040503050406030204" pitchFamily="18" charset="0"/>
                          </a:rPr>
                        </m:ctrlPr>
                      </m:radPr>
                      <m:deg/>
                      <m:e>
                        <m:r>
                          <a:rPr lang="pt-BR" b="0" i="1" smtClean="0">
                            <a:latin typeface="Cambria Math" panose="02040503050406030204" pitchFamily="18" charset="0"/>
                          </a:rPr>
                          <m:t>𝜔𝜇</m:t>
                        </m:r>
                        <m:r>
                          <a:rPr lang="pt-BR" b="0" i="1" smtClean="0">
                            <a:latin typeface="Cambria Math" panose="02040503050406030204" pitchFamily="18" charset="0"/>
                          </a:rPr>
                          <m:t>(</m:t>
                        </m:r>
                        <m:r>
                          <a:rPr lang="pt-BR" b="0" i="1" smtClean="0">
                            <a:latin typeface="Cambria Math" panose="02040503050406030204" pitchFamily="18" charset="0"/>
                          </a:rPr>
                          <m:t>𝜔𝜀</m:t>
                        </m:r>
                        <m:r>
                          <a:rPr lang="pt-BR" b="0" i="1" smtClean="0">
                            <a:latin typeface="Cambria Math" panose="02040503050406030204" pitchFamily="18" charset="0"/>
                          </a:rPr>
                          <m:t>−</m:t>
                        </m:r>
                        <m:r>
                          <a:rPr lang="pt-BR" b="0" i="1" smtClean="0">
                            <a:latin typeface="Cambria Math" panose="02040503050406030204" pitchFamily="18" charset="0"/>
                          </a:rPr>
                          <m:t>𝑗</m:t>
                        </m:r>
                        <m:r>
                          <a:rPr lang="pt-BR" b="0" i="1" smtClean="0">
                            <a:latin typeface="Cambria Math" panose="02040503050406030204" pitchFamily="18" charset="0"/>
                          </a:rPr>
                          <m:t>𝜎</m:t>
                        </m:r>
                        <m:r>
                          <a:rPr lang="pt-BR" b="0" i="1" smtClean="0">
                            <a:latin typeface="Cambria Math" panose="02040503050406030204" pitchFamily="18" charset="0"/>
                          </a:rPr>
                          <m:t>)</m:t>
                        </m:r>
                      </m:e>
                    </m:rad>
                  </m:oMath>
                </a14:m>
                <a:r>
                  <a:rPr lang="en-US" i="1"/>
                  <a:t>,     </a:t>
                </a:r>
                <a14:m>
                  <m:oMath xmlns:m="http://schemas.openxmlformats.org/officeDocument/2006/math">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r>
                      <a:rPr lang="pt-BR" i="1">
                        <a:latin typeface="Cambria Math" panose="02040503050406030204" pitchFamily="18" charset="0"/>
                      </a:rPr>
                      <m:t>=</m:t>
                    </m:r>
                    <m:r>
                      <a:rPr lang="pt-BR" i="1">
                        <a:latin typeface="Cambria Math" panose="02040503050406030204" pitchFamily="18" charset="0"/>
                      </a:rPr>
                      <m:t>𝜔</m:t>
                    </m:r>
                    <m:rad>
                      <m:radPr>
                        <m:degHide m:val="on"/>
                        <m:ctrlPr>
                          <a:rPr lang="pt-BR" i="1">
                            <a:latin typeface="Cambria Math" panose="02040503050406030204" pitchFamily="18" charset="0"/>
                          </a:rPr>
                        </m:ctrlPr>
                      </m:radPr>
                      <m:deg/>
                      <m:e>
                        <m:sSub>
                          <m:sSubPr>
                            <m:ctrlPr>
                              <a:rPr lang="pt-BR" b="0" i="1" smtClean="0">
                                <a:latin typeface="Cambria Math" panose="02040503050406030204" pitchFamily="18" charset="0"/>
                              </a:rPr>
                            </m:ctrlPr>
                          </m:sSubPr>
                          <m:e>
                            <m:r>
                              <a:rPr lang="pt-BR" i="1">
                                <a:latin typeface="Cambria Math" panose="02040503050406030204" pitchFamily="18" charset="0"/>
                              </a:rPr>
                              <m:t>𝜇</m:t>
                            </m:r>
                          </m:e>
                          <m:sub>
                            <m:r>
                              <a:rPr lang="pt-BR" b="0" i="1" smtClean="0">
                                <a:latin typeface="Cambria Math" panose="02040503050406030204" pitchFamily="18" charset="0"/>
                              </a:rPr>
                              <m:t>0</m:t>
                            </m:r>
                          </m:sub>
                        </m:sSub>
                        <m:sSub>
                          <m:sSubPr>
                            <m:ctrlPr>
                              <a:rPr lang="pt-BR" b="0"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e>
                    </m:rad>
                  </m:oMath>
                </a14:m>
                <a:endParaRPr lang="en-US" i="1"/>
              </a:p>
            </p:txBody>
          </p:sp>
        </mc:Choice>
        <mc:Fallback xmlns="">
          <p:sp>
            <p:nvSpPr>
              <p:cNvPr id="47" name="CaixaDeTexto 46">
                <a:extLst>
                  <a:ext uri="{FF2B5EF4-FFF2-40B4-BE49-F238E27FC236}">
                    <a16:creationId xmlns:a16="http://schemas.microsoft.com/office/drawing/2014/main" id="{0E950DE1-C6C8-5F2E-4F3E-042649CB4B1C}"/>
                  </a:ext>
                </a:extLst>
              </p:cNvPr>
              <p:cNvSpPr txBox="1">
                <a:spLocks noRot="1" noChangeAspect="1" noMove="1" noResize="1" noEditPoints="1" noAdjustHandles="1" noChangeArrowheads="1" noChangeShapeType="1" noTextEdit="1"/>
              </p:cNvSpPr>
              <p:nvPr/>
            </p:nvSpPr>
            <p:spPr>
              <a:xfrm>
                <a:off x="6126649" y="3032956"/>
                <a:ext cx="5190639" cy="390492"/>
              </a:xfrm>
              <a:prstGeom prst="rect">
                <a:avLst/>
              </a:prstGeom>
              <a:blipFill>
                <a:blip r:embed="rId11"/>
                <a:stretch>
                  <a:fillRect b="-1718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1" name="CaixaDeTexto 50">
                <a:extLst>
                  <a:ext uri="{FF2B5EF4-FFF2-40B4-BE49-F238E27FC236}">
                    <a16:creationId xmlns:a16="http://schemas.microsoft.com/office/drawing/2014/main" id="{C2B293B5-7F56-F9D2-9B12-0AD0544FF3FC}"/>
                  </a:ext>
                </a:extLst>
              </p:cNvPr>
              <p:cNvSpPr txBox="1"/>
              <p:nvPr/>
            </p:nvSpPr>
            <p:spPr>
              <a:xfrm>
                <a:off x="479425" y="1365250"/>
                <a:ext cx="5603676" cy="400110"/>
              </a:xfrm>
              <a:prstGeom prst="rect">
                <a:avLst/>
              </a:prstGeom>
              <a:noFill/>
            </p:spPr>
            <p:txBody>
              <a:bodyPr wrap="square">
                <a:spAutoFit/>
              </a:bodyPr>
              <a:lstStyle>
                <a:defPPr>
                  <a:defRPr lang="pt-BR"/>
                </a:defPPr>
                <a:lvl1pPr>
                  <a:defRPr sz="1600"/>
                </a:lvl1pPr>
              </a:lstStyle>
              <a:p>
                <a14:m>
                  <m:oMath xmlns:m="http://schemas.openxmlformats.org/officeDocument/2006/math">
                    <m:sSup>
                      <m:sSupPr>
                        <m:ctrlPr>
                          <a:rPr lang="pt-BR" b="0" i="1" smtClean="0">
                            <a:latin typeface="Cambria Math" panose="02040503050406030204" pitchFamily="18" charset="0"/>
                          </a:rPr>
                        </m:ctrlPr>
                      </m:sSupPr>
                      <m:e>
                        <m:r>
                          <a:rPr lang="en-US" b="1" i="1" smtClean="0">
                            <a:latin typeface="Cambria Math" panose="02040503050406030204" pitchFamily="18" charset="0"/>
                          </a:rPr>
                          <m:t>𝒀</m:t>
                        </m:r>
                      </m:e>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p>
                  </m:oMath>
                </a14:m>
                <a:r>
                  <a:rPr lang="en-US"/>
                  <a:t>, </a:t>
                </a:r>
                <a14:m>
                  <m:oMath xmlns:m="http://schemas.openxmlformats.org/officeDocument/2006/math">
                    <m:sSubSup>
                      <m:sSubSupPr>
                        <m:ctrlPr>
                          <a:rPr lang="pt-BR" b="1" i="1" smtClean="0">
                            <a:latin typeface="Cambria Math" panose="02040503050406030204" pitchFamily="18" charset="0"/>
                          </a:rPr>
                        </m:ctrlPr>
                      </m:sSubSupPr>
                      <m:e>
                        <m:r>
                          <a:rPr lang="en-US" b="1" i="1">
                            <a:latin typeface="Cambria Math" panose="02040503050406030204" pitchFamily="18" charset="0"/>
                          </a:rPr>
                          <m:t>𝒀</m:t>
                        </m:r>
                      </m:e>
                      <m:sub>
                        <m:r>
                          <a:rPr lang="pt-BR" b="0" i="1" smtClean="0">
                            <a:latin typeface="Cambria Math" panose="02040503050406030204" pitchFamily="18" charset="0"/>
                          </a:rPr>
                          <m:t>11</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oMath>
                </a14:m>
                <a:r>
                  <a:rPr lang="en-US"/>
                  <a:t>, </a:t>
                </a:r>
                <a14:m>
                  <m:oMath xmlns:m="http://schemas.openxmlformats.org/officeDocument/2006/math">
                    <m:sSubSup>
                      <m:sSubSupPr>
                        <m:ctrlPr>
                          <a:rPr lang="pt-BR" b="1" i="1">
                            <a:latin typeface="Cambria Math" panose="02040503050406030204" pitchFamily="18" charset="0"/>
                          </a:rPr>
                        </m:ctrlPr>
                      </m:sSubSupPr>
                      <m:e>
                        <m:r>
                          <a:rPr lang="en-US" b="1" i="1">
                            <a:latin typeface="Cambria Math" panose="02040503050406030204" pitchFamily="18" charset="0"/>
                          </a:rPr>
                          <m:t>𝒀</m:t>
                        </m:r>
                      </m:e>
                      <m:sub>
                        <m:r>
                          <a:rPr lang="pt-BR" i="1">
                            <a:latin typeface="Cambria Math" panose="02040503050406030204" pitchFamily="18" charset="0"/>
                          </a:rPr>
                          <m:t>1</m:t>
                        </m:r>
                        <m:r>
                          <a:rPr lang="pt-BR" b="0" i="1" smtClean="0">
                            <a:latin typeface="Cambria Math" panose="02040503050406030204" pitchFamily="18" charset="0"/>
                          </a:rPr>
                          <m:t>2</m:t>
                        </m:r>
                      </m:sub>
                      <m:sup>
                        <m:r>
                          <a:rPr lang="pt-BR" i="1">
                            <a:latin typeface="Cambria Math" panose="02040503050406030204" pitchFamily="18" charset="0"/>
                          </a:rPr>
                          <m:t>(</m:t>
                        </m:r>
                        <m:r>
                          <a:rPr lang="pt-BR" b="1" i="1" smtClean="0">
                            <a:latin typeface="Cambria Math" panose="02040503050406030204" pitchFamily="18" charset="0"/>
                          </a:rPr>
                          <m:t>𝒑</m:t>
                        </m:r>
                        <m:r>
                          <a:rPr lang="pt-BR" b="1" i="1" smtClean="0">
                            <a:latin typeface="Cambria Math" panose="02040503050406030204" pitchFamily="18" charset="0"/>
                          </a:rPr>
                          <m:t>)</m:t>
                        </m:r>
                      </m:sup>
                    </m:sSubSup>
                  </m:oMath>
                </a14:m>
                <a:r>
                  <a:rPr lang="en-US"/>
                  <a:t>,</a:t>
                </a:r>
                <a:r>
                  <a:rPr lang="pt-BR" b="1"/>
                  <a:t> </a:t>
                </a:r>
                <a14:m>
                  <m:oMath xmlns:m="http://schemas.openxmlformats.org/officeDocument/2006/math">
                    <m:sSubSup>
                      <m:sSubSupPr>
                        <m:ctrlPr>
                          <a:rPr lang="pt-BR" b="1" i="1">
                            <a:latin typeface="Cambria Math" panose="02040503050406030204" pitchFamily="18" charset="0"/>
                          </a:rPr>
                        </m:ctrlPr>
                      </m:sSubSupPr>
                      <m:e>
                        <m:r>
                          <a:rPr lang="en-US" b="1" i="1">
                            <a:latin typeface="Cambria Math" panose="02040503050406030204" pitchFamily="18" charset="0"/>
                          </a:rPr>
                          <m:t>𝒀</m:t>
                        </m:r>
                      </m:e>
                      <m:sub>
                        <m:r>
                          <a:rPr lang="pt-BR" b="0" i="1" smtClean="0">
                            <a:latin typeface="Cambria Math" panose="02040503050406030204" pitchFamily="18" charset="0"/>
                          </a:rPr>
                          <m:t>2</m:t>
                        </m:r>
                        <m:r>
                          <a:rPr lang="pt-BR" i="1">
                            <a:latin typeface="Cambria Math" panose="02040503050406030204" pitchFamily="18" charset="0"/>
                          </a:rPr>
                          <m:t>1</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oMath>
                </a14:m>
                <a:r>
                  <a:rPr lang="en-US"/>
                  <a:t> e </a:t>
                </a:r>
                <a14:m>
                  <m:oMath xmlns:m="http://schemas.openxmlformats.org/officeDocument/2006/math">
                    <m:sSubSup>
                      <m:sSubSupPr>
                        <m:ctrlPr>
                          <a:rPr lang="pt-BR" b="1" i="1">
                            <a:latin typeface="Cambria Math" panose="02040503050406030204" pitchFamily="18" charset="0"/>
                          </a:rPr>
                        </m:ctrlPr>
                      </m:sSubSupPr>
                      <m:e>
                        <m:r>
                          <a:rPr lang="en-US" b="1" i="1">
                            <a:latin typeface="Cambria Math" panose="02040503050406030204" pitchFamily="18" charset="0"/>
                          </a:rPr>
                          <m:t>𝒀</m:t>
                        </m:r>
                      </m:e>
                      <m:sub>
                        <m:r>
                          <a:rPr lang="pt-BR" b="0" i="1" smtClean="0">
                            <a:latin typeface="Cambria Math" panose="02040503050406030204" pitchFamily="18" charset="0"/>
                          </a:rPr>
                          <m:t>22</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oMath>
                </a14:m>
                <a:r>
                  <a:rPr lang="pt-BR"/>
                  <a:t> </a:t>
                </a:r>
                <a:r>
                  <a:rPr lang="en-US"/>
                  <a:t>are diagonal matrices with entries:</a:t>
                </a:r>
                <a:endParaRPr lang="pt-BR"/>
              </a:p>
            </p:txBody>
          </p:sp>
        </mc:Choice>
        <mc:Fallback xmlns="">
          <p:sp>
            <p:nvSpPr>
              <p:cNvPr id="51" name="CaixaDeTexto 50">
                <a:extLst>
                  <a:ext uri="{FF2B5EF4-FFF2-40B4-BE49-F238E27FC236}">
                    <a16:creationId xmlns:a16="http://schemas.microsoft.com/office/drawing/2014/main" id="{C2B293B5-7F56-F9D2-9B12-0AD0544FF3FC}"/>
                  </a:ext>
                </a:extLst>
              </p:cNvPr>
              <p:cNvSpPr txBox="1">
                <a:spLocks noRot="1" noChangeAspect="1" noMove="1" noResize="1" noEditPoints="1" noAdjustHandles="1" noChangeArrowheads="1" noChangeShapeType="1" noTextEdit="1"/>
              </p:cNvSpPr>
              <p:nvPr/>
            </p:nvSpPr>
            <p:spPr>
              <a:xfrm>
                <a:off x="479425" y="1365250"/>
                <a:ext cx="5603676" cy="400110"/>
              </a:xfrm>
              <a:prstGeom prst="rect">
                <a:avLst/>
              </a:prstGeom>
              <a:blipFill>
                <a:blip r:embed="rId12"/>
                <a:stretch>
                  <a:fillRect b="-16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2" name="CaixaDeTexto 51">
                <a:extLst>
                  <a:ext uri="{FF2B5EF4-FFF2-40B4-BE49-F238E27FC236}">
                    <a16:creationId xmlns:a16="http://schemas.microsoft.com/office/drawing/2014/main" id="{4EF34342-3A16-41A5-661C-6076FEB49EAA}"/>
                  </a:ext>
                </a:extLst>
              </p:cNvPr>
              <p:cNvSpPr txBox="1"/>
              <p:nvPr/>
            </p:nvSpPr>
            <p:spPr>
              <a:xfrm>
                <a:off x="6083100" y="3673400"/>
                <a:ext cx="5485508" cy="1903534"/>
              </a:xfrm>
              <a:prstGeom prst="rect">
                <a:avLst/>
              </a:prstGeom>
              <a:noFill/>
            </p:spPr>
            <p:txBody>
              <a:bodyPr wrap="square">
                <a:spAutoFit/>
              </a:bodyPr>
              <a:lstStyle>
                <a:defPPr>
                  <a:defRPr lang="pt-BR"/>
                </a:defPPr>
                <a:lvl1pPr>
                  <a:defRPr sz="1600"/>
                </a:lvl1pPr>
              </a:lstStyle>
              <a:p>
                <a:pPr>
                  <a:lnSpc>
                    <a:spcPct val="150000"/>
                  </a:lnSpc>
                </a:pPr>
                <a14:m>
                  <m:oMath xmlns:m="http://schemas.openxmlformats.org/officeDocument/2006/math">
                    <m:sSubSup>
                      <m:sSubSupPr>
                        <m:ctrlPr>
                          <a:rPr lang="pt-BR" sz="1600" i="1" smtClean="0">
                            <a:latin typeface="Cambria Math" panose="02040503050406030204" pitchFamily="18" charset="0"/>
                            <a:ea typeface="Cambria Math" panose="02040503050406030204" pitchFamily="18" charset="0"/>
                          </a:rPr>
                        </m:ctrlPr>
                      </m:sSubSupPr>
                      <m:e>
                        <m:r>
                          <a:rPr lang="pt-BR" sz="1600" i="1">
                            <a:latin typeface="Cambria Math" panose="02040503050406030204" pitchFamily="18" charset="0"/>
                            <a:ea typeface="Cambria Math" panose="02040503050406030204" pitchFamily="18" charset="0"/>
                          </a:rPr>
                          <m:t>𝒥</m:t>
                        </m:r>
                      </m:e>
                      <m:sub>
                        <m:r>
                          <a:rPr lang="pt-BR" sz="1600" b="0" i="1" smtClean="0">
                            <a:latin typeface="Cambria Math" panose="02040503050406030204" pitchFamily="18" charset="0"/>
                            <a:ea typeface="Cambria Math" panose="02040503050406030204" pitchFamily="18" charset="0"/>
                          </a:rPr>
                          <m:t>𝑛</m:t>
                        </m:r>
                      </m:sub>
                      <m:sup>
                        <m:r>
                          <a:rPr lang="pt-BR" sz="1600" b="0" i="1" smtClean="0">
                            <a:latin typeface="Cambria Math" panose="02040503050406030204" pitchFamily="18" charset="0"/>
                            <a:ea typeface="Cambria Math" panose="02040503050406030204" pitchFamily="18" charset="0"/>
                          </a:rPr>
                          <m:t> </m:t>
                        </m:r>
                      </m:sup>
                    </m:sSubSup>
                    <m:r>
                      <a:rPr lang="pt-BR" sz="1600" i="1">
                        <a:latin typeface="Cambria Math" panose="02040503050406030204" pitchFamily="18" charset="0"/>
                        <a:ea typeface="Cambria Math" panose="02040503050406030204" pitchFamily="18" charset="0"/>
                      </a:rPr>
                      <m:t>(</m:t>
                    </m:r>
                    <m:r>
                      <a:rPr lang="pt-BR" sz="1600" b="0" i="1" smtClean="0">
                        <a:latin typeface="Cambria Math" panose="02040503050406030204" pitchFamily="18" charset="0"/>
                        <a:ea typeface="Cambria Math" panose="02040503050406030204" pitchFamily="18" charset="0"/>
                      </a:rPr>
                      <m:t>.</m:t>
                    </m:r>
                    <m:r>
                      <a:rPr lang="pt-BR" sz="1600" i="1" smtClean="0">
                        <a:latin typeface="Cambria Math" panose="02040503050406030204" pitchFamily="18" charset="0"/>
                        <a:ea typeface="Cambria Math" panose="02040503050406030204" pitchFamily="18" charset="0"/>
                      </a:rPr>
                      <m:t>)</m:t>
                    </m:r>
                    <m:r>
                      <a:rPr lang="pt-BR" sz="1600" i="1">
                        <a:latin typeface="Cambria Math" panose="02040503050406030204" pitchFamily="18" charset="0"/>
                        <a:ea typeface="Cambria Math" panose="02040503050406030204" pitchFamily="18" charset="0"/>
                      </a:rPr>
                      <m:t> </m:t>
                    </m:r>
                  </m:oMath>
                </a14:m>
                <a:r>
                  <a:rPr lang="en-US"/>
                  <a:t>is the </a:t>
                </a:r>
                <a:r>
                  <a:rPr lang="en-US" i="1"/>
                  <a:t>Bessel</a:t>
                </a:r>
                <a:r>
                  <a:rPr lang="en-US"/>
                  <a:t> function of the </a:t>
                </a:r>
                <a14:m>
                  <m:oMath xmlns:m="http://schemas.openxmlformats.org/officeDocument/2006/math">
                    <m:r>
                      <a:rPr lang="en-US" i="1" smtClean="0">
                        <a:latin typeface="Cambria Math" panose="02040503050406030204" pitchFamily="18" charset="0"/>
                      </a:rPr>
                      <m:t>𝑛</m:t>
                    </m:r>
                  </m:oMath>
                </a14:m>
                <a:r>
                  <a:rPr lang="en-US"/>
                  <a:t>-th order of the first kind;</a:t>
                </a:r>
              </a:p>
              <a:p>
                <a:pPr>
                  <a:lnSpc>
                    <a:spcPct val="150000"/>
                  </a:lnSpc>
                </a:pPr>
                <a14:m>
                  <m:oMath xmlns:m="http://schemas.openxmlformats.org/officeDocument/2006/math">
                    <m:sSubSup>
                      <m:sSubSupPr>
                        <m:ctrlPr>
                          <a:rPr lang="pt-BR" sz="1400" i="1" smtClean="0">
                            <a:latin typeface="Cambria Math" panose="02040503050406030204" pitchFamily="18" charset="0"/>
                            <a:ea typeface="Cambria Math" panose="02040503050406030204" pitchFamily="18" charset="0"/>
                          </a:rPr>
                        </m:ctrlPr>
                      </m:sSubSupPr>
                      <m:e>
                        <m:r>
                          <a:rPr lang="pt-BR" sz="1400" i="1">
                            <a:latin typeface="Cambria Math" panose="02040503050406030204" pitchFamily="18" charset="0"/>
                            <a:ea typeface="Cambria Math" panose="02040503050406030204" pitchFamily="18" charset="0"/>
                          </a:rPr>
                          <m:t>ℋ</m:t>
                        </m:r>
                      </m:e>
                      <m:sub>
                        <m:r>
                          <a:rPr lang="pt-BR" sz="1400" b="0" i="1" smtClean="0">
                            <a:latin typeface="Cambria Math" panose="02040503050406030204" pitchFamily="18" charset="0"/>
                            <a:ea typeface="Cambria Math" panose="02040503050406030204" pitchFamily="18" charset="0"/>
                          </a:rPr>
                          <m:t>𝑛</m:t>
                        </m:r>
                      </m:sub>
                      <m:sup>
                        <m:r>
                          <a:rPr lang="pt-BR" sz="1400" i="1">
                            <a:latin typeface="Cambria Math" panose="02040503050406030204" pitchFamily="18" charset="0"/>
                            <a:ea typeface="Cambria Math" panose="02040503050406030204" pitchFamily="18" charset="0"/>
                          </a:rPr>
                          <m:t> </m:t>
                        </m:r>
                      </m:sup>
                    </m:sSubSup>
                    <m:d>
                      <m:dPr>
                        <m:ctrlPr>
                          <a:rPr lang="pt-BR" sz="1400" i="1">
                            <a:latin typeface="Cambria Math" panose="02040503050406030204" pitchFamily="18" charset="0"/>
                            <a:ea typeface="Cambria Math" panose="02040503050406030204" pitchFamily="18" charset="0"/>
                          </a:rPr>
                        </m:ctrlPr>
                      </m:dPr>
                      <m:e>
                        <m:r>
                          <a:rPr lang="pt-BR" sz="1400" b="0" i="1" smtClean="0">
                            <a:latin typeface="Cambria Math" panose="02040503050406030204" pitchFamily="18" charset="0"/>
                            <a:ea typeface="Cambria Math" panose="02040503050406030204" pitchFamily="18" charset="0"/>
                          </a:rPr>
                          <m:t>.</m:t>
                        </m:r>
                      </m:e>
                    </m:d>
                  </m:oMath>
                </a14:m>
                <a:r>
                  <a:rPr lang="en-US"/>
                  <a:t> and </a:t>
                </a:r>
                <a14:m>
                  <m:oMath xmlns:m="http://schemas.openxmlformats.org/officeDocument/2006/math">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𝒦</m:t>
                        </m:r>
                      </m:e>
                      <m:sub>
                        <m:r>
                          <a:rPr lang="pt-BR" i="1">
                            <a:latin typeface="Cambria Math" panose="02040503050406030204" pitchFamily="18" charset="0"/>
                            <a:ea typeface="Cambria Math" panose="02040503050406030204" pitchFamily="18" charset="0"/>
                          </a:rPr>
                          <m:t>𝑛</m:t>
                        </m:r>
                      </m:sub>
                      <m:sup>
                        <m:r>
                          <a:rPr lang="pt-BR" i="1">
                            <a:latin typeface="Cambria Math" panose="02040503050406030204" pitchFamily="18" charset="0"/>
                            <a:ea typeface="Cambria Math" panose="02040503050406030204" pitchFamily="18" charset="0"/>
                          </a:rPr>
                          <m:t> </m:t>
                        </m:r>
                      </m:sup>
                    </m:sSubSup>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m:t>
                        </m:r>
                      </m:e>
                    </m:d>
                  </m:oMath>
                </a14:m>
                <a:r>
                  <a:rPr lang="en-US"/>
                  <a:t> denote </a:t>
                </a:r>
                <a:r>
                  <a:rPr lang="en-US" i="1"/>
                  <a:t>Hankel</a:t>
                </a:r>
                <a:r>
                  <a:rPr lang="en-US"/>
                  <a:t> functions of the </a:t>
                </a:r>
                <a14:m>
                  <m:oMath xmlns:m="http://schemas.openxmlformats.org/officeDocument/2006/math">
                    <m:r>
                      <a:rPr lang="en-US" i="1">
                        <a:latin typeface="Cambria Math" panose="02040503050406030204" pitchFamily="18" charset="0"/>
                      </a:rPr>
                      <m:t>𝑛</m:t>
                    </m:r>
                  </m:oMath>
                </a14:m>
                <a:r>
                  <a:rPr lang="en-US"/>
                  <a:t>-th order, respectively, first and second kind;</a:t>
                </a:r>
              </a:p>
              <a:p>
                <a:pPr>
                  <a:lnSpc>
                    <a:spcPct val="150000"/>
                  </a:lnSpc>
                </a:pPr>
                <a14:m>
                  <m:oMath xmlns:m="http://schemas.openxmlformats.org/officeDocument/2006/math">
                    <m:sSubSup>
                      <m:sSubSupPr>
                        <m:ctrlPr>
                          <a:rPr lang="pt-BR" sz="1600" i="1" smtClean="0">
                            <a:latin typeface="Cambria Math" panose="02040503050406030204" pitchFamily="18" charset="0"/>
                            <a:ea typeface="Cambria Math" panose="02040503050406030204" pitchFamily="18" charset="0"/>
                          </a:rPr>
                        </m:ctrlPr>
                      </m:sSubSupPr>
                      <m:e>
                        <m:r>
                          <a:rPr lang="pt-BR" sz="1600" i="1">
                            <a:latin typeface="Cambria Math" panose="02040503050406030204" pitchFamily="18" charset="0"/>
                            <a:ea typeface="Cambria Math" panose="02040503050406030204" pitchFamily="18" charset="0"/>
                          </a:rPr>
                          <m:t>ℋ</m:t>
                        </m:r>
                      </m:e>
                      <m:sub>
                        <m:r>
                          <a:rPr lang="pt-BR" sz="1600" b="0" i="1" smtClean="0">
                            <a:latin typeface="Cambria Math" panose="02040503050406030204" pitchFamily="18" charset="0"/>
                            <a:ea typeface="Cambria Math" panose="02040503050406030204" pitchFamily="18" charset="0"/>
                          </a:rPr>
                          <m:t>𝑛</m:t>
                        </m:r>
                      </m:sub>
                      <m:sup>
                        <m:r>
                          <a:rPr lang="pt-BR" sz="1600" b="0" i="1" smtClean="0">
                            <a:latin typeface="Cambria Math" panose="02040503050406030204" pitchFamily="18" charset="0"/>
                            <a:ea typeface="Cambria Math" panose="02040503050406030204" pitchFamily="18" charset="0"/>
                          </a:rPr>
                          <m:t>′</m:t>
                        </m:r>
                      </m:sup>
                    </m:sSubSup>
                    <m:d>
                      <m:dPr>
                        <m:ctrlPr>
                          <a:rPr lang="pt-BR" sz="1600" i="1">
                            <a:latin typeface="Cambria Math" panose="02040503050406030204" pitchFamily="18" charset="0"/>
                            <a:ea typeface="Cambria Math" panose="02040503050406030204" pitchFamily="18" charset="0"/>
                          </a:rPr>
                        </m:ctrlPr>
                      </m:dPr>
                      <m:e>
                        <m:r>
                          <a:rPr lang="pt-BR" sz="1600" b="0" i="1" smtClean="0">
                            <a:latin typeface="Cambria Math" panose="02040503050406030204" pitchFamily="18" charset="0"/>
                            <a:ea typeface="Cambria Math" panose="02040503050406030204" pitchFamily="18" charset="0"/>
                          </a:rPr>
                          <m:t>.</m:t>
                        </m:r>
                      </m:e>
                    </m:d>
                  </m:oMath>
                </a14:m>
                <a:r>
                  <a:rPr lang="en-US"/>
                  <a:t> and </a:t>
                </a:r>
                <a14:m>
                  <m:oMath xmlns:m="http://schemas.openxmlformats.org/officeDocument/2006/math">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𝒦</m:t>
                        </m:r>
                      </m:e>
                      <m:sub>
                        <m:r>
                          <a:rPr lang="pt-BR" i="1">
                            <a:latin typeface="Cambria Math" panose="02040503050406030204" pitchFamily="18" charset="0"/>
                            <a:ea typeface="Cambria Math" panose="02040503050406030204" pitchFamily="18" charset="0"/>
                          </a:rPr>
                          <m:t>𝑛</m:t>
                        </m:r>
                      </m:sub>
                      <m:sup>
                        <m:r>
                          <a:rPr lang="pt-BR" b="0" i="1" smtClean="0">
                            <a:latin typeface="Cambria Math" panose="02040503050406030204" pitchFamily="18" charset="0"/>
                            <a:ea typeface="Cambria Math" panose="02040503050406030204" pitchFamily="18" charset="0"/>
                          </a:rPr>
                          <m:t>′</m:t>
                        </m:r>
                      </m:sup>
                    </m:sSubSup>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m:t>
                        </m:r>
                      </m:e>
                    </m:d>
                  </m:oMath>
                </a14:m>
                <a:r>
                  <a:rPr lang="en-US"/>
                  <a:t> are the derivatives of the </a:t>
                </a:r>
                <a:r>
                  <a:rPr lang="en-US" i="1"/>
                  <a:t>Hankel</a:t>
                </a:r>
                <a:r>
                  <a:rPr lang="en-US"/>
                  <a:t> functions </a:t>
                </a:r>
                <a14:m>
                  <m:oMath xmlns:m="http://schemas.openxmlformats.org/officeDocument/2006/math">
                    <m:sSubSup>
                      <m:sSubSupPr>
                        <m:ctrlPr>
                          <a:rPr lang="pt-BR" sz="1400" i="1">
                            <a:latin typeface="Cambria Math" panose="02040503050406030204" pitchFamily="18" charset="0"/>
                            <a:ea typeface="Cambria Math" panose="02040503050406030204" pitchFamily="18" charset="0"/>
                          </a:rPr>
                        </m:ctrlPr>
                      </m:sSubSupPr>
                      <m:e>
                        <m:r>
                          <a:rPr lang="pt-BR" sz="1400" i="1">
                            <a:latin typeface="Cambria Math" panose="02040503050406030204" pitchFamily="18" charset="0"/>
                            <a:ea typeface="Cambria Math" panose="02040503050406030204" pitchFamily="18" charset="0"/>
                          </a:rPr>
                          <m:t>ℋ</m:t>
                        </m:r>
                      </m:e>
                      <m:sub>
                        <m:r>
                          <a:rPr lang="pt-BR" sz="1400" i="1">
                            <a:latin typeface="Cambria Math" panose="02040503050406030204" pitchFamily="18" charset="0"/>
                            <a:ea typeface="Cambria Math" panose="02040503050406030204" pitchFamily="18" charset="0"/>
                          </a:rPr>
                          <m:t>𝑛</m:t>
                        </m:r>
                      </m:sub>
                      <m:sup>
                        <m:r>
                          <a:rPr lang="pt-BR" sz="1400" i="1">
                            <a:latin typeface="Cambria Math" panose="02040503050406030204" pitchFamily="18" charset="0"/>
                            <a:ea typeface="Cambria Math" panose="02040503050406030204" pitchFamily="18" charset="0"/>
                          </a:rPr>
                          <m:t> </m:t>
                        </m:r>
                      </m:sup>
                    </m:sSubSup>
                    <m:d>
                      <m:dPr>
                        <m:ctrlPr>
                          <a:rPr lang="pt-BR" sz="1400" i="1">
                            <a:latin typeface="Cambria Math" panose="02040503050406030204" pitchFamily="18" charset="0"/>
                            <a:ea typeface="Cambria Math" panose="02040503050406030204" pitchFamily="18" charset="0"/>
                          </a:rPr>
                        </m:ctrlPr>
                      </m:dPr>
                      <m:e>
                        <m:r>
                          <a:rPr lang="pt-BR" sz="1400" i="1">
                            <a:latin typeface="Cambria Math" panose="02040503050406030204" pitchFamily="18" charset="0"/>
                            <a:ea typeface="Cambria Math" panose="02040503050406030204" pitchFamily="18" charset="0"/>
                          </a:rPr>
                          <m:t>.</m:t>
                        </m:r>
                      </m:e>
                    </m:d>
                  </m:oMath>
                </a14:m>
                <a:r>
                  <a:rPr lang="en-US"/>
                  <a:t> and </a:t>
                </a:r>
                <a14:m>
                  <m:oMath xmlns:m="http://schemas.openxmlformats.org/officeDocument/2006/math">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𝒦</m:t>
                        </m:r>
                      </m:e>
                      <m:sub>
                        <m:r>
                          <a:rPr lang="pt-BR" i="1">
                            <a:latin typeface="Cambria Math" panose="02040503050406030204" pitchFamily="18" charset="0"/>
                            <a:ea typeface="Cambria Math" panose="02040503050406030204" pitchFamily="18" charset="0"/>
                          </a:rPr>
                          <m:t>𝑛</m:t>
                        </m:r>
                      </m:sub>
                      <m:sup>
                        <m:r>
                          <a:rPr lang="pt-BR" i="1">
                            <a:latin typeface="Cambria Math" panose="02040503050406030204" pitchFamily="18" charset="0"/>
                            <a:ea typeface="Cambria Math" panose="02040503050406030204" pitchFamily="18" charset="0"/>
                          </a:rPr>
                          <m:t> </m:t>
                        </m:r>
                      </m:sup>
                    </m:sSubSup>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m:t>
                        </m:r>
                      </m:e>
                    </m:d>
                  </m:oMath>
                </a14:m>
                <a:r>
                  <a:rPr lang="en-US"/>
                  <a:t>, respectively.</a:t>
                </a:r>
                <a:endParaRPr lang="pt-BR"/>
              </a:p>
            </p:txBody>
          </p:sp>
        </mc:Choice>
        <mc:Fallback xmlns="">
          <p:sp>
            <p:nvSpPr>
              <p:cNvPr id="52" name="CaixaDeTexto 51">
                <a:extLst>
                  <a:ext uri="{FF2B5EF4-FFF2-40B4-BE49-F238E27FC236}">
                    <a16:creationId xmlns:a16="http://schemas.microsoft.com/office/drawing/2014/main" id="{4EF34342-3A16-41A5-661C-6076FEB49EAA}"/>
                  </a:ext>
                </a:extLst>
              </p:cNvPr>
              <p:cNvSpPr txBox="1">
                <a:spLocks noRot="1" noChangeAspect="1" noMove="1" noResize="1" noEditPoints="1" noAdjustHandles="1" noChangeArrowheads="1" noChangeShapeType="1" noTextEdit="1"/>
              </p:cNvSpPr>
              <p:nvPr/>
            </p:nvSpPr>
            <p:spPr>
              <a:xfrm>
                <a:off x="6083100" y="3673400"/>
                <a:ext cx="5485508" cy="1903534"/>
              </a:xfrm>
              <a:prstGeom prst="rect">
                <a:avLst/>
              </a:prstGeom>
              <a:blipFill>
                <a:blip r:embed="rId13"/>
                <a:stretch>
                  <a:fillRect l="-667" b="-320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3" name="CaixaDeTexto 52">
                <a:extLst>
                  <a:ext uri="{FF2B5EF4-FFF2-40B4-BE49-F238E27FC236}">
                    <a16:creationId xmlns:a16="http://schemas.microsoft.com/office/drawing/2014/main" id="{9BC13F89-A614-8E97-21B6-C1B2DD8295AA}"/>
                  </a:ext>
                </a:extLst>
              </p:cNvPr>
              <p:cNvSpPr txBox="1"/>
              <p:nvPr/>
            </p:nvSpPr>
            <p:spPr>
              <a:xfrm>
                <a:off x="479377" y="5951786"/>
                <a:ext cx="1836204" cy="357534"/>
              </a:xfrm>
              <a:prstGeom prst="rect">
                <a:avLst/>
              </a:prstGeom>
              <a:noFill/>
            </p:spPr>
            <p:txBody>
              <a:bodyPr wrap="square">
                <a:spAutoFit/>
              </a:bodyPr>
              <a:lstStyle>
                <a:defPPr>
                  <a:defRPr lang="pt-BR"/>
                </a:defPPr>
                <a:lvl1pPr>
                  <a:defRPr sz="1600"/>
                </a:lvl1pPr>
              </a:lstStyle>
              <a:p>
                <a:r>
                  <a:rPr lang="en-US"/>
                  <a:t>for </a:t>
                </a:r>
                <a14:m>
                  <m:oMath xmlns:m="http://schemas.openxmlformats.org/officeDocument/2006/math">
                    <m:r>
                      <a:rPr lang="en-US" i="1" smtClean="0">
                        <a:latin typeface="Cambria Math" panose="02040503050406030204" pitchFamily="18" charset="0"/>
                      </a:rPr>
                      <m:t>𝑛</m:t>
                    </m:r>
                    <m:r>
                      <a:rPr lang="en-US"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𝑁</m:t>
                        </m:r>
                      </m:e>
                      <m:sub>
                        <m:r>
                          <a:rPr lang="pt-BR" b="0" i="1" smtClean="0">
                            <a:latin typeface="Cambria Math" panose="02040503050406030204" pitchFamily="18" charset="0"/>
                          </a:rPr>
                          <m:t>𝑝</m:t>
                        </m:r>
                      </m:sub>
                    </m:sSub>
                    <m:r>
                      <a:rPr lang="pt-BR" b="0" i="1" smtClean="0">
                        <a:latin typeface="Cambria Math" panose="02040503050406030204" pitchFamily="18" charset="0"/>
                      </a:rPr>
                      <m:t>, …,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𝑁</m:t>
                        </m:r>
                      </m:e>
                      <m:sub>
                        <m:r>
                          <a:rPr lang="pt-BR" b="0" i="1" smtClean="0">
                            <a:latin typeface="Cambria Math" panose="02040503050406030204" pitchFamily="18" charset="0"/>
                          </a:rPr>
                          <m:t>𝑝</m:t>
                        </m:r>
                      </m:sub>
                    </m:sSub>
                  </m:oMath>
                </a14:m>
                <a:endParaRPr lang="pt-BR"/>
              </a:p>
            </p:txBody>
          </p:sp>
        </mc:Choice>
        <mc:Fallback xmlns="">
          <p:sp>
            <p:nvSpPr>
              <p:cNvPr id="53" name="CaixaDeTexto 52">
                <a:extLst>
                  <a:ext uri="{FF2B5EF4-FFF2-40B4-BE49-F238E27FC236}">
                    <a16:creationId xmlns:a16="http://schemas.microsoft.com/office/drawing/2014/main" id="{9BC13F89-A614-8E97-21B6-C1B2DD8295AA}"/>
                  </a:ext>
                </a:extLst>
              </p:cNvPr>
              <p:cNvSpPr txBox="1">
                <a:spLocks noRot="1" noChangeAspect="1" noMove="1" noResize="1" noEditPoints="1" noAdjustHandles="1" noChangeArrowheads="1" noChangeShapeType="1" noTextEdit="1"/>
              </p:cNvSpPr>
              <p:nvPr/>
            </p:nvSpPr>
            <p:spPr>
              <a:xfrm>
                <a:off x="479377" y="5951786"/>
                <a:ext cx="1836204" cy="357534"/>
              </a:xfrm>
              <a:prstGeom prst="rect">
                <a:avLst/>
              </a:prstGeom>
              <a:blipFill>
                <a:blip r:embed="rId14"/>
                <a:stretch>
                  <a:fillRect l="-1993" t="-3390" b="-16949"/>
                </a:stretch>
              </a:blipFill>
            </p:spPr>
            <p:txBody>
              <a:bodyPr/>
              <a:lstStyle/>
              <a:p>
                <a:r>
                  <a:rPr lang="pt-BR">
                    <a:noFill/>
                  </a:rPr>
                  <a:t> </a:t>
                </a:r>
              </a:p>
            </p:txBody>
          </p:sp>
        </mc:Fallback>
      </mc:AlternateContent>
      <p:sp>
        <p:nvSpPr>
          <p:cNvPr id="3" name="CaixaDeTexto 2">
            <a:extLst>
              <a:ext uri="{FF2B5EF4-FFF2-40B4-BE49-F238E27FC236}">
                <a16:creationId xmlns:a16="http://schemas.microsoft.com/office/drawing/2014/main" id="{FA914AA4-F6A4-2E83-366B-BD3AD8002F3F}"/>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p:spTree>
    <p:extLst>
      <p:ext uri="{BB962C8B-B14F-4D97-AF65-F5344CB8AC3E}">
        <p14:creationId xmlns:p14="http://schemas.microsoft.com/office/powerpoint/2010/main" val="33541745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13</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Surface Admittance Operator of the MTL</a:t>
            </a:r>
          </a:p>
        </p:txBody>
      </p:sp>
      <p:grpSp>
        <p:nvGrpSpPr>
          <p:cNvPr id="117" name="Agrupar 116">
            <a:extLst>
              <a:ext uri="{FF2B5EF4-FFF2-40B4-BE49-F238E27FC236}">
                <a16:creationId xmlns:a16="http://schemas.microsoft.com/office/drawing/2014/main" id="{379C69B1-298F-6C27-0487-BA168B51494B}"/>
              </a:ext>
            </a:extLst>
          </p:cNvPr>
          <p:cNvGrpSpPr/>
          <p:nvPr/>
        </p:nvGrpSpPr>
        <p:grpSpPr>
          <a:xfrm>
            <a:off x="994570" y="1172202"/>
            <a:ext cx="4739350" cy="2148786"/>
            <a:chOff x="994570" y="1172202"/>
            <a:chExt cx="4739350" cy="2148786"/>
          </a:xfrm>
        </p:grpSpPr>
        <p:sp>
          <p:nvSpPr>
            <p:cNvPr id="14" name="Elipse 13">
              <a:extLst>
                <a:ext uri="{FF2B5EF4-FFF2-40B4-BE49-F238E27FC236}">
                  <a16:creationId xmlns:a16="http://schemas.microsoft.com/office/drawing/2014/main" id="{94D5144B-E0E6-8D48-55E3-0B5A16C49B15}"/>
                </a:ext>
              </a:extLst>
            </p:cNvPr>
            <p:cNvSpPr/>
            <p:nvPr/>
          </p:nvSpPr>
          <p:spPr>
            <a:xfrm>
              <a:off x="994570" y="1583628"/>
              <a:ext cx="1737360" cy="1737360"/>
            </a:xfrm>
            <a:prstGeom prst="ellipse">
              <a:avLst/>
            </a:prstGeom>
            <a:noFill/>
            <a:ln w="19050">
              <a:solidFill>
                <a:schemeClr val="accent3">
                  <a:lumMod val="60000"/>
                  <a:lumOff val="4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1F45A3DF-0A88-4A87-4A97-268249D1CA97}"/>
                    </a:ext>
                  </a:extLst>
                </p:cNvPr>
                <p:cNvSpPr txBox="1"/>
                <p:nvPr/>
              </p:nvSpPr>
              <p:spPr>
                <a:xfrm>
                  <a:off x="1209166" y="2106500"/>
                  <a:ext cx="41171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𝑝</m:t>
                            </m:r>
                          </m:sub>
                        </m:sSub>
                      </m:oMath>
                    </m:oMathPara>
                  </a14:m>
                  <a:endParaRPr lang="pt-BR" sz="1400"/>
                </a:p>
              </p:txBody>
            </p:sp>
          </mc:Choice>
          <mc:Fallback xmlns="">
            <p:sp>
              <p:nvSpPr>
                <p:cNvPr id="44" name="CaixaDeTexto 43">
                  <a:extLst>
                    <a:ext uri="{FF2B5EF4-FFF2-40B4-BE49-F238E27FC236}">
                      <a16:creationId xmlns:a16="http://schemas.microsoft.com/office/drawing/2014/main" id="{1F45A3DF-0A88-4A87-4A97-268249D1CA97}"/>
                    </a:ext>
                  </a:extLst>
                </p:cNvPr>
                <p:cNvSpPr txBox="1">
                  <a:spLocks noRot="1" noChangeAspect="1" noMove="1" noResize="1" noEditPoints="1" noAdjustHandles="1" noChangeArrowheads="1" noChangeShapeType="1" noTextEdit="1"/>
                </p:cNvSpPr>
                <p:nvPr/>
              </p:nvSpPr>
              <p:spPr>
                <a:xfrm>
                  <a:off x="1209166" y="2106500"/>
                  <a:ext cx="411715" cy="324384"/>
                </a:xfrm>
                <a:prstGeom prst="rect">
                  <a:avLst/>
                </a:prstGeom>
                <a:blipFill>
                  <a:blip r:embed="rId4"/>
                  <a:stretch>
                    <a:fillRect/>
                  </a:stretch>
                </a:blipFill>
              </p:spPr>
              <p:txBody>
                <a:bodyPr/>
                <a:lstStyle/>
                <a:p>
                  <a:r>
                    <a:rPr lang="pt-BR">
                      <a:noFill/>
                    </a:rPr>
                    <a:t> </a:t>
                  </a:r>
                </a:p>
              </p:txBody>
            </p:sp>
          </mc:Fallback>
        </mc:AlternateContent>
        <p:cxnSp>
          <p:nvCxnSpPr>
            <p:cNvPr id="45" name="Conector de Seta Reta 44">
              <a:extLst>
                <a:ext uri="{FF2B5EF4-FFF2-40B4-BE49-F238E27FC236}">
                  <a16:creationId xmlns:a16="http://schemas.microsoft.com/office/drawing/2014/main" id="{4B976358-D9FD-1545-5FF0-AF658E00DA3B}"/>
                </a:ext>
              </a:extLst>
            </p:cNvPr>
            <p:cNvCxnSpPr>
              <a:cxnSpLocks/>
              <a:endCxn id="14" idx="1"/>
            </p:cNvCxnSpPr>
            <p:nvPr/>
          </p:nvCxnSpPr>
          <p:spPr>
            <a:xfrm flipH="1" flipV="1">
              <a:off x="1249000" y="1838058"/>
              <a:ext cx="626233" cy="61425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2" name="Elipse 41">
              <a:extLst>
                <a:ext uri="{FF2B5EF4-FFF2-40B4-BE49-F238E27FC236}">
                  <a16:creationId xmlns:a16="http://schemas.microsoft.com/office/drawing/2014/main" id="{0220C587-7538-B23F-245C-2DFF839669C3}"/>
                </a:ext>
              </a:extLst>
            </p:cNvPr>
            <p:cNvSpPr/>
            <p:nvPr/>
          </p:nvSpPr>
          <p:spPr>
            <a:xfrm>
              <a:off x="3485294" y="1583628"/>
              <a:ext cx="1737360" cy="1737360"/>
            </a:xfrm>
            <a:prstGeom prst="ellipse">
              <a:avLst/>
            </a:prstGeom>
            <a:noFill/>
            <a:ln w="19050">
              <a:solidFill>
                <a:srgbClr val="0070C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43" name="Elipse 42">
              <a:extLst>
                <a:ext uri="{FF2B5EF4-FFF2-40B4-BE49-F238E27FC236}">
                  <a16:creationId xmlns:a16="http://schemas.microsoft.com/office/drawing/2014/main" id="{2131EC99-1D04-0D88-502E-04CBF261A5A7}"/>
                </a:ext>
              </a:extLst>
            </p:cNvPr>
            <p:cNvSpPr/>
            <p:nvPr/>
          </p:nvSpPr>
          <p:spPr>
            <a:xfrm>
              <a:off x="3759614" y="1857948"/>
              <a:ext cx="1188720" cy="1188720"/>
            </a:xfrm>
            <a:prstGeom prst="ellipse">
              <a:avLst/>
            </a:prstGeom>
            <a:solidFill>
              <a:schemeClr val="bg1"/>
            </a:solidFill>
            <a:ln w="19050">
              <a:solidFill>
                <a:srgbClr val="00206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722828E4-8B91-0A39-CDD0-DC9E056B71E6}"/>
                    </a:ext>
                  </a:extLst>
                </p:cNvPr>
                <p:cNvSpPr txBox="1"/>
                <p:nvPr/>
              </p:nvSpPr>
              <p:spPr>
                <a:xfrm>
                  <a:off x="4076987" y="1991985"/>
                  <a:ext cx="40145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𝑟</m:t>
                            </m:r>
                          </m:sub>
                        </m:sSub>
                      </m:oMath>
                    </m:oMathPara>
                  </a14:m>
                  <a:endParaRPr lang="pt-BR" sz="1400"/>
                </a:p>
              </p:txBody>
            </p:sp>
          </mc:Choice>
          <mc:Fallback xmlns="">
            <p:sp>
              <p:nvSpPr>
                <p:cNvPr id="39" name="CaixaDeTexto 38">
                  <a:extLst>
                    <a:ext uri="{FF2B5EF4-FFF2-40B4-BE49-F238E27FC236}">
                      <a16:creationId xmlns:a16="http://schemas.microsoft.com/office/drawing/2014/main" id="{722828E4-8B91-0A39-CDD0-DC9E056B71E6}"/>
                    </a:ext>
                  </a:extLst>
                </p:cNvPr>
                <p:cNvSpPr txBox="1">
                  <a:spLocks noRot="1" noChangeAspect="1" noMove="1" noResize="1" noEditPoints="1" noAdjustHandles="1" noChangeArrowheads="1" noChangeShapeType="1" noTextEdit="1"/>
                </p:cNvSpPr>
                <p:nvPr/>
              </p:nvSpPr>
              <p:spPr>
                <a:xfrm>
                  <a:off x="4076987" y="1991985"/>
                  <a:ext cx="401457" cy="307777"/>
                </a:xfrm>
                <a:prstGeom prst="rect">
                  <a:avLst/>
                </a:prstGeom>
                <a:blipFill>
                  <a:blip r:embed="rId5"/>
                  <a:stretch>
                    <a:fillRect/>
                  </a:stretch>
                </a:blipFill>
              </p:spPr>
              <p:txBody>
                <a:bodyPr/>
                <a:lstStyle/>
                <a:p>
                  <a:r>
                    <a:rPr lang="pt-BR">
                      <a:noFill/>
                    </a:rPr>
                    <a:t> </a:t>
                  </a:r>
                </a:p>
              </p:txBody>
            </p:sp>
          </mc:Fallback>
        </mc:AlternateContent>
        <p:grpSp>
          <p:nvGrpSpPr>
            <p:cNvPr id="36" name="Agrupar 35">
              <a:extLst>
                <a:ext uri="{FF2B5EF4-FFF2-40B4-BE49-F238E27FC236}">
                  <a16:creationId xmlns:a16="http://schemas.microsoft.com/office/drawing/2014/main" id="{8B61572D-4DAE-FEF2-F897-F074964BFA5C}"/>
                </a:ext>
              </a:extLst>
            </p:cNvPr>
            <p:cNvGrpSpPr/>
            <p:nvPr/>
          </p:nvGrpSpPr>
          <p:grpSpPr>
            <a:xfrm>
              <a:off x="3510781" y="2195845"/>
              <a:ext cx="843193" cy="460323"/>
              <a:chOff x="2262768" y="2266357"/>
              <a:chExt cx="1496807" cy="836851"/>
            </a:xfrm>
          </p:grpSpPr>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A3C98690-479E-4903-6000-A4FBB04E89D4}"/>
                      </a:ext>
                    </a:extLst>
                  </p:cNvPr>
                  <p:cNvSpPr txBox="1"/>
                  <p:nvPr/>
                </p:nvSpPr>
                <p:spPr>
                  <a:xfrm>
                    <a:off x="2838072" y="2513489"/>
                    <a:ext cx="729383" cy="5897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xmlns="">
              <p:sp>
                <p:nvSpPr>
                  <p:cNvPr id="37" name="CaixaDeTexto 36">
                    <a:extLst>
                      <a:ext uri="{FF2B5EF4-FFF2-40B4-BE49-F238E27FC236}">
                        <a16:creationId xmlns:a16="http://schemas.microsoft.com/office/drawing/2014/main" id="{A3C98690-479E-4903-6000-A4FBB04E89D4}"/>
                      </a:ext>
                    </a:extLst>
                  </p:cNvPr>
                  <p:cNvSpPr txBox="1">
                    <a:spLocks noRot="1" noChangeAspect="1" noMove="1" noResize="1" noEditPoints="1" noAdjustHandles="1" noChangeArrowheads="1" noChangeShapeType="1" noTextEdit="1"/>
                  </p:cNvSpPr>
                  <p:nvPr/>
                </p:nvSpPr>
                <p:spPr>
                  <a:xfrm>
                    <a:off x="2838072" y="2513489"/>
                    <a:ext cx="729383" cy="589719"/>
                  </a:xfrm>
                  <a:prstGeom prst="rect">
                    <a:avLst/>
                  </a:prstGeom>
                  <a:blipFill>
                    <a:blip r:embed="rId6"/>
                    <a:stretch>
                      <a:fillRect/>
                    </a:stretch>
                  </a:blipFill>
                </p:spPr>
                <p:txBody>
                  <a:bodyPr/>
                  <a:lstStyle/>
                  <a:p>
                    <a:r>
                      <a:rPr lang="pt-BR">
                        <a:noFill/>
                      </a:rPr>
                      <a:t> </a:t>
                    </a:r>
                  </a:p>
                </p:txBody>
              </p:sp>
            </mc:Fallback>
          </mc:AlternateContent>
          <p:cxnSp>
            <p:nvCxnSpPr>
              <p:cNvPr id="38" name="Conector de Seta Reta 37">
                <a:extLst>
                  <a:ext uri="{FF2B5EF4-FFF2-40B4-BE49-F238E27FC236}">
                    <a16:creationId xmlns:a16="http://schemas.microsoft.com/office/drawing/2014/main" id="{9FB481F4-35E9-69F5-AFF2-76FD7F6D7837}"/>
                  </a:ext>
                </a:extLst>
              </p:cNvPr>
              <p:cNvCxnSpPr>
                <a:cxnSpLocks/>
              </p:cNvCxnSpPr>
              <p:nvPr/>
            </p:nvCxnSpPr>
            <p:spPr>
              <a:xfrm flipH="1" flipV="1">
                <a:off x="2262768" y="2266357"/>
                <a:ext cx="1496807" cy="4662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3249032C-AFD4-E5EC-9AED-73A0B0E1E087}"/>
                    </a:ext>
                  </a:extLst>
                </p:cNvPr>
                <p:cNvSpPr txBox="1"/>
                <p:nvPr/>
              </p:nvSpPr>
              <p:spPr>
                <a:xfrm>
                  <a:off x="2760147" y="1275851"/>
                  <a:ext cx="63030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0</m:t>
                            </m:r>
                          </m:sub>
                        </m:sSub>
                        <m:r>
                          <a:rPr lang="pt-BR" sz="1400" b="0" i="1" smtClean="0">
                            <a:latin typeface="Cambria Math" panose="02040503050406030204" pitchFamily="18" charset="0"/>
                          </a:rPr>
                          <m:t>,</m:t>
                        </m:r>
                        <m:sSub>
                          <m:sSubPr>
                            <m:ctrlPr>
                              <a:rPr lang="pt-BR" sz="1400" i="1">
                                <a:latin typeface="Cambria Math" panose="02040503050406030204" pitchFamily="18" charset="0"/>
                              </a:rPr>
                            </m:ctrlPr>
                          </m:sSubPr>
                          <m:e>
                            <m:r>
                              <a:rPr lang="pt-BR" sz="1400" b="0" i="1" smtClean="0">
                                <a:latin typeface="Cambria Math" panose="02040503050406030204" pitchFamily="18" charset="0"/>
                              </a:rPr>
                              <m:t>𝜇</m:t>
                            </m:r>
                          </m:e>
                          <m:sub>
                            <m:r>
                              <a:rPr lang="pt-BR" sz="1400" i="1">
                                <a:latin typeface="Cambria Math" panose="02040503050406030204" pitchFamily="18" charset="0"/>
                              </a:rPr>
                              <m:t>0</m:t>
                            </m:r>
                          </m:sub>
                        </m:sSub>
                      </m:oMath>
                    </m:oMathPara>
                  </a14:m>
                  <a:endParaRPr lang="pt-BR" sz="1600"/>
                </a:p>
              </p:txBody>
            </p:sp>
          </mc:Choice>
          <mc:Fallback xmlns="">
            <p:sp>
              <p:nvSpPr>
                <p:cNvPr id="26" name="CaixaDeTexto 25">
                  <a:extLst>
                    <a:ext uri="{FF2B5EF4-FFF2-40B4-BE49-F238E27FC236}">
                      <a16:creationId xmlns:a16="http://schemas.microsoft.com/office/drawing/2014/main" id="{3249032C-AFD4-E5EC-9AED-73A0B0E1E087}"/>
                    </a:ext>
                  </a:extLst>
                </p:cNvPr>
                <p:cNvSpPr txBox="1">
                  <a:spLocks noRot="1" noChangeAspect="1" noMove="1" noResize="1" noEditPoints="1" noAdjustHandles="1" noChangeArrowheads="1" noChangeShapeType="1" noTextEdit="1"/>
                </p:cNvSpPr>
                <p:nvPr/>
              </p:nvSpPr>
              <p:spPr>
                <a:xfrm>
                  <a:off x="2760147" y="1275851"/>
                  <a:ext cx="630301" cy="307777"/>
                </a:xfrm>
                <a:prstGeom prst="rect">
                  <a:avLst/>
                </a:prstGeom>
                <a:blipFill>
                  <a:blip r:embed="rId7"/>
                  <a:stretch>
                    <a:fillRect/>
                  </a:stretch>
                </a:blipFill>
              </p:spPr>
              <p:txBody>
                <a:bodyPr/>
                <a:lstStyle/>
                <a:p>
                  <a:r>
                    <a:rPr lang="pt-BR">
                      <a:noFill/>
                    </a:rPr>
                    <a:t> </a:t>
                  </a:r>
                </a:p>
              </p:txBody>
            </p:sp>
          </mc:Fallback>
        </mc:AlternateContent>
        <p:cxnSp>
          <p:nvCxnSpPr>
            <p:cNvPr id="50" name="Conector de Seta Reta 49">
              <a:extLst>
                <a:ext uri="{FF2B5EF4-FFF2-40B4-BE49-F238E27FC236}">
                  <a16:creationId xmlns:a16="http://schemas.microsoft.com/office/drawing/2014/main" id="{9533CE13-CCBA-C2A4-A9E6-EC5F30E5C72A}"/>
                </a:ext>
              </a:extLst>
            </p:cNvPr>
            <p:cNvCxnSpPr>
              <a:cxnSpLocks/>
              <a:endCxn id="43" idx="1"/>
            </p:cNvCxnSpPr>
            <p:nvPr/>
          </p:nvCxnSpPr>
          <p:spPr>
            <a:xfrm flipH="1" flipV="1">
              <a:off x="3933698" y="2032032"/>
              <a:ext cx="420276" cy="42027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B24280F9-EB39-F074-6E63-8C7D3C8875A2}"/>
                    </a:ext>
                  </a:extLst>
                </p:cNvPr>
                <p:cNvSpPr txBox="1"/>
                <p:nvPr/>
              </p:nvSpPr>
              <p:spPr>
                <a:xfrm>
                  <a:off x="1669375" y="1224267"/>
                  <a:ext cx="391326"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𝑝</m:t>
                            </m:r>
                          </m:sub>
                        </m:sSub>
                      </m:oMath>
                    </m:oMathPara>
                  </a14:m>
                  <a:endParaRPr lang="pt-BR" sz="1400"/>
                </a:p>
              </p:txBody>
            </p:sp>
          </mc:Choice>
          <mc:Fallback xmlns="">
            <p:sp>
              <p:nvSpPr>
                <p:cNvPr id="23" name="CaixaDeTexto 22">
                  <a:extLst>
                    <a:ext uri="{FF2B5EF4-FFF2-40B4-BE49-F238E27FC236}">
                      <a16:creationId xmlns:a16="http://schemas.microsoft.com/office/drawing/2014/main" id="{B24280F9-EB39-F074-6E63-8C7D3C8875A2}"/>
                    </a:ext>
                  </a:extLst>
                </p:cNvPr>
                <p:cNvSpPr txBox="1">
                  <a:spLocks noRot="1" noChangeAspect="1" noMove="1" noResize="1" noEditPoints="1" noAdjustHandles="1" noChangeArrowheads="1" noChangeShapeType="1" noTextEdit="1"/>
                </p:cNvSpPr>
                <p:nvPr/>
              </p:nvSpPr>
              <p:spPr>
                <a:xfrm>
                  <a:off x="1669375" y="1224267"/>
                  <a:ext cx="391326" cy="324384"/>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90D32FCC-9584-B139-A613-4ABFA69CAFD5}"/>
                    </a:ext>
                  </a:extLst>
                </p:cNvPr>
                <p:cNvSpPr txBox="1"/>
                <p:nvPr/>
              </p:nvSpPr>
              <p:spPr>
                <a:xfrm>
                  <a:off x="4159466" y="1172202"/>
                  <a:ext cx="39049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oMath>
                    </m:oMathPara>
                  </a14:m>
                  <a:endParaRPr lang="pt-BR" sz="1400"/>
                </a:p>
              </p:txBody>
            </p:sp>
          </mc:Choice>
          <mc:Fallback xmlns="">
            <p:sp>
              <p:nvSpPr>
                <p:cNvPr id="24" name="CaixaDeTexto 23">
                  <a:extLst>
                    <a:ext uri="{FF2B5EF4-FFF2-40B4-BE49-F238E27FC236}">
                      <a16:creationId xmlns:a16="http://schemas.microsoft.com/office/drawing/2014/main" id="{90D32FCC-9584-B139-A613-4ABFA69CAFD5}"/>
                    </a:ext>
                  </a:extLst>
                </p:cNvPr>
                <p:cNvSpPr txBox="1">
                  <a:spLocks noRot="1" noChangeAspect="1" noMove="1" noResize="1" noEditPoints="1" noAdjustHandles="1" noChangeArrowheads="1" noChangeShapeType="1" noTextEdit="1"/>
                </p:cNvSpPr>
                <p:nvPr/>
              </p:nvSpPr>
              <p:spPr>
                <a:xfrm>
                  <a:off x="4159466" y="1172202"/>
                  <a:ext cx="390492" cy="324384"/>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5" name="CaixaDeTexto 24">
                  <a:extLst>
                    <a:ext uri="{FF2B5EF4-FFF2-40B4-BE49-F238E27FC236}">
                      <a16:creationId xmlns:a16="http://schemas.microsoft.com/office/drawing/2014/main" id="{0CB5022C-A688-733F-44D9-60BAA37CE597}"/>
                    </a:ext>
                  </a:extLst>
                </p:cNvPr>
                <p:cNvSpPr txBox="1"/>
                <p:nvPr/>
              </p:nvSpPr>
              <p:spPr>
                <a:xfrm>
                  <a:off x="4176391" y="1550866"/>
                  <a:ext cx="38106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𝑟</m:t>
                            </m:r>
                          </m:sub>
                        </m:sSub>
                      </m:oMath>
                    </m:oMathPara>
                  </a14:m>
                  <a:endParaRPr lang="pt-BR" sz="1400"/>
                </a:p>
              </p:txBody>
            </p:sp>
          </mc:Choice>
          <mc:Fallback xmlns="">
            <p:sp>
              <p:nvSpPr>
                <p:cNvPr id="25" name="CaixaDeTexto 24">
                  <a:extLst>
                    <a:ext uri="{FF2B5EF4-FFF2-40B4-BE49-F238E27FC236}">
                      <a16:creationId xmlns:a16="http://schemas.microsoft.com/office/drawing/2014/main" id="{0CB5022C-A688-733F-44D9-60BAA37CE597}"/>
                    </a:ext>
                  </a:extLst>
                </p:cNvPr>
                <p:cNvSpPr txBox="1">
                  <a:spLocks noRot="1" noChangeAspect="1" noMove="1" noResize="1" noEditPoints="1" noAdjustHandles="1" noChangeArrowheads="1" noChangeShapeType="1" noTextEdit="1"/>
                </p:cNvSpPr>
                <p:nvPr/>
              </p:nvSpPr>
              <p:spPr>
                <a:xfrm>
                  <a:off x="4176391" y="1550866"/>
                  <a:ext cx="381066" cy="307777"/>
                </a:xfrm>
                <a:prstGeom prst="rect">
                  <a:avLst/>
                </a:prstGeom>
                <a:blipFill>
                  <a:blip r:embed="rId10"/>
                  <a:stretch>
                    <a:fillRect/>
                  </a:stretch>
                </a:blipFill>
              </p:spPr>
              <p:txBody>
                <a:bodyPr/>
                <a:lstStyle/>
                <a:p>
                  <a:r>
                    <a:rPr lang="pt-BR">
                      <a:noFill/>
                    </a:rPr>
                    <a:t> </a:t>
                  </a:r>
                </a:p>
              </p:txBody>
            </p:sp>
          </mc:Fallback>
        </mc:AlternateContent>
        <p:grpSp>
          <p:nvGrpSpPr>
            <p:cNvPr id="57" name="Agrupar 56">
              <a:extLst>
                <a:ext uri="{FF2B5EF4-FFF2-40B4-BE49-F238E27FC236}">
                  <a16:creationId xmlns:a16="http://schemas.microsoft.com/office/drawing/2014/main" id="{1EACEB1E-8569-0ADF-A8AF-4D5D62DB2487}"/>
                </a:ext>
              </a:extLst>
            </p:cNvPr>
            <p:cNvGrpSpPr/>
            <p:nvPr/>
          </p:nvGrpSpPr>
          <p:grpSpPr>
            <a:xfrm>
              <a:off x="2520585" y="1737227"/>
              <a:ext cx="556716" cy="353943"/>
              <a:chOff x="2520585" y="2709335"/>
              <a:chExt cx="556716" cy="353943"/>
            </a:xfrm>
          </p:grpSpPr>
          <p:grpSp>
            <p:nvGrpSpPr>
              <p:cNvPr id="41" name="Agrupar 40">
                <a:extLst>
                  <a:ext uri="{FF2B5EF4-FFF2-40B4-BE49-F238E27FC236}">
                    <a16:creationId xmlns:a16="http://schemas.microsoft.com/office/drawing/2014/main" id="{36A261E2-3099-F4AE-050A-E4A3777B8FD3}"/>
                  </a:ext>
                </a:extLst>
              </p:cNvPr>
              <p:cNvGrpSpPr/>
              <p:nvPr/>
            </p:nvGrpSpPr>
            <p:grpSpPr>
              <a:xfrm>
                <a:off x="2520585" y="2889662"/>
                <a:ext cx="108012" cy="107290"/>
                <a:chOff x="2999656" y="3825766"/>
                <a:chExt cx="182880" cy="182880"/>
              </a:xfrm>
            </p:grpSpPr>
            <p:sp>
              <p:nvSpPr>
                <p:cNvPr id="35" name="Elipse 34">
                  <a:extLst>
                    <a:ext uri="{FF2B5EF4-FFF2-40B4-BE49-F238E27FC236}">
                      <a16:creationId xmlns:a16="http://schemas.microsoft.com/office/drawing/2014/main" id="{14B214F7-A59E-B555-E985-04636425BEAF}"/>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Elipse 39">
                  <a:extLst>
                    <a:ext uri="{FF2B5EF4-FFF2-40B4-BE49-F238E27FC236}">
                      <a16:creationId xmlns:a16="http://schemas.microsoft.com/office/drawing/2014/main" id="{9C1A9DD7-93DB-EA3C-A5BE-29A6158F003E}"/>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56" name="CaixaDeTexto 55">
                    <a:extLst>
                      <a:ext uri="{FF2B5EF4-FFF2-40B4-BE49-F238E27FC236}">
                        <a16:creationId xmlns:a16="http://schemas.microsoft.com/office/drawing/2014/main" id="{27B7F45F-0A58-E36F-0CE7-EF69E31D51D3}"/>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oMath>
                      </m:oMathPara>
                    </a14:m>
                    <a:endParaRPr lang="pt-BR" sz="1400"/>
                  </a:p>
                </p:txBody>
              </p:sp>
            </mc:Choice>
            <mc:Fallback xmlns="">
              <p:sp>
                <p:nvSpPr>
                  <p:cNvPr id="56" name="CaixaDeTexto 55">
                    <a:extLst>
                      <a:ext uri="{FF2B5EF4-FFF2-40B4-BE49-F238E27FC236}">
                        <a16:creationId xmlns:a16="http://schemas.microsoft.com/office/drawing/2014/main" id="{27B7F45F-0A58-E36F-0CE7-EF69E31D51D3}"/>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1"/>
                    <a:stretch>
                      <a:fillRect b="-3448"/>
                    </a:stretch>
                  </a:blipFill>
                </p:spPr>
                <p:txBody>
                  <a:bodyPr/>
                  <a:lstStyle/>
                  <a:p>
                    <a:r>
                      <a:rPr lang="pt-BR">
                        <a:noFill/>
                      </a:rPr>
                      <a:t> </a:t>
                    </a:r>
                  </a:p>
                </p:txBody>
              </p:sp>
            </mc:Fallback>
          </mc:AlternateContent>
        </p:grpSp>
        <p:grpSp>
          <p:nvGrpSpPr>
            <p:cNvPr id="59" name="Agrupar 58">
              <a:extLst>
                <a:ext uri="{FF2B5EF4-FFF2-40B4-BE49-F238E27FC236}">
                  <a16:creationId xmlns:a16="http://schemas.microsoft.com/office/drawing/2014/main" id="{EA77A0B7-2E7F-36CC-53CB-59515E22ED8F}"/>
                </a:ext>
              </a:extLst>
            </p:cNvPr>
            <p:cNvGrpSpPr/>
            <p:nvPr/>
          </p:nvGrpSpPr>
          <p:grpSpPr>
            <a:xfrm>
              <a:off x="4566811" y="2924944"/>
              <a:ext cx="108012" cy="107290"/>
              <a:chOff x="2999656" y="3825766"/>
              <a:chExt cx="182880" cy="182880"/>
            </a:xfrm>
          </p:grpSpPr>
          <p:sp>
            <p:nvSpPr>
              <p:cNvPr id="61" name="Elipse 60">
                <a:extLst>
                  <a:ext uri="{FF2B5EF4-FFF2-40B4-BE49-F238E27FC236}">
                    <a16:creationId xmlns:a16="http://schemas.microsoft.com/office/drawing/2014/main" id="{A92396E5-A5D1-1FEA-76A9-E176AE7DEEDB}"/>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 name="Elipse 61">
                <a:extLst>
                  <a:ext uri="{FF2B5EF4-FFF2-40B4-BE49-F238E27FC236}">
                    <a16:creationId xmlns:a16="http://schemas.microsoft.com/office/drawing/2014/main" id="{7B3B77B0-4027-F8FB-6DFD-58C96E710B3F}"/>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0" name="CaixaDeTexto 59">
                  <a:extLst>
                    <a:ext uri="{FF2B5EF4-FFF2-40B4-BE49-F238E27FC236}">
                      <a16:creationId xmlns:a16="http://schemas.microsoft.com/office/drawing/2014/main" id="{8367181B-B174-7222-9059-AD9CC7B667D9}"/>
                    </a:ext>
                  </a:extLst>
                </p:cNvPr>
                <p:cNvSpPr txBox="1"/>
                <p:nvPr/>
              </p:nvSpPr>
              <p:spPr>
                <a:xfrm>
                  <a:off x="4319916" y="2543703"/>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𝑟</m:t>
                            </m:r>
                            <m:r>
                              <a:rPr lang="pt-BR" sz="1400" b="0" i="1" smtClean="0">
                                <a:latin typeface="Cambria Math" panose="02040503050406030204" pitchFamily="18" charset="0"/>
                              </a:rPr>
                              <m:t>)</m:t>
                            </m:r>
                          </m:sup>
                        </m:sSubSup>
                      </m:oMath>
                    </m:oMathPara>
                  </a14:m>
                  <a:endParaRPr lang="pt-BR" sz="1400"/>
                </a:p>
              </p:txBody>
            </p:sp>
          </mc:Choice>
          <mc:Fallback xmlns="">
            <p:sp>
              <p:nvSpPr>
                <p:cNvPr id="60" name="CaixaDeTexto 59">
                  <a:extLst>
                    <a:ext uri="{FF2B5EF4-FFF2-40B4-BE49-F238E27FC236}">
                      <a16:creationId xmlns:a16="http://schemas.microsoft.com/office/drawing/2014/main" id="{8367181B-B174-7222-9059-AD9CC7B667D9}"/>
                    </a:ext>
                  </a:extLst>
                </p:cNvPr>
                <p:cNvSpPr txBox="1">
                  <a:spLocks noRot="1" noChangeAspect="1" noMove="1" noResize="1" noEditPoints="1" noAdjustHandles="1" noChangeArrowheads="1" noChangeShapeType="1" noTextEdit="1"/>
                </p:cNvSpPr>
                <p:nvPr/>
              </p:nvSpPr>
              <p:spPr>
                <a:xfrm>
                  <a:off x="4319916" y="2543703"/>
                  <a:ext cx="493790" cy="353943"/>
                </a:xfrm>
                <a:prstGeom prst="rect">
                  <a:avLst/>
                </a:prstGeom>
                <a:blipFill>
                  <a:blip r:embed="rId12"/>
                  <a:stretch>
                    <a:fillRect b="-3448"/>
                  </a:stretch>
                </a:blipFill>
              </p:spPr>
              <p:txBody>
                <a:bodyPr/>
                <a:lstStyle/>
                <a:p>
                  <a:r>
                    <a:rPr lang="pt-BR">
                      <a:noFill/>
                    </a:rPr>
                    <a:t> </a:t>
                  </a:r>
                </a:p>
              </p:txBody>
            </p:sp>
          </mc:Fallback>
        </mc:AlternateContent>
        <p:grpSp>
          <p:nvGrpSpPr>
            <p:cNvPr id="64" name="Agrupar 63">
              <a:extLst>
                <a:ext uri="{FF2B5EF4-FFF2-40B4-BE49-F238E27FC236}">
                  <a16:creationId xmlns:a16="http://schemas.microsoft.com/office/drawing/2014/main" id="{20ED0C21-A564-8B2B-7F3E-561F7B10F9B6}"/>
                </a:ext>
              </a:extLst>
            </p:cNvPr>
            <p:cNvGrpSpPr/>
            <p:nvPr/>
          </p:nvGrpSpPr>
          <p:grpSpPr>
            <a:xfrm>
              <a:off x="5177204" y="2213928"/>
              <a:ext cx="556716" cy="353943"/>
              <a:chOff x="2520585" y="2709335"/>
              <a:chExt cx="556716" cy="353943"/>
            </a:xfrm>
          </p:grpSpPr>
          <p:grpSp>
            <p:nvGrpSpPr>
              <p:cNvPr id="65" name="Agrupar 64">
                <a:extLst>
                  <a:ext uri="{FF2B5EF4-FFF2-40B4-BE49-F238E27FC236}">
                    <a16:creationId xmlns:a16="http://schemas.microsoft.com/office/drawing/2014/main" id="{3FCAB255-2CBA-DE91-7761-95CF02D95D33}"/>
                  </a:ext>
                </a:extLst>
              </p:cNvPr>
              <p:cNvGrpSpPr/>
              <p:nvPr/>
            </p:nvGrpSpPr>
            <p:grpSpPr>
              <a:xfrm>
                <a:off x="2520585" y="2889662"/>
                <a:ext cx="108012" cy="107290"/>
                <a:chOff x="2999656" y="3825766"/>
                <a:chExt cx="182880" cy="182880"/>
              </a:xfrm>
            </p:grpSpPr>
            <p:sp>
              <p:nvSpPr>
                <p:cNvPr id="67" name="Elipse 66">
                  <a:extLst>
                    <a:ext uri="{FF2B5EF4-FFF2-40B4-BE49-F238E27FC236}">
                      <a16:creationId xmlns:a16="http://schemas.microsoft.com/office/drawing/2014/main" id="{05E59004-D7D4-347B-AB8C-B21BE4DD3485}"/>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8" name="Elipse 67">
                  <a:extLst>
                    <a:ext uri="{FF2B5EF4-FFF2-40B4-BE49-F238E27FC236}">
                      <a16:creationId xmlns:a16="http://schemas.microsoft.com/office/drawing/2014/main" id="{71F265C2-8540-8CE3-9E21-D95BF119043A}"/>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6" name="CaixaDeTexto 65">
                    <a:extLst>
                      <a:ext uri="{FF2B5EF4-FFF2-40B4-BE49-F238E27FC236}">
                        <a16:creationId xmlns:a16="http://schemas.microsoft.com/office/drawing/2014/main" id="{103A5FD8-1C86-1CCC-FA77-7168A55B09CC}"/>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𝑞</m:t>
                              </m:r>
                              <m:r>
                                <a:rPr lang="pt-BR" sz="1400" b="0" i="1" smtClean="0">
                                  <a:latin typeface="Cambria Math" panose="02040503050406030204" pitchFamily="18" charset="0"/>
                                </a:rPr>
                                <m:t>)</m:t>
                              </m:r>
                            </m:sup>
                          </m:sSubSup>
                        </m:oMath>
                      </m:oMathPara>
                    </a14:m>
                    <a:endParaRPr lang="pt-BR" sz="1400"/>
                  </a:p>
                </p:txBody>
              </p:sp>
            </mc:Choice>
            <mc:Fallback xmlns="">
              <p:sp>
                <p:nvSpPr>
                  <p:cNvPr id="66" name="CaixaDeTexto 65">
                    <a:extLst>
                      <a:ext uri="{FF2B5EF4-FFF2-40B4-BE49-F238E27FC236}">
                        <a16:creationId xmlns:a16="http://schemas.microsoft.com/office/drawing/2014/main" id="{103A5FD8-1C86-1CCC-FA77-7168A55B09CC}"/>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3"/>
                    <a:stretch>
                      <a:fillRect b="-3448"/>
                    </a:stretch>
                  </a:blipFill>
                </p:spPr>
                <p:txBody>
                  <a:bodyPr/>
                  <a:lstStyle/>
                  <a:p>
                    <a:r>
                      <a:rPr lang="pt-BR">
                        <a:noFill/>
                      </a:rPr>
                      <a:t> </a:t>
                    </a:r>
                  </a:p>
                </p:txBody>
              </p:sp>
            </mc:Fallback>
          </mc:AlternateContent>
        </p:grpSp>
      </p:grpSp>
      <p:sp>
        <p:nvSpPr>
          <p:cNvPr id="69" name="CaixaDeTexto 68">
            <a:extLst>
              <a:ext uri="{FF2B5EF4-FFF2-40B4-BE49-F238E27FC236}">
                <a16:creationId xmlns:a16="http://schemas.microsoft.com/office/drawing/2014/main" id="{FC60B356-1ADE-381F-211A-58EAAC72A0C0}"/>
              </a:ext>
            </a:extLst>
          </p:cNvPr>
          <p:cNvSpPr txBox="1"/>
          <p:nvPr/>
        </p:nvSpPr>
        <p:spPr>
          <a:xfrm>
            <a:off x="994570" y="3753036"/>
            <a:ext cx="4824536" cy="2554545"/>
          </a:xfrm>
          <a:prstGeom prst="rect">
            <a:avLst/>
          </a:prstGeom>
          <a:noFill/>
        </p:spPr>
        <p:txBody>
          <a:bodyPr wrap="square">
            <a:spAutoFit/>
          </a:bodyPr>
          <a:lstStyle>
            <a:defPPr>
              <a:defRPr lang="pt-BR"/>
            </a:defPPr>
            <a:lvl1pPr>
              <a:defRPr sz="1600"/>
            </a:lvl1pPr>
          </a:lstStyle>
          <a:p>
            <a:pPr algn="just"/>
            <a:r>
              <a:rPr lang="en-US"/>
              <a:t>In essence, the surface admittance concept is a simpler representation of the conductor which will allow us to simplify our original problem, just like </a:t>
            </a:r>
            <a:r>
              <a:rPr lang="en-US" u="sng"/>
              <a:t>Norton theorem</a:t>
            </a:r>
            <a:r>
              <a:rPr lang="en-US"/>
              <a:t> helps simplify a circuit.</a:t>
            </a:r>
          </a:p>
          <a:p>
            <a:pPr algn="just"/>
            <a:endParaRPr lang="en-US"/>
          </a:p>
          <a:p>
            <a:pPr algn="just"/>
            <a:r>
              <a:rPr lang="en-US"/>
              <a:t>Using the surface admittance relationship, one can replace the conductor by an equivalent current source. Analogously, the surface admittance operator is the ratio of equivalent current and the electric fields on the boundary of the conductor. </a:t>
            </a:r>
            <a:endParaRPr lang="pt-BR"/>
          </a:p>
        </p:txBody>
      </p:sp>
      <p:sp>
        <p:nvSpPr>
          <p:cNvPr id="2" name="CaixaDeTexto 1">
            <a:extLst>
              <a:ext uri="{FF2B5EF4-FFF2-40B4-BE49-F238E27FC236}">
                <a16:creationId xmlns:a16="http://schemas.microsoft.com/office/drawing/2014/main" id="{B6385A72-E44A-2278-DEFD-C98CB1E468FF}"/>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p:grpSp>
        <p:nvGrpSpPr>
          <p:cNvPr id="12" name="Agrupar 11">
            <a:extLst>
              <a:ext uri="{FF2B5EF4-FFF2-40B4-BE49-F238E27FC236}">
                <a16:creationId xmlns:a16="http://schemas.microsoft.com/office/drawing/2014/main" id="{15E4860A-5348-E6A3-EE15-DA1BA516A42B}"/>
              </a:ext>
            </a:extLst>
          </p:cNvPr>
          <p:cNvGrpSpPr/>
          <p:nvPr/>
        </p:nvGrpSpPr>
        <p:grpSpPr>
          <a:xfrm>
            <a:off x="6523161" y="1124744"/>
            <a:ext cx="4613399" cy="5089172"/>
            <a:chOff x="6523161" y="1124744"/>
            <a:chExt cx="4613399" cy="5089172"/>
          </a:xfrm>
        </p:grpSpPr>
        <p:grpSp>
          <p:nvGrpSpPr>
            <p:cNvPr id="3" name="Agrupar 2">
              <a:extLst>
                <a:ext uri="{FF2B5EF4-FFF2-40B4-BE49-F238E27FC236}">
                  <a16:creationId xmlns:a16="http://schemas.microsoft.com/office/drawing/2014/main" id="{6AB734E3-7FDA-65D7-915C-31C575BC6805}"/>
                </a:ext>
              </a:extLst>
            </p:cNvPr>
            <p:cNvGrpSpPr/>
            <p:nvPr/>
          </p:nvGrpSpPr>
          <p:grpSpPr>
            <a:xfrm>
              <a:off x="6523161" y="1124744"/>
              <a:ext cx="4613399" cy="5089172"/>
              <a:chOff x="6523161" y="1124744"/>
              <a:chExt cx="4613399" cy="5089172"/>
            </a:xfrm>
          </p:grpSpPr>
          <mc:AlternateContent xmlns:mc="http://schemas.openxmlformats.org/markup-compatibility/2006" xmlns:a14="http://schemas.microsoft.com/office/drawing/2010/main">
            <mc:Choice Requires="a14">
              <p:sp>
                <p:nvSpPr>
                  <p:cNvPr id="10" name="Fluxograma: Processo 9">
                    <a:extLst>
                      <a:ext uri="{FF2B5EF4-FFF2-40B4-BE49-F238E27FC236}">
                        <a16:creationId xmlns:a16="http://schemas.microsoft.com/office/drawing/2014/main" id="{00F59AF1-A885-285E-7083-E5E2D4B1F00C}"/>
                      </a:ext>
                    </a:extLst>
                  </p:cNvPr>
                  <p:cNvSpPr/>
                  <p:nvPr/>
                </p:nvSpPr>
                <p:spPr>
                  <a:xfrm>
                    <a:off x="6523161" y="3260019"/>
                    <a:ext cx="2036187" cy="612648"/>
                  </a:xfrm>
                  <a:prstGeom prst="flowChart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pt-BR" sz="1200" b="0">
                        <a:solidFill>
                          <a:schemeClr val="tx1"/>
                        </a:solidFill>
                      </a:rPr>
                      <a:t>Express </a:t>
                    </a:r>
                    <a14:m>
                      <m:oMath xmlns:m="http://schemas.openxmlformats.org/officeDocument/2006/math">
                        <m:sSubSup>
                          <m:sSubSupPr>
                            <m:ctrlPr>
                              <a:rPr lang="pt-BR" sz="1200" b="0" i="1" smtClean="0">
                                <a:solidFill>
                                  <a:schemeClr val="tx1"/>
                                </a:solidFill>
                                <a:latin typeface="Cambria Math" panose="02040503050406030204" pitchFamily="18" charset="0"/>
                              </a:rPr>
                            </m:ctrlPr>
                          </m:sSubSupPr>
                          <m:e>
                            <m:r>
                              <a:rPr lang="en-US" sz="1200" i="1" smtClean="0">
                                <a:solidFill>
                                  <a:schemeClr val="tx1"/>
                                </a:solidFill>
                                <a:latin typeface="Cambria Math" panose="02040503050406030204" pitchFamily="18" charset="0"/>
                              </a:rPr>
                              <m:t>𝐸</m:t>
                            </m:r>
                          </m:e>
                          <m:sub>
                            <m:r>
                              <a:rPr lang="en-US" sz="1200" i="1" smtClean="0">
                                <a:solidFill>
                                  <a:schemeClr val="tx1"/>
                                </a:solidFill>
                                <a:latin typeface="Cambria Math" panose="02040503050406030204" pitchFamily="18" charset="0"/>
                              </a:rPr>
                              <m:t>𝑧</m:t>
                            </m:r>
                          </m:sub>
                          <m:sup>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𝑝</m:t>
                            </m:r>
                            <m:r>
                              <a:rPr lang="pt-BR" sz="1200" b="0" i="1" smtClean="0">
                                <a:solidFill>
                                  <a:schemeClr val="tx1"/>
                                </a:solidFill>
                                <a:latin typeface="Cambria Math" panose="02040503050406030204" pitchFamily="18" charset="0"/>
                              </a:rPr>
                              <m:t>)</m:t>
                            </m:r>
                          </m:sup>
                        </m:sSubSup>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𝜃</m:t>
                        </m:r>
                        <m:r>
                          <a:rPr lang="pt-BR" sz="1200" b="0" i="1" smtClean="0">
                            <a:solidFill>
                              <a:schemeClr val="tx1"/>
                            </a:solidFill>
                            <a:latin typeface="Cambria Math" panose="02040503050406030204" pitchFamily="18" charset="0"/>
                          </a:rPr>
                          <m:t>)</m:t>
                        </m:r>
                      </m:oMath>
                    </a14:m>
                    <a:r>
                      <a:rPr lang="en-US" sz="1200">
                        <a:solidFill>
                          <a:schemeClr val="tx1"/>
                        </a:solidFill>
                      </a:rPr>
                      <a:t> as a truncated Fourier series</a:t>
                    </a:r>
                    <a:endParaRPr lang="pt-BR" sz="1200">
                      <a:solidFill>
                        <a:schemeClr val="tx1"/>
                      </a:solidFill>
                    </a:endParaRPr>
                  </a:p>
                </p:txBody>
              </p:sp>
            </mc:Choice>
            <mc:Fallback xmlns="">
              <p:sp>
                <p:nvSpPr>
                  <p:cNvPr id="10" name="Fluxograma: Processo 9">
                    <a:extLst>
                      <a:ext uri="{FF2B5EF4-FFF2-40B4-BE49-F238E27FC236}">
                        <a16:creationId xmlns:a16="http://schemas.microsoft.com/office/drawing/2014/main" id="{00F59AF1-A885-285E-7083-E5E2D4B1F00C}"/>
                      </a:ext>
                    </a:extLst>
                  </p:cNvPr>
                  <p:cNvSpPr>
                    <a:spLocks noRot="1" noChangeAspect="1" noMove="1" noResize="1" noEditPoints="1" noAdjustHandles="1" noChangeArrowheads="1" noChangeShapeType="1" noTextEdit="1"/>
                  </p:cNvSpPr>
                  <p:nvPr/>
                </p:nvSpPr>
                <p:spPr>
                  <a:xfrm>
                    <a:off x="6523161" y="3260019"/>
                    <a:ext cx="2036187" cy="612648"/>
                  </a:xfrm>
                  <a:prstGeom prst="flowChartProcess">
                    <a:avLst/>
                  </a:prstGeom>
                  <a:blipFill>
                    <a:blip r:embed="rId14"/>
                    <a:stretch>
                      <a:fillRect/>
                    </a:stretch>
                  </a:blipFill>
                  <a:ln w="9525" cap="flat" cmpd="sng" algn="ctr">
                    <a:solidFill>
                      <a:srgbClr val="0070C0"/>
                    </a:solidFill>
                    <a:prstDash val="solid"/>
                    <a:round/>
                    <a:headEnd type="none" w="med" len="med"/>
                    <a:tailEnd type="none" w="med" len="med"/>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 name="Fluxograma: Processo 16">
                    <a:extLst>
                      <a:ext uri="{FF2B5EF4-FFF2-40B4-BE49-F238E27FC236}">
                        <a16:creationId xmlns:a16="http://schemas.microsoft.com/office/drawing/2014/main" id="{6CD08D51-2273-AF57-C7BA-599C5CC23C35}"/>
                      </a:ext>
                    </a:extLst>
                  </p:cNvPr>
                  <p:cNvSpPr/>
                  <p:nvPr/>
                </p:nvSpPr>
                <p:spPr>
                  <a:xfrm>
                    <a:off x="8843565" y="2144530"/>
                    <a:ext cx="2292995" cy="607539"/>
                  </a:xfrm>
                  <a:prstGeom prst="flowChart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pt-BR" sz="1200">
                        <a:solidFill>
                          <a:schemeClr val="tx1"/>
                        </a:solidFill>
                      </a:rPr>
                      <a:t>Apply the Equivalence Principle and introduce an equivalent surface current density, </a:t>
                    </a:r>
                    <a14:m>
                      <m:oMath xmlns:m="http://schemas.openxmlformats.org/officeDocument/2006/math">
                        <m:sSub>
                          <m:sSubPr>
                            <m:ctrlPr>
                              <a:rPr lang="pt-BR" sz="1200" i="1" smtClean="0">
                                <a:solidFill>
                                  <a:schemeClr val="tx1"/>
                                </a:solidFill>
                                <a:latin typeface="Cambria Math" panose="02040503050406030204" pitchFamily="18" charset="0"/>
                              </a:rPr>
                            </m:ctrlPr>
                          </m:sSubPr>
                          <m:e>
                            <m:r>
                              <a:rPr lang="pt-BR" sz="1200" i="1" smtClean="0">
                                <a:solidFill>
                                  <a:schemeClr val="tx1"/>
                                </a:solidFill>
                                <a:latin typeface="Cambria Math" panose="02040503050406030204" pitchFamily="18" charset="0"/>
                              </a:rPr>
                              <m:t>𝑱</m:t>
                            </m:r>
                          </m:e>
                          <m:sub>
                            <m:r>
                              <a:rPr lang="pt-BR" sz="1200" i="1" smtClean="0">
                                <a:solidFill>
                                  <a:schemeClr val="tx1"/>
                                </a:solidFill>
                                <a:latin typeface="Cambria Math" panose="02040503050406030204" pitchFamily="18" charset="0"/>
                              </a:rPr>
                              <m:t>𝑆</m:t>
                            </m:r>
                          </m:sub>
                        </m:sSub>
                      </m:oMath>
                    </a14:m>
                    <a:endParaRPr lang="pt-BR" sz="1200">
                      <a:solidFill>
                        <a:schemeClr val="tx1"/>
                      </a:solidFill>
                    </a:endParaRPr>
                  </a:p>
                </p:txBody>
              </p:sp>
            </mc:Choice>
            <mc:Fallback xmlns="">
              <p:sp>
                <p:nvSpPr>
                  <p:cNvPr id="17" name="Fluxograma: Processo 16">
                    <a:extLst>
                      <a:ext uri="{FF2B5EF4-FFF2-40B4-BE49-F238E27FC236}">
                        <a16:creationId xmlns:a16="http://schemas.microsoft.com/office/drawing/2014/main" id="{6CD08D51-2273-AF57-C7BA-599C5CC23C35}"/>
                      </a:ext>
                    </a:extLst>
                  </p:cNvPr>
                  <p:cNvSpPr>
                    <a:spLocks noRot="1" noChangeAspect="1" noMove="1" noResize="1" noEditPoints="1" noAdjustHandles="1" noChangeArrowheads="1" noChangeShapeType="1" noTextEdit="1"/>
                  </p:cNvSpPr>
                  <p:nvPr/>
                </p:nvSpPr>
                <p:spPr>
                  <a:xfrm>
                    <a:off x="8843565" y="2144530"/>
                    <a:ext cx="2292995" cy="607539"/>
                  </a:xfrm>
                  <a:prstGeom prst="flowChartProcess">
                    <a:avLst/>
                  </a:prstGeom>
                  <a:blipFill>
                    <a:blip r:embed="rId15"/>
                    <a:stretch>
                      <a:fillRect t="-1980" b="-9901"/>
                    </a:stretch>
                  </a:blipFill>
                  <a:ln w="9525" cap="flat" cmpd="sng" algn="ctr">
                    <a:solidFill>
                      <a:srgbClr val="0070C0"/>
                    </a:solidFill>
                    <a:prstDash val="solid"/>
                    <a:round/>
                    <a:headEnd type="none" w="med" len="med"/>
                    <a:tailEnd type="none" w="med" len="med"/>
                  </a:ln>
                </p:spPr>
                <p:txBody>
                  <a:bodyPr/>
                  <a:lstStyle/>
                  <a:p>
                    <a:r>
                      <a:rPr lang="pt-BR">
                        <a:noFill/>
                      </a:rPr>
                      <a:t> </a:t>
                    </a:r>
                  </a:p>
                </p:txBody>
              </p:sp>
            </mc:Fallback>
          </mc:AlternateContent>
          <p:sp>
            <p:nvSpPr>
              <p:cNvPr id="48" name="Fluxograma: Terminação 47">
                <a:extLst>
                  <a:ext uri="{FF2B5EF4-FFF2-40B4-BE49-F238E27FC236}">
                    <a16:creationId xmlns:a16="http://schemas.microsoft.com/office/drawing/2014/main" id="{9EFD82CC-AB35-FA12-36EE-8EF805E477A1}"/>
                  </a:ext>
                </a:extLst>
              </p:cNvPr>
              <p:cNvSpPr/>
              <p:nvPr/>
            </p:nvSpPr>
            <p:spPr>
              <a:xfrm>
                <a:off x="7752184" y="1124744"/>
                <a:ext cx="1908212" cy="556197"/>
              </a:xfrm>
              <a:prstGeom prst="flowChartTerminator">
                <a:avLst/>
              </a:prstGeom>
              <a:noFill/>
              <a:ln w="127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a:solidFill>
                      <a:schemeClr val="tx1"/>
                    </a:solidFill>
                  </a:rPr>
                  <a:t>Multiconductor</a:t>
                </a:r>
              </a:p>
              <a:p>
                <a:pPr algn="ctr"/>
                <a:r>
                  <a:rPr lang="pt-BR" sz="1200">
                    <a:solidFill>
                      <a:schemeClr val="tx1"/>
                    </a:solidFill>
                  </a:rPr>
                  <a:t>Transmission Line</a:t>
                </a:r>
              </a:p>
            </p:txBody>
          </p:sp>
          <mc:AlternateContent xmlns:mc="http://schemas.openxmlformats.org/markup-compatibility/2006" xmlns:a14="http://schemas.microsoft.com/office/drawing/2010/main">
            <mc:Choice Requires="a14">
              <p:sp>
                <p:nvSpPr>
                  <p:cNvPr id="49" name="Fluxograma: Processo Predefinido 48">
                    <a:extLst>
                      <a:ext uri="{FF2B5EF4-FFF2-40B4-BE49-F238E27FC236}">
                        <a16:creationId xmlns:a16="http://schemas.microsoft.com/office/drawing/2014/main" id="{AE455C1F-9EF1-E8A2-D8B1-295562EE37B0}"/>
                      </a:ext>
                    </a:extLst>
                  </p:cNvPr>
                  <p:cNvSpPr/>
                  <p:nvPr/>
                </p:nvSpPr>
                <p:spPr>
                  <a:xfrm>
                    <a:off x="6523161" y="2124300"/>
                    <a:ext cx="2036187" cy="627769"/>
                  </a:xfrm>
                  <a:prstGeom prst="flowChartPredefined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14:m>
                      <m:oMath xmlns:m="http://schemas.openxmlformats.org/officeDocument/2006/math">
                        <m:sSubSup>
                          <m:sSubSupPr>
                            <m:ctrlPr>
                              <a:rPr lang="pt-BR" sz="1200" b="0" i="1" smtClean="0">
                                <a:solidFill>
                                  <a:schemeClr val="tx1"/>
                                </a:solidFill>
                                <a:latin typeface="Cambria Math" panose="02040503050406030204" pitchFamily="18" charset="0"/>
                              </a:rPr>
                            </m:ctrlPr>
                          </m:sSubSupPr>
                          <m:e>
                            <m:r>
                              <a:rPr lang="en-US" sz="1200" i="1" smtClean="0">
                                <a:solidFill>
                                  <a:schemeClr val="tx1"/>
                                </a:solidFill>
                                <a:latin typeface="Cambria Math" panose="02040503050406030204" pitchFamily="18" charset="0"/>
                              </a:rPr>
                              <m:t>𝐸</m:t>
                            </m:r>
                          </m:e>
                          <m:sub>
                            <m:r>
                              <a:rPr lang="en-US" sz="1200" i="1" smtClean="0">
                                <a:solidFill>
                                  <a:schemeClr val="tx1"/>
                                </a:solidFill>
                                <a:latin typeface="Cambria Math" panose="02040503050406030204" pitchFamily="18" charset="0"/>
                              </a:rPr>
                              <m:t>𝑧</m:t>
                            </m:r>
                          </m:sub>
                          <m:sup>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𝑝</m:t>
                            </m:r>
                            <m:r>
                              <a:rPr lang="pt-BR" sz="1200" b="0" i="1" smtClean="0">
                                <a:solidFill>
                                  <a:schemeClr val="tx1"/>
                                </a:solidFill>
                                <a:latin typeface="Cambria Math" panose="02040503050406030204" pitchFamily="18" charset="0"/>
                              </a:rPr>
                              <m:t>)</m:t>
                            </m:r>
                          </m:sup>
                        </m:sSubSup>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𝜃</m:t>
                        </m:r>
                        <m:r>
                          <a:rPr lang="pt-BR" sz="1200" b="0" i="1" smtClean="0">
                            <a:solidFill>
                              <a:schemeClr val="tx1"/>
                            </a:solidFill>
                            <a:latin typeface="Cambria Math" panose="02040503050406030204" pitchFamily="18" charset="0"/>
                          </a:rPr>
                          <m:t>)</m:t>
                        </m:r>
                      </m:oMath>
                    </a14:m>
                    <a:r>
                      <a:rPr lang="en-US" sz="1200">
                        <a:solidFill>
                          <a:schemeClr val="tx1"/>
                        </a:solidFill>
                      </a:rPr>
                      <a:t> subject to a Dirichlet boundary condition</a:t>
                    </a:r>
                    <a:endParaRPr lang="pt-BR" sz="1200">
                      <a:solidFill>
                        <a:schemeClr val="tx1"/>
                      </a:solidFill>
                    </a:endParaRPr>
                  </a:p>
                </p:txBody>
              </p:sp>
            </mc:Choice>
            <mc:Fallback xmlns="">
              <p:sp>
                <p:nvSpPr>
                  <p:cNvPr id="49" name="Fluxograma: Processo Predefinido 48">
                    <a:extLst>
                      <a:ext uri="{FF2B5EF4-FFF2-40B4-BE49-F238E27FC236}">
                        <a16:creationId xmlns:a16="http://schemas.microsoft.com/office/drawing/2014/main" id="{AE455C1F-9EF1-E8A2-D8B1-295562EE37B0}"/>
                      </a:ext>
                    </a:extLst>
                  </p:cNvPr>
                  <p:cNvSpPr>
                    <a:spLocks noRot="1" noChangeAspect="1" noMove="1" noResize="1" noEditPoints="1" noAdjustHandles="1" noChangeArrowheads="1" noChangeShapeType="1" noTextEdit="1"/>
                  </p:cNvSpPr>
                  <p:nvPr/>
                </p:nvSpPr>
                <p:spPr>
                  <a:xfrm>
                    <a:off x="6523161" y="2124300"/>
                    <a:ext cx="2036187" cy="627769"/>
                  </a:xfrm>
                  <a:prstGeom prst="flowChartPredefinedProcess">
                    <a:avLst/>
                  </a:prstGeom>
                  <a:blipFill>
                    <a:blip r:embed="rId16"/>
                    <a:stretch>
                      <a:fillRect b="-10476"/>
                    </a:stretch>
                  </a:blipFill>
                  <a:ln w="9525" cap="flat" cmpd="sng" algn="ctr">
                    <a:solidFill>
                      <a:srgbClr val="0070C0"/>
                    </a:solidFill>
                    <a:prstDash val="solid"/>
                    <a:round/>
                    <a:headEnd type="none" w="med" len="med"/>
                    <a:tailEnd type="none" w="med" len="med"/>
                  </a:ln>
                </p:spPr>
                <p:txBody>
                  <a:bodyPr/>
                  <a:lstStyle/>
                  <a:p>
                    <a:r>
                      <a:rPr lang="pt-BR">
                        <a:noFill/>
                      </a:rPr>
                      <a:t> </a:t>
                    </a:r>
                  </a:p>
                </p:txBody>
              </p:sp>
            </mc:Fallback>
          </mc:AlternateContent>
          <p:cxnSp>
            <p:nvCxnSpPr>
              <p:cNvPr id="58" name="Conector: Angulado 57">
                <a:extLst>
                  <a:ext uri="{FF2B5EF4-FFF2-40B4-BE49-F238E27FC236}">
                    <a16:creationId xmlns:a16="http://schemas.microsoft.com/office/drawing/2014/main" id="{D945C55D-3848-1373-B102-5C37F05427A9}"/>
                  </a:ext>
                </a:extLst>
              </p:cNvPr>
              <p:cNvCxnSpPr>
                <a:stCxn id="48" idx="1"/>
                <a:endCxn id="49" idx="0"/>
              </p:cNvCxnSpPr>
              <p:nvPr/>
            </p:nvCxnSpPr>
            <p:spPr>
              <a:xfrm rot="10800000" flipV="1">
                <a:off x="7541256" y="1402842"/>
                <a:ext cx="210929" cy="721457"/>
              </a:xfrm>
              <a:prstGeom prst="bentConnector2">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70" name="Conector: Angulado 69">
                <a:extLst>
                  <a:ext uri="{FF2B5EF4-FFF2-40B4-BE49-F238E27FC236}">
                    <a16:creationId xmlns:a16="http://schemas.microsoft.com/office/drawing/2014/main" id="{96710692-2685-604B-8381-B74C26191C82}"/>
                  </a:ext>
                </a:extLst>
              </p:cNvPr>
              <p:cNvCxnSpPr>
                <a:cxnSpLocks/>
                <a:stCxn id="48" idx="3"/>
                <a:endCxn id="17" idx="0"/>
              </p:cNvCxnSpPr>
              <p:nvPr/>
            </p:nvCxnSpPr>
            <p:spPr>
              <a:xfrm>
                <a:off x="9660396" y="1402843"/>
                <a:ext cx="329667" cy="741687"/>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86" name="Fluxograma: Processo 85">
                <a:extLst>
                  <a:ext uri="{FF2B5EF4-FFF2-40B4-BE49-F238E27FC236}">
                    <a16:creationId xmlns:a16="http://schemas.microsoft.com/office/drawing/2014/main" id="{E886A292-326E-B7FA-8FCE-8F572A808D99}"/>
                  </a:ext>
                </a:extLst>
              </p:cNvPr>
              <p:cNvSpPr/>
              <p:nvPr/>
            </p:nvSpPr>
            <p:spPr>
              <a:xfrm>
                <a:off x="7155793" y="4833156"/>
                <a:ext cx="3085491" cy="752889"/>
              </a:xfrm>
              <a:prstGeom prst="flowChart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algn="ctr" rtl="0" eaLnBrk="1" latinLnBrk="0" hangingPunct="1">
                  <a:spcBef>
                    <a:spcPts val="0"/>
                  </a:spcBef>
                  <a:spcAft>
                    <a:spcPts val="0"/>
                  </a:spcAft>
                </a:pPr>
                <a:r>
                  <a:rPr lang="en-US" sz="1200" kern="1200">
                    <a:solidFill>
                      <a:srgbClr val="000000"/>
                    </a:solidFill>
                    <a:effectLst/>
                    <a:latin typeface="Aptos" panose="020B0004020202020204" pitchFamily="34" charset="0"/>
                    <a:ea typeface="+mn-ea"/>
                    <a:cs typeface="+mn-cs"/>
                  </a:rPr>
                  <a:t>Apply the boundary conditions to the tangential field components (Uniqueness Theorem)</a:t>
                </a:r>
                <a:endParaRPr lang="pt-BR" sz="1200">
                  <a:solidFill>
                    <a:schemeClr val="tx1"/>
                  </a:solidFill>
                </a:endParaRPr>
              </a:p>
            </p:txBody>
          </p:sp>
          <mc:AlternateContent xmlns:mc="http://schemas.openxmlformats.org/markup-compatibility/2006" xmlns:a14="http://schemas.microsoft.com/office/drawing/2010/main">
            <mc:Choice Requires="a14">
              <p:sp>
                <p:nvSpPr>
                  <p:cNvPr id="87" name="Fluxograma: Processo 86">
                    <a:extLst>
                      <a:ext uri="{FF2B5EF4-FFF2-40B4-BE49-F238E27FC236}">
                        <a16:creationId xmlns:a16="http://schemas.microsoft.com/office/drawing/2014/main" id="{25F8E8E1-B801-574E-38BC-CF8C449AE2B3}"/>
                      </a:ext>
                    </a:extLst>
                  </p:cNvPr>
                  <p:cNvSpPr/>
                  <p:nvPr/>
                </p:nvSpPr>
                <p:spPr>
                  <a:xfrm>
                    <a:off x="8854206" y="3260019"/>
                    <a:ext cx="2282354" cy="612648"/>
                  </a:xfrm>
                  <a:prstGeom prst="flowChart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pt-BR" sz="1200" b="0">
                        <a:solidFill>
                          <a:schemeClr val="tx1"/>
                        </a:solidFill>
                      </a:rPr>
                      <a:t>Express </a:t>
                    </a:r>
                    <a14:m>
                      <m:oMath xmlns:m="http://schemas.openxmlformats.org/officeDocument/2006/math">
                        <m:sSubSup>
                          <m:sSubSupPr>
                            <m:ctrlPr>
                              <a:rPr lang="pt-BR" sz="1200" i="1">
                                <a:solidFill>
                                  <a:schemeClr val="tx1"/>
                                </a:solidFill>
                                <a:latin typeface="Cambria Math" panose="02040503050406030204" pitchFamily="18" charset="0"/>
                              </a:rPr>
                            </m:ctrlPr>
                          </m:sSubSupPr>
                          <m:e>
                            <m:r>
                              <a:rPr lang="pt-BR" sz="1200" i="1">
                                <a:solidFill>
                                  <a:schemeClr val="tx1"/>
                                </a:solidFill>
                                <a:latin typeface="Cambria Math" panose="02040503050406030204" pitchFamily="18" charset="0"/>
                              </a:rPr>
                              <m:t>𝐽</m:t>
                            </m:r>
                          </m:e>
                          <m:sub>
                            <m:r>
                              <a:rPr lang="pt-BR" sz="1200" i="1">
                                <a:solidFill>
                                  <a:schemeClr val="tx1"/>
                                </a:solidFill>
                                <a:latin typeface="Cambria Math" panose="02040503050406030204" pitchFamily="18" charset="0"/>
                              </a:rPr>
                              <m:t>𝑠</m:t>
                            </m:r>
                          </m:sub>
                          <m:sup>
                            <m:r>
                              <a:rPr lang="pt-BR" sz="1200" i="1">
                                <a:solidFill>
                                  <a:schemeClr val="tx1"/>
                                </a:solidFill>
                                <a:latin typeface="Cambria Math" panose="02040503050406030204" pitchFamily="18" charset="0"/>
                              </a:rPr>
                              <m:t>(</m:t>
                            </m:r>
                            <m:r>
                              <a:rPr lang="pt-BR" sz="1200" i="1">
                                <a:solidFill>
                                  <a:schemeClr val="tx1"/>
                                </a:solidFill>
                                <a:latin typeface="Cambria Math" panose="02040503050406030204" pitchFamily="18" charset="0"/>
                              </a:rPr>
                              <m:t>𝑝</m:t>
                            </m:r>
                            <m:r>
                              <a:rPr lang="pt-BR" sz="1200" i="1">
                                <a:solidFill>
                                  <a:schemeClr val="tx1"/>
                                </a:solidFill>
                                <a:latin typeface="Cambria Math" panose="02040503050406030204" pitchFamily="18" charset="0"/>
                              </a:rPr>
                              <m:t>)</m:t>
                            </m:r>
                          </m:sup>
                        </m:sSubSup>
                        <m:r>
                          <a:rPr lang="pt-BR" sz="1200" i="1">
                            <a:solidFill>
                              <a:schemeClr val="tx1"/>
                            </a:solidFill>
                            <a:latin typeface="Cambria Math" panose="02040503050406030204" pitchFamily="18" charset="0"/>
                          </a:rPr>
                          <m:t>(</m:t>
                        </m:r>
                        <m:r>
                          <a:rPr lang="pt-BR" sz="1200" i="1">
                            <a:solidFill>
                              <a:schemeClr val="tx1"/>
                            </a:solidFill>
                            <a:latin typeface="Cambria Math" panose="02040503050406030204" pitchFamily="18" charset="0"/>
                          </a:rPr>
                          <m:t>𝜃</m:t>
                        </m:r>
                        <m:r>
                          <a:rPr lang="pt-BR" sz="1200" i="1">
                            <a:solidFill>
                              <a:schemeClr val="tx1"/>
                            </a:solidFill>
                            <a:latin typeface="Cambria Math" panose="02040503050406030204" pitchFamily="18" charset="0"/>
                          </a:rPr>
                          <m:t>)</m:t>
                        </m:r>
                      </m:oMath>
                    </a14:m>
                    <a:r>
                      <a:rPr lang="en-US" sz="1200">
                        <a:solidFill>
                          <a:schemeClr val="tx1"/>
                        </a:solidFill>
                      </a:rPr>
                      <a:t> as a truncated Fourier series</a:t>
                    </a:r>
                    <a:endParaRPr lang="pt-BR" sz="1200">
                      <a:solidFill>
                        <a:schemeClr val="tx1"/>
                      </a:solidFill>
                    </a:endParaRPr>
                  </a:p>
                </p:txBody>
              </p:sp>
            </mc:Choice>
            <mc:Fallback xmlns="">
              <p:sp>
                <p:nvSpPr>
                  <p:cNvPr id="87" name="Fluxograma: Processo 86">
                    <a:extLst>
                      <a:ext uri="{FF2B5EF4-FFF2-40B4-BE49-F238E27FC236}">
                        <a16:creationId xmlns:a16="http://schemas.microsoft.com/office/drawing/2014/main" id="{25F8E8E1-B801-574E-38BC-CF8C449AE2B3}"/>
                      </a:ext>
                    </a:extLst>
                  </p:cNvPr>
                  <p:cNvSpPr>
                    <a:spLocks noRot="1" noChangeAspect="1" noMove="1" noResize="1" noEditPoints="1" noAdjustHandles="1" noChangeArrowheads="1" noChangeShapeType="1" noTextEdit="1"/>
                  </p:cNvSpPr>
                  <p:nvPr/>
                </p:nvSpPr>
                <p:spPr>
                  <a:xfrm>
                    <a:off x="8854206" y="3260019"/>
                    <a:ext cx="2282354" cy="612648"/>
                  </a:xfrm>
                  <a:prstGeom prst="flowChartProcess">
                    <a:avLst/>
                  </a:prstGeom>
                  <a:blipFill>
                    <a:blip r:embed="rId17"/>
                    <a:stretch>
                      <a:fillRect/>
                    </a:stretch>
                  </a:blipFill>
                  <a:ln w="9525" cap="flat" cmpd="sng" algn="ctr">
                    <a:solidFill>
                      <a:srgbClr val="0070C0"/>
                    </a:solidFill>
                    <a:prstDash val="solid"/>
                    <a:round/>
                    <a:headEnd type="none" w="med" len="med"/>
                    <a:tailEnd type="none" w="med" len="med"/>
                  </a:ln>
                </p:spPr>
                <p:txBody>
                  <a:bodyPr/>
                  <a:lstStyle/>
                  <a:p>
                    <a:r>
                      <a:rPr lang="pt-BR">
                        <a:noFill/>
                      </a:rPr>
                      <a:t> </a:t>
                    </a:r>
                  </a:p>
                </p:txBody>
              </p:sp>
            </mc:Fallback>
          </mc:AlternateContent>
          <p:sp>
            <p:nvSpPr>
              <p:cNvPr id="72" name="Fluxograma: Conector 71">
                <a:extLst>
                  <a:ext uri="{FF2B5EF4-FFF2-40B4-BE49-F238E27FC236}">
                    <a16:creationId xmlns:a16="http://schemas.microsoft.com/office/drawing/2014/main" id="{A0DE604E-C84F-EAFA-4FA1-F7FC4E671D22}"/>
                  </a:ext>
                </a:extLst>
              </p:cNvPr>
              <p:cNvSpPr/>
              <p:nvPr/>
            </p:nvSpPr>
            <p:spPr>
              <a:xfrm>
                <a:off x="8557984" y="4232707"/>
                <a:ext cx="274320" cy="274320"/>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200"/>
              </a:p>
            </p:txBody>
          </p:sp>
          <p:cxnSp>
            <p:nvCxnSpPr>
              <p:cNvPr id="96" name="Conector: Angulado 95">
                <a:extLst>
                  <a:ext uri="{FF2B5EF4-FFF2-40B4-BE49-F238E27FC236}">
                    <a16:creationId xmlns:a16="http://schemas.microsoft.com/office/drawing/2014/main" id="{299CA8EB-97A8-D228-77CA-129CB38A5A2F}"/>
                  </a:ext>
                </a:extLst>
              </p:cNvPr>
              <p:cNvCxnSpPr>
                <a:stCxn id="10" idx="2"/>
                <a:endCxn id="72" idx="2"/>
              </p:cNvCxnSpPr>
              <p:nvPr/>
            </p:nvCxnSpPr>
            <p:spPr>
              <a:xfrm rot="16200000" flipH="1">
                <a:off x="7801019" y="3612902"/>
                <a:ext cx="497200" cy="101672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0" name="Conector: Angulado 99">
                <a:extLst>
                  <a:ext uri="{FF2B5EF4-FFF2-40B4-BE49-F238E27FC236}">
                    <a16:creationId xmlns:a16="http://schemas.microsoft.com/office/drawing/2014/main" id="{2D114163-D9CF-5D61-9D3B-997208C115AC}"/>
                  </a:ext>
                </a:extLst>
              </p:cNvPr>
              <p:cNvCxnSpPr>
                <a:cxnSpLocks/>
                <a:stCxn id="87" idx="2"/>
                <a:endCxn id="72" idx="6"/>
              </p:cNvCxnSpPr>
              <p:nvPr/>
            </p:nvCxnSpPr>
            <p:spPr>
              <a:xfrm rot="5400000">
                <a:off x="9165244" y="3539728"/>
                <a:ext cx="497200" cy="116307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2" name="Conector de Seta Reta 101">
                <a:extLst>
                  <a:ext uri="{FF2B5EF4-FFF2-40B4-BE49-F238E27FC236}">
                    <a16:creationId xmlns:a16="http://schemas.microsoft.com/office/drawing/2014/main" id="{F7485E65-2DC9-E888-38BA-9161DCB5FEE2}"/>
                  </a:ext>
                </a:extLst>
              </p:cNvPr>
              <p:cNvCxnSpPr>
                <a:stCxn id="49" idx="2"/>
                <a:endCxn id="10" idx="0"/>
              </p:cNvCxnSpPr>
              <p:nvPr/>
            </p:nvCxnSpPr>
            <p:spPr>
              <a:xfrm>
                <a:off x="7541255" y="2752069"/>
                <a:ext cx="0" cy="5079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4" name="Conector de Seta Reta 103">
                <a:extLst>
                  <a:ext uri="{FF2B5EF4-FFF2-40B4-BE49-F238E27FC236}">
                    <a16:creationId xmlns:a16="http://schemas.microsoft.com/office/drawing/2014/main" id="{DF2CF84B-2D60-4D3F-E249-6FC0B0074AB3}"/>
                  </a:ext>
                </a:extLst>
              </p:cNvPr>
              <p:cNvCxnSpPr>
                <a:stCxn id="17" idx="2"/>
                <a:endCxn id="87" idx="0"/>
              </p:cNvCxnSpPr>
              <p:nvPr/>
            </p:nvCxnSpPr>
            <p:spPr>
              <a:xfrm>
                <a:off x="9990063" y="2752069"/>
                <a:ext cx="5320" cy="5079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5" name="Fluxograma: Terminação 104">
                <a:extLst>
                  <a:ext uri="{FF2B5EF4-FFF2-40B4-BE49-F238E27FC236}">
                    <a16:creationId xmlns:a16="http://schemas.microsoft.com/office/drawing/2014/main" id="{0FD7C22D-A8EB-F3E1-30E1-82227D2B3989}"/>
                  </a:ext>
                </a:extLst>
              </p:cNvPr>
              <p:cNvSpPr/>
              <p:nvPr/>
            </p:nvSpPr>
            <p:spPr>
              <a:xfrm>
                <a:off x="8172908" y="5844584"/>
                <a:ext cx="1055440" cy="369332"/>
              </a:xfrm>
              <a:prstGeom prst="flowChartTerminator">
                <a:avLst/>
              </a:prstGeom>
              <a:noFill/>
              <a:ln w="127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200">
                  <a:solidFill>
                    <a:schemeClr val="tx1"/>
                  </a:solidFill>
                </a:endParaRPr>
              </a:p>
            </p:txBody>
          </p:sp>
          <p:cxnSp>
            <p:nvCxnSpPr>
              <p:cNvPr id="111" name="Conector de Seta Reta 110">
                <a:extLst>
                  <a:ext uri="{FF2B5EF4-FFF2-40B4-BE49-F238E27FC236}">
                    <a16:creationId xmlns:a16="http://schemas.microsoft.com/office/drawing/2014/main" id="{F8631A54-C828-83DC-2328-6BC19344F967}"/>
                  </a:ext>
                </a:extLst>
              </p:cNvPr>
              <p:cNvCxnSpPr>
                <a:cxnSpLocks/>
                <a:stCxn id="72" idx="4"/>
                <a:endCxn id="86" idx="0"/>
              </p:cNvCxnSpPr>
              <p:nvPr/>
            </p:nvCxnSpPr>
            <p:spPr>
              <a:xfrm>
                <a:off x="8695144" y="4507027"/>
                <a:ext cx="3395" cy="3261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6" name="Conector de Seta Reta 115">
                <a:extLst>
                  <a:ext uri="{FF2B5EF4-FFF2-40B4-BE49-F238E27FC236}">
                    <a16:creationId xmlns:a16="http://schemas.microsoft.com/office/drawing/2014/main" id="{735F2BF1-C6B8-AE5E-FF48-02134FF63963}"/>
                  </a:ext>
                </a:extLst>
              </p:cNvPr>
              <p:cNvCxnSpPr>
                <a:cxnSpLocks/>
                <a:stCxn id="86" idx="2"/>
                <a:endCxn id="105" idx="0"/>
              </p:cNvCxnSpPr>
              <p:nvPr/>
            </p:nvCxnSpPr>
            <p:spPr>
              <a:xfrm>
                <a:off x="8698539" y="5586045"/>
                <a:ext cx="2089" cy="2585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7814374F-DA00-422E-7A39-11138696E30A}"/>
                    </a:ext>
                  </a:extLst>
                </p:cNvPr>
                <p:cNvSpPr txBox="1"/>
                <p:nvPr/>
              </p:nvSpPr>
              <p:spPr>
                <a:xfrm>
                  <a:off x="8178570" y="5875361"/>
                  <a:ext cx="1055440"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1400" b="1" i="1" smtClean="0">
                            <a:latin typeface="Cambria Math" panose="02040503050406030204" pitchFamily="18" charset="0"/>
                          </a:rPr>
                          <m:t>𝑱</m:t>
                        </m:r>
                        <m:r>
                          <a:rPr lang="pt-BR" sz="1400" i="1">
                            <a:latin typeface="Cambria Math" panose="02040503050406030204" pitchFamily="18" charset="0"/>
                          </a:rPr>
                          <m:t>=</m:t>
                        </m:r>
                        <m:sSub>
                          <m:sSubPr>
                            <m:ctrlPr>
                              <a:rPr lang="pt-BR" sz="1400" b="1" i="1">
                                <a:latin typeface="Cambria Math" panose="02040503050406030204" pitchFamily="18" charset="0"/>
                                <a:ea typeface="Cambria Math" panose="02040503050406030204" pitchFamily="18" charset="0"/>
                              </a:rPr>
                            </m:ctrlPr>
                          </m:sSubPr>
                          <m:e>
                            <m:r>
                              <a:rPr lang="en-US" sz="1400" b="1" i="1">
                                <a:latin typeface="Cambria Math" panose="02040503050406030204" pitchFamily="18" charset="0"/>
                                <a:ea typeface="Cambria Math" panose="02040503050406030204" pitchFamily="18" charset="0"/>
                              </a:rPr>
                              <m:t>𝕐</m:t>
                            </m:r>
                          </m:e>
                          <m:sub>
                            <m:r>
                              <a:rPr lang="pt-BR" sz="1400" b="1" i="1">
                                <a:latin typeface="Cambria Math" panose="02040503050406030204" pitchFamily="18" charset="0"/>
                                <a:ea typeface="Cambria Math" panose="02040503050406030204" pitchFamily="18" charset="0"/>
                              </a:rPr>
                              <m:t>𝒔</m:t>
                            </m:r>
                          </m:sub>
                        </m:sSub>
                        <m:r>
                          <a:rPr lang="pt-BR" sz="1400" b="1" i="1" smtClean="0">
                            <a:latin typeface="Cambria Math" panose="02040503050406030204" pitchFamily="18" charset="0"/>
                            <a:ea typeface="Cambria Math" panose="02040503050406030204" pitchFamily="18" charset="0"/>
                          </a:rPr>
                          <m:t> </m:t>
                        </m:r>
                        <m:r>
                          <a:rPr lang="pt-BR" sz="1400" b="1" i="1" smtClean="0">
                            <a:latin typeface="Cambria Math" panose="02040503050406030204" pitchFamily="18" charset="0"/>
                            <a:ea typeface="Cambria Math" panose="02040503050406030204" pitchFamily="18" charset="0"/>
                          </a:rPr>
                          <m:t>𝑬</m:t>
                        </m:r>
                      </m:oMath>
                    </m:oMathPara>
                  </a14:m>
                  <a:endParaRPr lang="en-US" sz="1400" i="1"/>
                </a:p>
              </p:txBody>
            </p:sp>
          </mc:Choice>
          <mc:Fallback xmlns="">
            <p:sp>
              <p:nvSpPr>
                <p:cNvPr id="7" name="CaixaDeTexto 6">
                  <a:extLst>
                    <a:ext uri="{FF2B5EF4-FFF2-40B4-BE49-F238E27FC236}">
                      <a16:creationId xmlns:a16="http://schemas.microsoft.com/office/drawing/2014/main" id="{7814374F-DA00-422E-7A39-11138696E30A}"/>
                    </a:ext>
                  </a:extLst>
                </p:cNvPr>
                <p:cNvSpPr txBox="1">
                  <a:spLocks noRot="1" noChangeAspect="1" noMove="1" noResize="1" noEditPoints="1" noAdjustHandles="1" noChangeArrowheads="1" noChangeShapeType="1" noTextEdit="1"/>
                </p:cNvSpPr>
                <p:nvPr/>
              </p:nvSpPr>
              <p:spPr>
                <a:xfrm>
                  <a:off x="8178570" y="5875361"/>
                  <a:ext cx="1055440" cy="307777"/>
                </a:xfrm>
                <a:prstGeom prst="rect">
                  <a:avLst/>
                </a:prstGeom>
                <a:blipFill>
                  <a:blip r:embed="rId18"/>
                  <a:stretch>
                    <a:fillRect b="-6000"/>
                  </a:stretch>
                </a:blipFill>
              </p:spPr>
              <p:txBody>
                <a:bodyPr/>
                <a:lstStyle/>
                <a:p>
                  <a:r>
                    <a:rPr lang="pt-BR">
                      <a:noFill/>
                    </a:rPr>
                    <a:t> </a:t>
                  </a:r>
                </a:p>
              </p:txBody>
            </p:sp>
          </mc:Fallback>
        </mc:AlternateContent>
      </p:grpSp>
    </p:spTree>
    <p:extLst>
      <p:ext uri="{BB962C8B-B14F-4D97-AF65-F5344CB8AC3E}">
        <p14:creationId xmlns:p14="http://schemas.microsoft.com/office/powerpoint/2010/main" val="942069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14</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Electric Field Integral Equation (EFIE)</a:t>
            </a:r>
          </a:p>
        </p:txBody>
      </p:sp>
      <p:grpSp>
        <p:nvGrpSpPr>
          <p:cNvPr id="21" name="Agrupar 20">
            <a:extLst>
              <a:ext uri="{FF2B5EF4-FFF2-40B4-BE49-F238E27FC236}">
                <a16:creationId xmlns:a16="http://schemas.microsoft.com/office/drawing/2014/main" id="{EB44BEF3-A4C6-BB7F-FF58-DAFA6D61E231}"/>
              </a:ext>
            </a:extLst>
          </p:cNvPr>
          <p:cNvGrpSpPr/>
          <p:nvPr/>
        </p:nvGrpSpPr>
        <p:grpSpPr>
          <a:xfrm>
            <a:off x="1643646" y="1340768"/>
            <a:ext cx="2853779" cy="2115790"/>
            <a:chOff x="1643646" y="1340768"/>
            <a:chExt cx="2853779" cy="2115790"/>
          </a:xfrm>
        </p:grpSpPr>
        <p:sp>
          <p:nvSpPr>
            <p:cNvPr id="3" name="Elipse 2">
              <a:extLst>
                <a:ext uri="{FF2B5EF4-FFF2-40B4-BE49-F238E27FC236}">
                  <a16:creationId xmlns:a16="http://schemas.microsoft.com/office/drawing/2014/main" id="{FC7BF6EB-E00D-7E0D-3F84-3147A5BB41DE}"/>
                </a:ext>
              </a:extLst>
            </p:cNvPr>
            <p:cNvSpPr/>
            <p:nvPr/>
          </p:nvSpPr>
          <p:spPr>
            <a:xfrm>
              <a:off x="2063552" y="1578545"/>
              <a:ext cx="1367980" cy="1384807"/>
            </a:xfrm>
            <a:prstGeom prst="ellipse">
              <a:avLst/>
            </a:prstGeom>
            <a:solidFill>
              <a:schemeClr val="accent1">
                <a:alpha val="7000"/>
              </a:schemeClr>
            </a:solidFill>
            <a:ln w="19050">
              <a:solidFill>
                <a:schemeClr val="tx2">
                  <a:lumMod val="90000"/>
                  <a:lumOff val="1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cxnSp>
          <p:nvCxnSpPr>
            <p:cNvPr id="5" name="Conector reto 4">
              <a:extLst>
                <a:ext uri="{FF2B5EF4-FFF2-40B4-BE49-F238E27FC236}">
                  <a16:creationId xmlns:a16="http://schemas.microsoft.com/office/drawing/2014/main" id="{54F71E4B-75EB-F637-034E-CAB06CB4CE21}"/>
                </a:ext>
              </a:extLst>
            </p:cNvPr>
            <p:cNvCxnSpPr>
              <a:cxnSpLocks/>
              <a:stCxn id="16" idx="7"/>
              <a:endCxn id="3" idx="7"/>
            </p:cNvCxnSpPr>
            <p:nvPr/>
          </p:nvCxnSpPr>
          <p:spPr>
            <a:xfrm flipV="1">
              <a:off x="2765041" y="1781346"/>
              <a:ext cx="466154" cy="451021"/>
            </a:xfrm>
            <a:prstGeom prst="line">
              <a:avLst/>
            </a:prstGeom>
            <a:ln w="127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 name="Conector reto 6">
              <a:extLst>
                <a:ext uri="{FF2B5EF4-FFF2-40B4-BE49-F238E27FC236}">
                  <a16:creationId xmlns:a16="http://schemas.microsoft.com/office/drawing/2014/main" id="{8C19D695-CCF3-5C67-A0D8-DF1B321042AE}"/>
                </a:ext>
              </a:extLst>
            </p:cNvPr>
            <p:cNvCxnSpPr>
              <a:cxnSpLocks/>
            </p:cNvCxnSpPr>
            <p:nvPr/>
          </p:nvCxnSpPr>
          <p:spPr>
            <a:xfrm>
              <a:off x="2743058" y="2267973"/>
              <a:ext cx="690265" cy="5464"/>
            </a:xfrm>
            <a:prstGeom prst="line">
              <a:avLst/>
            </a:prstGeom>
            <a:ln w="127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 name="Arco 9">
              <a:extLst>
                <a:ext uri="{FF2B5EF4-FFF2-40B4-BE49-F238E27FC236}">
                  <a16:creationId xmlns:a16="http://schemas.microsoft.com/office/drawing/2014/main" id="{27E47613-2086-8889-2DA3-636737A44255}"/>
                </a:ext>
              </a:extLst>
            </p:cNvPr>
            <p:cNvSpPr/>
            <p:nvPr/>
          </p:nvSpPr>
          <p:spPr>
            <a:xfrm>
              <a:off x="2094642" y="1999939"/>
              <a:ext cx="843413" cy="719048"/>
            </a:xfrm>
            <a:prstGeom prst="arc">
              <a:avLst>
                <a:gd name="adj1" fmla="val 19772002"/>
                <a:gd name="adj2" fmla="val 20795977"/>
              </a:avLst>
            </a:prstGeom>
            <a:ln w="12700"/>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E9DD0510-2C0C-9065-7A68-228BD95F2AB2}"/>
                    </a:ext>
                  </a:extLst>
                </p:cNvPr>
                <p:cNvSpPr txBox="1"/>
                <p:nvPr/>
              </p:nvSpPr>
              <p:spPr>
                <a:xfrm>
                  <a:off x="2867078" y="2004471"/>
                  <a:ext cx="248101" cy="2746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100" b="0" i="1" smtClean="0">
                                <a:latin typeface="Cambria Math" panose="02040503050406030204" pitchFamily="18" charset="0"/>
                              </a:rPr>
                            </m:ctrlPr>
                          </m:sSubPr>
                          <m:e>
                            <m:r>
                              <a:rPr lang="pt-BR" sz="1100" i="1" smtClean="0">
                                <a:latin typeface="Cambria Math" panose="02040503050406030204" pitchFamily="18" charset="0"/>
                              </a:rPr>
                              <m:t>𝜃</m:t>
                            </m:r>
                          </m:e>
                          <m:sub>
                            <m:r>
                              <a:rPr lang="pt-BR" sz="1100" b="0" i="1" smtClean="0">
                                <a:latin typeface="Cambria Math" panose="02040503050406030204" pitchFamily="18" charset="0"/>
                              </a:rPr>
                              <m:t>𝑝</m:t>
                            </m:r>
                          </m:sub>
                        </m:sSub>
                      </m:oMath>
                    </m:oMathPara>
                  </a14:m>
                  <a:endParaRPr lang="pt-BR" sz="1100"/>
                </a:p>
              </p:txBody>
            </p:sp>
          </mc:Choice>
          <mc:Fallback xmlns="">
            <p:sp>
              <p:nvSpPr>
                <p:cNvPr id="11" name="CaixaDeTexto 10">
                  <a:extLst>
                    <a:ext uri="{FF2B5EF4-FFF2-40B4-BE49-F238E27FC236}">
                      <a16:creationId xmlns:a16="http://schemas.microsoft.com/office/drawing/2014/main" id="{E9DD0510-2C0C-9065-7A68-228BD95F2AB2}"/>
                    </a:ext>
                  </a:extLst>
                </p:cNvPr>
                <p:cNvSpPr txBox="1">
                  <a:spLocks noRot="1" noChangeAspect="1" noMove="1" noResize="1" noEditPoints="1" noAdjustHandles="1" noChangeArrowheads="1" noChangeShapeType="1" noTextEdit="1"/>
                </p:cNvSpPr>
                <p:nvPr/>
              </p:nvSpPr>
              <p:spPr>
                <a:xfrm>
                  <a:off x="2867078" y="2004471"/>
                  <a:ext cx="248101" cy="274627"/>
                </a:xfrm>
                <a:prstGeom prst="rect">
                  <a:avLst/>
                </a:prstGeom>
                <a:blipFill>
                  <a:blip r:embed="rId4"/>
                  <a:stretch>
                    <a:fillRect r="-731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E8174C7E-53F8-CB03-B52A-3A7136E340D3}"/>
                    </a:ext>
                  </a:extLst>
                </p:cNvPr>
                <p:cNvSpPr txBox="1"/>
                <p:nvPr/>
              </p:nvSpPr>
              <p:spPr>
                <a:xfrm>
                  <a:off x="2681920" y="1716422"/>
                  <a:ext cx="236189" cy="3026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i="1" smtClean="0">
                                <a:latin typeface="Cambria Math" panose="02040503050406030204" pitchFamily="18" charset="0"/>
                              </a:rPr>
                              <m:t>𝑎</m:t>
                            </m:r>
                          </m:e>
                          <m:sub>
                            <m:r>
                              <a:rPr lang="pt-BR" sz="1200" i="1" smtClean="0">
                                <a:latin typeface="Cambria Math" panose="02040503050406030204" pitchFamily="18" charset="0"/>
                              </a:rPr>
                              <m:t>𝑝</m:t>
                            </m:r>
                          </m:sub>
                        </m:sSub>
                      </m:oMath>
                    </m:oMathPara>
                  </a14:m>
                  <a:endParaRPr lang="pt-BR" sz="1200"/>
                </a:p>
              </p:txBody>
            </p:sp>
          </mc:Choice>
          <mc:Fallback xmlns="">
            <p:sp>
              <p:nvSpPr>
                <p:cNvPr id="12" name="CaixaDeTexto 11">
                  <a:extLst>
                    <a:ext uri="{FF2B5EF4-FFF2-40B4-BE49-F238E27FC236}">
                      <a16:creationId xmlns:a16="http://schemas.microsoft.com/office/drawing/2014/main" id="{E8174C7E-53F8-CB03-B52A-3A7136E340D3}"/>
                    </a:ext>
                  </a:extLst>
                </p:cNvPr>
                <p:cNvSpPr txBox="1">
                  <a:spLocks noRot="1" noChangeAspect="1" noMove="1" noResize="1" noEditPoints="1" noAdjustHandles="1" noChangeArrowheads="1" noChangeShapeType="1" noTextEdit="1"/>
                </p:cNvSpPr>
                <p:nvPr/>
              </p:nvSpPr>
              <p:spPr>
                <a:xfrm>
                  <a:off x="2681920" y="1716422"/>
                  <a:ext cx="236189" cy="302675"/>
                </a:xfrm>
                <a:prstGeom prst="rect">
                  <a:avLst/>
                </a:prstGeom>
                <a:blipFill>
                  <a:blip r:embed="rId5"/>
                  <a:stretch>
                    <a:fillRect r="-17949"/>
                  </a:stretch>
                </a:blipFill>
              </p:spPr>
              <p:txBody>
                <a:bodyPr/>
                <a:lstStyle/>
                <a:p>
                  <a:r>
                    <a:rPr lang="pt-BR">
                      <a:noFill/>
                    </a:rPr>
                    <a:t> </a:t>
                  </a:r>
                </a:p>
              </p:txBody>
            </p:sp>
          </mc:Fallback>
        </mc:AlternateContent>
        <p:cxnSp>
          <p:nvCxnSpPr>
            <p:cNvPr id="13" name="Conector de Seta Reta 12">
              <a:extLst>
                <a:ext uri="{FF2B5EF4-FFF2-40B4-BE49-F238E27FC236}">
                  <a16:creationId xmlns:a16="http://schemas.microsoft.com/office/drawing/2014/main" id="{77C55F1C-5BD5-DF76-2F5F-1ED7DF903812}"/>
                </a:ext>
              </a:extLst>
            </p:cNvPr>
            <p:cNvCxnSpPr>
              <a:cxnSpLocks/>
              <a:stCxn id="20" idx="1"/>
              <a:endCxn id="3" idx="7"/>
            </p:cNvCxnSpPr>
            <p:nvPr/>
          </p:nvCxnSpPr>
          <p:spPr>
            <a:xfrm flipH="1" flipV="1">
              <a:off x="3231196" y="1781345"/>
              <a:ext cx="920124" cy="137634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id="{86092138-BD00-A438-4A5E-61F36D663977}"/>
                    </a:ext>
                  </a:extLst>
                </p:cNvPr>
                <p:cNvSpPr txBox="1"/>
                <p:nvPr/>
              </p:nvSpPr>
              <p:spPr>
                <a:xfrm>
                  <a:off x="3647600" y="2183099"/>
                  <a:ext cx="307794" cy="3270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400" b="1" i="1" smtClean="0">
                                <a:latin typeface="Cambria Math" panose="02040503050406030204" pitchFamily="18" charset="0"/>
                              </a:rPr>
                            </m:ctrlPr>
                          </m:sSubPr>
                          <m:e>
                            <m:r>
                              <a:rPr lang="pt-BR" sz="1400" b="1" i="1" smtClean="0">
                                <a:latin typeface="Cambria Math" panose="02040503050406030204" pitchFamily="18" charset="0"/>
                              </a:rPr>
                              <m:t>𝒓</m:t>
                            </m:r>
                          </m:e>
                          <m:sub>
                            <m:r>
                              <a:rPr lang="pt-BR" sz="1400" b="1" i="1" smtClean="0">
                                <a:latin typeface="Cambria Math" panose="02040503050406030204" pitchFamily="18" charset="0"/>
                              </a:rPr>
                              <m:t>𝒑</m:t>
                            </m:r>
                          </m:sub>
                        </m:sSub>
                      </m:oMath>
                    </m:oMathPara>
                  </a14:m>
                  <a:endParaRPr lang="pt-BR" sz="1400" b="1"/>
                </a:p>
              </p:txBody>
            </p:sp>
          </mc:Choice>
          <mc:Fallback xmlns="">
            <p:sp>
              <p:nvSpPr>
                <p:cNvPr id="15" name="CaixaDeTexto 14">
                  <a:extLst>
                    <a:ext uri="{FF2B5EF4-FFF2-40B4-BE49-F238E27FC236}">
                      <a16:creationId xmlns:a16="http://schemas.microsoft.com/office/drawing/2014/main" id="{86092138-BD00-A438-4A5E-61F36D663977}"/>
                    </a:ext>
                  </a:extLst>
                </p:cNvPr>
                <p:cNvSpPr txBox="1">
                  <a:spLocks noRot="1" noChangeAspect="1" noMove="1" noResize="1" noEditPoints="1" noAdjustHandles="1" noChangeArrowheads="1" noChangeShapeType="1" noTextEdit="1"/>
                </p:cNvSpPr>
                <p:nvPr/>
              </p:nvSpPr>
              <p:spPr>
                <a:xfrm>
                  <a:off x="3647600" y="2183099"/>
                  <a:ext cx="307794" cy="327035"/>
                </a:xfrm>
                <a:prstGeom prst="rect">
                  <a:avLst/>
                </a:prstGeom>
                <a:blipFill>
                  <a:blip r:embed="rId6"/>
                  <a:stretch>
                    <a:fillRect r="-1961"/>
                  </a:stretch>
                </a:blipFill>
              </p:spPr>
              <p:txBody>
                <a:bodyPr/>
                <a:lstStyle/>
                <a:p>
                  <a:r>
                    <a:rPr lang="pt-BR">
                      <a:noFill/>
                    </a:rPr>
                    <a:t> </a:t>
                  </a:r>
                </a:p>
              </p:txBody>
            </p:sp>
          </mc:Fallback>
        </mc:AlternateContent>
        <p:sp>
          <p:nvSpPr>
            <p:cNvPr id="16" name="Elipse 15">
              <a:extLst>
                <a:ext uri="{FF2B5EF4-FFF2-40B4-BE49-F238E27FC236}">
                  <a16:creationId xmlns:a16="http://schemas.microsoft.com/office/drawing/2014/main" id="{6616F89B-4506-6B3F-79BB-044E327DC70B}"/>
                </a:ext>
              </a:extLst>
            </p:cNvPr>
            <p:cNvSpPr/>
            <p:nvPr/>
          </p:nvSpPr>
          <p:spPr>
            <a:xfrm>
              <a:off x="2711967" y="2223147"/>
              <a:ext cx="62181" cy="62946"/>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7" name="Conector de Seta Reta 16">
              <a:extLst>
                <a:ext uri="{FF2B5EF4-FFF2-40B4-BE49-F238E27FC236}">
                  <a16:creationId xmlns:a16="http://schemas.microsoft.com/office/drawing/2014/main" id="{8F91AF59-2EF3-64DF-7896-03F59E9EA565}"/>
                </a:ext>
              </a:extLst>
            </p:cNvPr>
            <p:cNvCxnSpPr>
              <a:cxnSpLocks/>
              <a:stCxn id="20" idx="1"/>
            </p:cNvCxnSpPr>
            <p:nvPr/>
          </p:nvCxnSpPr>
          <p:spPr>
            <a:xfrm flipH="1" flipV="1">
              <a:off x="2773097" y="2290663"/>
              <a:ext cx="1378223" cy="867024"/>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415B0D8E-C1BD-B522-EC7F-7F1954A89333}"/>
                    </a:ext>
                  </a:extLst>
                </p:cNvPr>
                <p:cNvSpPr txBox="1"/>
                <p:nvPr/>
              </p:nvSpPr>
              <p:spPr>
                <a:xfrm>
                  <a:off x="3271951" y="2724195"/>
                  <a:ext cx="27492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1400" b="1" i="1" smtClean="0">
                            <a:solidFill>
                              <a:srgbClr val="00B050"/>
                            </a:solidFill>
                            <a:latin typeface="Cambria Math" panose="02040503050406030204" pitchFamily="18" charset="0"/>
                          </a:rPr>
                          <m:t>𝒑</m:t>
                        </m:r>
                      </m:oMath>
                    </m:oMathPara>
                  </a14:m>
                  <a:endParaRPr lang="pt-BR" sz="1400" b="1">
                    <a:solidFill>
                      <a:srgbClr val="00B050"/>
                    </a:solidFill>
                  </a:endParaRPr>
                </a:p>
              </p:txBody>
            </p:sp>
          </mc:Choice>
          <mc:Fallback xmlns="">
            <p:sp>
              <p:nvSpPr>
                <p:cNvPr id="18" name="CaixaDeTexto 17">
                  <a:extLst>
                    <a:ext uri="{FF2B5EF4-FFF2-40B4-BE49-F238E27FC236}">
                      <a16:creationId xmlns:a16="http://schemas.microsoft.com/office/drawing/2014/main" id="{415B0D8E-C1BD-B522-EC7F-7F1954A89333}"/>
                    </a:ext>
                  </a:extLst>
                </p:cNvPr>
                <p:cNvSpPr txBox="1">
                  <a:spLocks noRot="1" noChangeAspect="1" noMove="1" noResize="1" noEditPoints="1" noAdjustHandles="1" noChangeArrowheads="1" noChangeShapeType="1" noTextEdit="1"/>
                </p:cNvSpPr>
                <p:nvPr/>
              </p:nvSpPr>
              <p:spPr>
                <a:xfrm>
                  <a:off x="3271951" y="2724195"/>
                  <a:ext cx="274929" cy="307777"/>
                </a:xfrm>
                <a:prstGeom prst="rect">
                  <a:avLst/>
                </a:prstGeom>
                <a:blipFill>
                  <a:blip r:embed="rId7"/>
                  <a:stretch>
                    <a:fillRect b="-20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353D303B-B035-D8BA-8D64-E4E682F56D3B}"/>
                    </a:ext>
                  </a:extLst>
                </p:cNvPr>
                <p:cNvSpPr txBox="1"/>
                <p:nvPr/>
              </p:nvSpPr>
              <p:spPr>
                <a:xfrm>
                  <a:off x="4065377" y="3194948"/>
                  <a:ext cx="432048"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1100" b="0" i="1" smtClean="0">
                            <a:latin typeface="Cambria Math" panose="02040503050406030204" pitchFamily="18" charset="0"/>
                          </a:rPr>
                          <m:t>𝑂</m:t>
                        </m:r>
                      </m:oMath>
                    </m:oMathPara>
                  </a14:m>
                  <a:endParaRPr lang="pt-BR" sz="1100"/>
                </a:p>
              </p:txBody>
            </p:sp>
          </mc:Choice>
          <mc:Fallback xmlns="">
            <p:sp>
              <p:nvSpPr>
                <p:cNvPr id="19" name="CaixaDeTexto 18">
                  <a:extLst>
                    <a:ext uri="{FF2B5EF4-FFF2-40B4-BE49-F238E27FC236}">
                      <a16:creationId xmlns:a16="http://schemas.microsoft.com/office/drawing/2014/main" id="{353D303B-B035-D8BA-8D64-E4E682F56D3B}"/>
                    </a:ext>
                  </a:extLst>
                </p:cNvPr>
                <p:cNvSpPr txBox="1">
                  <a:spLocks noRot="1" noChangeAspect="1" noMove="1" noResize="1" noEditPoints="1" noAdjustHandles="1" noChangeArrowheads="1" noChangeShapeType="1" noTextEdit="1"/>
                </p:cNvSpPr>
                <p:nvPr/>
              </p:nvSpPr>
              <p:spPr>
                <a:xfrm>
                  <a:off x="4065377" y="3194948"/>
                  <a:ext cx="432048" cy="261610"/>
                </a:xfrm>
                <a:prstGeom prst="rect">
                  <a:avLst/>
                </a:prstGeom>
                <a:blipFill>
                  <a:blip r:embed="rId8"/>
                  <a:stretch>
                    <a:fillRect/>
                  </a:stretch>
                </a:blipFill>
              </p:spPr>
              <p:txBody>
                <a:bodyPr/>
                <a:lstStyle/>
                <a:p>
                  <a:r>
                    <a:rPr lang="pt-BR">
                      <a:noFill/>
                    </a:rPr>
                    <a:t> </a:t>
                  </a:r>
                </a:p>
              </p:txBody>
            </p:sp>
          </mc:Fallback>
        </mc:AlternateContent>
        <p:sp>
          <p:nvSpPr>
            <p:cNvPr id="20" name="Elipse 19">
              <a:extLst>
                <a:ext uri="{FF2B5EF4-FFF2-40B4-BE49-F238E27FC236}">
                  <a16:creationId xmlns:a16="http://schemas.microsoft.com/office/drawing/2014/main" id="{9A43987F-E7D5-225D-1A27-E0B450B9249F}"/>
                </a:ext>
              </a:extLst>
            </p:cNvPr>
            <p:cNvSpPr/>
            <p:nvPr/>
          </p:nvSpPr>
          <p:spPr>
            <a:xfrm>
              <a:off x="4142214" y="3148469"/>
              <a:ext cx="62181" cy="6294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34" name="Agrupar 33">
              <a:extLst>
                <a:ext uri="{FF2B5EF4-FFF2-40B4-BE49-F238E27FC236}">
                  <a16:creationId xmlns:a16="http://schemas.microsoft.com/office/drawing/2014/main" id="{AEEF91CA-45FB-D1F1-080F-8302C4AF77B5}"/>
                </a:ext>
              </a:extLst>
            </p:cNvPr>
            <p:cNvGrpSpPr/>
            <p:nvPr/>
          </p:nvGrpSpPr>
          <p:grpSpPr>
            <a:xfrm>
              <a:off x="1988655" y="2190162"/>
              <a:ext cx="146905" cy="148375"/>
              <a:chOff x="2999656" y="3825766"/>
              <a:chExt cx="182880" cy="182880"/>
            </a:xfrm>
          </p:grpSpPr>
          <p:sp>
            <p:nvSpPr>
              <p:cNvPr id="47" name="Elipse 46">
                <a:extLst>
                  <a:ext uri="{FF2B5EF4-FFF2-40B4-BE49-F238E27FC236}">
                    <a16:creationId xmlns:a16="http://schemas.microsoft.com/office/drawing/2014/main" id="{30BF2A5A-E417-A2CB-CF9D-188CA28D7A80}"/>
                  </a:ext>
                </a:extLst>
              </p:cNvPr>
              <p:cNvSpPr/>
              <p:nvPr/>
            </p:nvSpPr>
            <p:spPr>
              <a:xfrm flipH="1" flipV="1">
                <a:off x="2999656" y="3825766"/>
                <a:ext cx="182880" cy="182880"/>
              </a:xfrm>
              <a:prstGeom prst="ellipse">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8" name="Elipse 47">
                <a:extLst>
                  <a:ext uri="{FF2B5EF4-FFF2-40B4-BE49-F238E27FC236}">
                    <a16:creationId xmlns:a16="http://schemas.microsoft.com/office/drawing/2014/main" id="{2EAD996B-0C1D-1A5D-85B1-1EAEB91413A7}"/>
                  </a:ext>
                </a:extLst>
              </p:cNvPr>
              <p:cNvSpPr/>
              <p:nvPr/>
            </p:nvSpPr>
            <p:spPr>
              <a:xfrm flipH="1" flipV="1">
                <a:off x="3075614" y="3901620"/>
                <a:ext cx="30964" cy="31173"/>
              </a:xfrm>
              <a:prstGeom prst="ellipse">
                <a:avLst/>
              </a:prstGeom>
              <a:solidFill>
                <a:schemeClr val="tx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46" name="CaixaDeTexto 45">
                  <a:extLst>
                    <a:ext uri="{FF2B5EF4-FFF2-40B4-BE49-F238E27FC236}">
                      <a16:creationId xmlns:a16="http://schemas.microsoft.com/office/drawing/2014/main" id="{0BA273BB-12B4-7B2D-3C3B-88DA6761AE3A}"/>
                    </a:ext>
                  </a:extLst>
                </p:cNvPr>
                <p:cNvSpPr txBox="1"/>
                <p:nvPr/>
              </p:nvSpPr>
              <p:spPr>
                <a:xfrm>
                  <a:off x="1643646" y="1921223"/>
                  <a:ext cx="314501" cy="3539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oMath>
                    </m:oMathPara>
                  </a14:m>
                  <a:endParaRPr lang="pt-BR" sz="1400"/>
                </a:p>
              </p:txBody>
            </p:sp>
          </mc:Choice>
          <mc:Fallback xmlns="">
            <p:sp>
              <p:nvSpPr>
                <p:cNvPr id="46" name="CaixaDeTexto 45">
                  <a:extLst>
                    <a:ext uri="{FF2B5EF4-FFF2-40B4-BE49-F238E27FC236}">
                      <a16:creationId xmlns:a16="http://schemas.microsoft.com/office/drawing/2014/main" id="{0BA273BB-12B4-7B2D-3C3B-88DA6761AE3A}"/>
                    </a:ext>
                  </a:extLst>
                </p:cNvPr>
                <p:cNvSpPr txBox="1">
                  <a:spLocks noRot="1" noChangeAspect="1" noMove="1" noResize="1" noEditPoints="1" noAdjustHandles="1" noChangeArrowheads="1" noChangeShapeType="1" noTextEdit="1"/>
                </p:cNvSpPr>
                <p:nvPr/>
              </p:nvSpPr>
              <p:spPr>
                <a:xfrm>
                  <a:off x="1643646" y="1921223"/>
                  <a:ext cx="314501" cy="353943"/>
                </a:xfrm>
                <a:prstGeom prst="rect">
                  <a:avLst/>
                </a:prstGeom>
                <a:blipFill>
                  <a:blip r:embed="rId9"/>
                  <a:stretch>
                    <a:fillRect r="-33333" b="-344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3" name="CaixaDeTexto 52">
                  <a:extLst>
                    <a:ext uri="{FF2B5EF4-FFF2-40B4-BE49-F238E27FC236}">
                      <a16:creationId xmlns:a16="http://schemas.microsoft.com/office/drawing/2014/main" id="{9D306FAD-7E02-104C-B79C-EDB6ACFE4449}"/>
                    </a:ext>
                  </a:extLst>
                </p:cNvPr>
                <p:cNvSpPr txBox="1"/>
                <p:nvPr/>
              </p:nvSpPr>
              <p:spPr>
                <a:xfrm>
                  <a:off x="2397448" y="2447792"/>
                  <a:ext cx="646012" cy="3026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b="0" i="1" smtClean="0">
                                <a:latin typeface="Cambria Math" panose="02040503050406030204" pitchFamily="18" charset="0"/>
                              </a:rPr>
                              <m:t>(</m:t>
                            </m:r>
                            <m:r>
                              <a:rPr lang="pt-BR" sz="1200" b="0" i="1" smtClean="0">
                                <a:latin typeface="Cambria Math" panose="02040503050406030204" pitchFamily="18" charset="0"/>
                              </a:rPr>
                              <m:t>𝑥</m:t>
                            </m:r>
                          </m:e>
                          <m:sub>
                            <m:r>
                              <a:rPr lang="pt-BR" sz="1200" i="1" smtClean="0">
                                <a:latin typeface="Cambria Math" panose="02040503050406030204" pitchFamily="18" charset="0"/>
                              </a:rPr>
                              <m:t>𝑝</m:t>
                            </m:r>
                          </m:sub>
                        </m:sSub>
                        <m:r>
                          <a:rPr lang="pt-BR" sz="1200" b="0" i="1" smtClean="0">
                            <a:latin typeface="Cambria Math" panose="02040503050406030204" pitchFamily="18" charset="0"/>
                          </a:rPr>
                          <m:t>, </m:t>
                        </m:r>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𝑦</m:t>
                            </m:r>
                          </m:e>
                          <m:sub>
                            <m:r>
                              <a:rPr lang="pt-BR" sz="1200" b="0" i="1" smtClean="0">
                                <a:latin typeface="Cambria Math" panose="02040503050406030204" pitchFamily="18" charset="0"/>
                              </a:rPr>
                              <m:t>𝑝</m:t>
                            </m:r>
                          </m:sub>
                        </m:sSub>
                        <m:r>
                          <a:rPr lang="pt-BR" sz="1200" b="0" i="1" smtClean="0">
                            <a:latin typeface="Cambria Math" panose="02040503050406030204" pitchFamily="18" charset="0"/>
                          </a:rPr>
                          <m:t>)</m:t>
                        </m:r>
                      </m:oMath>
                    </m:oMathPara>
                  </a14:m>
                  <a:endParaRPr lang="pt-BR" sz="1200"/>
                </a:p>
              </p:txBody>
            </p:sp>
          </mc:Choice>
          <mc:Fallback xmlns="">
            <p:sp>
              <p:nvSpPr>
                <p:cNvPr id="53" name="CaixaDeTexto 52">
                  <a:extLst>
                    <a:ext uri="{FF2B5EF4-FFF2-40B4-BE49-F238E27FC236}">
                      <a16:creationId xmlns:a16="http://schemas.microsoft.com/office/drawing/2014/main" id="{9D306FAD-7E02-104C-B79C-EDB6ACFE4449}"/>
                    </a:ext>
                  </a:extLst>
                </p:cNvPr>
                <p:cNvSpPr txBox="1">
                  <a:spLocks noRot="1" noChangeAspect="1" noMove="1" noResize="1" noEditPoints="1" noAdjustHandles="1" noChangeArrowheads="1" noChangeShapeType="1" noTextEdit="1"/>
                </p:cNvSpPr>
                <p:nvPr/>
              </p:nvSpPr>
              <p:spPr>
                <a:xfrm>
                  <a:off x="2397448" y="2447792"/>
                  <a:ext cx="646012" cy="302675"/>
                </a:xfrm>
                <a:prstGeom prst="rect">
                  <a:avLst/>
                </a:prstGeom>
                <a:blipFill>
                  <a:blip r:embed="rId10"/>
                  <a:stretch>
                    <a:fillRect r="-1887" b="-204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8" name="CaixaDeTexto 57">
                  <a:extLst>
                    <a:ext uri="{FF2B5EF4-FFF2-40B4-BE49-F238E27FC236}">
                      <a16:creationId xmlns:a16="http://schemas.microsoft.com/office/drawing/2014/main" id="{55C1FAED-F330-68C9-DD31-83A89821F693}"/>
                    </a:ext>
                  </a:extLst>
                </p:cNvPr>
                <p:cNvSpPr txBox="1"/>
                <p:nvPr/>
              </p:nvSpPr>
              <p:spPr>
                <a:xfrm>
                  <a:off x="2970095" y="1340768"/>
                  <a:ext cx="236189" cy="3026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b="0" i="1" smtClean="0">
                                <a:latin typeface="Cambria Math" panose="02040503050406030204" pitchFamily="18" charset="0"/>
                              </a:rPr>
                              <m:t>𝑐</m:t>
                            </m:r>
                          </m:e>
                          <m:sub>
                            <m:r>
                              <a:rPr lang="pt-BR" sz="1200" i="1" smtClean="0">
                                <a:latin typeface="Cambria Math" panose="02040503050406030204" pitchFamily="18" charset="0"/>
                              </a:rPr>
                              <m:t>𝑝</m:t>
                            </m:r>
                          </m:sub>
                        </m:sSub>
                      </m:oMath>
                    </m:oMathPara>
                  </a14:m>
                  <a:endParaRPr lang="pt-BR" sz="1200"/>
                </a:p>
              </p:txBody>
            </p:sp>
          </mc:Choice>
          <mc:Fallback xmlns="">
            <p:sp>
              <p:nvSpPr>
                <p:cNvPr id="58" name="CaixaDeTexto 57">
                  <a:extLst>
                    <a:ext uri="{FF2B5EF4-FFF2-40B4-BE49-F238E27FC236}">
                      <a16:creationId xmlns:a16="http://schemas.microsoft.com/office/drawing/2014/main" id="{55C1FAED-F330-68C9-DD31-83A89821F693}"/>
                    </a:ext>
                  </a:extLst>
                </p:cNvPr>
                <p:cNvSpPr txBox="1">
                  <a:spLocks noRot="1" noChangeAspect="1" noMove="1" noResize="1" noEditPoints="1" noAdjustHandles="1" noChangeArrowheads="1" noChangeShapeType="1" noTextEdit="1"/>
                </p:cNvSpPr>
                <p:nvPr/>
              </p:nvSpPr>
              <p:spPr>
                <a:xfrm>
                  <a:off x="2970095" y="1340768"/>
                  <a:ext cx="236189" cy="302675"/>
                </a:xfrm>
                <a:prstGeom prst="rect">
                  <a:avLst/>
                </a:prstGeom>
                <a:blipFill>
                  <a:blip r:embed="rId11"/>
                  <a:stretch>
                    <a:fillRect r="-12821"/>
                  </a:stretch>
                </a:blipFill>
              </p:spPr>
              <p:txBody>
                <a:bodyPr/>
                <a:lstStyle/>
                <a:p>
                  <a:r>
                    <a:rPr lang="pt-BR">
                      <a:noFill/>
                    </a:rPr>
                    <a:t> </a:t>
                  </a:r>
                </a:p>
              </p:txBody>
            </p:sp>
          </mc:Fallback>
        </mc:AlternateContent>
      </p:gr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p:grpSp>
        <p:nvGrpSpPr>
          <p:cNvPr id="25" name="Agrupar 24">
            <a:extLst>
              <a:ext uri="{FF2B5EF4-FFF2-40B4-BE49-F238E27FC236}">
                <a16:creationId xmlns:a16="http://schemas.microsoft.com/office/drawing/2014/main" id="{3C66D591-F84B-D338-1B81-26D53004AA22}"/>
              </a:ext>
            </a:extLst>
          </p:cNvPr>
          <p:cNvGrpSpPr/>
          <p:nvPr/>
        </p:nvGrpSpPr>
        <p:grpSpPr>
          <a:xfrm>
            <a:off x="6107775" y="4293096"/>
            <a:ext cx="5218284" cy="2140426"/>
            <a:chOff x="6107775" y="4293096"/>
            <a:chExt cx="5218284" cy="2140426"/>
          </a:xfrm>
        </p:grpSpPr>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53BD7D7D-B52E-2B8A-1996-E3CCD928A4F8}"/>
                    </a:ext>
                  </a:extLst>
                </p:cNvPr>
                <p:cNvSpPr txBox="1"/>
                <p:nvPr/>
              </p:nvSpPr>
              <p:spPr>
                <a:xfrm>
                  <a:off x="6107775" y="4293096"/>
                  <a:ext cx="5218284" cy="584775"/>
                </a:xfrm>
                <a:prstGeom prst="rect">
                  <a:avLst/>
                </a:prstGeom>
                <a:noFill/>
              </p:spPr>
              <p:txBody>
                <a:bodyPr wrap="square">
                  <a:spAutoFit/>
                </a:bodyPr>
                <a:lstStyle>
                  <a:defPPr>
                    <a:defRPr lang="pt-BR"/>
                  </a:defPPr>
                  <a:lvl1pPr>
                    <a:defRPr sz="1600"/>
                  </a:lvl1pPr>
                </a:lstStyle>
                <a:p>
                  <a:r>
                    <a:rPr lang="en-US"/>
                    <a:t>Using the superposition principle, vector potential </a:t>
                  </a:r>
                  <a14:m>
                    <m:oMath xmlns:m="http://schemas.openxmlformats.org/officeDocument/2006/math">
                      <m:sSubSup>
                        <m:sSubSupPr>
                          <m:ctrlPr>
                            <a:rPr lang="pt-BR" i="1" smtClean="0">
                              <a:latin typeface="Cambria Math" panose="02040503050406030204" pitchFamily="18" charset="0"/>
                            </a:rPr>
                          </m:ctrlPr>
                        </m:sSubSupPr>
                        <m:e>
                          <m:r>
                            <a:rPr lang="pt-BR" b="0" i="1" smtClean="0">
                              <a:latin typeface="Cambria Math" panose="02040503050406030204" pitchFamily="18" charset="0"/>
                            </a:rPr>
                            <m:t>𝒜</m:t>
                          </m:r>
                        </m:e>
                        <m:sub>
                          <m:r>
                            <m:rPr>
                              <m:sty m:val="p"/>
                            </m:rPr>
                            <a:rPr lang="pt-BR">
                              <a:latin typeface="Cambria Math" panose="02040503050406030204" pitchFamily="18" charset="0"/>
                            </a:rPr>
                            <m:t>z</m:t>
                          </m:r>
                        </m:sub>
                        <m:sup>
                          <m:r>
                            <a:rPr lang="pt-BR" i="1">
                              <a:latin typeface="Cambria Math" panose="02040503050406030204" pitchFamily="18" charset="0"/>
                            </a:rPr>
                            <m:t> </m:t>
                          </m:r>
                        </m:sup>
                      </m:sSubSup>
                      <m:d>
                        <m:dPr>
                          <m:ctrlPr>
                            <a:rPr lang="pt-BR" i="1">
                              <a:latin typeface="Cambria Math" panose="02040503050406030204" pitchFamily="18" charset="0"/>
                            </a:rPr>
                          </m:ctrlPr>
                        </m:dPr>
                        <m:e>
                          <m:r>
                            <a:rPr lang="pt-BR" b="1" i="1">
                              <a:latin typeface="Cambria Math" panose="02040503050406030204" pitchFamily="18" charset="0"/>
                            </a:rPr>
                            <m:t>𝒓</m:t>
                          </m:r>
                        </m:e>
                      </m:d>
                    </m:oMath>
                  </a14:m>
                  <a:r>
                    <a:rPr lang="en-US"/>
                    <a:t> can be expanded as</a:t>
                  </a:r>
                  <a:endParaRPr lang="pt-BR"/>
                </a:p>
              </p:txBody>
            </p:sp>
          </mc:Choice>
          <mc:Fallback xmlns="">
            <p:sp>
              <p:nvSpPr>
                <p:cNvPr id="24" name="CaixaDeTexto 23">
                  <a:extLst>
                    <a:ext uri="{FF2B5EF4-FFF2-40B4-BE49-F238E27FC236}">
                      <a16:creationId xmlns:a16="http://schemas.microsoft.com/office/drawing/2014/main" id="{53BD7D7D-B52E-2B8A-1996-E3CCD928A4F8}"/>
                    </a:ext>
                  </a:extLst>
                </p:cNvPr>
                <p:cNvSpPr txBox="1">
                  <a:spLocks noRot="1" noChangeAspect="1" noMove="1" noResize="1" noEditPoints="1" noAdjustHandles="1" noChangeArrowheads="1" noChangeShapeType="1" noTextEdit="1"/>
                </p:cNvSpPr>
                <p:nvPr/>
              </p:nvSpPr>
              <p:spPr>
                <a:xfrm>
                  <a:off x="6107775" y="4293096"/>
                  <a:ext cx="5218284" cy="584775"/>
                </a:xfrm>
                <a:prstGeom prst="rect">
                  <a:avLst/>
                </a:prstGeom>
                <a:blipFill>
                  <a:blip r:embed="rId12"/>
                  <a:stretch>
                    <a:fillRect l="-701" t="-3125" b="-125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93DD0F9A-89C8-D9DF-AE72-D16BFF9F5D13}"/>
                    </a:ext>
                  </a:extLst>
                </p:cNvPr>
                <p:cNvSpPr txBox="1"/>
                <p:nvPr/>
              </p:nvSpPr>
              <p:spPr>
                <a:xfrm>
                  <a:off x="6109260" y="4922393"/>
                  <a:ext cx="5190639" cy="81086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a:rPr lang="pt-BR" i="1">
                                <a:latin typeface="Cambria Math" panose="02040503050406030204" pitchFamily="18" charset="0"/>
                              </a:rPr>
                              <m:t>𝒜</m:t>
                            </m:r>
                          </m:e>
                          <m:sub>
                            <m:r>
                              <m:rPr>
                                <m:sty m:val="p"/>
                              </m:rPr>
                              <a:rPr lang="pt-BR">
                                <a:latin typeface="Cambria Math" panose="02040503050406030204" pitchFamily="18" charset="0"/>
                              </a:rPr>
                              <m:t>z</m:t>
                            </m:r>
                          </m:sub>
                          <m:sup>
                            <m:r>
                              <a:rPr lang="pt-BR" i="1">
                                <a:latin typeface="Cambria Math" panose="02040503050406030204" pitchFamily="18" charset="0"/>
                              </a:rPr>
                              <m:t> </m:t>
                            </m:r>
                          </m:sup>
                        </m:sSubSup>
                        <m:d>
                          <m:dPr>
                            <m:ctrlPr>
                              <a:rPr lang="pt-BR" i="1">
                                <a:latin typeface="Cambria Math" panose="02040503050406030204" pitchFamily="18" charset="0"/>
                              </a:rPr>
                            </m:ctrlPr>
                          </m:dPr>
                          <m:e>
                            <m:r>
                              <a:rPr lang="pt-BR" b="1" i="1">
                                <a:latin typeface="Cambria Math" panose="02040503050406030204" pitchFamily="18" charset="0"/>
                              </a:rPr>
                              <m:t>𝒓</m:t>
                            </m:r>
                          </m:e>
                        </m:d>
                        <m:r>
                          <a:rPr lang="pt-BR" b="0" i="1" smtClean="0">
                            <a:latin typeface="Cambria Math" panose="02040503050406030204" pitchFamily="18" charset="0"/>
                          </a:rPr>
                          <m:t>=</m:t>
                        </m:r>
                        <m:nary>
                          <m:naryPr>
                            <m:chr m:val="∑"/>
                            <m:ctrlPr>
                              <a:rPr lang="pt-BR" b="0" i="1" smtClean="0">
                                <a:latin typeface="Cambria Math" panose="02040503050406030204" pitchFamily="18" charset="0"/>
                              </a:rPr>
                            </m:ctrlPr>
                          </m:naryPr>
                          <m:sub>
                            <m:r>
                              <a:rPr lang="pt-BR" b="0" i="1" smtClean="0">
                                <a:latin typeface="Cambria Math" panose="02040503050406030204" pitchFamily="18" charset="0"/>
                              </a:rPr>
                              <m:t>𝑝</m:t>
                            </m:r>
                            <m:r>
                              <a:rPr lang="pt-BR" b="0" i="1" smtClean="0">
                                <a:latin typeface="Cambria Math" panose="02040503050406030204" pitchFamily="18" charset="0"/>
                              </a:rPr>
                              <m:t>=1</m:t>
                            </m:r>
                          </m:sub>
                          <m:sup>
                            <m:sSub>
                              <m:sSubPr>
                                <m:ctrlPr>
                                  <a:rPr lang="pt-BR" i="1">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sup>
                          <m:e>
                            <m:sSubSup>
                              <m:sSubSupPr>
                                <m:ctrlPr>
                                  <a:rPr lang="pt-BR" i="1">
                                    <a:latin typeface="Cambria Math" panose="02040503050406030204" pitchFamily="18" charset="0"/>
                                  </a:rPr>
                                </m:ctrlPr>
                              </m:sSubSupPr>
                              <m:e>
                                <m:r>
                                  <a:rPr lang="pt-BR" i="1">
                                    <a:latin typeface="Cambria Math" panose="02040503050406030204" pitchFamily="18" charset="0"/>
                                  </a:rPr>
                                  <m:t>𝒜</m:t>
                                </m:r>
                              </m:e>
                              <m:sub>
                                <m:r>
                                  <a:rPr lang="pt-BR" b="0" i="1" smtClean="0">
                                    <a:latin typeface="Cambria Math" panose="02040503050406030204" pitchFamily="18" charset="0"/>
                                  </a:rPr>
                                  <m:t>𝑝</m:t>
                                </m:r>
                              </m:sub>
                              <m:sup>
                                <m:r>
                                  <a:rPr lang="pt-BR" i="1">
                                    <a:latin typeface="Cambria Math" panose="02040503050406030204" pitchFamily="18" charset="0"/>
                                  </a:rPr>
                                  <m:t> </m:t>
                                </m:r>
                              </m:sup>
                            </m:sSubSup>
                            <m:d>
                              <m:dPr>
                                <m:ctrlPr>
                                  <a:rPr lang="pt-BR" i="1">
                                    <a:latin typeface="Cambria Math" panose="02040503050406030204" pitchFamily="18" charset="0"/>
                                  </a:rPr>
                                </m:ctrlPr>
                              </m:dPr>
                              <m:e>
                                <m:r>
                                  <a:rPr lang="pt-BR" b="1" i="1">
                                    <a:latin typeface="Cambria Math" panose="02040503050406030204" pitchFamily="18" charset="0"/>
                                  </a:rPr>
                                  <m:t>𝒓</m:t>
                                </m:r>
                              </m:e>
                            </m:d>
                          </m:e>
                        </m:nary>
                      </m:oMath>
                    </m:oMathPara>
                  </a14:m>
                  <a:endParaRPr lang="en-US"/>
                </a:p>
              </p:txBody>
            </p:sp>
          </mc:Choice>
          <mc:Fallback xmlns="">
            <p:sp>
              <p:nvSpPr>
                <p:cNvPr id="26" name="CaixaDeTexto 25">
                  <a:extLst>
                    <a:ext uri="{FF2B5EF4-FFF2-40B4-BE49-F238E27FC236}">
                      <a16:creationId xmlns:a16="http://schemas.microsoft.com/office/drawing/2014/main" id="{93DD0F9A-89C8-D9DF-AE72-D16BFF9F5D13}"/>
                    </a:ext>
                  </a:extLst>
                </p:cNvPr>
                <p:cNvSpPr txBox="1">
                  <a:spLocks noRot="1" noChangeAspect="1" noMove="1" noResize="1" noEditPoints="1" noAdjustHandles="1" noChangeArrowheads="1" noChangeShapeType="1" noTextEdit="1"/>
                </p:cNvSpPr>
                <p:nvPr/>
              </p:nvSpPr>
              <p:spPr>
                <a:xfrm>
                  <a:off x="6109260" y="4922393"/>
                  <a:ext cx="5190639" cy="810863"/>
                </a:xfrm>
                <a:prstGeom prst="rect">
                  <a:avLst/>
                </a:prstGeom>
                <a:blipFill>
                  <a:blip r:embed="rId1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7" name="CaixaDeTexto 26">
                  <a:extLst>
                    <a:ext uri="{FF2B5EF4-FFF2-40B4-BE49-F238E27FC236}">
                      <a16:creationId xmlns:a16="http://schemas.microsoft.com/office/drawing/2014/main" id="{AE1D638E-B05C-4489-6A35-F46D56C9BB75}"/>
                    </a:ext>
                  </a:extLst>
                </p:cNvPr>
                <p:cNvSpPr txBox="1"/>
                <p:nvPr/>
              </p:nvSpPr>
              <p:spPr>
                <a:xfrm>
                  <a:off x="6107775" y="5810787"/>
                  <a:ext cx="5218284" cy="622735"/>
                </a:xfrm>
                <a:prstGeom prst="rect">
                  <a:avLst/>
                </a:prstGeom>
                <a:noFill/>
              </p:spPr>
              <p:txBody>
                <a:bodyPr wrap="square">
                  <a:spAutoFit/>
                </a:bodyPr>
                <a:lstStyle>
                  <a:defPPr>
                    <a:defRPr lang="pt-BR"/>
                  </a:defPPr>
                  <a:lvl1pPr>
                    <a:defRPr sz="1600"/>
                  </a:lvl1pPr>
                </a:lstStyle>
                <a:p>
                  <a14:m>
                    <m:oMath xmlns:m="http://schemas.openxmlformats.org/officeDocument/2006/math">
                      <m:sSubSup>
                        <m:sSubSupPr>
                          <m:ctrlPr>
                            <a:rPr lang="pt-BR" i="1" smtClean="0">
                              <a:latin typeface="Cambria Math" panose="02040503050406030204" pitchFamily="18" charset="0"/>
                            </a:rPr>
                          </m:ctrlPr>
                        </m:sSubSupPr>
                        <m:e>
                          <m:r>
                            <a:rPr lang="pt-BR" i="1">
                              <a:latin typeface="Cambria Math" panose="02040503050406030204" pitchFamily="18" charset="0"/>
                            </a:rPr>
                            <m:t>𝒜</m:t>
                          </m:r>
                        </m:e>
                        <m:sub>
                          <m:r>
                            <a:rPr lang="pt-BR" b="0" i="1" smtClean="0">
                              <a:latin typeface="Cambria Math" panose="02040503050406030204" pitchFamily="18" charset="0"/>
                            </a:rPr>
                            <m:t>𝑝</m:t>
                          </m:r>
                        </m:sub>
                        <m:sup>
                          <m:r>
                            <a:rPr lang="pt-BR" i="1">
                              <a:latin typeface="Cambria Math" panose="02040503050406030204" pitchFamily="18" charset="0"/>
                            </a:rPr>
                            <m:t> </m:t>
                          </m:r>
                        </m:sup>
                      </m:sSubSup>
                      <m:d>
                        <m:dPr>
                          <m:ctrlPr>
                            <a:rPr lang="pt-BR" i="1">
                              <a:latin typeface="Cambria Math" panose="02040503050406030204" pitchFamily="18" charset="0"/>
                            </a:rPr>
                          </m:ctrlPr>
                        </m:dPr>
                        <m:e>
                          <m:r>
                            <a:rPr lang="pt-BR" b="1" i="1">
                              <a:latin typeface="Cambria Math" panose="02040503050406030204" pitchFamily="18" charset="0"/>
                            </a:rPr>
                            <m:t>𝒓</m:t>
                          </m:r>
                        </m:e>
                      </m:d>
                    </m:oMath>
                  </a14:m>
                  <a:r>
                    <a:rPr lang="en-US"/>
                    <a:t> is the contribution due to the equivalent currents on the </a:t>
                  </a:r>
                  <a14:m>
                    <m:oMath xmlns:m="http://schemas.openxmlformats.org/officeDocument/2006/math">
                      <m:r>
                        <a:rPr lang="pt-BR" i="1">
                          <a:latin typeface="Cambria Math" panose="02040503050406030204" pitchFamily="18" charset="0"/>
                        </a:rPr>
                        <m:t>𝑝</m:t>
                      </m:r>
                    </m:oMath>
                  </a14:m>
                  <a:r>
                    <a:rPr lang="pt-BR"/>
                    <a:t>-th surface conductor,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𝑐</m:t>
                          </m:r>
                        </m:e>
                        <m:sub>
                          <m:r>
                            <a:rPr lang="pt-BR" i="1">
                              <a:latin typeface="Cambria Math" panose="02040503050406030204" pitchFamily="18" charset="0"/>
                            </a:rPr>
                            <m:t>𝑝</m:t>
                          </m:r>
                        </m:sub>
                      </m:sSub>
                    </m:oMath>
                  </a14:m>
                  <a:r>
                    <a:rPr lang="pt-BR"/>
                    <a:t>.</a:t>
                  </a:r>
                </a:p>
              </p:txBody>
            </p:sp>
          </mc:Choice>
          <mc:Fallback xmlns="">
            <p:sp>
              <p:nvSpPr>
                <p:cNvPr id="27" name="CaixaDeTexto 26">
                  <a:extLst>
                    <a:ext uri="{FF2B5EF4-FFF2-40B4-BE49-F238E27FC236}">
                      <a16:creationId xmlns:a16="http://schemas.microsoft.com/office/drawing/2014/main" id="{AE1D638E-B05C-4489-6A35-F46D56C9BB75}"/>
                    </a:ext>
                  </a:extLst>
                </p:cNvPr>
                <p:cNvSpPr txBox="1">
                  <a:spLocks noRot="1" noChangeAspect="1" noMove="1" noResize="1" noEditPoints="1" noAdjustHandles="1" noChangeArrowheads="1" noChangeShapeType="1" noTextEdit="1"/>
                </p:cNvSpPr>
                <p:nvPr/>
              </p:nvSpPr>
              <p:spPr>
                <a:xfrm>
                  <a:off x="6107775" y="5810787"/>
                  <a:ext cx="5218284" cy="622735"/>
                </a:xfrm>
                <a:prstGeom prst="rect">
                  <a:avLst/>
                </a:prstGeom>
                <a:blipFill>
                  <a:blip r:embed="rId14"/>
                  <a:stretch>
                    <a:fillRect l="-701" t="-1961" b="-9804"/>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AE22C686-6973-7C5C-4F22-F824EBC72058}"/>
                  </a:ext>
                </a:extLst>
              </p:cNvPr>
              <p:cNvSpPr txBox="1"/>
              <p:nvPr/>
            </p:nvSpPr>
            <p:spPr>
              <a:xfrm>
                <a:off x="479375" y="5542858"/>
                <a:ext cx="4032449" cy="6584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b="1" i="1" smtClean="0">
                              <a:latin typeface="Cambria Math" panose="02040503050406030204" pitchFamily="18" charset="0"/>
                            </a:rPr>
                            <m:t>𝒓</m:t>
                          </m:r>
                        </m:e>
                        <m:sub>
                          <m:r>
                            <a:rPr lang="pt-BR" sz="1600" b="0" i="1" smtClean="0">
                              <a:latin typeface="Cambria Math" panose="02040503050406030204" pitchFamily="18" charset="0"/>
                            </a:rPr>
                            <m:t>𝑝</m:t>
                          </m:r>
                        </m:sub>
                      </m:sSub>
                      <m:d>
                        <m:dPr>
                          <m:ctrlPr>
                            <a:rPr lang="pt-BR" sz="1600" b="0" i="1" smtClean="0">
                              <a:latin typeface="Cambria Math" panose="02040503050406030204" pitchFamily="18" charset="0"/>
                            </a:rPr>
                          </m:ctrlPr>
                        </m:dPr>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𝜃</m:t>
                              </m:r>
                            </m:e>
                            <m:sub>
                              <m:r>
                                <a:rPr lang="pt-BR" sz="1600" b="0" i="1" smtClean="0">
                                  <a:latin typeface="Cambria Math" panose="02040503050406030204" pitchFamily="18" charset="0"/>
                                </a:rPr>
                                <m:t>𝑝</m:t>
                              </m:r>
                            </m:sub>
                          </m:sSub>
                        </m:e>
                      </m:d>
                      <m:r>
                        <a:rPr lang="pt-BR" sz="1600" b="0" i="1" smtClean="0">
                          <a:latin typeface="Cambria Math" panose="02040503050406030204" pitchFamily="18" charset="0"/>
                        </a:rPr>
                        <m:t>=</m:t>
                      </m:r>
                      <m:r>
                        <a:rPr lang="pt-BR" sz="1600" b="1" i="1" smtClean="0">
                          <a:solidFill>
                            <a:schemeClr val="tx1"/>
                          </a:solidFill>
                          <a:latin typeface="Cambria Math" panose="02040503050406030204" pitchFamily="18" charset="0"/>
                        </a:rPr>
                        <m:t>𝒑</m:t>
                      </m:r>
                      <m:r>
                        <a:rPr lang="pt-BR" sz="1600" b="0" i="1" smtClean="0">
                          <a:latin typeface="Cambria Math" panose="02040503050406030204" pitchFamily="18" charset="0"/>
                        </a:rPr>
                        <m:t>+</m:t>
                      </m:r>
                      <m:sSub>
                        <m:sSubPr>
                          <m:ctrlPr>
                            <a:rPr lang="pt-BR" sz="1600" b="0" i="1" smtClean="0">
                              <a:latin typeface="Cambria Math" panose="02040503050406030204" pitchFamily="18" charset="0"/>
                            </a:rPr>
                          </m:ctrlPr>
                        </m:sSubPr>
                        <m:e>
                          <m:r>
                            <a:rPr lang="pt-BR" sz="1600" b="1" i="1" smtClean="0">
                              <a:latin typeface="Cambria Math" panose="02040503050406030204" pitchFamily="18" charset="0"/>
                            </a:rPr>
                            <m:t>𝒄</m:t>
                          </m:r>
                        </m:e>
                        <m:sub>
                          <m:r>
                            <a:rPr lang="pt-BR" sz="1600" b="0" i="1" smtClean="0">
                              <a:latin typeface="Cambria Math" panose="02040503050406030204" pitchFamily="18" charset="0"/>
                            </a:rPr>
                            <m:t>𝑝</m:t>
                          </m:r>
                        </m:sub>
                      </m:sSub>
                      <m:d>
                        <m:dPr>
                          <m:ctrlPr>
                            <a:rPr lang="pt-BR" sz="1600" b="0" i="1" smtClean="0">
                              <a:latin typeface="Cambria Math" panose="02040503050406030204" pitchFamily="18" charset="0"/>
                            </a:rPr>
                          </m:ctrlPr>
                        </m:dPr>
                        <m:e>
                          <m:r>
                            <a:rPr lang="pt-BR" sz="1600" b="0" i="1" smtClean="0">
                              <a:latin typeface="Cambria Math" panose="02040503050406030204" pitchFamily="18" charset="0"/>
                            </a:rPr>
                            <m:t>𝜌</m:t>
                          </m:r>
                          <m:r>
                            <a:rPr lang="pt-BR" sz="1600" b="0" i="1" smtClean="0">
                              <a:latin typeface="Cambria Math" panose="02040503050406030204" pitchFamily="18" charset="0"/>
                            </a:rPr>
                            <m:t>,</m:t>
                          </m:r>
                          <m:r>
                            <a:rPr lang="pt-BR" sz="1600" b="0" i="1" smtClean="0">
                              <a:latin typeface="Cambria Math" panose="02040503050406030204" pitchFamily="18" charset="0"/>
                            </a:rPr>
                            <m:t>𝜃</m:t>
                          </m:r>
                        </m:e>
                      </m:d>
                      <m:r>
                        <a:rPr lang="pt-BR" sz="1600" b="0" i="1" smtClean="0">
                          <a:latin typeface="Cambria Math" panose="02040503050406030204" pitchFamily="18" charset="0"/>
                        </a:rPr>
                        <m:t>=</m:t>
                      </m:r>
                      <m:d>
                        <m:dPr>
                          <m:ctrlPr>
                            <a:rPr lang="pt-BR" sz="1600" i="1">
                              <a:latin typeface="Cambria Math" panose="02040503050406030204" pitchFamily="18" charset="0"/>
                            </a:rPr>
                          </m:ctrlPr>
                        </m:dPr>
                        <m:e>
                          <m:sSub>
                            <m:sSubPr>
                              <m:ctrlPr>
                                <a:rPr lang="pt-BR" sz="1600" i="1">
                                  <a:latin typeface="Cambria Math" panose="02040503050406030204" pitchFamily="18" charset="0"/>
                                </a:rPr>
                              </m:ctrlPr>
                            </m:sSubPr>
                            <m:e>
                              <m:r>
                                <a:rPr lang="pt-BR" sz="1600" i="1">
                                  <a:latin typeface="Cambria Math" panose="02040503050406030204" pitchFamily="18" charset="0"/>
                                </a:rPr>
                                <m:t>𝑥</m:t>
                              </m:r>
                            </m:e>
                            <m:sub>
                              <m:r>
                                <a:rPr lang="pt-BR" sz="1600" i="1">
                                  <a:latin typeface="Cambria Math" panose="02040503050406030204" pitchFamily="18" charset="0"/>
                                </a:rPr>
                                <m:t>𝑝</m:t>
                              </m:r>
                            </m:sub>
                          </m:sSub>
                          <m:r>
                            <a:rPr lang="pt-BR" sz="1600" i="1">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𝑎</m:t>
                              </m:r>
                            </m:e>
                            <m:sub>
                              <m:r>
                                <a:rPr lang="pt-BR" sz="1600" i="1">
                                  <a:latin typeface="Cambria Math" panose="02040503050406030204" pitchFamily="18" charset="0"/>
                                </a:rPr>
                                <m:t>𝑝</m:t>
                              </m:r>
                            </m:sub>
                          </m:sSub>
                          <m:func>
                            <m:funcPr>
                              <m:ctrlPr>
                                <a:rPr lang="pt-BR" sz="1600" i="1">
                                  <a:latin typeface="Cambria Math" panose="02040503050406030204" pitchFamily="18" charset="0"/>
                                </a:rPr>
                              </m:ctrlPr>
                            </m:funcPr>
                            <m:fName>
                              <m:r>
                                <m:rPr>
                                  <m:sty m:val="p"/>
                                </m:rPr>
                                <a:rPr lang="pt-BR" sz="1600">
                                  <a:latin typeface="Cambria Math" panose="02040503050406030204" pitchFamily="18" charset="0"/>
                                </a:rPr>
                                <m:t>cos</m:t>
                              </m:r>
                            </m:fName>
                            <m:e>
                              <m:sSub>
                                <m:sSubPr>
                                  <m:ctrlPr>
                                    <a:rPr lang="pt-BR" sz="1600" i="1">
                                      <a:latin typeface="Cambria Math" panose="02040503050406030204" pitchFamily="18" charset="0"/>
                                    </a:rPr>
                                  </m:ctrlPr>
                                </m:sSubPr>
                                <m:e>
                                  <m:r>
                                    <a:rPr lang="pt-BR" sz="1600" i="1">
                                      <a:latin typeface="Cambria Math" panose="02040503050406030204" pitchFamily="18" charset="0"/>
                                    </a:rPr>
                                    <m:t>𝜃</m:t>
                                  </m:r>
                                </m:e>
                                <m:sub>
                                  <m:r>
                                    <a:rPr lang="pt-BR" sz="1600" i="1">
                                      <a:latin typeface="Cambria Math" panose="02040503050406030204" pitchFamily="18" charset="0"/>
                                    </a:rPr>
                                    <m:t>𝑝</m:t>
                                  </m:r>
                                </m:sub>
                              </m:sSub>
                            </m:e>
                          </m:func>
                        </m:e>
                      </m:d>
                      <m:sSub>
                        <m:sSubPr>
                          <m:ctrlPr>
                            <a:rPr lang="pt-BR" sz="1600" i="1">
                              <a:latin typeface="Cambria Math" panose="02040503050406030204" pitchFamily="18" charset="0"/>
                            </a:rPr>
                          </m:ctrlPr>
                        </m:sSubPr>
                        <m:e>
                          <m:r>
                            <a:rPr lang="pt-BR" sz="1600" b="1" i="1">
                              <a:latin typeface="Cambria Math" panose="02040503050406030204" pitchFamily="18" charset="0"/>
                            </a:rPr>
                            <m:t>𝒖</m:t>
                          </m:r>
                        </m:e>
                        <m:sub>
                          <m:r>
                            <a:rPr lang="pt-BR" sz="1600" i="1">
                              <a:latin typeface="Cambria Math" panose="02040503050406030204" pitchFamily="18" charset="0"/>
                            </a:rPr>
                            <m:t>𝑥</m:t>
                          </m:r>
                        </m:sub>
                      </m:sSub>
                      <m:r>
                        <a:rPr lang="pt-BR" sz="1600" i="1">
                          <a:latin typeface="Cambria Math" panose="02040503050406030204" pitchFamily="18" charset="0"/>
                        </a:rPr>
                        <m:t>+</m:t>
                      </m:r>
                      <m:d>
                        <m:dPr>
                          <m:ctrlPr>
                            <a:rPr lang="pt-BR" sz="1600" i="1">
                              <a:latin typeface="Cambria Math" panose="02040503050406030204" pitchFamily="18" charset="0"/>
                            </a:rPr>
                          </m:ctrlPr>
                        </m:dPr>
                        <m:e>
                          <m:sSub>
                            <m:sSubPr>
                              <m:ctrlPr>
                                <a:rPr lang="pt-BR" sz="1600" i="1">
                                  <a:latin typeface="Cambria Math" panose="02040503050406030204" pitchFamily="18" charset="0"/>
                                </a:rPr>
                              </m:ctrlPr>
                            </m:sSubPr>
                            <m:e>
                              <m:r>
                                <a:rPr lang="pt-BR" sz="1600" i="1">
                                  <a:latin typeface="Cambria Math" panose="02040503050406030204" pitchFamily="18" charset="0"/>
                                </a:rPr>
                                <m:t>𝑦</m:t>
                              </m:r>
                            </m:e>
                            <m:sub>
                              <m:r>
                                <a:rPr lang="pt-BR" sz="1600" i="1">
                                  <a:latin typeface="Cambria Math" panose="02040503050406030204" pitchFamily="18" charset="0"/>
                                </a:rPr>
                                <m:t>𝑝</m:t>
                              </m:r>
                            </m:sub>
                          </m:sSub>
                          <m:r>
                            <a:rPr lang="pt-BR" sz="1600" i="1">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𝑎</m:t>
                              </m:r>
                            </m:e>
                            <m:sub>
                              <m:r>
                                <a:rPr lang="pt-BR" sz="1600" i="1">
                                  <a:latin typeface="Cambria Math" panose="02040503050406030204" pitchFamily="18" charset="0"/>
                                </a:rPr>
                                <m:t>𝑝</m:t>
                              </m:r>
                            </m:sub>
                          </m:sSub>
                          <m:func>
                            <m:funcPr>
                              <m:ctrlPr>
                                <a:rPr lang="pt-BR" sz="1600" i="1">
                                  <a:latin typeface="Cambria Math" panose="02040503050406030204" pitchFamily="18" charset="0"/>
                                </a:rPr>
                              </m:ctrlPr>
                            </m:funcPr>
                            <m:fName>
                              <m:r>
                                <m:rPr>
                                  <m:sty m:val="p"/>
                                </m:rPr>
                                <a:rPr lang="pt-BR" sz="1600">
                                  <a:latin typeface="Cambria Math" panose="02040503050406030204" pitchFamily="18" charset="0"/>
                                </a:rPr>
                                <m:t>sin</m:t>
                              </m:r>
                            </m:fName>
                            <m:e>
                              <m:sSub>
                                <m:sSubPr>
                                  <m:ctrlPr>
                                    <a:rPr lang="pt-BR" sz="1600" i="1">
                                      <a:latin typeface="Cambria Math" panose="02040503050406030204" pitchFamily="18" charset="0"/>
                                    </a:rPr>
                                  </m:ctrlPr>
                                </m:sSubPr>
                                <m:e>
                                  <m:r>
                                    <a:rPr lang="pt-BR" sz="1600" i="1">
                                      <a:latin typeface="Cambria Math" panose="02040503050406030204" pitchFamily="18" charset="0"/>
                                    </a:rPr>
                                    <m:t>𝜃</m:t>
                                  </m:r>
                                </m:e>
                                <m:sub>
                                  <m:r>
                                    <a:rPr lang="pt-BR" sz="1600" i="1">
                                      <a:latin typeface="Cambria Math" panose="02040503050406030204" pitchFamily="18" charset="0"/>
                                    </a:rPr>
                                    <m:t>𝑝</m:t>
                                  </m:r>
                                </m:sub>
                              </m:sSub>
                            </m:e>
                          </m:func>
                        </m:e>
                      </m:d>
                      <m:sSub>
                        <m:sSubPr>
                          <m:ctrlPr>
                            <a:rPr lang="pt-BR" sz="1600" i="1">
                              <a:latin typeface="Cambria Math" panose="02040503050406030204" pitchFamily="18" charset="0"/>
                            </a:rPr>
                          </m:ctrlPr>
                        </m:sSubPr>
                        <m:e>
                          <m:r>
                            <a:rPr lang="pt-BR" sz="1600" b="1" i="1">
                              <a:latin typeface="Cambria Math" panose="02040503050406030204" pitchFamily="18" charset="0"/>
                            </a:rPr>
                            <m:t>𝒖</m:t>
                          </m:r>
                        </m:e>
                        <m:sub>
                          <m:r>
                            <a:rPr lang="pt-BR" sz="1600" b="0" i="1" smtClean="0">
                              <a:latin typeface="Cambria Math" panose="02040503050406030204" pitchFamily="18" charset="0"/>
                            </a:rPr>
                            <m:t>𝑦</m:t>
                          </m:r>
                        </m:sub>
                      </m:sSub>
                    </m:oMath>
                  </m:oMathPara>
                </a14:m>
                <a:endParaRPr lang="pt-BR" sz="1600"/>
              </a:p>
            </p:txBody>
          </p:sp>
        </mc:Choice>
        <mc:Fallback xmlns="">
          <p:sp>
            <p:nvSpPr>
              <p:cNvPr id="28" name="CaixaDeTexto 27">
                <a:extLst>
                  <a:ext uri="{FF2B5EF4-FFF2-40B4-BE49-F238E27FC236}">
                    <a16:creationId xmlns:a16="http://schemas.microsoft.com/office/drawing/2014/main" id="{AE22C686-6973-7C5C-4F22-F824EBC72058}"/>
                  </a:ext>
                </a:extLst>
              </p:cNvPr>
              <p:cNvSpPr txBox="1">
                <a:spLocks noRot="1" noChangeAspect="1" noMove="1" noResize="1" noEditPoints="1" noAdjustHandles="1" noChangeArrowheads="1" noChangeShapeType="1" noTextEdit="1"/>
              </p:cNvSpPr>
              <p:nvPr/>
            </p:nvSpPr>
            <p:spPr>
              <a:xfrm>
                <a:off x="479375" y="5542858"/>
                <a:ext cx="4032449" cy="658450"/>
              </a:xfrm>
              <a:prstGeom prst="rect">
                <a:avLst/>
              </a:prstGeom>
              <a:blipFill>
                <a:blip r:embed="rId17"/>
                <a:stretch>
                  <a:fillRect b="-92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6" name="CaixaDeTexto 35">
                <a:extLst>
                  <a:ext uri="{FF2B5EF4-FFF2-40B4-BE49-F238E27FC236}">
                    <a16:creationId xmlns:a16="http://schemas.microsoft.com/office/drawing/2014/main" id="{6B448B38-FEF0-9677-808E-32AB0F8FA830}"/>
                  </a:ext>
                </a:extLst>
              </p:cNvPr>
              <p:cNvSpPr txBox="1"/>
              <p:nvPr/>
            </p:nvSpPr>
            <p:spPr>
              <a:xfrm>
                <a:off x="479376" y="4940725"/>
                <a:ext cx="4801764" cy="3604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b="0" i="1" smtClean="0">
                              <a:latin typeface="Cambria Math" panose="02040503050406030204" pitchFamily="18" charset="0"/>
                            </a:rPr>
                          </m:ctrlPr>
                        </m:sSubPr>
                        <m:e>
                          <m:r>
                            <a:rPr lang="pt-BR" sz="1600" b="1" i="1" smtClean="0">
                              <a:latin typeface="Cambria Math" panose="02040503050406030204" pitchFamily="18" charset="0"/>
                            </a:rPr>
                            <m:t>𝒄</m:t>
                          </m:r>
                        </m:e>
                        <m:sub>
                          <m:r>
                            <a:rPr lang="pt-BR" sz="1600" b="0" i="1" smtClean="0">
                              <a:latin typeface="Cambria Math" panose="02040503050406030204" pitchFamily="18" charset="0"/>
                            </a:rPr>
                            <m:t>𝑝</m:t>
                          </m:r>
                        </m:sub>
                      </m:sSub>
                      <m:d>
                        <m:dPr>
                          <m:ctrlPr>
                            <a:rPr lang="pt-BR" sz="1600" b="0" i="1" smtClean="0">
                              <a:latin typeface="Cambria Math" panose="02040503050406030204" pitchFamily="18" charset="0"/>
                            </a:rPr>
                          </m:ctrlPr>
                        </m:dPr>
                        <m:e>
                          <m:r>
                            <a:rPr lang="pt-BR" sz="1600" i="1">
                              <a:latin typeface="Cambria Math" panose="02040503050406030204" pitchFamily="18" charset="0"/>
                            </a:rPr>
                            <m:t>𝜌</m:t>
                          </m:r>
                          <m:r>
                            <a:rPr lang="pt-BR" sz="1600" i="1">
                              <a:latin typeface="Cambria Math" panose="02040503050406030204" pitchFamily="18" charset="0"/>
                            </a:rPr>
                            <m:t>,</m:t>
                          </m:r>
                          <m:r>
                            <a:rPr lang="pt-BR" sz="1600" i="1">
                              <a:latin typeface="Cambria Math" panose="02040503050406030204" pitchFamily="18" charset="0"/>
                            </a:rPr>
                            <m:t>𝜃</m:t>
                          </m:r>
                        </m:e>
                      </m:d>
                      <m:r>
                        <a:rPr lang="pt-BR" sz="1600" b="0" i="1" smtClean="0">
                          <a:solidFill>
                            <a:schemeClr val="tx1"/>
                          </a:solidFill>
                          <a:latin typeface="Cambria Math" panose="02040503050406030204" pitchFamily="18" charset="0"/>
                        </a:rPr>
                        <m:t>=</m:t>
                      </m:r>
                      <m:sSub>
                        <m:sSubPr>
                          <m:ctrlPr>
                            <a:rPr lang="pt-BR" sz="1600" b="0" i="1" smtClean="0">
                              <a:solidFill>
                                <a:schemeClr val="tx1"/>
                              </a:solidFill>
                              <a:latin typeface="Cambria Math" panose="02040503050406030204" pitchFamily="18" charset="0"/>
                            </a:rPr>
                          </m:ctrlPr>
                        </m:sSubPr>
                        <m:e>
                          <m:r>
                            <a:rPr lang="pt-BR" sz="1600" b="0" i="1" smtClean="0">
                              <a:solidFill>
                                <a:schemeClr val="tx1"/>
                              </a:solidFill>
                              <a:latin typeface="Cambria Math" panose="02040503050406030204" pitchFamily="18" charset="0"/>
                            </a:rPr>
                            <m:t>𝜌</m:t>
                          </m:r>
                        </m:e>
                        <m:sub>
                          <m:r>
                            <a:rPr lang="pt-BR" sz="1600" b="0" i="1" smtClean="0">
                              <a:solidFill>
                                <a:schemeClr val="tx1"/>
                              </a:solidFill>
                              <a:latin typeface="Cambria Math" panose="02040503050406030204" pitchFamily="18" charset="0"/>
                            </a:rPr>
                            <m:t>𝑝</m:t>
                          </m:r>
                        </m:sub>
                      </m:sSub>
                      <m:sSub>
                        <m:sSubPr>
                          <m:ctrlPr>
                            <a:rPr lang="pt-BR" sz="1600" b="0" i="1" smtClean="0">
                              <a:solidFill>
                                <a:schemeClr val="tx1"/>
                              </a:solidFill>
                              <a:latin typeface="Cambria Math" panose="02040503050406030204" pitchFamily="18" charset="0"/>
                            </a:rPr>
                          </m:ctrlPr>
                        </m:sSubPr>
                        <m:e>
                          <m:r>
                            <a:rPr lang="pt-BR" sz="1600" b="1" i="1" smtClean="0">
                              <a:solidFill>
                                <a:schemeClr val="tx1"/>
                              </a:solidFill>
                              <a:latin typeface="Cambria Math" panose="02040503050406030204" pitchFamily="18" charset="0"/>
                            </a:rPr>
                            <m:t>𝒖</m:t>
                          </m:r>
                        </m:e>
                        <m:sub>
                          <m:r>
                            <a:rPr lang="pt-BR" sz="1600" b="0" i="1" smtClean="0">
                              <a:solidFill>
                                <a:schemeClr val="tx1"/>
                              </a:solidFill>
                              <a:latin typeface="Cambria Math" panose="02040503050406030204" pitchFamily="18" charset="0"/>
                            </a:rPr>
                            <m:t>𝜌</m:t>
                          </m:r>
                        </m:sub>
                      </m:sSub>
                      <m:r>
                        <a:rPr lang="pt-BR" sz="1600" i="1">
                          <a:solidFill>
                            <a:schemeClr val="tx1"/>
                          </a:solidFill>
                          <a:latin typeface="Cambria Math" panose="02040503050406030204" pitchFamily="18" charset="0"/>
                        </a:rPr>
                        <m:t>+</m:t>
                      </m:r>
                      <m:sSub>
                        <m:sSubPr>
                          <m:ctrlPr>
                            <a:rPr lang="pt-BR" sz="1600" b="0" i="1" smtClean="0">
                              <a:solidFill>
                                <a:schemeClr val="tx1"/>
                              </a:solidFill>
                              <a:latin typeface="Cambria Math" panose="02040503050406030204" pitchFamily="18" charset="0"/>
                            </a:rPr>
                          </m:ctrlPr>
                        </m:sSubPr>
                        <m:e>
                          <m:r>
                            <a:rPr lang="pt-BR" sz="1600" i="1" smtClean="0">
                              <a:solidFill>
                                <a:schemeClr val="tx1"/>
                              </a:solidFill>
                              <a:latin typeface="Cambria Math" panose="02040503050406030204" pitchFamily="18" charset="0"/>
                            </a:rPr>
                            <m:t>𝜃</m:t>
                          </m:r>
                        </m:e>
                        <m:sub>
                          <m:r>
                            <a:rPr lang="pt-BR" sz="1600" b="0" i="1" smtClean="0">
                              <a:solidFill>
                                <a:schemeClr val="tx1"/>
                              </a:solidFill>
                              <a:latin typeface="Cambria Math" panose="02040503050406030204" pitchFamily="18" charset="0"/>
                            </a:rPr>
                            <m:t>𝑝</m:t>
                          </m:r>
                        </m:sub>
                      </m:sSub>
                      <m:sSub>
                        <m:sSubPr>
                          <m:ctrlPr>
                            <a:rPr lang="pt-BR" sz="1600" i="1">
                              <a:latin typeface="Cambria Math" panose="02040503050406030204" pitchFamily="18" charset="0"/>
                            </a:rPr>
                          </m:ctrlPr>
                        </m:sSubPr>
                        <m:e>
                          <m:r>
                            <a:rPr lang="pt-BR" sz="1600" b="1" i="1">
                              <a:latin typeface="Cambria Math" panose="02040503050406030204" pitchFamily="18" charset="0"/>
                            </a:rPr>
                            <m:t>𝒖</m:t>
                          </m:r>
                        </m:e>
                        <m:sub>
                          <m:r>
                            <a:rPr lang="pt-BR" sz="1600" b="0" i="1" smtClean="0">
                              <a:latin typeface="Cambria Math" panose="02040503050406030204" pitchFamily="18" charset="0"/>
                            </a:rPr>
                            <m:t>𝜃</m:t>
                          </m:r>
                        </m:sub>
                      </m:sSub>
                      <m:r>
                        <a:rPr lang="pt-BR" sz="1600" b="1" i="1" smtClean="0">
                          <a:solidFill>
                            <a:schemeClr val="tx1"/>
                          </a:solidFill>
                          <a:latin typeface="Cambria Math" panose="02040503050406030204" pitchFamily="18" charset="0"/>
                        </a:rPr>
                        <m:t>=</m:t>
                      </m:r>
                      <m:sSub>
                        <m:sSubPr>
                          <m:ctrlPr>
                            <a:rPr lang="pt-BR" sz="1600" i="1" smtClean="0">
                              <a:latin typeface="Cambria Math" panose="02040503050406030204" pitchFamily="18" charset="0"/>
                            </a:rPr>
                          </m:ctrlPr>
                        </m:sSubPr>
                        <m:e>
                          <m:r>
                            <a:rPr lang="pt-BR" sz="1600" i="1">
                              <a:latin typeface="Cambria Math" panose="02040503050406030204" pitchFamily="18" charset="0"/>
                            </a:rPr>
                            <m:t>𝑎</m:t>
                          </m:r>
                        </m:e>
                        <m:sub>
                          <m:r>
                            <a:rPr lang="pt-BR" sz="1600" i="1">
                              <a:latin typeface="Cambria Math" panose="02040503050406030204" pitchFamily="18" charset="0"/>
                            </a:rPr>
                            <m:t>𝑝</m:t>
                          </m:r>
                        </m:sub>
                      </m:sSub>
                      <m:r>
                        <a:rPr lang="pt-BR" sz="1600" b="0" i="1" smtClean="0">
                          <a:latin typeface="Cambria Math" panose="02040503050406030204" pitchFamily="18" charset="0"/>
                        </a:rPr>
                        <m:t>(</m:t>
                      </m:r>
                      <m:func>
                        <m:funcPr>
                          <m:ctrlPr>
                            <a:rPr lang="pt-BR" sz="1600" b="0" i="1" smtClean="0">
                              <a:latin typeface="Cambria Math" panose="02040503050406030204" pitchFamily="18" charset="0"/>
                            </a:rPr>
                          </m:ctrlPr>
                        </m:funcPr>
                        <m:fName>
                          <m:r>
                            <m:rPr>
                              <m:sty m:val="p"/>
                            </m:rPr>
                            <a:rPr lang="pt-BR" sz="1600" b="0" i="0" smtClean="0">
                              <a:latin typeface="Cambria Math" panose="02040503050406030204" pitchFamily="18" charset="0"/>
                            </a:rPr>
                            <m:t>cos</m:t>
                          </m:r>
                        </m:fName>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𝜃</m:t>
                              </m:r>
                            </m:e>
                            <m:sub>
                              <m:r>
                                <a:rPr lang="pt-BR" sz="1600" b="0" i="1" smtClean="0">
                                  <a:latin typeface="Cambria Math" panose="02040503050406030204" pitchFamily="18" charset="0"/>
                                </a:rPr>
                                <m:t>𝑝</m:t>
                              </m:r>
                            </m:sub>
                          </m:sSub>
                        </m:e>
                      </m:func>
                      <m:sSub>
                        <m:sSubPr>
                          <m:ctrlPr>
                            <a:rPr lang="pt-BR" sz="1600" i="1">
                              <a:latin typeface="Cambria Math" panose="02040503050406030204" pitchFamily="18" charset="0"/>
                            </a:rPr>
                          </m:ctrlPr>
                        </m:sSubPr>
                        <m:e>
                          <m:r>
                            <a:rPr lang="pt-BR" sz="1600" b="1" i="1">
                              <a:latin typeface="Cambria Math" panose="02040503050406030204" pitchFamily="18" charset="0"/>
                            </a:rPr>
                            <m:t>𝒖</m:t>
                          </m:r>
                        </m:e>
                        <m:sub>
                          <m:r>
                            <a:rPr lang="pt-BR" sz="1600" i="1">
                              <a:latin typeface="Cambria Math" panose="02040503050406030204" pitchFamily="18" charset="0"/>
                            </a:rPr>
                            <m:t>𝑥</m:t>
                          </m:r>
                        </m:sub>
                      </m:sSub>
                      <m:r>
                        <a:rPr lang="pt-BR" sz="1600" i="1">
                          <a:latin typeface="Cambria Math" panose="02040503050406030204" pitchFamily="18" charset="0"/>
                        </a:rPr>
                        <m:t>+</m:t>
                      </m:r>
                      <m:func>
                        <m:funcPr>
                          <m:ctrlPr>
                            <a:rPr lang="pt-BR" sz="1600" i="1">
                              <a:latin typeface="Cambria Math" panose="02040503050406030204" pitchFamily="18" charset="0"/>
                            </a:rPr>
                          </m:ctrlPr>
                        </m:funcPr>
                        <m:fName>
                          <m:r>
                            <m:rPr>
                              <m:sty m:val="p"/>
                            </m:rPr>
                            <a:rPr lang="pt-BR" sz="1600" b="0" i="0" smtClean="0">
                              <a:latin typeface="Cambria Math" panose="02040503050406030204" pitchFamily="18" charset="0"/>
                            </a:rPr>
                            <m:t>sin</m:t>
                          </m:r>
                        </m:fName>
                        <m:e>
                          <m:sSub>
                            <m:sSubPr>
                              <m:ctrlPr>
                                <a:rPr lang="pt-BR" sz="1600" i="1">
                                  <a:latin typeface="Cambria Math" panose="02040503050406030204" pitchFamily="18" charset="0"/>
                                </a:rPr>
                              </m:ctrlPr>
                            </m:sSubPr>
                            <m:e>
                              <m:r>
                                <a:rPr lang="pt-BR" sz="1600" i="1">
                                  <a:latin typeface="Cambria Math" panose="02040503050406030204" pitchFamily="18" charset="0"/>
                                </a:rPr>
                                <m:t>𝜃</m:t>
                              </m:r>
                            </m:e>
                            <m:sub>
                              <m:r>
                                <a:rPr lang="pt-BR" sz="1600" i="1">
                                  <a:latin typeface="Cambria Math" panose="02040503050406030204" pitchFamily="18" charset="0"/>
                                </a:rPr>
                                <m:t>𝑝</m:t>
                              </m:r>
                            </m:sub>
                          </m:sSub>
                        </m:e>
                      </m:func>
                      <m:sSub>
                        <m:sSubPr>
                          <m:ctrlPr>
                            <a:rPr lang="pt-BR" sz="1600" i="1">
                              <a:latin typeface="Cambria Math" panose="02040503050406030204" pitchFamily="18" charset="0"/>
                            </a:rPr>
                          </m:ctrlPr>
                        </m:sSubPr>
                        <m:e>
                          <m:r>
                            <a:rPr lang="pt-BR" sz="1600" b="1" i="1">
                              <a:latin typeface="Cambria Math" panose="02040503050406030204" pitchFamily="18" charset="0"/>
                            </a:rPr>
                            <m:t>𝒖</m:t>
                          </m:r>
                        </m:e>
                        <m:sub>
                          <m:r>
                            <a:rPr lang="pt-BR" sz="1600" i="1">
                              <a:latin typeface="Cambria Math" panose="02040503050406030204" pitchFamily="18" charset="0"/>
                            </a:rPr>
                            <m:t>𝑦</m:t>
                          </m:r>
                        </m:sub>
                      </m:sSub>
                      <m:r>
                        <a:rPr lang="pt-BR" sz="1600" b="1" i="1" smtClean="0">
                          <a:latin typeface="Cambria Math" panose="02040503050406030204" pitchFamily="18" charset="0"/>
                        </a:rPr>
                        <m:t>)</m:t>
                      </m:r>
                    </m:oMath>
                  </m:oMathPara>
                </a14:m>
                <a:endParaRPr lang="pt-BR" sz="1600">
                  <a:solidFill>
                    <a:schemeClr val="tx1"/>
                  </a:solidFill>
                </a:endParaRPr>
              </a:p>
            </p:txBody>
          </p:sp>
        </mc:Choice>
        <mc:Fallback xmlns="">
          <p:sp>
            <p:nvSpPr>
              <p:cNvPr id="36" name="CaixaDeTexto 35">
                <a:extLst>
                  <a:ext uri="{FF2B5EF4-FFF2-40B4-BE49-F238E27FC236}">
                    <a16:creationId xmlns:a16="http://schemas.microsoft.com/office/drawing/2014/main" id="{6B448B38-FEF0-9677-808E-32AB0F8FA830}"/>
                  </a:ext>
                </a:extLst>
              </p:cNvPr>
              <p:cNvSpPr txBox="1">
                <a:spLocks noRot="1" noChangeAspect="1" noMove="1" noResize="1" noEditPoints="1" noAdjustHandles="1" noChangeArrowheads="1" noChangeShapeType="1" noTextEdit="1"/>
              </p:cNvSpPr>
              <p:nvPr/>
            </p:nvSpPr>
            <p:spPr>
              <a:xfrm>
                <a:off x="479376" y="4940725"/>
                <a:ext cx="4801764" cy="360483"/>
              </a:xfrm>
              <a:prstGeom prst="rect">
                <a:avLst/>
              </a:prstGeom>
              <a:blipFill>
                <a:blip r:embed="rId19"/>
                <a:stretch>
                  <a:fillRect b="-3333"/>
                </a:stretch>
              </a:blipFill>
            </p:spPr>
            <p:txBody>
              <a:bodyPr/>
              <a:lstStyle/>
              <a:p>
                <a:r>
                  <a:rPr lang="pt-BR">
                    <a:noFill/>
                  </a:rPr>
                  <a:t> </a:t>
                </a:r>
              </a:p>
            </p:txBody>
          </p:sp>
        </mc:Fallback>
      </mc:AlternateContent>
      <p:grpSp>
        <p:nvGrpSpPr>
          <p:cNvPr id="22" name="Agrupar 21">
            <a:extLst>
              <a:ext uri="{FF2B5EF4-FFF2-40B4-BE49-F238E27FC236}">
                <a16:creationId xmlns:a16="http://schemas.microsoft.com/office/drawing/2014/main" id="{E445E0D7-5EED-66A1-BEB1-5ED5C2ABB559}"/>
              </a:ext>
            </a:extLst>
          </p:cNvPr>
          <p:cNvGrpSpPr/>
          <p:nvPr/>
        </p:nvGrpSpPr>
        <p:grpSpPr>
          <a:xfrm>
            <a:off x="481167" y="3645024"/>
            <a:ext cx="5506821" cy="1128655"/>
            <a:chOff x="481167" y="3645024"/>
            <a:chExt cx="5506821" cy="1128655"/>
          </a:xfrm>
        </p:grpSpPr>
        <mc:AlternateContent xmlns:mc="http://schemas.openxmlformats.org/markup-compatibility/2006" xmlns:a14="http://schemas.microsoft.com/office/drawing/2010/main">
          <mc:Choice Requires="a14">
            <p:sp>
              <p:nvSpPr>
                <p:cNvPr id="35" name="CaixaDeTexto 34">
                  <a:extLst>
                    <a:ext uri="{FF2B5EF4-FFF2-40B4-BE49-F238E27FC236}">
                      <a16:creationId xmlns:a16="http://schemas.microsoft.com/office/drawing/2014/main" id="{120F725B-3414-4F72-505D-C3B7EBFD2D0A}"/>
                    </a:ext>
                  </a:extLst>
                </p:cNvPr>
                <p:cNvSpPr txBox="1"/>
                <p:nvPr/>
              </p:nvSpPr>
              <p:spPr>
                <a:xfrm>
                  <a:off x="538630" y="4415696"/>
                  <a:ext cx="1753750" cy="3579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600" b="1" i="1" smtClean="0">
                            <a:solidFill>
                              <a:schemeClr val="tx1"/>
                            </a:solidFill>
                            <a:latin typeface="Cambria Math" panose="02040503050406030204" pitchFamily="18" charset="0"/>
                          </a:rPr>
                          <m:t>𝒑</m:t>
                        </m:r>
                        <m:r>
                          <a:rPr lang="pt-BR" sz="1600" b="0" i="1" smtClean="0">
                            <a:solidFill>
                              <a:schemeClr val="tx1"/>
                            </a:solidFill>
                            <a:latin typeface="Cambria Math" panose="02040503050406030204" pitchFamily="18" charset="0"/>
                          </a:rPr>
                          <m:t>=</m:t>
                        </m:r>
                        <m:sSub>
                          <m:sSubPr>
                            <m:ctrlPr>
                              <a:rPr lang="pt-BR" sz="1600" i="1" smtClean="0">
                                <a:solidFill>
                                  <a:schemeClr val="tx1"/>
                                </a:solidFill>
                                <a:latin typeface="Cambria Math" panose="02040503050406030204" pitchFamily="18" charset="0"/>
                              </a:rPr>
                            </m:ctrlPr>
                          </m:sSubPr>
                          <m:e>
                            <m:r>
                              <a:rPr lang="pt-BR" sz="1600" i="1">
                                <a:solidFill>
                                  <a:schemeClr val="tx1"/>
                                </a:solidFill>
                                <a:latin typeface="Cambria Math" panose="02040503050406030204" pitchFamily="18" charset="0"/>
                              </a:rPr>
                              <m:t>𝑥</m:t>
                            </m:r>
                          </m:e>
                          <m:sub>
                            <m:r>
                              <a:rPr lang="pt-BR" sz="1600" b="0" i="1" smtClean="0">
                                <a:solidFill>
                                  <a:schemeClr val="tx1"/>
                                </a:solidFill>
                                <a:latin typeface="Cambria Math" panose="02040503050406030204" pitchFamily="18" charset="0"/>
                              </a:rPr>
                              <m:t>𝑝</m:t>
                            </m:r>
                          </m:sub>
                        </m:sSub>
                        <m:sSub>
                          <m:sSubPr>
                            <m:ctrlPr>
                              <a:rPr lang="pt-BR" sz="1600" b="0" i="1" smtClean="0">
                                <a:solidFill>
                                  <a:schemeClr val="tx1"/>
                                </a:solidFill>
                                <a:latin typeface="Cambria Math" panose="02040503050406030204" pitchFamily="18" charset="0"/>
                              </a:rPr>
                            </m:ctrlPr>
                          </m:sSubPr>
                          <m:e>
                            <m:r>
                              <a:rPr lang="pt-BR" sz="1600" b="1" i="1" smtClean="0">
                                <a:solidFill>
                                  <a:schemeClr val="tx1"/>
                                </a:solidFill>
                                <a:latin typeface="Cambria Math" panose="02040503050406030204" pitchFamily="18" charset="0"/>
                              </a:rPr>
                              <m:t>𝒖</m:t>
                            </m:r>
                          </m:e>
                          <m:sub>
                            <m:r>
                              <a:rPr lang="pt-BR" sz="1600" b="0" i="1" smtClean="0">
                                <a:solidFill>
                                  <a:schemeClr val="tx1"/>
                                </a:solidFill>
                                <a:latin typeface="Cambria Math" panose="02040503050406030204" pitchFamily="18" charset="0"/>
                              </a:rPr>
                              <m:t>𝑥</m:t>
                            </m:r>
                          </m:sub>
                        </m:sSub>
                        <m:r>
                          <a:rPr lang="pt-BR" sz="1600" i="1">
                            <a:solidFill>
                              <a:schemeClr val="tx1"/>
                            </a:solidFill>
                            <a:latin typeface="Cambria Math" panose="02040503050406030204" pitchFamily="18" charset="0"/>
                          </a:rPr>
                          <m:t>+</m:t>
                        </m:r>
                        <m:sSub>
                          <m:sSubPr>
                            <m:ctrlPr>
                              <a:rPr lang="pt-BR" sz="1600" i="1">
                                <a:solidFill>
                                  <a:schemeClr val="tx1"/>
                                </a:solidFill>
                                <a:latin typeface="Cambria Math" panose="02040503050406030204" pitchFamily="18" charset="0"/>
                              </a:rPr>
                            </m:ctrlPr>
                          </m:sSubPr>
                          <m:e>
                            <m:r>
                              <a:rPr lang="pt-BR" sz="1600" i="1">
                                <a:solidFill>
                                  <a:schemeClr val="tx1"/>
                                </a:solidFill>
                                <a:latin typeface="Cambria Math" panose="02040503050406030204" pitchFamily="18" charset="0"/>
                              </a:rPr>
                              <m:t>𝑦</m:t>
                            </m:r>
                          </m:e>
                          <m:sub>
                            <m:r>
                              <a:rPr lang="pt-BR" sz="1600" b="0" i="1" smtClean="0">
                                <a:solidFill>
                                  <a:schemeClr val="tx1"/>
                                </a:solidFill>
                                <a:latin typeface="Cambria Math" panose="02040503050406030204" pitchFamily="18" charset="0"/>
                              </a:rPr>
                              <m:t>𝑝</m:t>
                            </m:r>
                          </m:sub>
                        </m:sSub>
                        <m:sSub>
                          <m:sSubPr>
                            <m:ctrlPr>
                              <a:rPr lang="pt-BR" sz="1600" i="1">
                                <a:latin typeface="Cambria Math" panose="02040503050406030204" pitchFamily="18" charset="0"/>
                              </a:rPr>
                            </m:ctrlPr>
                          </m:sSubPr>
                          <m:e>
                            <m:r>
                              <a:rPr lang="pt-BR" sz="1600" b="1" i="1">
                                <a:latin typeface="Cambria Math" panose="02040503050406030204" pitchFamily="18" charset="0"/>
                              </a:rPr>
                              <m:t>𝒖</m:t>
                            </m:r>
                          </m:e>
                          <m:sub>
                            <m:r>
                              <a:rPr lang="pt-BR" sz="1600" b="0" i="1" smtClean="0">
                                <a:latin typeface="Cambria Math" panose="02040503050406030204" pitchFamily="18" charset="0"/>
                              </a:rPr>
                              <m:t>𝑦</m:t>
                            </m:r>
                          </m:sub>
                        </m:sSub>
                      </m:oMath>
                    </m:oMathPara>
                  </a14:m>
                  <a:endParaRPr lang="pt-BR" sz="1600">
                    <a:solidFill>
                      <a:schemeClr val="tx1"/>
                    </a:solidFill>
                  </a:endParaRPr>
                </a:p>
              </p:txBody>
            </p:sp>
          </mc:Choice>
          <mc:Fallback xmlns="">
            <p:sp>
              <p:nvSpPr>
                <p:cNvPr id="35" name="CaixaDeTexto 34">
                  <a:extLst>
                    <a:ext uri="{FF2B5EF4-FFF2-40B4-BE49-F238E27FC236}">
                      <a16:creationId xmlns:a16="http://schemas.microsoft.com/office/drawing/2014/main" id="{120F725B-3414-4F72-505D-C3B7EBFD2D0A}"/>
                    </a:ext>
                  </a:extLst>
                </p:cNvPr>
                <p:cNvSpPr txBox="1">
                  <a:spLocks noRot="1" noChangeAspect="1" noMove="1" noResize="1" noEditPoints="1" noAdjustHandles="1" noChangeArrowheads="1" noChangeShapeType="1" noTextEdit="1"/>
                </p:cNvSpPr>
                <p:nvPr/>
              </p:nvSpPr>
              <p:spPr>
                <a:xfrm>
                  <a:off x="538630" y="4415696"/>
                  <a:ext cx="1753750" cy="357983"/>
                </a:xfrm>
                <a:prstGeom prst="rect">
                  <a:avLst/>
                </a:prstGeom>
                <a:blipFill>
                  <a:blip r:embed="rId20"/>
                  <a:stretch>
                    <a:fillRect b="-339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0CAF2F66-E424-C1B0-5270-A8EACDB9A98F}"/>
                    </a:ext>
                  </a:extLst>
                </p:cNvPr>
                <p:cNvSpPr txBox="1"/>
                <p:nvPr/>
              </p:nvSpPr>
              <p:spPr>
                <a:xfrm>
                  <a:off x="481167" y="3645024"/>
                  <a:ext cx="5506821" cy="622735"/>
                </a:xfrm>
                <a:prstGeom prst="rect">
                  <a:avLst/>
                </a:prstGeom>
                <a:noFill/>
              </p:spPr>
              <p:txBody>
                <a:bodyPr wrap="square">
                  <a:spAutoFit/>
                </a:bodyPr>
                <a:lstStyle>
                  <a:defPPr>
                    <a:defRPr lang="pt-BR"/>
                  </a:defPPr>
                  <a:lvl1pPr>
                    <a:defRPr sz="1600"/>
                  </a:lvl1pPr>
                </a:lstStyle>
                <a:p>
                  <a:r>
                    <a:rPr lang="pt-BR"/>
                    <a:t>The </a:t>
                  </a:r>
                  <a14:m>
                    <m:oMath xmlns:m="http://schemas.openxmlformats.org/officeDocument/2006/math">
                      <m:r>
                        <a:rPr lang="pt-BR" i="1">
                          <a:latin typeface="Cambria Math" panose="02040503050406030204" pitchFamily="18" charset="0"/>
                        </a:rPr>
                        <m:t>𝑝</m:t>
                      </m:r>
                    </m:oMath>
                  </a14:m>
                  <a:r>
                    <a:rPr lang="pt-BR"/>
                    <a:t>-th surface conductor, </a:t>
                  </a:r>
                  <a14:m>
                    <m:oMath xmlns:m="http://schemas.openxmlformats.org/officeDocument/2006/math">
                      <m:sSub>
                        <m:sSubPr>
                          <m:ctrlPr>
                            <a:rPr lang="pt-BR" b="0" i="1" smtClean="0">
                              <a:latin typeface="Cambria Math" panose="02040503050406030204" pitchFamily="18" charset="0"/>
                            </a:rPr>
                          </m:ctrlPr>
                        </m:sSubPr>
                        <m:e>
                          <m:r>
                            <a:rPr lang="pt-BR" i="1" smtClean="0">
                              <a:latin typeface="Cambria Math" panose="02040503050406030204" pitchFamily="18" charset="0"/>
                            </a:rPr>
                            <m:t>𝑐</m:t>
                          </m:r>
                        </m:e>
                        <m:sub>
                          <m:r>
                            <a:rPr lang="pt-BR" i="1" smtClean="0">
                              <a:latin typeface="Cambria Math" panose="02040503050406030204" pitchFamily="18" charset="0"/>
                            </a:rPr>
                            <m:t>𝑝</m:t>
                          </m:r>
                        </m:sub>
                      </m:sSub>
                    </m:oMath>
                  </a14:m>
                  <a:r>
                    <a:rPr lang="pt-BR"/>
                    <a:t>, can be traced by the position vector </a:t>
                  </a:r>
                  <a14:m>
                    <m:oMath xmlns:m="http://schemas.openxmlformats.org/officeDocument/2006/math">
                      <m:sSub>
                        <m:sSubPr>
                          <m:ctrlPr>
                            <a:rPr lang="pt-BR" b="0" i="1" smtClean="0">
                              <a:latin typeface="Cambria Math" panose="02040503050406030204" pitchFamily="18" charset="0"/>
                            </a:rPr>
                          </m:ctrlPr>
                        </m:sSubPr>
                        <m:e>
                          <m:r>
                            <a:rPr lang="pt-BR" b="1" i="1" smtClean="0">
                              <a:latin typeface="Cambria Math" panose="02040503050406030204" pitchFamily="18" charset="0"/>
                            </a:rPr>
                            <m:t>𝒓</m:t>
                          </m:r>
                        </m:e>
                        <m:sub>
                          <m:r>
                            <a:rPr lang="pt-BR" i="1" smtClean="0">
                              <a:latin typeface="Cambria Math" panose="02040503050406030204" pitchFamily="18" charset="0"/>
                            </a:rPr>
                            <m:t>𝑝</m:t>
                          </m:r>
                        </m:sub>
                      </m:sSub>
                      <m:r>
                        <a:rPr lang="pt-BR" i="1" smtClean="0">
                          <a:latin typeface="Cambria Math" panose="02040503050406030204" pitchFamily="18" charset="0"/>
                        </a:rPr>
                        <m:t>(</m:t>
                      </m:r>
                      <m:sSub>
                        <m:sSubPr>
                          <m:ctrlPr>
                            <a:rPr lang="pt-BR" b="0" i="1" smtClean="0">
                              <a:latin typeface="Cambria Math" panose="02040503050406030204" pitchFamily="18" charset="0"/>
                            </a:rPr>
                          </m:ctrlPr>
                        </m:sSubPr>
                        <m:e>
                          <m:r>
                            <a:rPr lang="pt-BR" i="1" smtClean="0">
                              <a:latin typeface="Cambria Math" panose="02040503050406030204" pitchFamily="18" charset="0"/>
                            </a:rPr>
                            <m:t>𝜃</m:t>
                          </m:r>
                        </m:e>
                        <m:sub>
                          <m:r>
                            <a:rPr lang="pt-BR" i="1" smtClean="0">
                              <a:latin typeface="Cambria Math" panose="02040503050406030204" pitchFamily="18" charset="0"/>
                            </a:rPr>
                            <m:t>𝑝</m:t>
                          </m:r>
                        </m:sub>
                      </m:sSub>
                      <m:r>
                        <a:rPr lang="pt-BR" i="1" smtClean="0">
                          <a:latin typeface="Cambria Math" panose="02040503050406030204" pitchFamily="18" charset="0"/>
                        </a:rPr>
                        <m:t>)</m:t>
                      </m:r>
                    </m:oMath>
                  </a14:m>
                  <a:r>
                    <a:rPr lang="pt-BR"/>
                    <a:t> in a cylindrical coordinate system:</a:t>
                  </a:r>
                </a:p>
              </p:txBody>
            </p:sp>
          </mc:Choice>
          <mc:Fallback xmlns="">
            <p:sp>
              <p:nvSpPr>
                <p:cNvPr id="37" name="CaixaDeTexto 36">
                  <a:extLst>
                    <a:ext uri="{FF2B5EF4-FFF2-40B4-BE49-F238E27FC236}">
                      <a16:creationId xmlns:a16="http://schemas.microsoft.com/office/drawing/2014/main" id="{0CAF2F66-E424-C1B0-5270-A8EACDB9A98F}"/>
                    </a:ext>
                  </a:extLst>
                </p:cNvPr>
                <p:cNvSpPr txBox="1">
                  <a:spLocks noRot="1" noChangeAspect="1" noMove="1" noResize="1" noEditPoints="1" noAdjustHandles="1" noChangeArrowheads="1" noChangeShapeType="1" noTextEdit="1"/>
                </p:cNvSpPr>
                <p:nvPr/>
              </p:nvSpPr>
              <p:spPr>
                <a:xfrm>
                  <a:off x="481167" y="3645024"/>
                  <a:ext cx="5506821" cy="622735"/>
                </a:xfrm>
                <a:prstGeom prst="rect">
                  <a:avLst/>
                </a:prstGeom>
                <a:blipFill>
                  <a:blip r:embed="rId21"/>
                  <a:stretch>
                    <a:fillRect l="-664" t="-1961" r="-443" b="-9804"/>
                  </a:stretch>
                </a:blipFill>
              </p:spPr>
              <p:txBody>
                <a:bodyPr/>
                <a:lstStyle/>
                <a:p>
                  <a:r>
                    <a:rPr lang="pt-BR">
                      <a:noFill/>
                    </a:rPr>
                    <a:t> </a:t>
                  </a:r>
                </a:p>
              </p:txBody>
            </p:sp>
          </mc:Fallback>
        </mc:AlternateContent>
      </p:grpSp>
      <p:grpSp>
        <p:nvGrpSpPr>
          <p:cNvPr id="23" name="Agrupar 22">
            <a:extLst>
              <a:ext uri="{FF2B5EF4-FFF2-40B4-BE49-F238E27FC236}">
                <a16:creationId xmlns:a16="http://schemas.microsoft.com/office/drawing/2014/main" id="{8BD72A79-59DA-AF80-7311-94D897C6DC68}"/>
              </a:ext>
            </a:extLst>
          </p:cNvPr>
          <p:cNvGrpSpPr/>
          <p:nvPr/>
        </p:nvGrpSpPr>
        <p:grpSpPr>
          <a:xfrm>
            <a:off x="6083102" y="1121839"/>
            <a:ext cx="5989562" cy="2975985"/>
            <a:chOff x="6083102" y="1121839"/>
            <a:chExt cx="5989562" cy="2975985"/>
          </a:xfrm>
        </p:grpSpPr>
        <p:sp>
          <p:nvSpPr>
            <p:cNvPr id="69" name="CaixaDeTexto 68">
              <a:extLst>
                <a:ext uri="{FF2B5EF4-FFF2-40B4-BE49-F238E27FC236}">
                  <a16:creationId xmlns:a16="http://schemas.microsoft.com/office/drawing/2014/main" id="{FC60B356-1ADE-381F-211A-58EAAC72A0C0}"/>
                </a:ext>
              </a:extLst>
            </p:cNvPr>
            <p:cNvSpPr txBox="1"/>
            <p:nvPr/>
          </p:nvSpPr>
          <p:spPr>
            <a:xfrm>
              <a:off x="6113617" y="1121839"/>
              <a:ext cx="5959047" cy="830997"/>
            </a:xfrm>
            <a:prstGeom prst="rect">
              <a:avLst/>
            </a:prstGeom>
            <a:noFill/>
          </p:spPr>
          <p:txBody>
            <a:bodyPr wrap="square">
              <a:spAutoFit/>
            </a:bodyPr>
            <a:lstStyle>
              <a:defPPr>
                <a:defRPr lang="pt-BR"/>
              </a:defPPr>
              <a:lvl1pPr>
                <a:defRPr sz="1600"/>
              </a:lvl1pPr>
            </a:lstStyle>
            <a:p>
              <a:r>
                <a:rPr lang="en-US"/>
                <a:t>The effect of the equivalent current sources onto surrounding medium is modelled with the Electric Field Integral Equation (EFIE):</a:t>
              </a:r>
              <a:endParaRPr lang="pt-BR"/>
            </a:p>
          </p:txBody>
        </p:sp>
        <mc:AlternateContent xmlns:mc="http://schemas.openxmlformats.org/markup-compatibility/2006" xmlns:a14="http://schemas.microsoft.com/office/drawing/2010/main">
          <mc:Choice Requires="a14">
            <p:sp>
              <p:nvSpPr>
                <p:cNvPr id="72" name="CaixaDeTexto 71">
                  <a:extLst>
                    <a:ext uri="{FF2B5EF4-FFF2-40B4-BE49-F238E27FC236}">
                      <a16:creationId xmlns:a16="http://schemas.microsoft.com/office/drawing/2014/main" id="{2B2252D7-BDB0-0800-4153-D51498FB71FE}"/>
                    </a:ext>
                  </a:extLst>
                </p:cNvPr>
                <p:cNvSpPr txBox="1"/>
                <p:nvPr/>
              </p:nvSpPr>
              <p:spPr>
                <a:xfrm>
                  <a:off x="6083102" y="1932358"/>
                  <a:ext cx="5242956" cy="560538"/>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b="0" i="1" smtClean="0">
                                <a:latin typeface="Cambria Math" panose="02040503050406030204" pitchFamily="18" charset="0"/>
                              </a:rPr>
                            </m:ctrlPr>
                          </m:sSubSupPr>
                          <m:e>
                            <m:r>
                              <a:rPr lang="pt-BR" b="0" i="1">
                                <a:latin typeface="Cambria Math" panose="02040503050406030204" pitchFamily="18" charset="0"/>
                              </a:rPr>
                              <m:t>ℰ</m:t>
                            </m:r>
                          </m:e>
                          <m:sub>
                            <m:r>
                              <m:rPr>
                                <m:sty m:val="p"/>
                              </m:rPr>
                              <a:rPr lang="pt-BR" b="0" i="0" smtClean="0">
                                <a:latin typeface="Cambria Math" panose="02040503050406030204" pitchFamily="18" charset="0"/>
                              </a:rPr>
                              <m:t>z</m:t>
                            </m:r>
                          </m:sub>
                          <m:sup>
                            <m:r>
                              <a:rPr lang="pt-BR" b="0" i="1" smtClean="0">
                                <a:latin typeface="Cambria Math" panose="02040503050406030204" pitchFamily="18" charset="0"/>
                              </a:rPr>
                              <m:t> </m:t>
                            </m:r>
                          </m:sup>
                        </m:sSubSup>
                        <m:d>
                          <m:dPr>
                            <m:ctrlPr>
                              <a:rPr lang="pt-BR" b="0" i="1" smtClean="0">
                                <a:latin typeface="Cambria Math" panose="02040503050406030204" pitchFamily="18" charset="0"/>
                              </a:rPr>
                            </m:ctrlPr>
                          </m:dPr>
                          <m:e>
                            <m:r>
                              <a:rPr lang="pt-BR" b="1" i="1" smtClean="0">
                                <a:latin typeface="Cambria Math" panose="02040503050406030204" pitchFamily="18" charset="0"/>
                              </a:rPr>
                              <m:t>𝒓</m:t>
                            </m:r>
                          </m:e>
                        </m:d>
                        <m:r>
                          <a:rPr lang="pt-BR" b="0">
                            <a:latin typeface="Cambria Math" panose="02040503050406030204" pitchFamily="18" charset="0"/>
                          </a:rPr>
                          <m:t>=</m:t>
                        </m:r>
                        <m:r>
                          <a:rPr lang="pt-BR" b="0" i="1" smtClean="0">
                            <a:latin typeface="Cambria Math" panose="02040503050406030204" pitchFamily="18" charset="0"/>
                          </a:rPr>
                          <m:t>−</m:t>
                        </m:r>
                        <m:r>
                          <a:rPr lang="pt-BR" b="0" i="1" smtClean="0">
                            <a:latin typeface="Cambria Math" panose="02040503050406030204" pitchFamily="18" charset="0"/>
                          </a:rPr>
                          <m:t>𝑗</m:t>
                        </m:r>
                        <m:r>
                          <a:rPr lang="pt-BR" b="0" i="1" smtClean="0">
                            <a:latin typeface="Cambria Math" panose="02040503050406030204" pitchFamily="18" charset="0"/>
                          </a:rPr>
                          <m:t>𝜔</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𝒜</m:t>
                            </m:r>
                          </m:e>
                          <m:sub>
                            <m:r>
                              <a:rPr lang="pt-BR" b="0" i="1" smtClean="0">
                                <a:latin typeface="Cambria Math" panose="02040503050406030204" pitchFamily="18" charset="0"/>
                              </a:rPr>
                              <m:t>𝑧</m:t>
                            </m:r>
                          </m:sub>
                        </m:sSub>
                        <m:d>
                          <m:dPr>
                            <m:ctrlPr>
                              <a:rPr lang="pt-BR" b="0" i="1" smtClean="0">
                                <a:latin typeface="Cambria Math" panose="02040503050406030204" pitchFamily="18" charset="0"/>
                              </a:rPr>
                            </m:ctrlPr>
                          </m:dPr>
                          <m:e>
                            <m:r>
                              <a:rPr lang="pt-BR" b="1" i="1" smtClean="0">
                                <a:latin typeface="Cambria Math" panose="02040503050406030204" pitchFamily="18" charset="0"/>
                              </a:rPr>
                              <m:t>𝒓</m:t>
                            </m:r>
                          </m:e>
                        </m:d>
                        <m:r>
                          <a:rPr lang="pt-BR" b="0" i="1" smtClean="0">
                            <a:latin typeface="Cambria Math" panose="02040503050406030204" pitchFamily="18" charset="0"/>
                          </a:rPr>
                          <m:t>−</m:t>
                        </m:r>
                        <m:f>
                          <m:fPr>
                            <m:ctrlPr>
                              <a:rPr lang="pt-BR" b="0" i="1" smtClean="0">
                                <a:latin typeface="Cambria Math" panose="02040503050406030204" pitchFamily="18" charset="0"/>
                              </a:rPr>
                            </m:ctrlPr>
                          </m:fPr>
                          <m:num>
                            <m:r>
                              <a:rPr lang="pt-BR" b="0" i="1" smtClean="0">
                                <a:latin typeface="Cambria Math" panose="02040503050406030204" pitchFamily="18" charset="0"/>
                              </a:rPr>
                              <m:t>𝜕</m:t>
                            </m:r>
                            <m:r>
                              <a:rPr lang="pt-BR" b="0" i="1" smtClean="0">
                                <a:latin typeface="Cambria Math" panose="02040503050406030204" pitchFamily="18" charset="0"/>
                              </a:rPr>
                              <m:t>𝑉</m:t>
                            </m:r>
                          </m:num>
                          <m:den>
                            <m:r>
                              <a:rPr lang="pt-BR" b="0" i="1" smtClean="0">
                                <a:latin typeface="Cambria Math" panose="02040503050406030204" pitchFamily="18" charset="0"/>
                              </a:rPr>
                              <m:t>𝜕</m:t>
                            </m:r>
                            <m:r>
                              <a:rPr lang="pt-BR" b="0" i="1" smtClean="0">
                                <a:latin typeface="Cambria Math" panose="02040503050406030204" pitchFamily="18" charset="0"/>
                              </a:rPr>
                              <m:t>𝑧</m:t>
                            </m:r>
                          </m:den>
                        </m:f>
                      </m:oMath>
                    </m:oMathPara>
                  </a14:m>
                  <a:endParaRPr lang="en-US"/>
                </a:p>
              </p:txBody>
            </p:sp>
          </mc:Choice>
          <mc:Fallback xmlns="">
            <p:sp>
              <p:nvSpPr>
                <p:cNvPr id="72" name="CaixaDeTexto 71">
                  <a:extLst>
                    <a:ext uri="{FF2B5EF4-FFF2-40B4-BE49-F238E27FC236}">
                      <a16:creationId xmlns:a16="http://schemas.microsoft.com/office/drawing/2014/main" id="{2B2252D7-BDB0-0800-4153-D51498FB71FE}"/>
                    </a:ext>
                  </a:extLst>
                </p:cNvPr>
                <p:cNvSpPr txBox="1">
                  <a:spLocks noRot="1" noChangeAspect="1" noMove="1" noResize="1" noEditPoints="1" noAdjustHandles="1" noChangeArrowheads="1" noChangeShapeType="1" noTextEdit="1"/>
                </p:cNvSpPr>
                <p:nvPr/>
              </p:nvSpPr>
              <p:spPr>
                <a:xfrm>
                  <a:off x="6083102" y="1932358"/>
                  <a:ext cx="5242956" cy="560538"/>
                </a:xfrm>
                <a:prstGeom prst="rect">
                  <a:avLst/>
                </a:prstGeom>
                <a:blipFill>
                  <a:blip r:embed="rId2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3" name="CaixaDeTexto 72">
                  <a:extLst>
                    <a:ext uri="{FF2B5EF4-FFF2-40B4-BE49-F238E27FC236}">
                      <a16:creationId xmlns:a16="http://schemas.microsoft.com/office/drawing/2014/main" id="{65843819-16A7-23E6-11AF-74F186A3000C}"/>
                    </a:ext>
                  </a:extLst>
                </p:cNvPr>
                <p:cNvSpPr txBox="1"/>
                <p:nvPr/>
              </p:nvSpPr>
              <p:spPr>
                <a:xfrm>
                  <a:off x="6559109" y="2564904"/>
                  <a:ext cx="5261527" cy="1532920"/>
                </a:xfrm>
                <a:prstGeom prst="rect">
                  <a:avLst/>
                </a:prstGeom>
                <a:noFill/>
              </p:spPr>
              <p:txBody>
                <a:bodyPr wrap="square">
                  <a:spAutoFit/>
                </a:bodyPr>
                <a:lstStyle>
                  <a:defPPr>
                    <a:defRPr lang="pt-BR"/>
                  </a:defPPr>
                  <a:lvl1pPr>
                    <a:defRPr sz="1600"/>
                  </a:lvl1pPr>
                </a:lstStyle>
                <a:p>
                  <a:pPr>
                    <a:lnSpc>
                      <a:spcPct val="150000"/>
                    </a:lnSpc>
                  </a:pPr>
                  <a14:m>
                    <m:oMath xmlns:m="http://schemas.openxmlformats.org/officeDocument/2006/math">
                      <m:sSubSup>
                        <m:sSubSupPr>
                          <m:ctrlPr>
                            <a:rPr lang="pt-BR" i="1" smtClean="0">
                              <a:latin typeface="Cambria Math" panose="02040503050406030204" pitchFamily="18" charset="0"/>
                            </a:rPr>
                          </m:ctrlPr>
                        </m:sSubSupPr>
                        <m:e>
                          <m:r>
                            <a:rPr lang="pt-BR" b="0" i="1">
                              <a:latin typeface="Cambria Math" panose="02040503050406030204" pitchFamily="18" charset="0"/>
                            </a:rPr>
                            <m:t>ℰ</m:t>
                          </m:r>
                        </m:e>
                        <m:sub>
                          <m:r>
                            <m:rPr>
                              <m:sty m:val="p"/>
                            </m:rPr>
                            <a:rPr lang="pt-BR">
                              <a:latin typeface="Cambria Math" panose="02040503050406030204" pitchFamily="18" charset="0"/>
                            </a:rPr>
                            <m:t>z</m:t>
                          </m:r>
                        </m:sub>
                        <m:sup>
                          <m:r>
                            <a:rPr lang="pt-BR" i="1">
                              <a:latin typeface="Cambria Math" panose="02040503050406030204" pitchFamily="18" charset="0"/>
                            </a:rPr>
                            <m:t> </m:t>
                          </m:r>
                        </m:sup>
                      </m:sSubSup>
                      <m:d>
                        <m:dPr>
                          <m:ctrlPr>
                            <a:rPr lang="pt-BR" i="1">
                              <a:latin typeface="Cambria Math" panose="02040503050406030204" pitchFamily="18" charset="0"/>
                            </a:rPr>
                          </m:ctrlPr>
                        </m:dPr>
                        <m:e>
                          <m:r>
                            <a:rPr lang="pt-BR" b="1" i="1">
                              <a:latin typeface="Cambria Math" panose="02040503050406030204" pitchFamily="18" charset="0"/>
                            </a:rPr>
                            <m:t>𝒓</m:t>
                          </m:r>
                        </m:e>
                      </m:d>
                    </m:oMath>
                  </a14:m>
                  <a:r>
                    <a:rPr lang="en-US"/>
                    <a:t> is the electric field </a:t>
                  </a:r>
                  <a14:m>
                    <m:oMath xmlns:m="http://schemas.openxmlformats.org/officeDocument/2006/math">
                      <m:r>
                        <a:rPr lang="en-US" i="1" smtClean="0">
                          <a:latin typeface="Cambria Math" panose="02040503050406030204" pitchFamily="18" charset="0"/>
                        </a:rPr>
                        <m:t>𝑧</m:t>
                      </m:r>
                    </m:oMath>
                  </a14:m>
                  <a:r>
                    <a:rPr lang="en-US"/>
                    <a:t>-component at position </a:t>
                  </a:r>
                  <a14:m>
                    <m:oMath xmlns:m="http://schemas.openxmlformats.org/officeDocument/2006/math">
                      <m:r>
                        <a:rPr lang="en-US" b="1" i="1" smtClean="0">
                          <a:latin typeface="Cambria Math" panose="02040503050406030204" pitchFamily="18" charset="0"/>
                        </a:rPr>
                        <m:t>𝒓</m:t>
                      </m:r>
                      <m:r>
                        <a:rPr lang="pt-BR" b="1" i="1" smtClean="0">
                          <a:latin typeface="Cambria Math" panose="02040503050406030204" pitchFamily="18" charset="0"/>
                        </a:rPr>
                        <m:t>(</m:t>
                      </m:r>
                      <m:r>
                        <a:rPr lang="pt-BR" b="0" i="1" smtClean="0">
                          <a:latin typeface="Cambria Math" panose="02040503050406030204" pitchFamily="18" charset="0"/>
                        </a:rPr>
                        <m:t>𝜃</m:t>
                      </m:r>
                      <m:r>
                        <a:rPr lang="pt-BR" b="1" i="1" smtClean="0">
                          <a:latin typeface="Cambria Math" panose="02040503050406030204" pitchFamily="18" charset="0"/>
                        </a:rPr>
                        <m:t>)</m:t>
                      </m:r>
                    </m:oMath>
                  </a14:m>
                  <a:r>
                    <a:rPr lang="en-US"/>
                    <a:t>; </a:t>
                  </a:r>
                </a:p>
                <a:p>
                  <a:pPr>
                    <a:lnSpc>
                      <a:spcPct val="150000"/>
                    </a:lnSpc>
                  </a:pPr>
                  <a14:m>
                    <m:oMath xmlns:m="http://schemas.openxmlformats.org/officeDocument/2006/math">
                      <m:sSubSup>
                        <m:sSubSupPr>
                          <m:ctrlPr>
                            <a:rPr lang="pt-BR" i="1">
                              <a:latin typeface="Cambria Math" panose="02040503050406030204" pitchFamily="18" charset="0"/>
                            </a:rPr>
                          </m:ctrlPr>
                        </m:sSubSupPr>
                        <m:e>
                          <m:r>
                            <a:rPr lang="pt-BR" b="0" i="1" smtClean="0">
                              <a:latin typeface="Cambria Math" panose="02040503050406030204" pitchFamily="18" charset="0"/>
                            </a:rPr>
                            <m:t>𝒜</m:t>
                          </m:r>
                        </m:e>
                        <m:sub>
                          <m:r>
                            <m:rPr>
                              <m:sty m:val="p"/>
                            </m:rPr>
                            <a:rPr lang="pt-BR">
                              <a:latin typeface="Cambria Math" panose="02040503050406030204" pitchFamily="18" charset="0"/>
                            </a:rPr>
                            <m:t>z</m:t>
                          </m:r>
                        </m:sub>
                        <m:sup>
                          <m:r>
                            <a:rPr lang="pt-BR" i="1">
                              <a:latin typeface="Cambria Math" panose="02040503050406030204" pitchFamily="18" charset="0"/>
                            </a:rPr>
                            <m:t> </m:t>
                          </m:r>
                        </m:sup>
                      </m:sSubSup>
                      <m:d>
                        <m:dPr>
                          <m:ctrlPr>
                            <a:rPr lang="pt-BR" i="1">
                              <a:latin typeface="Cambria Math" panose="02040503050406030204" pitchFamily="18" charset="0"/>
                            </a:rPr>
                          </m:ctrlPr>
                        </m:dPr>
                        <m:e>
                          <m:r>
                            <a:rPr lang="pt-BR" b="1" i="1">
                              <a:latin typeface="Cambria Math" panose="02040503050406030204" pitchFamily="18" charset="0"/>
                            </a:rPr>
                            <m:t>𝒓</m:t>
                          </m:r>
                        </m:e>
                      </m:d>
                      <m:r>
                        <a:rPr lang="pt-BR" b="1" i="1">
                          <a:latin typeface="Cambria Math" panose="02040503050406030204" pitchFamily="18" charset="0"/>
                        </a:rPr>
                        <m:t> </m:t>
                      </m:r>
                    </m:oMath>
                  </a14:m>
                  <a:r>
                    <a:rPr lang="en-US"/>
                    <a:t>is the magnetic vector potential </a:t>
                  </a:r>
                  <a14:m>
                    <m:oMath xmlns:m="http://schemas.openxmlformats.org/officeDocument/2006/math">
                      <m:r>
                        <a:rPr lang="en-US" i="1">
                          <a:latin typeface="Cambria Math" panose="02040503050406030204" pitchFamily="18" charset="0"/>
                        </a:rPr>
                        <m:t>𝑧</m:t>
                      </m:r>
                    </m:oMath>
                  </a14:m>
                  <a:r>
                    <a:rPr lang="en-US"/>
                    <a:t>-component at position </a:t>
                  </a:r>
                  <a14:m>
                    <m:oMath xmlns:m="http://schemas.openxmlformats.org/officeDocument/2006/math">
                      <m:r>
                        <a:rPr lang="en-US" b="1" i="1">
                          <a:latin typeface="Cambria Math" panose="02040503050406030204" pitchFamily="18" charset="0"/>
                        </a:rPr>
                        <m:t>𝒓</m:t>
                      </m:r>
                      <m:r>
                        <a:rPr lang="pt-BR" b="1" i="1">
                          <a:latin typeface="Cambria Math" panose="02040503050406030204" pitchFamily="18" charset="0"/>
                        </a:rPr>
                        <m:t>(</m:t>
                      </m:r>
                      <m:r>
                        <a:rPr lang="pt-BR" i="1">
                          <a:latin typeface="Cambria Math" panose="02040503050406030204" pitchFamily="18" charset="0"/>
                        </a:rPr>
                        <m:t>𝜃</m:t>
                      </m:r>
                      <m:r>
                        <a:rPr lang="pt-BR" b="1" i="1">
                          <a:latin typeface="Cambria Math" panose="02040503050406030204" pitchFamily="18" charset="0"/>
                        </a:rPr>
                        <m:t>)</m:t>
                      </m:r>
                    </m:oMath>
                  </a14:m>
                  <a:r>
                    <a:rPr lang="en-US"/>
                    <a:t>. </a:t>
                  </a:r>
                </a:p>
                <a:p>
                  <a:pPr>
                    <a:lnSpc>
                      <a:spcPct val="150000"/>
                    </a:lnSpc>
                  </a:pPr>
                  <a14:m>
                    <m:oMath xmlns:m="http://schemas.openxmlformats.org/officeDocument/2006/math">
                      <m:r>
                        <a:rPr lang="pt-BR" i="1" smtClean="0">
                          <a:latin typeface="Cambria Math" panose="02040503050406030204" pitchFamily="18" charset="0"/>
                        </a:rPr>
                        <m:t>𝑉</m:t>
                      </m:r>
                    </m:oMath>
                  </a14:m>
                  <a:r>
                    <a:rPr lang="en-US"/>
                    <a:t> is the scalar potential. </a:t>
                  </a:r>
                  <a:endParaRPr lang="pt-BR"/>
                </a:p>
              </p:txBody>
            </p:sp>
          </mc:Choice>
          <mc:Fallback xmlns="">
            <p:sp>
              <p:nvSpPr>
                <p:cNvPr id="73" name="CaixaDeTexto 72">
                  <a:extLst>
                    <a:ext uri="{FF2B5EF4-FFF2-40B4-BE49-F238E27FC236}">
                      <a16:creationId xmlns:a16="http://schemas.microsoft.com/office/drawing/2014/main" id="{65843819-16A7-23E6-11AF-74F186A3000C}"/>
                    </a:ext>
                  </a:extLst>
                </p:cNvPr>
                <p:cNvSpPr txBox="1">
                  <a:spLocks noRot="1" noChangeAspect="1" noMove="1" noResize="1" noEditPoints="1" noAdjustHandles="1" noChangeArrowheads="1" noChangeShapeType="1" noTextEdit="1"/>
                </p:cNvSpPr>
                <p:nvPr/>
              </p:nvSpPr>
              <p:spPr>
                <a:xfrm>
                  <a:off x="6559109" y="2564904"/>
                  <a:ext cx="5261527" cy="1532920"/>
                </a:xfrm>
                <a:prstGeom prst="rect">
                  <a:avLst/>
                </a:prstGeom>
                <a:blipFill>
                  <a:blip r:embed="rId23"/>
                  <a:stretch>
                    <a:fillRect l="-695" b="-438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id="{1D3744D2-3268-3825-E90C-D882D5915201}"/>
                    </a:ext>
                  </a:extLst>
                </p:cNvPr>
                <p:cNvSpPr txBox="1"/>
                <p:nvPr/>
              </p:nvSpPr>
              <p:spPr>
                <a:xfrm>
                  <a:off x="11230780" y="2103179"/>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6)</m:t>
                        </m:r>
                      </m:oMath>
                    </m:oMathPara>
                  </a14:m>
                  <a:endParaRPr lang="en-US" sz="1200"/>
                </a:p>
              </p:txBody>
            </p:sp>
          </mc:Choice>
          <mc:Fallback xmlns="">
            <p:sp>
              <p:nvSpPr>
                <p:cNvPr id="14" name="CaixaDeTexto 13">
                  <a:extLst>
                    <a:ext uri="{FF2B5EF4-FFF2-40B4-BE49-F238E27FC236}">
                      <a16:creationId xmlns:a16="http://schemas.microsoft.com/office/drawing/2014/main" id="{1D3744D2-3268-3825-E90C-D882D5915201}"/>
                    </a:ext>
                  </a:extLst>
                </p:cNvPr>
                <p:cNvSpPr txBox="1">
                  <a:spLocks noRot="1" noChangeAspect="1" noMove="1" noResize="1" noEditPoints="1" noAdjustHandles="1" noChangeArrowheads="1" noChangeShapeType="1" noTextEdit="1"/>
                </p:cNvSpPr>
                <p:nvPr/>
              </p:nvSpPr>
              <p:spPr>
                <a:xfrm>
                  <a:off x="11230780" y="2103179"/>
                  <a:ext cx="468052" cy="276999"/>
                </a:xfrm>
                <a:prstGeom prst="rect">
                  <a:avLst/>
                </a:prstGeom>
                <a:blipFill>
                  <a:blip r:embed="rId24"/>
                  <a:stretch>
                    <a:fillRect b="-8889"/>
                  </a:stretch>
                </a:blipFill>
              </p:spPr>
              <p:txBody>
                <a:bodyPr/>
                <a:lstStyle/>
                <a:p>
                  <a:r>
                    <a:rPr lang="pt-BR">
                      <a:noFill/>
                    </a:rPr>
                    <a:t> </a:t>
                  </a:r>
                </a:p>
              </p:txBody>
            </p:sp>
          </mc:Fallback>
        </mc:AlternateContent>
      </p:grpSp>
    </p:spTree>
    <p:extLst>
      <p:ext uri="{BB962C8B-B14F-4D97-AF65-F5344CB8AC3E}">
        <p14:creationId xmlns:p14="http://schemas.microsoft.com/office/powerpoint/2010/main" val="2053630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15</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Electric Field Integral Equation (EFIE)</a:t>
            </a:r>
          </a:p>
        </p:txBody>
      </p:sp>
      <mc:AlternateContent xmlns:mc="http://schemas.openxmlformats.org/markup-compatibility/2006" xmlns:a14="http://schemas.microsoft.com/office/drawing/2010/main">
        <mc:Choice Requires="a14">
          <p:sp>
            <p:nvSpPr>
              <p:cNvPr id="69" name="CaixaDeTexto 68">
                <a:extLst>
                  <a:ext uri="{FF2B5EF4-FFF2-40B4-BE49-F238E27FC236}">
                    <a16:creationId xmlns:a16="http://schemas.microsoft.com/office/drawing/2014/main" id="{FC60B356-1ADE-381F-211A-58EAAC72A0C0}"/>
                  </a:ext>
                </a:extLst>
              </p:cNvPr>
              <p:cNvSpPr txBox="1"/>
              <p:nvPr/>
            </p:nvSpPr>
            <p:spPr>
              <a:xfrm>
                <a:off x="499858" y="1388358"/>
                <a:ext cx="5221373" cy="338554"/>
              </a:xfrm>
              <a:prstGeom prst="rect">
                <a:avLst/>
              </a:prstGeom>
              <a:noFill/>
            </p:spPr>
            <p:txBody>
              <a:bodyPr wrap="square">
                <a:spAutoFit/>
              </a:bodyPr>
              <a:lstStyle>
                <a:defPPr>
                  <a:defRPr lang="pt-BR"/>
                </a:defPPr>
                <a:lvl1pPr>
                  <a:defRPr sz="1600"/>
                </a:lvl1pPr>
              </a:lstStyle>
              <a:p>
                <a:r>
                  <a:rPr lang="en-US"/>
                  <a:t>If conductor </a:t>
                </a:r>
                <a14:m>
                  <m:oMath xmlns:m="http://schemas.openxmlformats.org/officeDocument/2006/math">
                    <m:r>
                      <a:rPr lang="en-US" i="1" smtClean="0">
                        <a:latin typeface="Cambria Math" panose="02040503050406030204" pitchFamily="18" charset="0"/>
                      </a:rPr>
                      <m:t>𝑝</m:t>
                    </m:r>
                  </m:oMath>
                </a14:m>
                <a:r>
                  <a:rPr lang="en-US"/>
                  <a:t> is solid, then</a:t>
                </a:r>
                <a:endParaRPr lang="pt-BR"/>
              </a:p>
            </p:txBody>
          </p:sp>
        </mc:Choice>
        <mc:Fallback xmlns="">
          <p:sp>
            <p:nvSpPr>
              <p:cNvPr id="69" name="CaixaDeTexto 68">
                <a:extLst>
                  <a:ext uri="{FF2B5EF4-FFF2-40B4-BE49-F238E27FC236}">
                    <a16:creationId xmlns:a16="http://schemas.microsoft.com/office/drawing/2014/main" id="{FC60B356-1ADE-381F-211A-58EAAC72A0C0}"/>
                  </a:ext>
                </a:extLst>
              </p:cNvPr>
              <p:cNvSpPr txBox="1">
                <a:spLocks noRot="1" noChangeAspect="1" noMove="1" noResize="1" noEditPoints="1" noAdjustHandles="1" noChangeArrowheads="1" noChangeShapeType="1" noTextEdit="1"/>
              </p:cNvSpPr>
              <p:nvPr/>
            </p:nvSpPr>
            <p:spPr>
              <a:xfrm>
                <a:off x="499858" y="1388358"/>
                <a:ext cx="5221373" cy="338554"/>
              </a:xfrm>
              <a:prstGeom prst="rect">
                <a:avLst/>
              </a:prstGeom>
              <a:blipFill>
                <a:blip r:embed="rId4"/>
                <a:stretch>
                  <a:fillRect l="-700" t="-5455" b="-2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2" name="CaixaDeTexto 71">
                <a:extLst>
                  <a:ext uri="{FF2B5EF4-FFF2-40B4-BE49-F238E27FC236}">
                    <a16:creationId xmlns:a16="http://schemas.microsoft.com/office/drawing/2014/main" id="{2B2252D7-BDB0-0800-4153-D51498FB71FE}"/>
                  </a:ext>
                </a:extLst>
              </p:cNvPr>
              <p:cNvSpPr txBox="1"/>
              <p:nvPr/>
            </p:nvSpPr>
            <p:spPr>
              <a:xfrm>
                <a:off x="494015" y="1826688"/>
                <a:ext cx="5218284" cy="666208"/>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a:rPr lang="pt-BR" i="1">
                              <a:latin typeface="Cambria Math" panose="02040503050406030204" pitchFamily="18" charset="0"/>
                            </a:rPr>
                            <m:t>𝒜</m:t>
                          </m:r>
                        </m:e>
                        <m:sub>
                          <m:r>
                            <a:rPr lang="pt-BR" i="1">
                              <a:latin typeface="Cambria Math" panose="02040503050406030204" pitchFamily="18" charset="0"/>
                            </a:rPr>
                            <m:t>𝑝</m:t>
                          </m:r>
                        </m:sub>
                        <m:sup>
                          <m:r>
                            <a:rPr lang="pt-BR" i="1">
                              <a:latin typeface="Cambria Math" panose="02040503050406030204" pitchFamily="18" charset="0"/>
                            </a:rPr>
                            <m:t> </m:t>
                          </m:r>
                        </m:sup>
                      </m:sSubSup>
                      <m:d>
                        <m:dPr>
                          <m:ctrlPr>
                            <a:rPr lang="pt-BR" i="1">
                              <a:latin typeface="Cambria Math" panose="02040503050406030204" pitchFamily="18" charset="0"/>
                            </a:rPr>
                          </m:ctrlPr>
                        </m:dPr>
                        <m:e>
                          <m:r>
                            <a:rPr lang="pt-BR" b="1" i="1">
                              <a:latin typeface="Cambria Math" panose="02040503050406030204" pitchFamily="18" charset="0"/>
                            </a:rPr>
                            <m:t>𝒓</m:t>
                          </m:r>
                        </m:e>
                      </m:d>
                      <m:r>
                        <a:rPr lang="pt-BR" b="0">
                          <a:latin typeface="Cambria Math" panose="02040503050406030204" pitchFamily="18" charset="0"/>
                        </a:rPr>
                        <m:t>=</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nary>
                        <m:naryPr>
                          <m:ctrlPr>
                            <a:rPr lang="pt-BR" b="0" i="1" smtClean="0">
                              <a:latin typeface="Cambria Math" panose="02040503050406030204" pitchFamily="18" charset="0"/>
                            </a:rPr>
                          </m:ctrlPr>
                        </m:naryPr>
                        <m:sub>
                          <m:r>
                            <m:rPr>
                              <m:brk m:alnAt="23"/>
                            </m:rPr>
                            <a:rPr lang="pt-BR" b="0" i="1" smtClean="0">
                              <a:latin typeface="Cambria Math" panose="02040503050406030204" pitchFamily="18" charset="0"/>
                            </a:rPr>
                            <m:t>0</m:t>
                          </m:r>
                        </m:sub>
                        <m:sup>
                          <m:r>
                            <a:rPr lang="pt-BR" b="0" i="1" smtClean="0">
                              <a:latin typeface="Cambria Math" panose="02040503050406030204" pitchFamily="18" charset="0"/>
                            </a:rPr>
                            <m:t>2</m:t>
                          </m:r>
                          <m:r>
                            <a:rPr lang="pt-BR" b="0" i="1" smtClean="0">
                              <a:latin typeface="Cambria Math" panose="02040503050406030204" pitchFamily="18" charset="0"/>
                            </a:rPr>
                            <m:t>𝜋</m:t>
                          </m:r>
                        </m:sup>
                        <m:e>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𝐽</m:t>
                              </m:r>
                            </m:e>
                            <m:sub>
                              <m:r>
                                <a:rPr lang="pt-BR" b="0" i="1" smtClean="0">
                                  <a:latin typeface="Cambria Math" panose="02040503050406030204" pitchFamily="18" charset="0"/>
                                </a:rPr>
                                <m:t>𝑠</m:t>
                              </m:r>
                            </m:sub>
                            <m:sup>
                              <m:d>
                                <m:dPr>
                                  <m:ctrlPr>
                                    <a:rPr lang="pt-BR" b="0" i="1" smtClean="0">
                                      <a:latin typeface="Cambria Math" panose="02040503050406030204" pitchFamily="18" charset="0"/>
                                    </a:rPr>
                                  </m:ctrlPr>
                                </m:dPr>
                                <m:e>
                                  <m:r>
                                    <a:rPr lang="pt-BR" b="0" i="1" smtClean="0">
                                      <a:latin typeface="Cambria Math" panose="02040503050406030204" pitchFamily="18" charset="0"/>
                                    </a:rPr>
                                    <m:t>𝑝</m:t>
                                  </m:r>
                                </m:e>
                              </m:d>
                            </m:sup>
                          </m:sSubSup>
                          <m:d>
                            <m:dPr>
                              <m:ctrlPr>
                                <a:rPr lang="pt-BR" b="0" i="1" smtClean="0">
                                  <a:latin typeface="Cambria Math" panose="02040503050406030204" pitchFamily="18" charset="0"/>
                                </a:rPr>
                              </m:ctrlPr>
                            </m:dPr>
                            <m:e>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𝜃</m:t>
                                  </m:r>
                                </m:e>
                                <m:sub>
                                  <m:r>
                                    <a:rPr lang="pt-BR" b="0" i="1" smtClean="0">
                                      <a:latin typeface="Cambria Math" panose="02040503050406030204" pitchFamily="18" charset="0"/>
                                    </a:rPr>
                                    <m:t>𝑝</m:t>
                                  </m:r>
                                </m:sub>
                                <m:sup>
                                  <m:r>
                                    <a:rPr lang="pt-BR" b="0" i="1" smtClean="0">
                                      <a:latin typeface="Cambria Math" panose="02040503050406030204" pitchFamily="18" charset="0"/>
                                    </a:rPr>
                                    <m:t>′</m:t>
                                  </m:r>
                                </m:sup>
                              </m:sSubSup>
                            </m:e>
                          </m:d>
                        </m:e>
                      </m:nary>
                      <m:r>
                        <a:rPr lang="pt-BR" i="1">
                          <a:latin typeface="Cambria Math" panose="02040503050406030204" pitchFamily="18" charset="0"/>
                          <a:ea typeface="Cambria Math" panose="02040503050406030204" pitchFamily="18" charset="0"/>
                        </a:rPr>
                        <m:t>𝐺</m:t>
                      </m:r>
                      <m:d>
                        <m:dPr>
                          <m:begChr m:val="["/>
                          <m:endChr m:val="]"/>
                          <m:ctrlPr>
                            <a:rPr lang="pt-BR" b="0" i="1" smtClean="0">
                              <a:latin typeface="Cambria Math" panose="02040503050406030204" pitchFamily="18" charset="0"/>
                              <a:ea typeface="Cambria Math" panose="02040503050406030204" pitchFamily="18" charset="0"/>
                            </a:rPr>
                          </m:ctrlPr>
                        </m:dPr>
                        <m:e>
                          <m:r>
                            <a:rPr lang="pt-BR" b="1" i="1" smtClean="0">
                              <a:latin typeface="Cambria Math" panose="02040503050406030204" pitchFamily="18" charset="0"/>
                              <a:ea typeface="Cambria Math" panose="02040503050406030204" pitchFamily="18" charset="0"/>
                            </a:rPr>
                            <m:t>𝒓</m:t>
                          </m:r>
                          <m:r>
                            <a:rPr lang="pt-BR" b="0" i="1" smtClean="0">
                              <a:latin typeface="Cambria Math" panose="02040503050406030204" pitchFamily="18" charset="0"/>
                              <a:ea typeface="Cambria Math" panose="02040503050406030204" pitchFamily="18" charset="0"/>
                            </a:rPr>
                            <m:t>,</m:t>
                          </m:r>
                          <m:sSub>
                            <m:sSubPr>
                              <m:ctrlPr>
                                <a:rPr lang="pt-BR" b="0" i="1" smtClean="0">
                                  <a:latin typeface="Cambria Math" panose="02040503050406030204" pitchFamily="18" charset="0"/>
                                  <a:ea typeface="Cambria Math" panose="02040503050406030204" pitchFamily="18" charset="0"/>
                                </a:rPr>
                              </m:ctrlPr>
                            </m:sSubPr>
                            <m:e>
                              <m:r>
                                <a:rPr lang="pt-BR" b="1" i="1" smtClean="0">
                                  <a:latin typeface="Cambria Math" panose="02040503050406030204" pitchFamily="18" charset="0"/>
                                  <a:ea typeface="Cambria Math" panose="02040503050406030204" pitchFamily="18" charset="0"/>
                                </a:rPr>
                                <m:t>𝒓</m:t>
                              </m:r>
                            </m:e>
                            <m:sub>
                              <m:r>
                                <a:rPr lang="pt-BR" b="0" i="1" smtClean="0">
                                  <a:latin typeface="Cambria Math" panose="02040503050406030204" pitchFamily="18" charset="0"/>
                                  <a:ea typeface="Cambria Math" panose="02040503050406030204" pitchFamily="18" charset="0"/>
                                </a:rPr>
                                <m:t>𝑝</m:t>
                              </m:r>
                            </m:sub>
                          </m:sSub>
                          <m:d>
                            <m:dPr>
                              <m:ctrlPr>
                                <a:rPr lang="pt-BR" b="0" i="1" smtClean="0">
                                  <a:latin typeface="Cambria Math" panose="02040503050406030204" pitchFamily="18" charset="0"/>
                                  <a:ea typeface="Cambria Math" panose="02040503050406030204" pitchFamily="18" charset="0"/>
                                </a:rPr>
                              </m:ctrlPr>
                            </m:dPr>
                            <m:e>
                              <m:sSub>
                                <m:sSubPr>
                                  <m:ctrlPr>
                                    <a:rPr lang="pt-BR" b="0" i="1" smtClean="0">
                                      <a:latin typeface="Cambria Math" panose="02040503050406030204" pitchFamily="18" charset="0"/>
                                      <a:ea typeface="Cambria Math" panose="02040503050406030204" pitchFamily="18" charset="0"/>
                                    </a:rPr>
                                  </m:ctrlPr>
                                </m:sSubPr>
                                <m:e>
                                  <m:r>
                                    <a:rPr lang="pt-BR" b="0" i="1" smtClean="0">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𝑝</m:t>
                                  </m:r>
                                </m:sub>
                              </m:sSub>
                              <m:r>
                                <a:rPr lang="pt-BR" b="0" i="1" smtClean="0">
                                  <a:latin typeface="Cambria Math" panose="02040503050406030204" pitchFamily="18" charset="0"/>
                                  <a:ea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𝑝</m:t>
                                  </m:r>
                                </m:sub>
                                <m:sup>
                                  <m:r>
                                    <a:rPr lang="pt-BR" i="1">
                                      <a:latin typeface="Cambria Math" panose="02040503050406030204" pitchFamily="18" charset="0"/>
                                    </a:rPr>
                                    <m:t>′</m:t>
                                  </m:r>
                                </m:sup>
                              </m:sSubSup>
                            </m:e>
                          </m:d>
                        </m:e>
                      </m:d>
                      <m:sSub>
                        <m:sSubPr>
                          <m:ctrlPr>
                            <a:rPr lang="pt-BR" b="0" i="1" smtClean="0">
                              <a:latin typeface="Cambria Math" panose="02040503050406030204" pitchFamily="18" charset="0"/>
                              <a:ea typeface="Cambria Math" panose="02040503050406030204" pitchFamily="18" charset="0"/>
                            </a:rPr>
                          </m:ctrlPr>
                        </m:sSubPr>
                        <m:e>
                          <m:r>
                            <a:rPr lang="pt-BR" b="0" i="1" smtClean="0">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𝑝</m:t>
                          </m:r>
                        </m:sub>
                      </m:sSub>
                      <m:r>
                        <a:rPr lang="pt-BR" b="0" i="1" smtClean="0">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𝑝</m:t>
                          </m:r>
                        </m:sub>
                        <m:sup>
                          <m:r>
                            <a:rPr lang="pt-BR" i="1">
                              <a:latin typeface="Cambria Math" panose="02040503050406030204" pitchFamily="18" charset="0"/>
                            </a:rPr>
                            <m:t>′</m:t>
                          </m:r>
                        </m:sup>
                      </m:sSubSup>
                    </m:oMath>
                  </m:oMathPara>
                </a14:m>
                <a:endParaRPr lang="en-US"/>
              </a:p>
            </p:txBody>
          </p:sp>
        </mc:Choice>
        <mc:Fallback xmlns="">
          <p:sp>
            <p:nvSpPr>
              <p:cNvPr id="72" name="CaixaDeTexto 71">
                <a:extLst>
                  <a:ext uri="{FF2B5EF4-FFF2-40B4-BE49-F238E27FC236}">
                    <a16:creationId xmlns:a16="http://schemas.microsoft.com/office/drawing/2014/main" id="{2B2252D7-BDB0-0800-4153-D51498FB71FE}"/>
                  </a:ext>
                </a:extLst>
              </p:cNvPr>
              <p:cNvSpPr txBox="1">
                <a:spLocks noRot="1" noChangeAspect="1" noMove="1" noResize="1" noEditPoints="1" noAdjustHandles="1" noChangeArrowheads="1" noChangeShapeType="1" noTextEdit="1"/>
              </p:cNvSpPr>
              <p:nvPr/>
            </p:nvSpPr>
            <p:spPr>
              <a:xfrm>
                <a:off x="494015" y="1826688"/>
                <a:ext cx="5218284" cy="666208"/>
              </a:xfrm>
              <a:prstGeom prst="rect">
                <a:avLst/>
              </a:prstGeom>
              <a:blipFill>
                <a:blip r:embed="rId5"/>
                <a:stretch>
                  <a:fillRect/>
                </a:stretch>
              </a:blipFill>
            </p:spPr>
            <p:txBody>
              <a:bodyPr/>
              <a:lstStyle/>
              <a:p>
                <a:r>
                  <a:rPr lang="pt-BR">
                    <a:noFill/>
                  </a:rPr>
                  <a:t> </a:t>
                </a:r>
              </a:p>
            </p:txBody>
          </p:sp>
        </mc:Fallback>
      </mc:AlternateContent>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p:grpSp>
        <p:nvGrpSpPr>
          <p:cNvPr id="5" name="Agrupar 4">
            <a:extLst>
              <a:ext uri="{FF2B5EF4-FFF2-40B4-BE49-F238E27FC236}">
                <a16:creationId xmlns:a16="http://schemas.microsoft.com/office/drawing/2014/main" id="{31262079-805D-06CD-A00C-C41735C65169}"/>
              </a:ext>
            </a:extLst>
          </p:cNvPr>
          <p:cNvGrpSpPr/>
          <p:nvPr/>
        </p:nvGrpSpPr>
        <p:grpSpPr>
          <a:xfrm>
            <a:off x="502947" y="2633980"/>
            <a:ext cx="5218284" cy="3767408"/>
            <a:chOff x="502947" y="2633980"/>
            <a:chExt cx="5218284" cy="3767408"/>
          </a:xfrm>
        </p:grpSpPr>
        <p:grpSp>
          <p:nvGrpSpPr>
            <p:cNvPr id="7" name="Agrupar 6">
              <a:extLst>
                <a:ext uri="{FF2B5EF4-FFF2-40B4-BE49-F238E27FC236}">
                  <a16:creationId xmlns:a16="http://schemas.microsoft.com/office/drawing/2014/main" id="{341B8275-99E3-BE26-A299-818FF7489D05}"/>
                </a:ext>
              </a:extLst>
            </p:cNvPr>
            <p:cNvGrpSpPr/>
            <p:nvPr/>
          </p:nvGrpSpPr>
          <p:grpSpPr>
            <a:xfrm>
              <a:off x="502947" y="2633980"/>
              <a:ext cx="5218284" cy="1863736"/>
              <a:chOff x="502947" y="2633980"/>
              <a:chExt cx="5218284" cy="1863736"/>
            </a:xfrm>
          </p:grpSpPr>
          <mc:AlternateContent xmlns:mc="http://schemas.openxmlformats.org/markup-compatibility/2006" xmlns:a14="http://schemas.microsoft.com/office/drawing/2010/main">
            <mc:Choice Requires="a14">
              <p:sp>
                <p:nvSpPr>
                  <p:cNvPr id="21" name="CaixaDeTexto 20">
                    <a:extLst>
                      <a:ext uri="{FF2B5EF4-FFF2-40B4-BE49-F238E27FC236}">
                        <a16:creationId xmlns:a16="http://schemas.microsoft.com/office/drawing/2014/main" id="{BF8FFA2B-2776-DE3F-679E-227563589BD9}"/>
                      </a:ext>
                    </a:extLst>
                  </p:cNvPr>
                  <p:cNvSpPr txBox="1"/>
                  <p:nvPr/>
                </p:nvSpPr>
                <p:spPr>
                  <a:xfrm>
                    <a:off x="508790" y="2633980"/>
                    <a:ext cx="5212441" cy="338554"/>
                  </a:xfrm>
                  <a:prstGeom prst="rect">
                    <a:avLst/>
                  </a:prstGeom>
                  <a:noFill/>
                </p:spPr>
                <p:txBody>
                  <a:bodyPr wrap="square">
                    <a:spAutoFit/>
                  </a:bodyPr>
                  <a:lstStyle>
                    <a:defPPr>
                      <a:defRPr lang="pt-BR"/>
                    </a:defPPr>
                    <a:lvl1pPr>
                      <a:defRPr sz="1600"/>
                    </a:lvl1pPr>
                  </a:lstStyle>
                  <a:p>
                    <a:r>
                      <a:rPr lang="en-US"/>
                      <a:t>while, if conductor </a:t>
                    </a:r>
                    <a14:m>
                      <m:oMath xmlns:m="http://schemas.openxmlformats.org/officeDocument/2006/math">
                        <m:r>
                          <a:rPr lang="en-US" i="1" smtClean="0">
                            <a:latin typeface="Cambria Math" panose="02040503050406030204" pitchFamily="18" charset="0"/>
                          </a:rPr>
                          <m:t>𝑞</m:t>
                        </m:r>
                      </m:oMath>
                    </a14:m>
                    <a:r>
                      <a:rPr lang="en-US"/>
                      <a:t> is hollow</a:t>
                    </a:r>
                    <a:endParaRPr lang="pt-BR"/>
                  </a:p>
                </p:txBody>
              </p:sp>
            </mc:Choice>
            <mc:Fallback xmlns="">
              <p:sp>
                <p:nvSpPr>
                  <p:cNvPr id="21" name="CaixaDeTexto 20">
                    <a:extLst>
                      <a:ext uri="{FF2B5EF4-FFF2-40B4-BE49-F238E27FC236}">
                        <a16:creationId xmlns:a16="http://schemas.microsoft.com/office/drawing/2014/main" id="{BF8FFA2B-2776-DE3F-679E-227563589BD9}"/>
                      </a:ext>
                    </a:extLst>
                  </p:cNvPr>
                  <p:cNvSpPr txBox="1">
                    <a:spLocks noRot="1" noChangeAspect="1" noMove="1" noResize="1" noEditPoints="1" noAdjustHandles="1" noChangeArrowheads="1" noChangeShapeType="1" noTextEdit="1"/>
                  </p:cNvSpPr>
                  <p:nvPr/>
                </p:nvSpPr>
                <p:spPr>
                  <a:xfrm>
                    <a:off x="508790" y="2633980"/>
                    <a:ext cx="5212441" cy="338554"/>
                  </a:xfrm>
                  <a:prstGeom prst="rect">
                    <a:avLst/>
                  </a:prstGeom>
                  <a:blipFill>
                    <a:blip r:embed="rId6"/>
                    <a:stretch>
                      <a:fillRect l="-584" t="-5357" b="-2142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2" name="CaixaDeTexto 21">
                    <a:extLst>
                      <a:ext uri="{FF2B5EF4-FFF2-40B4-BE49-F238E27FC236}">
                        <a16:creationId xmlns:a16="http://schemas.microsoft.com/office/drawing/2014/main" id="{29CCD146-9179-887E-B55D-A39C4FE7F7F6}"/>
                      </a:ext>
                    </a:extLst>
                  </p:cNvPr>
                  <p:cNvSpPr txBox="1"/>
                  <p:nvPr/>
                </p:nvSpPr>
                <p:spPr>
                  <a:xfrm>
                    <a:off x="502947" y="3032956"/>
                    <a:ext cx="5209352" cy="1464760"/>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a:rPr lang="pt-BR" i="1">
                                  <a:latin typeface="Cambria Math" panose="02040503050406030204" pitchFamily="18" charset="0"/>
                                </a:rPr>
                                <m:t>𝒜</m:t>
                              </m:r>
                            </m:e>
                            <m:sub>
                              <m:r>
                                <a:rPr lang="pt-BR" b="0" i="1" smtClean="0">
                                  <a:latin typeface="Cambria Math" panose="02040503050406030204" pitchFamily="18" charset="0"/>
                                </a:rPr>
                                <m:t>𝑞</m:t>
                              </m:r>
                            </m:sub>
                            <m:sup>
                              <m:r>
                                <a:rPr lang="pt-BR" i="1">
                                  <a:latin typeface="Cambria Math" panose="02040503050406030204" pitchFamily="18" charset="0"/>
                                </a:rPr>
                                <m:t> </m:t>
                              </m:r>
                            </m:sup>
                          </m:sSubSup>
                          <m:d>
                            <m:dPr>
                              <m:ctrlPr>
                                <a:rPr lang="pt-BR" i="1">
                                  <a:latin typeface="Cambria Math" panose="02040503050406030204" pitchFamily="18" charset="0"/>
                                </a:rPr>
                              </m:ctrlPr>
                            </m:dPr>
                            <m:e>
                              <m:r>
                                <a:rPr lang="pt-BR" b="1" i="1">
                                  <a:latin typeface="Cambria Math" panose="02040503050406030204" pitchFamily="18" charset="0"/>
                                </a:rPr>
                                <m:t>𝒓</m:t>
                              </m:r>
                            </m:e>
                          </m:d>
                          <m:r>
                            <a:rPr lang="pt-BR" b="0">
                              <a:latin typeface="Cambria Math" panose="02040503050406030204" pitchFamily="18" charset="0"/>
                            </a:rPr>
                            <m:t>=</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nary>
                            <m:naryPr>
                              <m:ctrlPr>
                                <a:rPr lang="pt-BR" b="0" i="1" smtClean="0">
                                  <a:latin typeface="Cambria Math" panose="02040503050406030204" pitchFamily="18" charset="0"/>
                                </a:rPr>
                              </m:ctrlPr>
                            </m:naryPr>
                            <m:sub>
                              <m:r>
                                <m:rPr>
                                  <m:brk m:alnAt="23"/>
                                </m:rPr>
                                <a:rPr lang="pt-BR" b="0" i="1" smtClean="0">
                                  <a:latin typeface="Cambria Math" panose="02040503050406030204" pitchFamily="18" charset="0"/>
                                </a:rPr>
                                <m:t>0</m:t>
                              </m:r>
                            </m:sub>
                            <m:sup>
                              <m:r>
                                <a:rPr lang="pt-BR" b="0" i="1" smtClean="0">
                                  <a:latin typeface="Cambria Math" panose="02040503050406030204" pitchFamily="18" charset="0"/>
                                </a:rPr>
                                <m:t>2</m:t>
                              </m:r>
                              <m:r>
                                <a:rPr lang="pt-BR" b="0" i="1" smtClean="0">
                                  <a:latin typeface="Cambria Math" panose="02040503050406030204" pitchFamily="18" charset="0"/>
                                </a:rPr>
                                <m:t>𝜋</m:t>
                              </m:r>
                            </m:sup>
                            <m:e>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𝐽</m:t>
                                  </m:r>
                                </m:e>
                                <m:sub>
                                  <m:r>
                                    <a:rPr lang="pt-BR" b="0" i="1" smtClean="0">
                                      <a:latin typeface="Cambria Math" panose="02040503050406030204" pitchFamily="18" charset="0"/>
                                    </a:rPr>
                                    <m:t>𝑠</m:t>
                                  </m:r>
                                </m:sub>
                                <m:sup>
                                  <m:d>
                                    <m:dPr>
                                      <m:ctrlPr>
                                        <a:rPr lang="pt-BR" b="0" i="1" smtClean="0">
                                          <a:latin typeface="Cambria Math" panose="02040503050406030204" pitchFamily="18" charset="0"/>
                                        </a:rPr>
                                      </m:ctrlPr>
                                    </m:dPr>
                                    <m:e>
                                      <m:r>
                                        <a:rPr lang="pt-BR" b="0" i="1" smtClean="0">
                                          <a:latin typeface="Cambria Math" panose="02040503050406030204" pitchFamily="18" charset="0"/>
                                        </a:rPr>
                                        <m:t>𝑞</m:t>
                                      </m:r>
                                    </m:e>
                                  </m:d>
                                </m:sup>
                              </m:sSubSup>
                              <m:d>
                                <m:dPr>
                                  <m:ctrlPr>
                                    <a:rPr lang="pt-BR" b="0" i="1" smtClean="0">
                                      <a:latin typeface="Cambria Math" panose="02040503050406030204" pitchFamily="18" charset="0"/>
                                    </a:rPr>
                                  </m:ctrlPr>
                                </m:dPr>
                                <m:e>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𝜃</m:t>
                                      </m:r>
                                    </m:e>
                                    <m:sub>
                                      <m:r>
                                        <a:rPr lang="pt-BR" b="0" i="1" smtClean="0">
                                          <a:latin typeface="Cambria Math" panose="02040503050406030204" pitchFamily="18" charset="0"/>
                                        </a:rPr>
                                        <m:t>𝑞</m:t>
                                      </m:r>
                                    </m:sub>
                                    <m:sup>
                                      <m:r>
                                        <a:rPr lang="pt-BR" b="0" i="1" smtClean="0">
                                          <a:latin typeface="Cambria Math" panose="02040503050406030204" pitchFamily="18" charset="0"/>
                                        </a:rPr>
                                        <m:t>′</m:t>
                                      </m:r>
                                    </m:sup>
                                  </m:sSubSup>
                                </m:e>
                              </m:d>
                            </m:e>
                          </m:nary>
                          <m:r>
                            <a:rPr lang="pt-BR" i="1">
                              <a:latin typeface="Cambria Math" panose="02040503050406030204" pitchFamily="18" charset="0"/>
                              <a:ea typeface="Cambria Math" panose="02040503050406030204" pitchFamily="18" charset="0"/>
                            </a:rPr>
                            <m:t>𝐺</m:t>
                          </m:r>
                          <m:d>
                            <m:dPr>
                              <m:begChr m:val="["/>
                              <m:endChr m:val="]"/>
                              <m:ctrlPr>
                                <a:rPr lang="pt-BR" b="0" i="1" smtClean="0">
                                  <a:latin typeface="Cambria Math" panose="02040503050406030204" pitchFamily="18" charset="0"/>
                                  <a:ea typeface="Cambria Math" panose="02040503050406030204" pitchFamily="18" charset="0"/>
                                </a:rPr>
                              </m:ctrlPr>
                            </m:dPr>
                            <m:e>
                              <m:r>
                                <a:rPr lang="pt-BR" b="1" i="1" smtClean="0">
                                  <a:latin typeface="Cambria Math" panose="02040503050406030204" pitchFamily="18" charset="0"/>
                                  <a:ea typeface="Cambria Math" panose="02040503050406030204" pitchFamily="18" charset="0"/>
                                </a:rPr>
                                <m:t>𝒓</m:t>
                              </m:r>
                              <m:r>
                                <a:rPr lang="pt-BR" b="0" i="1" smtClean="0">
                                  <a:latin typeface="Cambria Math" panose="02040503050406030204" pitchFamily="18" charset="0"/>
                                  <a:ea typeface="Cambria Math" panose="02040503050406030204" pitchFamily="18" charset="0"/>
                                </a:rPr>
                                <m:t>,</m:t>
                              </m:r>
                              <m:sSub>
                                <m:sSubPr>
                                  <m:ctrlPr>
                                    <a:rPr lang="pt-BR" b="0" i="1" smtClean="0">
                                      <a:latin typeface="Cambria Math" panose="02040503050406030204" pitchFamily="18" charset="0"/>
                                      <a:ea typeface="Cambria Math" panose="02040503050406030204" pitchFamily="18" charset="0"/>
                                    </a:rPr>
                                  </m:ctrlPr>
                                </m:sSubPr>
                                <m:e>
                                  <m:r>
                                    <a:rPr lang="pt-BR" b="1" i="1" smtClean="0">
                                      <a:latin typeface="Cambria Math" panose="02040503050406030204" pitchFamily="18" charset="0"/>
                                      <a:ea typeface="Cambria Math" panose="02040503050406030204" pitchFamily="18" charset="0"/>
                                    </a:rPr>
                                    <m:t>𝒓</m:t>
                                  </m:r>
                                </m:e>
                                <m:sub>
                                  <m:r>
                                    <a:rPr lang="pt-BR" b="0" i="1" smtClean="0">
                                      <a:latin typeface="Cambria Math" panose="02040503050406030204" pitchFamily="18" charset="0"/>
                                      <a:ea typeface="Cambria Math" panose="02040503050406030204" pitchFamily="18" charset="0"/>
                                    </a:rPr>
                                    <m:t>𝑞</m:t>
                                  </m:r>
                                </m:sub>
                              </m:sSub>
                              <m:d>
                                <m:dPr>
                                  <m:ctrlPr>
                                    <a:rPr lang="pt-BR" b="0" i="1" smtClean="0">
                                      <a:latin typeface="Cambria Math" panose="02040503050406030204" pitchFamily="18" charset="0"/>
                                      <a:ea typeface="Cambria Math" panose="02040503050406030204" pitchFamily="18" charset="0"/>
                                    </a:rPr>
                                  </m:ctrlPr>
                                </m:dPr>
                                <m:e>
                                  <m:sSub>
                                    <m:sSubPr>
                                      <m:ctrlPr>
                                        <a:rPr lang="pt-BR" b="0" i="1" smtClean="0">
                                          <a:latin typeface="Cambria Math" panose="02040503050406030204" pitchFamily="18" charset="0"/>
                                          <a:ea typeface="Cambria Math" panose="02040503050406030204" pitchFamily="18" charset="0"/>
                                        </a:rPr>
                                      </m:ctrlPr>
                                    </m:sSubPr>
                                    <m:e>
                                      <m:r>
                                        <a:rPr lang="pt-BR" b="0" i="1" smtClean="0">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𝑞</m:t>
                                      </m:r>
                                    </m:sub>
                                  </m:sSub>
                                  <m:r>
                                    <a:rPr lang="pt-BR" b="0" i="1" smtClean="0">
                                      <a:latin typeface="Cambria Math" panose="02040503050406030204" pitchFamily="18" charset="0"/>
                                      <a:ea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𝑞</m:t>
                                      </m:r>
                                    </m:sub>
                                    <m:sup>
                                      <m:r>
                                        <a:rPr lang="pt-BR" i="1">
                                          <a:latin typeface="Cambria Math" panose="02040503050406030204" pitchFamily="18" charset="0"/>
                                        </a:rPr>
                                        <m:t>′</m:t>
                                      </m:r>
                                    </m:sup>
                                  </m:sSubSup>
                                </m:e>
                              </m:d>
                            </m:e>
                          </m:d>
                          <m:sSub>
                            <m:sSubPr>
                              <m:ctrlPr>
                                <a:rPr lang="pt-BR" b="0" i="1" smtClean="0">
                                  <a:latin typeface="Cambria Math" panose="02040503050406030204" pitchFamily="18" charset="0"/>
                                  <a:ea typeface="Cambria Math" panose="02040503050406030204" pitchFamily="18" charset="0"/>
                                </a:rPr>
                              </m:ctrlPr>
                            </m:sSubPr>
                            <m:e>
                              <m:r>
                                <a:rPr lang="pt-BR" b="0" i="1" smtClean="0">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𝑞</m:t>
                              </m:r>
                            </m:sub>
                          </m:sSub>
                          <m:r>
                            <a:rPr lang="pt-BR" b="0" i="1" smtClean="0">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𝑞</m:t>
                              </m:r>
                            </m:sub>
                            <m:sup>
                              <m:r>
                                <a:rPr lang="pt-BR" i="1">
                                  <a:latin typeface="Cambria Math" panose="02040503050406030204" pitchFamily="18" charset="0"/>
                                </a:rPr>
                                <m:t>′</m:t>
                              </m:r>
                            </m:sup>
                          </m:sSubSup>
                          <m:r>
                            <a:rPr lang="pt-BR" b="0" i="1" smtClean="0">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𝜇</m:t>
                              </m:r>
                            </m:e>
                            <m:sub>
                              <m:r>
                                <a:rPr lang="pt-BR" i="1">
                                  <a:latin typeface="Cambria Math" panose="02040503050406030204" pitchFamily="18" charset="0"/>
                                </a:rPr>
                                <m:t>0</m:t>
                              </m:r>
                            </m:sub>
                          </m:sSub>
                          <m:nary>
                            <m:naryPr>
                              <m:ctrlPr>
                                <a:rPr lang="pt-BR" i="1">
                                  <a:latin typeface="Cambria Math" panose="02040503050406030204" pitchFamily="18" charset="0"/>
                                </a:rPr>
                              </m:ctrlPr>
                            </m:naryPr>
                            <m:sub>
                              <m:r>
                                <m:rPr>
                                  <m:brk m:alnAt="23"/>
                                </m:rPr>
                                <a:rPr lang="pt-BR" i="1">
                                  <a:latin typeface="Cambria Math" panose="02040503050406030204" pitchFamily="18" charset="0"/>
                                </a:rPr>
                                <m:t>0</m:t>
                              </m:r>
                            </m:sub>
                            <m:sup>
                              <m:r>
                                <a:rPr lang="pt-BR" i="1">
                                  <a:latin typeface="Cambria Math" panose="02040503050406030204" pitchFamily="18" charset="0"/>
                                </a:rPr>
                                <m:t>2</m:t>
                              </m:r>
                              <m:r>
                                <a:rPr lang="pt-BR" i="1">
                                  <a:latin typeface="Cambria Math" panose="02040503050406030204" pitchFamily="18" charset="0"/>
                                </a:rPr>
                                <m:t>𝜋</m:t>
                              </m:r>
                            </m:sup>
                            <m:e>
                              <m:sSubSup>
                                <m:sSubSupPr>
                                  <m:ctrlPr>
                                    <a:rPr lang="pt-BR" i="1">
                                      <a:latin typeface="Cambria Math" panose="02040503050406030204" pitchFamily="18" charset="0"/>
                                    </a:rPr>
                                  </m:ctrlPr>
                                </m:sSubSupPr>
                                <m:e>
                                  <m:r>
                                    <a:rPr lang="pt-BR" i="1">
                                      <a:latin typeface="Cambria Math" panose="02040503050406030204" pitchFamily="18" charset="0"/>
                                    </a:rPr>
                                    <m:t>𝐽</m:t>
                                  </m:r>
                                </m:e>
                                <m:sub>
                                  <m:r>
                                    <a:rPr lang="pt-BR" b="0" i="1" smtClean="0">
                                      <a:latin typeface="Cambria Math" panose="02040503050406030204" pitchFamily="18" charset="0"/>
                                    </a:rPr>
                                    <m:t>𝑠</m:t>
                                  </m:r>
                                </m:sub>
                                <m:sup>
                                  <m:d>
                                    <m:dPr>
                                      <m:ctrlPr>
                                        <a:rPr lang="pt-BR" i="1">
                                          <a:latin typeface="Cambria Math" panose="02040503050406030204" pitchFamily="18" charset="0"/>
                                        </a:rPr>
                                      </m:ctrlPr>
                                    </m:dPr>
                                    <m:e>
                                      <m:r>
                                        <a:rPr lang="pt-BR" b="0" i="1" smtClean="0">
                                          <a:latin typeface="Cambria Math" panose="02040503050406030204" pitchFamily="18" charset="0"/>
                                        </a:rPr>
                                        <m:t>𝑟</m:t>
                                      </m:r>
                                    </m:e>
                                  </m:d>
                                </m:sup>
                              </m:sSub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𝑟</m:t>
                                      </m:r>
                                    </m:sub>
                                    <m:sup>
                                      <m:r>
                                        <a:rPr lang="pt-BR" i="1">
                                          <a:latin typeface="Cambria Math" panose="02040503050406030204" pitchFamily="18" charset="0"/>
                                        </a:rPr>
                                        <m:t>′</m:t>
                                      </m:r>
                                    </m:sup>
                                  </m:sSubSup>
                                </m:e>
                              </m:d>
                            </m:e>
                          </m:nary>
                          <m:r>
                            <a:rPr lang="pt-BR" i="1">
                              <a:latin typeface="Cambria Math" panose="02040503050406030204" pitchFamily="18" charset="0"/>
                              <a:ea typeface="Cambria Math" panose="02040503050406030204" pitchFamily="18" charset="0"/>
                            </a:rPr>
                            <m:t>𝐺</m:t>
                          </m:r>
                          <m:d>
                            <m:dPr>
                              <m:begChr m:val="["/>
                              <m:endChr m:val="]"/>
                              <m:ctrlPr>
                                <a:rPr lang="pt-BR" i="1">
                                  <a:latin typeface="Cambria Math" panose="02040503050406030204" pitchFamily="18" charset="0"/>
                                  <a:ea typeface="Cambria Math" panose="02040503050406030204" pitchFamily="18" charset="0"/>
                                </a:rPr>
                              </m:ctrlPr>
                            </m:dPr>
                            <m:e>
                              <m:r>
                                <a:rPr lang="pt-BR" b="1" i="1">
                                  <a:latin typeface="Cambria Math" panose="02040503050406030204" pitchFamily="18" charset="0"/>
                                  <a:ea typeface="Cambria Math" panose="02040503050406030204" pitchFamily="18" charset="0"/>
                                </a:rPr>
                                <m:t>𝒓</m:t>
                              </m:r>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b="0" i="1" smtClean="0">
                                      <a:latin typeface="Cambria Math" panose="02040503050406030204" pitchFamily="18" charset="0"/>
                                      <a:ea typeface="Cambria Math" panose="02040503050406030204" pitchFamily="18" charset="0"/>
                                    </a:rPr>
                                    <m:t>𝑟</m:t>
                                  </m:r>
                                </m:sub>
                              </m:sSub>
                              <m:d>
                                <m:dPr>
                                  <m:ctrlPr>
                                    <a:rPr lang="pt-BR" i="1">
                                      <a:latin typeface="Cambria Math" panose="02040503050406030204" pitchFamily="18" charset="0"/>
                                      <a:ea typeface="Cambria Math" panose="02040503050406030204" pitchFamily="18" charset="0"/>
                                    </a:rPr>
                                  </m:ctrlPr>
                                </m:dPr>
                                <m:e>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𝑟</m:t>
                                      </m:r>
                                    </m:sub>
                                  </m:sSub>
                                  <m:r>
                                    <a:rPr lang="pt-BR" i="1">
                                      <a:latin typeface="Cambria Math" panose="02040503050406030204" pitchFamily="18" charset="0"/>
                                      <a:ea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𝑟</m:t>
                                      </m:r>
                                    </m:sub>
                                    <m:sup>
                                      <m:r>
                                        <a:rPr lang="pt-BR" i="1">
                                          <a:latin typeface="Cambria Math" panose="02040503050406030204" pitchFamily="18" charset="0"/>
                                        </a:rPr>
                                        <m:t>′</m:t>
                                      </m:r>
                                    </m:sup>
                                  </m:sSubSup>
                                </m:e>
                              </m:d>
                            </m:e>
                          </m:d>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𝑟</m:t>
                              </m:r>
                            </m:sub>
                          </m:sSub>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𝑟</m:t>
                              </m:r>
                            </m:sub>
                            <m:sup>
                              <m:r>
                                <a:rPr lang="pt-BR" i="1">
                                  <a:latin typeface="Cambria Math" panose="02040503050406030204" pitchFamily="18" charset="0"/>
                                </a:rPr>
                                <m:t>′</m:t>
                              </m:r>
                            </m:sup>
                          </m:sSubSup>
                        </m:oMath>
                      </m:oMathPara>
                    </a14:m>
                    <a:endParaRPr lang="en-US"/>
                  </a:p>
                </p:txBody>
              </p:sp>
            </mc:Choice>
            <mc:Fallback xmlns="">
              <p:sp>
                <p:nvSpPr>
                  <p:cNvPr id="22" name="CaixaDeTexto 21">
                    <a:extLst>
                      <a:ext uri="{FF2B5EF4-FFF2-40B4-BE49-F238E27FC236}">
                        <a16:creationId xmlns:a16="http://schemas.microsoft.com/office/drawing/2014/main" id="{29CCD146-9179-887E-B55D-A39C4FE7F7F6}"/>
                      </a:ext>
                    </a:extLst>
                  </p:cNvPr>
                  <p:cNvSpPr txBox="1">
                    <a:spLocks noRot="1" noChangeAspect="1" noMove="1" noResize="1" noEditPoints="1" noAdjustHandles="1" noChangeArrowheads="1" noChangeShapeType="1" noTextEdit="1"/>
                  </p:cNvSpPr>
                  <p:nvPr/>
                </p:nvSpPr>
                <p:spPr>
                  <a:xfrm>
                    <a:off x="502947" y="3032956"/>
                    <a:ext cx="5209352" cy="1464760"/>
                  </a:xfrm>
                  <a:prstGeom prst="rect">
                    <a:avLst/>
                  </a:prstGeom>
                  <a:blipFill>
                    <a:blip r:embed="rId7"/>
                    <a:stretch>
                      <a:fillRect/>
                    </a:stretch>
                  </a:blipFill>
                </p:spPr>
                <p:txBody>
                  <a:bodyPr/>
                  <a:lstStyle/>
                  <a:p>
                    <a:r>
                      <a:rPr lang="pt-BR">
                        <a:noFill/>
                      </a:rPr>
                      <a:t> </a:t>
                    </a:r>
                  </a:p>
                </p:txBody>
              </p:sp>
            </mc:Fallback>
          </mc:AlternateContent>
        </p:grpSp>
        <p:grpSp>
          <p:nvGrpSpPr>
            <p:cNvPr id="66" name="Agrupar 65">
              <a:extLst>
                <a:ext uri="{FF2B5EF4-FFF2-40B4-BE49-F238E27FC236}">
                  <a16:creationId xmlns:a16="http://schemas.microsoft.com/office/drawing/2014/main" id="{D1C253F6-0F54-16EE-6D6F-4C230A354028}"/>
                </a:ext>
              </a:extLst>
            </p:cNvPr>
            <p:cNvGrpSpPr/>
            <p:nvPr/>
          </p:nvGrpSpPr>
          <p:grpSpPr>
            <a:xfrm>
              <a:off x="2088008" y="4581128"/>
              <a:ext cx="1919760" cy="1820260"/>
              <a:chOff x="806277" y="4574577"/>
              <a:chExt cx="1919760" cy="1820260"/>
            </a:xfrm>
          </p:grpSpPr>
          <p:sp>
            <p:nvSpPr>
              <p:cNvPr id="31" name="Elipse 30">
                <a:extLst>
                  <a:ext uri="{FF2B5EF4-FFF2-40B4-BE49-F238E27FC236}">
                    <a16:creationId xmlns:a16="http://schemas.microsoft.com/office/drawing/2014/main" id="{39FD82A8-CE4F-2A20-31EB-8BC42F85E6E6}"/>
                  </a:ext>
                </a:extLst>
              </p:cNvPr>
              <p:cNvSpPr/>
              <p:nvPr/>
            </p:nvSpPr>
            <p:spPr>
              <a:xfrm>
                <a:off x="806277" y="4923100"/>
                <a:ext cx="1483268" cy="1471737"/>
              </a:xfrm>
              <a:prstGeom prst="ellipse">
                <a:avLst/>
              </a:prstGeom>
              <a:noFill/>
              <a:ln w="19050">
                <a:solidFill>
                  <a:srgbClr val="0070C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32" name="Elipse 31">
                <a:extLst>
                  <a:ext uri="{FF2B5EF4-FFF2-40B4-BE49-F238E27FC236}">
                    <a16:creationId xmlns:a16="http://schemas.microsoft.com/office/drawing/2014/main" id="{4B03AF94-A035-1233-BEF1-D326FB9CA55B}"/>
                  </a:ext>
                </a:extLst>
              </p:cNvPr>
              <p:cNvSpPr/>
              <p:nvPr/>
            </p:nvSpPr>
            <p:spPr>
              <a:xfrm>
                <a:off x="1040477" y="5155480"/>
                <a:ext cx="1014867" cy="1006978"/>
              </a:xfrm>
              <a:prstGeom prst="ellipse">
                <a:avLst/>
              </a:prstGeom>
              <a:solidFill>
                <a:schemeClr val="bg1"/>
              </a:solidFill>
              <a:ln w="19050">
                <a:solidFill>
                  <a:srgbClr val="00206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mc:AlternateContent xmlns:mc="http://schemas.openxmlformats.org/markup-compatibility/2006" xmlns:a14="http://schemas.microsoft.com/office/drawing/2010/main">
            <mc:Choice Requires="a14">
              <p:sp>
                <p:nvSpPr>
                  <p:cNvPr id="33" name="CaixaDeTexto 32">
                    <a:extLst>
                      <a:ext uri="{FF2B5EF4-FFF2-40B4-BE49-F238E27FC236}">
                        <a16:creationId xmlns:a16="http://schemas.microsoft.com/office/drawing/2014/main" id="{0F40E556-8CA4-5357-5DFC-570A3EC1A6C6}"/>
                      </a:ext>
                    </a:extLst>
                  </p:cNvPr>
                  <p:cNvSpPr txBox="1"/>
                  <p:nvPr/>
                </p:nvSpPr>
                <p:spPr>
                  <a:xfrm>
                    <a:off x="1311434" y="5269024"/>
                    <a:ext cx="342743" cy="2607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𝑟</m:t>
                              </m:r>
                            </m:sub>
                          </m:sSub>
                        </m:oMath>
                      </m:oMathPara>
                    </a14:m>
                    <a:endParaRPr lang="pt-BR" sz="1400"/>
                  </a:p>
                </p:txBody>
              </p:sp>
            </mc:Choice>
            <mc:Fallback xmlns="">
              <p:sp>
                <p:nvSpPr>
                  <p:cNvPr id="33" name="CaixaDeTexto 32">
                    <a:extLst>
                      <a:ext uri="{FF2B5EF4-FFF2-40B4-BE49-F238E27FC236}">
                        <a16:creationId xmlns:a16="http://schemas.microsoft.com/office/drawing/2014/main" id="{0F40E556-8CA4-5357-5DFC-570A3EC1A6C6}"/>
                      </a:ext>
                    </a:extLst>
                  </p:cNvPr>
                  <p:cNvSpPr txBox="1">
                    <a:spLocks noRot="1" noChangeAspect="1" noMove="1" noResize="1" noEditPoints="1" noAdjustHandles="1" noChangeArrowheads="1" noChangeShapeType="1" noTextEdit="1"/>
                  </p:cNvSpPr>
                  <p:nvPr/>
                </p:nvSpPr>
                <p:spPr>
                  <a:xfrm>
                    <a:off x="1311434" y="5269024"/>
                    <a:ext cx="342743" cy="260721"/>
                  </a:xfrm>
                  <a:prstGeom prst="rect">
                    <a:avLst/>
                  </a:prstGeom>
                  <a:blipFill>
                    <a:blip r:embed="rId9"/>
                    <a:stretch>
                      <a:fillRect b="-6977"/>
                    </a:stretch>
                  </a:blipFill>
                </p:spPr>
                <p:txBody>
                  <a:bodyPr/>
                  <a:lstStyle/>
                  <a:p>
                    <a:r>
                      <a:rPr lang="pt-BR">
                        <a:noFill/>
                      </a:rPr>
                      <a:t> </a:t>
                    </a:r>
                  </a:p>
                </p:txBody>
              </p:sp>
            </mc:Fallback>
          </mc:AlternateContent>
          <p:grpSp>
            <p:nvGrpSpPr>
              <p:cNvPr id="35" name="Agrupar 34">
                <a:extLst>
                  <a:ext uri="{FF2B5EF4-FFF2-40B4-BE49-F238E27FC236}">
                    <a16:creationId xmlns:a16="http://schemas.microsoft.com/office/drawing/2014/main" id="{7C33E287-78D6-0487-4638-D70BA8AEDE6B}"/>
                  </a:ext>
                </a:extLst>
              </p:cNvPr>
              <p:cNvGrpSpPr/>
              <p:nvPr/>
            </p:nvGrpSpPr>
            <p:grpSpPr>
              <a:xfrm>
                <a:off x="828036" y="5441716"/>
                <a:ext cx="719874" cy="389945"/>
                <a:chOff x="2262768" y="2266357"/>
                <a:chExt cx="1496807" cy="836851"/>
              </a:xfrm>
            </p:grpSpPr>
            <mc:AlternateContent xmlns:mc="http://schemas.openxmlformats.org/markup-compatibility/2006" xmlns:a14="http://schemas.microsoft.com/office/drawing/2010/main">
              <mc:Choice Requires="a14">
                <p:sp>
                  <p:nvSpPr>
                    <p:cNvPr id="64" name="CaixaDeTexto 63">
                      <a:extLst>
                        <a:ext uri="{FF2B5EF4-FFF2-40B4-BE49-F238E27FC236}">
                          <a16:creationId xmlns:a16="http://schemas.microsoft.com/office/drawing/2014/main" id="{D2A94BD8-D75E-3292-1CD4-8A8E3116F21C}"/>
                        </a:ext>
                      </a:extLst>
                    </p:cNvPr>
                    <p:cNvSpPr txBox="1"/>
                    <p:nvPr/>
                  </p:nvSpPr>
                  <p:spPr>
                    <a:xfrm>
                      <a:off x="2838072" y="2513489"/>
                      <a:ext cx="729383" cy="5897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xmlns="">
                <p:sp>
                  <p:nvSpPr>
                    <p:cNvPr id="37" name="CaixaDeTexto 36">
                      <a:extLst>
                        <a:ext uri="{FF2B5EF4-FFF2-40B4-BE49-F238E27FC236}">
                          <a16:creationId xmlns:a16="http://schemas.microsoft.com/office/drawing/2014/main" id="{A3C98690-479E-4903-6000-A4FBB04E89D4}"/>
                        </a:ext>
                      </a:extLst>
                    </p:cNvPr>
                    <p:cNvSpPr txBox="1">
                      <a:spLocks noRot="1" noChangeAspect="1" noMove="1" noResize="1" noEditPoints="1" noAdjustHandles="1" noChangeArrowheads="1" noChangeShapeType="1" noTextEdit="1"/>
                    </p:cNvSpPr>
                    <p:nvPr/>
                  </p:nvSpPr>
                  <p:spPr>
                    <a:xfrm>
                      <a:off x="2838072" y="2513489"/>
                      <a:ext cx="729383" cy="589719"/>
                    </a:xfrm>
                    <a:prstGeom prst="rect">
                      <a:avLst/>
                    </a:prstGeom>
                    <a:blipFill>
                      <a:blip r:embed="rId10"/>
                      <a:stretch>
                        <a:fillRect/>
                      </a:stretch>
                    </a:blipFill>
                  </p:spPr>
                  <p:txBody>
                    <a:bodyPr/>
                    <a:lstStyle/>
                    <a:p>
                      <a:r>
                        <a:rPr lang="pt-BR">
                          <a:noFill/>
                        </a:rPr>
                        <a:t> </a:t>
                      </a:r>
                    </a:p>
                  </p:txBody>
                </p:sp>
              </mc:Fallback>
            </mc:AlternateContent>
            <p:cxnSp>
              <p:nvCxnSpPr>
                <p:cNvPr id="65" name="Conector de Seta Reta 64">
                  <a:extLst>
                    <a:ext uri="{FF2B5EF4-FFF2-40B4-BE49-F238E27FC236}">
                      <a16:creationId xmlns:a16="http://schemas.microsoft.com/office/drawing/2014/main" id="{5DFA1124-B58B-77B7-23BC-EC0B63CD5021}"/>
                    </a:ext>
                  </a:extLst>
                </p:cNvPr>
                <p:cNvCxnSpPr>
                  <a:cxnSpLocks/>
                </p:cNvCxnSpPr>
                <p:nvPr/>
              </p:nvCxnSpPr>
              <p:spPr>
                <a:xfrm flipH="1" flipV="1">
                  <a:off x="2262768" y="2266357"/>
                  <a:ext cx="1496807" cy="4662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37" name="Conector de Seta Reta 36">
                <a:extLst>
                  <a:ext uri="{FF2B5EF4-FFF2-40B4-BE49-F238E27FC236}">
                    <a16:creationId xmlns:a16="http://schemas.microsoft.com/office/drawing/2014/main" id="{90EDC0F9-3D5F-27B0-2C59-7EDF1F29F43D}"/>
                  </a:ext>
                </a:extLst>
              </p:cNvPr>
              <p:cNvCxnSpPr>
                <a:cxnSpLocks/>
                <a:endCxn id="32" idx="1"/>
              </p:cNvCxnSpPr>
              <p:nvPr/>
            </p:nvCxnSpPr>
            <p:spPr>
              <a:xfrm flipH="1" flipV="1">
                <a:off x="1189101" y="5302948"/>
                <a:ext cx="358810" cy="35602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7B231160-A60B-E1EA-CFC8-FAC5171C6792}"/>
                      </a:ext>
                    </a:extLst>
                  </p:cNvPr>
                  <p:cNvSpPr txBox="1"/>
                  <p:nvPr/>
                </p:nvSpPr>
                <p:spPr>
                  <a:xfrm>
                    <a:off x="1381850" y="4574577"/>
                    <a:ext cx="333382" cy="2747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oMath>
                      </m:oMathPara>
                    </a14:m>
                    <a:endParaRPr lang="pt-BR" sz="1400"/>
                  </a:p>
                </p:txBody>
              </p:sp>
            </mc:Choice>
            <mc:Fallback xmlns="">
              <p:sp>
                <p:nvSpPr>
                  <p:cNvPr id="39" name="CaixaDeTexto 38">
                    <a:extLst>
                      <a:ext uri="{FF2B5EF4-FFF2-40B4-BE49-F238E27FC236}">
                        <a16:creationId xmlns:a16="http://schemas.microsoft.com/office/drawing/2014/main" id="{7B231160-A60B-E1EA-CFC8-FAC5171C6792}"/>
                      </a:ext>
                    </a:extLst>
                  </p:cNvPr>
                  <p:cNvSpPr txBox="1">
                    <a:spLocks noRot="1" noChangeAspect="1" noMove="1" noResize="1" noEditPoints="1" noAdjustHandles="1" noChangeArrowheads="1" noChangeShapeType="1" noTextEdit="1"/>
                  </p:cNvSpPr>
                  <p:nvPr/>
                </p:nvSpPr>
                <p:spPr>
                  <a:xfrm>
                    <a:off x="1381850" y="4574577"/>
                    <a:ext cx="333382" cy="274789"/>
                  </a:xfrm>
                  <a:prstGeom prst="rect">
                    <a:avLst/>
                  </a:prstGeom>
                  <a:blipFill>
                    <a:blip r:embed="rId11"/>
                    <a:stretch>
                      <a:fillRect b="-1521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0" name="CaixaDeTexto 39">
                    <a:extLst>
                      <a:ext uri="{FF2B5EF4-FFF2-40B4-BE49-F238E27FC236}">
                        <a16:creationId xmlns:a16="http://schemas.microsoft.com/office/drawing/2014/main" id="{FBBEFC6D-7758-F4B7-B37D-FE1F76852A2E}"/>
                      </a:ext>
                    </a:extLst>
                  </p:cNvPr>
                  <p:cNvSpPr txBox="1"/>
                  <p:nvPr/>
                </p:nvSpPr>
                <p:spPr>
                  <a:xfrm>
                    <a:off x="1396300" y="4895347"/>
                    <a:ext cx="325334" cy="2607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𝑟</m:t>
                              </m:r>
                            </m:sub>
                          </m:sSub>
                        </m:oMath>
                      </m:oMathPara>
                    </a14:m>
                    <a:endParaRPr lang="pt-BR" sz="1400"/>
                  </a:p>
                </p:txBody>
              </p:sp>
            </mc:Choice>
            <mc:Fallback xmlns="">
              <p:sp>
                <p:nvSpPr>
                  <p:cNvPr id="40" name="CaixaDeTexto 39">
                    <a:extLst>
                      <a:ext uri="{FF2B5EF4-FFF2-40B4-BE49-F238E27FC236}">
                        <a16:creationId xmlns:a16="http://schemas.microsoft.com/office/drawing/2014/main" id="{FBBEFC6D-7758-F4B7-B37D-FE1F76852A2E}"/>
                      </a:ext>
                    </a:extLst>
                  </p:cNvPr>
                  <p:cNvSpPr txBox="1">
                    <a:spLocks noRot="1" noChangeAspect="1" noMove="1" noResize="1" noEditPoints="1" noAdjustHandles="1" noChangeArrowheads="1" noChangeShapeType="1" noTextEdit="1"/>
                  </p:cNvSpPr>
                  <p:nvPr/>
                </p:nvSpPr>
                <p:spPr>
                  <a:xfrm>
                    <a:off x="1396300" y="4895347"/>
                    <a:ext cx="325334" cy="260721"/>
                  </a:xfrm>
                  <a:prstGeom prst="rect">
                    <a:avLst/>
                  </a:prstGeom>
                  <a:blipFill>
                    <a:blip r:embed="rId12"/>
                    <a:stretch>
                      <a:fillRect b="-6977"/>
                    </a:stretch>
                  </a:blipFill>
                </p:spPr>
                <p:txBody>
                  <a:bodyPr/>
                  <a:lstStyle/>
                  <a:p>
                    <a:r>
                      <a:rPr lang="pt-BR">
                        <a:noFill/>
                      </a:rPr>
                      <a:t> </a:t>
                    </a:r>
                  </a:p>
                </p:txBody>
              </p:sp>
            </mc:Fallback>
          </mc:AlternateContent>
          <p:grpSp>
            <p:nvGrpSpPr>
              <p:cNvPr id="42" name="Agrupar 41">
                <a:extLst>
                  <a:ext uri="{FF2B5EF4-FFF2-40B4-BE49-F238E27FC236}">
                    <a16:creationId xmlns:a16="http://schemas.microsoft.com/office/drawing/2014/main" id="{32BC159E-197D-16FE-CC2A-8C0557C110DE}"/>
                  </a:ext>
                </a:extLst>
              </p:cNvPr>
              <p:cNvGrpSpPr/>
              <p:nvPr/>
            </p:nvGrpSpPr>
            <p:grpSpPr>
              <a:xfrm>
                <a:off x="1729620" y="6059344"/>
                <a:ext cx="92215" cy="90887"/>
                <a:chOff x="2999656" y="3825766"/>
                <a:chExt cx="182880" cy="182880"/>
              </a:xfrm>
            </p:grpSpPr>
            <p:sp>
              <p:nvSpPr>
                <p:cNvPr id="57" name="Elipse 56">
                  <a:extLst>
                    <a:ext uri="{FF2B5EF4-FFF2-40B4-BE49-F238E27FC236}">
                      <a16:creationId xmlns:a16="http://schemas.microsoft.com/office/drawing/2014/main" id="{49B497B0-C73C-6B03-D9E9-3CDEBE5CE0F1}"/>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9" name="Elipse 58">
                  <a:extLst>
                    <a:ext uri="{FF2B5EF4-FFF2-40B4-BE49-F238E27FC236}">
                      <a16:creationId xmlns:a16="http://schemas.microsoft.com/office/drawing/2014/main" id="{D1B32FDA-F206-AA35-85CE-C81B8686D349}"/>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43" name="CaixaDeTexto 42">
                    <a:extLst>
                      <a:ext uri="{FF2B5EF4-FFF2-40B4-BE49-F238E27FC236}">
                        <a16:creationId xmlns:a16="http://schemas.microsoft.com/office/drawing/2014/main" id="{9D7EF626-A89A-6173-82AA-7801B3B9563C}"/>
                      </a:ext>
                    </a:extLst>
                  </p:cNvPr>
                  <p:cNvSpPr txBox="1"/>
                  <p:nvPr/>
                </p:nvSpPr>
                <p:spPr>
                  <a:xfrm>
                    <a:off x="1518834" y="5736390"/>
                    <a:ext cx="421572" cy="29982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𝑟</m:t>
                              </m:r>
                              <m:r>
                                <a:rPr lang="pt-BR" sz="1400" b="0" i="1" smtClean="0">
                                  <a:latin typeface="Cambria Math" panose="02040503050406030204" pitchFamily="18" charset="0"/>
                                </a:rPr>
                                <m:t>)</m:t>
                              </m:r>
                            </m:sup>
                          </m:sSubSup>
                        </m:oMath>
                      </m:oMathPara>
                    </a14:m>
                    <a:endParaRPr lang="pt-BR" sz="1400"/>
                  </a:p>
                </p:txBody>
              </p:sp>
            </mc:Choice>
            <mc:Fallback xmlns="">
              <p:sp>
                <p:nvSpPr>
                  <p:cNvPr id="43" name="CaixaDeTexto 42">
                    <a:extLst>
                      <a:ext uri="{FF2B5EF4-FFF2-40B4-BE49-F238E27FC236}">
                        <a16:creationId xmlns:a16="http://schemas.microsoft.com/office/drawing/2014/main" id="{9D7EF626-A89A-6173-82AA-7801B3B9563C}"/>
                      </a:ext>
                    </a:extLst>
                  </p:cNvPr>
                  <p:cNvSpPr txBox="1">
                    <a:spLocks noRot="1" noChangeAspect="1" noMove="1" noResize="1" noEditPoints="1" noAdjustHandles="1" noChangeArrowheads="1" noChangeShapeType="1" noTextEdit="1"/>
                  </p:cNvSpPr>
                  <p:nvPr/>
                </p:nvSpPr>
                <p:spPr>
                  <a:xfrm>
                    <a:off x="1518834" y="5736390"/>
                    <a:ext cx="421572" cy="299829"/>
                  </a:xfrm>
                  <a:prstGeom prst="rect">
                    <a:avLst/>
                  </a:prstGeom>
                  <a:blipFill>
                    <a:blip r:embed="rId13"/>
                    <a:stretch>
                      <a:fillRect b="-22449"/>
                    </a:stretch>
                  </a:blipFill>
                </p:spPr>
                <p:txBody>
                  <a:bodyPr/>
                  <a:lstStyle/>
                  <a:p>
                    <a:r>
                      <a:rPr lang="pt-BR">
                        <a:noFill/>
                      </a:rPr>
                      <a:t> </a:t>
                    </a:r>
                  </a:p>
                </p:txBody>
              </p:sp>
            </mc:Fallback>
          </mc:AlternateContent>
          <p:grpSp>
            <p:nvGrpSpPr>
              <p:cNvPr id="44" name="Agrupar 43">
                <a:extLst>
                  <a:ext uri="{FF2B5EF4-FFF2-40B4-BE49-F238E27FC236}">
                    <a16:creationId xmlns:a16="http://schemas.microsoft.com/office/drawing/2014/main" id="{A9C968EF-A0C9-F8FF-3D13-F3E81CA5C52F}"/>
                  </a:ext>
                </a:extLst>
              </p:cNvPr>
              <p:cNvGrpSpPr/>
              <p:nvPr/>
            </p:nvGrpSpPr>
            <p:grpSpPr>
              <a:xfrm>
                <a:off x="2250742" y="5457034"/>
                <a:ext cx="475295" cy="299829"/>
                <a:chOff x="2520585" y="2709335"/>
                <a:chExt cx="556716" cy="353943"/>
              </a:xfrm>
            </p:grpSpPr>
            <p:grpSp>
              <p:nvGrpSpPr>
                <p:cNvPr id="45" name="Agrupar 44">
                  <a:extLst>
                    <a:ext uri="{FF2B5EF4-FFF2-40B4-BE49-F238E27FC236}">
                      <a16:creationId xmlns:a16="http://schemas.microsoft.com/office/drawing/2014/main" id="{4C676696-7F56-286C-8C0E-53F9432CD8E7}"/>
                    </a:ext>
                  </a:extLst>
                </p:cNvPr>
                <p:cNvGrpSpPr/>
                <p:nvPr/>
              </p:nvGrpSpPr>
              <p:grpSpPr>
                <a:xfrm>
                  <a:off x="2520585" y="2889662"/>
                  <a:ext cx="108012" cy="107290"/>
                  <a:chOff x="2999656" y="3825766"/>
                  <a:chExt cx="182880" cy="182880"/>
                </a:xfrm>
              </p:grpSpPr>
              <p:sp>
                <p:nvSpPr>
                  <p:cNvPr id="54" name="Elipse 53">
                    <a:extLst>
                      <a:ext uri="{FF2B5EF4-FFF2-40B4-BE49-F238E27FC236}">
                        <a16:creationId xmlns:a16="http://schemas.microsoft.com/office/drawing/2014/main" id="{0ED44197-7AD7-C73B-7815-29129582B413}"/>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6" name="Elipse 55">
                    <a:extLst>
                      <a:ext uri="{FF2B5EF4-FFF2-40B4-BE49-F238E27FC236}">
                        <a16:creationId xmlns:a16="http://schemas.microsoft.com/office/drawing/2014/main" id="{A85520BF-4A96-F421-8500-D12BDE3DEF95}"/>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50" name="CaixaDeTexto 49">
                      <a:extLst>
                        <a:ext uri="{FF2B5EF4-FFF2-40B4-BE49-F238E27FC236}">
                          <a16:creationId xmlns:a16="http://schemas.microsoft.com/office/drawing/2014/main" id="{71F82FD0-16CB-50E9-175A-02D30581FF2F}"/>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𝑞</m:t>
                                </m:r>
                                <m:r>
                                  <a:rPr lang="pt-BR" sz="1400" b="0" i="1" smtClean="0">
                                    <a:latin typeface="Cambria Math" panose="02040503050406030204" pitchFamily="18" charset="0"/>
                                  </a:rPr>
                                  <m:t>)</m:t>
                                </m:r>
                              </m:sup>
                            </m:sSubSup>
                          </m:oMath>
                        </m:oMathPara>
                      </a14:m>
                      <a:endParaRPr lang="pt-BR" sz="1400"/>
                    </a:p>
                  </p:txBody>
                </p:sp>
              </mc:Choice>
              <mc:Fallback xmlns="">
                <p:sp>
                  <p:nvSpPr>
                    <p:cNvPr id="66" name="CaixaDeTexto 65">
                      <a:extLst>
                        <a:ext uri="{FF2B5EF4-FFF2-40B4-BE49-F238E27FC236}">
                          <a16:creationId xmlns:a16="http://schemas.microsoft.com/office/drawing/2014/main" id="{103A5FD8-1C86-1CCC-FA77-7168A55B09CC}"/>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4"/>
                      <a:stretch>
                        <a:fillRect b="-3448"/>
                      </a:stretch>
                    </a:blipFill>
                  </p:spPr>
                  <p:txBody>
                    <a:bodyPr/>
                    <a:lstStyle/>
                    <a:p>
                      <a:r>
                        <a:rPr lang="pt-BR">
                          <a:noFill/>
                        </a:rPr>
                        <a:t> </a:t>
                      </a:r>
                    </a:p>
                  </p:txBody>
                </p:sp>
              </mc:Fallback>
            </mc:AlternateContent>
          </p:grpSp>
        </p:grpSp>
      </p:grpSp>
      <p:sp>
        <p:nvSpPr>
          <p:cNvPr id="71" name="CaixaDeTexto 70">
            <a:extLst>
              <a:ext uri="{FF2B5EF4-FFF2-40B4-BE49-F238E27FC236}">
                <a16:creationId xmlns:a16="http://schemas.microsoft.com/office/drawing/2014/main" id="{F8094784-020E-BA2A-5628-7333DA2D0095}"/>
              </a:ext>
            </a:extLst>
          </p:cNvPr>
          <p:cNvSpPr txBox="1"/>
          <p:nvPr/>
        </p:nvSpPr>
        <p:spPr>
          <a:xfrm>
            <a:off x="6122067" y="3053278"/>
            <a:ext cx="5338530" cy="2062103"/>
          </a:xfrm>
          <a:prstGeom prst="rect">
            <a:avLst/>
          </a:prstGeom>
          <a:noFill/>
        </p:spPr>
        <p:txBody>
          <a:bodyPr wrap="square">
            <a:spAutoFit/>
          </a:bodyPr>
          <a:lstStyle>
            <a:defPPr>
              <a:defRPr lang="pt-BR"/>
            </a:defPPr>
            <a:lvl1pPr>
              <a:defRPr sz="1600"/>
            </a:lvl1pPr>
          </a:lstStyle>
          <a:p>
            <a:r>
              <a:rPr lang="en-US"/>
              <a:t>The quasi-static Green’s function is only accurate when [7]</a:t>
            </a:r>
            <a:r>
              <a:rPr lang="pt-BR"/>
              <a:t>:</a:t>
            </a:r>
          </a:p>
          <a:p>
            <a:r>
              <a:rPr lang="pt-BR"/>
              <a:t> </a:t>
            </a:r>
          </a:p>
          <a:p>
            <a:pPr marL="342900" indent="-342900">
              <a:buAutoNum type="alphaLcParenR"/>
            </a:pPr>
            <a:r>
              <a:rPr lang="en-US"/>
              <a:t>the cross-section of the cable is much smaller than a wave-length, so that the retardation effect may be neglected (the smallest wavelength of interest is 30 m at 10 MHz); and </a:t>
            </a:r>
          </a:p>
          <a:p>
            <a:pPr marL="342900" indent="-342900">
              <a:buAutoNum type="alphaLcParenR"/>
            </a:pPr>
            <a:endParaRPr lang="en-US"/>
          </a:p>
          <a:p>
            <a:pPr marL="342900" indent="-342900">
              <a:buAutoNum type="alphaLcParenR"/>
            </a:pPr>
            <a:r>
              <a:rPr lang="en-US"/>
              <a:t>the surrounding medium is lossless. </a:t>
            </a:r>
            <a:endParaRPr lang="pt-BR"/>
          </a:p>
        </p:txBody>
      </p:sp>
      <p:grpSp>
        <p:nvGrpSpPr>
          <p:cNvPr id="10" name="Agrupar 9">
            <a:extLst>
              <a:ext uri="{FF2B5EF4-FFF2-40B4-BE49-F238E27FC236}">
                <a16:creationId xmlns:a16="http://schemas.microsoft.com/office/drawing/2014/main" id="{1692ED15-9D4D-1790-FE11-B3B901E6EA4F}"/>
              </a:ext>
            </a:extLst>
          </p:cNvPr>
          <p:cNvGrpSpPr/>
          <p:nvPr/>
        </p:nvGrpSpPr>
        <p:grpSpPr>
          <a:xfrm>
            <a:off x="6110017" y="1388358"/>
            <a:ext cx="5561776" cy="1356566"/>
            <a:chOff x="6110017" y="1388358"/>
            <a:chExt cx="5561776" cy="1356566"/>
          </a:xfrm>
        </p:grpSpPr>
        <mc:AlternateContent xmlns:mc="http://schemas.openxmlformats.org/markup-compatibility/2006" xmlns:a14="http://schemas.microsoft.com/office/drawing/2010/main">
          <mc:Choice Requires="a14">
            <p:sp>
              <p:nvSpPr>
                <p:cNvPr id="68" name="CaixaDeTexto 67">
                  <a:extLst>
                    <a:ext uri="{FF2B5EF4-FFF2-40B4-BE49-F238E27FC236}">
                      <a16:creationId xmlns:a16="http://schemas.microsoft.com/office/drawing/2014/main" id="{CBA9979A-1C76-3565-1FE7-302B634F70A5}"/>
                    </a:ext>
                  </a:extLst>
                </p:cNvPr>
                <p:cNvSpPr txBox="1"/>
                <p:nvPr/>
              </p:nvSpPr>
              <p:spPr>
                <a:xfrm>
                  <a:off x="6110017" y="2189964"/>
                  <a:ext cx="5218284" cy="554960"/>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i="1">
                            <a:latin typeface="Cambria Math" panose="02040503050406030204" pitchFamily="18" charset="0"/>
                            <a:ea typeface="Cambria Math" panose="02040503050406030204" pitchFamily="18" charset="0"/>
                          </a:rPr>
                          <m:t>𝐺</m:t>
                        </m:r>
                        <m:d>
                          <m:dPr>
                            <m:begChr m:val="["/>
                            <m:endChr m:val="]"/>
                            <m:ctrlPr>
                              <a:rPr lang="pt-BR" b="0" i="1" smtClean="0">
                                <a:latin typeface="Cambria Math" panose="02040503050406030204" pitchFamily="18" charset="0"/>
                                <a:ea typeface="Cambria Math" panose="02040503050406030204" pitchFamily="18" charset="0"/>
                              </a:rPr>
                            </m:ctrlPr>
                          </m:dPr>
                          <m:e>
                            <m:r>
                              <a:rPr lang="pt-BR" b="1" i="1" smtClean="0">
                                <a:latin typeface="Cambria Math" panose="02040503050406030204" pitchFamily="18" charset="0"/>
                                <a:ea typeface="Cambria Math" panose="02040503050406030204" pitchFamily="18" charset="0"/>
                              </a:rPr>
                              <m:t>𝒓</m:t>
                            </m:r>
                            <m:r>
                              <a:rPr lang="pt-BR" b="0" i="1" smtClean="0">
                                <a:latin typeface="Cambria Math" panose="02040503050406030204" pitchFamily="18" charset="0"/>
                                <a:ea typeface="Cambria Math" panose="02040503050406030204" pitchFamily="18" charset="0"/>
                              </a:rPr>
                              <m:t>,</m:t>
                            </m:r>
                            <m:sSup>
                              <m:sSupPr>
                                <m:ctrlPr>
                                  <a:rPr lang="pt-BR" b="1" i="1" smtClean="0">
                                    <a:latin typeface="Cambria Math" panose="02040503050406030204" pitchFamily="18" charset="0"/>
                                    <a:ea typeface="Cambria Math" panose="02040503050406030204" pitchFamily="18" charset="0"/>
                                  </a:rPr>
                                </m:ctrlPr>
                              </m:sSupPr>
                              <m:e>
                                <m:r>
                                  <a:rPr lang="pt-BR" b="1" i="1" smtClean="0">
                                    <a:latin typeface="Cambria Math" panose="02040503050406030204" pitchFamily="18" charset="0"/>
                                    <a:ea typeface="Cambria Math" panose="02040503050406030204" pitchFamily="18" charset="0"/>
                                  </a:rPr>
                                  <m:t>𝒓</m:t>
                                </m:r>
                              </m:e>
                              <m:sup>
                                <m:r>
                                  <a:rPr lang="pt-BR" b="0" i="1" smtClean="0">
                                    <a:latin typeface="Cambria Math" panose="02040503050406030204" pitchFamily="18" charset="0"/>
                                    <a:ea typeface="Cambria Math" panose="02040503050406030204" pitchFamily="18" charset="0"/>
                                  </a:rPr>
                                  <m:t>′</m:t>
                                </m:r>
                              </m:sup>
                            </m:sSup>
                          </m:e>
                        </m:d>
                        <m:r>
                          <a:rPr lang="pt-BR" b="0" i="1" smtClean="0">
                            <a:latin typeface="Cambria Math" panose="02040503050406030204" pitchFamily="18" charset="0"/>
                            <a:ea typeface="Cambria Math" panose="02040503050406030204" pitchFamily="18" charset="0"/>
                          </a:rPr>
                          <m:t>=</m:t>
                        </m:r>
                        <m:f>
                          <m:fPr>
                            <m:ctrlPr>
                              <a:rPr lang="pt-BR" b="0" i="1" smtClean="0">
                                <a:latin typeface="Cambria Math" panose="02040503050406030204" pitchFamily="18" charset="0"/>
                                <a:ea typeface="Cambria Math" panose="02040503050406030204" pitchFamily="18" charset="0"/>
                              </a:rPr>
                            </m:ctrlPr>
                          </m:fPr>
                          <m:num>
                            <m:r>
                              <a:rPr lang="pt-BR" b="0" i="1" smtClean="0">
                                <a:latin typeface="Cambria Math" panose="02040503050406030204" pitchFamily="18" charset="0"/>
                                <a:ea typeface="Cambria Math" panose="02040503050406030204" pitchFamily="18" charset="0"/>
                              </a:rPr>
                              <m:t>1</m:t>
                            </m:r>
                          </m:num>
                          <m:den>
                            <m:r>
                              <a:rPr lang="pt-BR" b="0" i="1" smtClean="0">
                                <a:latin typeface="Cambria Math" panose="02040503050406030204" pitchFamily="18" charset="0"/>
                                <a:ea typeface="Cambria Math" panose="02040503050406030204" pitchFamily="18" charset="0"/>
                              </a:rPr>
                              <m:t>2</m:t>
                            </m:r>
                            <m:r>
                              <a:rPr lang="pt-BR" b="0" i="1" smtClean="0">
                                <a:latin typeface="Cambria Math" panose="02040503050406030204" pitchFamily="18" charset="0"/>
                                <a:ea typeface="Cambria Math" panose="02040503050406030204" pitchFamily="18" charset="0"/>
                              </a:rPr>
                              <m:t>𝜋</m:t>
                            </m:r>
                          </m:den>
                        </m:f>
                        <m:func>
                          <m:funcPr>
                            <m:ctrlPr>
                              <a:rPr lang="pt-BR" b="0" i="1" smtClean="0">
                                <a:latin typeface="Cambria Math" panose="02040503050406030204" pitchFamily="18" charset="0"/>
                                <a:ea typeface="Cambria Math" panose="02040503050406030204" pitchFamily="18" charset="0"/>
                              </a:rPr>
                            </m:ctrlPr>
                          </m:funcPr>
                          <m:fName>
                            <m:r>
                              <m:rPr>
                                <m:sty m:val="p"/>
                              </m:rPr>
                              <a:rPr lang="pt-BR" b="0" i="0" smtClean="0">
                                <a:latin typeface="Cambria Math" panose="02040503050406030204" pitchFamily="18" charset="0"/>
                                <a:ea typeface="Cambria Math" panose="02040503050406030204" pitchFamily="18" charset="0"/>
                              </a:rPr>
                              <m:t>ln</m:t>
                            </m:r>
                          </m:fName>
                          <m:e>
                            <m:r>
                              <a:rPr lang="pt-BR" b="0" i="1" smtClean="0">
                                <a:latin typeface="Cambria Math" panose="02040503050406030204" pitchFamily="18" charset="0"/>
                                <a:ea typeface="Cambria Math" panose="02040503050406030204" pitchFamily="18" charset="0"/>
                              </a:rPr>
                              <m:t>|</m:t>
                            </m:r>
                            <m:r>
                              <a:rPr lang="pt-BR" b="1" i="1" smtClean="0">
                                <a:latin typeface="Cambria Math" panose="02040503050406030204" pitchFamily="18" charset="0"/>
                                <a:ea typeface="Cambria Math" panose="02040503050406030204" pitchFamily="18" charset="0"/>
                              </a:rPr>
                              <m:t>𝒓</m:t>
                            </m:r>
                            <m:r>
                              <a:rPr lang="pt-BR" b="0" i="1" smtClean="0">
                                <a:latin typeface="Cambria Math" panose="02040503050406030204" pitchFamily="18" charset="0"/>
                                <a:ea typeface="Cambria Math" panose="02040503050406030204" pitchFamily="18" charset="0"/>
                              </a:rPr>
                              <m:t>−</m:t>
                            </m:r>
                            <m:sSup>
                              <m:sSupPr>
                                <m:ctrlPr>
                                  <a:rPr lang="pt-BR" b="0" i="1" smtClean="0">
                                    <a:latin typeface="Cambria Math" panose="02040503050406030204" pitchFamily="18" charset="0"/>
                                    <a:ea typeface="Cambria Math" panose="02040503050406030204" pitchFamily="18" charset="0"/>
                                  </a:rPr>
                                </m:ctrlPr>
                              </m:sSupPr>
                              <m:e>
                                <m:r>
                                  <a:rPr lang="pt-BR" b="1" i="1" smtClean="0">
                                    <a:latin typeface="Cambria Math" panose="02040503050406030204" pitchFamily="18" charset="0"/>
                                    <a:ea typeface="Cambria Math" panose="02040503050406030204" pitchFamily="18" charset="0"/>
                                  </a:rPr>
                                  <m:t>𝒓</m:t>
                                </m:r>
                              </m:e>
                              <m:sup>
                                <m:r>
                                  <a:rPr lang="pt-BR" b="0" i="1" smtClean="0">
                                    <a:latin typeface="Cambria Math" panose="02040503050406030204" pitchFamily="18" charset="0"/>
                                    <a:ea typeface="Cambria Math" panose="02040503050406030204" pitchFamily="18" charset="0"/>
                                  </a:rPr>
                                  <m:t>′</m:t>
                                </m:r>
                              </m:sup>
                            </m:sSup>
                            <m:r>
                              <a:rPr lang="pt-BR" b="0" i="1" smtClean="0">
                                <a:latin typeface="Cambria Math" panose="02040503050406030204" pitchFamily="18" charset="0"/>
                                <a:ea typeface="Cambria Math" panose="02040503050406030204" pitchFamily="18" charset="0"/>
                              </a:rPr>
                              <m:t>|</m:t>
                            </m:r>
                          </m:e>
                        </m:func>
                      </m:oMath>
                    </m:oMathPara>
                  </a14:m>
                  <a:endParaRPr lang="en-US"/>
                </a:p>
              </p:txBody>
            </p:sp>
          </mc:Choice>
          <mc:Fallback xmlns="">
            <p:sp>
              <p:nvSpPr>
                <p:cNvPr id="68" name="CaixaDeTexto 67">
                  <a:extLst>
                    <a:ext uri="{FF2B5EF4-FFF2-40B4-BE49-F238E27FC236}">
                      <a16:creationId xmlns:a16="http://schemas.microsoft.com/office/drawing/2014/main" id="{CBA9979A-1C76-3565-1FE7-302B634F70A5}"/>
                    </a:ext>
                  </a:extLst>
                </p:cNvPr>
                <p:cNvSpPr txBox="1">
                  <a:spLocks noRot="1" noChangeAspect="1" noMove="1" noResize="1" noEditPoints="1" noAdjustHandles="1" noChangeArrowheads="1" noChangeShapeType="1" noTextEdit="1"/>
                </p:cNvSpPr>
                <p:nvPr/>
              </p:nvSpPr>
              <p:spPr>
                <a:xfrm>
                  <a:off x="6110017" y="2189964"/>
                  <a:ext cx="5218284" cy="554960"/>
                </a:xfrm>
                <a:prstGeom prst="rect">
                  <a:avLst/>
                </a:prstGeom>
                <a:blipFill>
                  <a:blip r:embed="rId15"/>
                  <a:stretch>
                    <a:fillRect/>
                  </a:stretch>
                </a:blipFill>
              </p:spPr>
              <p:txBody>
                <a:bodyPr/>
                <a:lstStyle/>
                <a:p>
                  <a:r>
                    <a:rPr lang="pt-BR">
                      <a:noFill/>
                    </a:rPr>
                    <a:t> </a:t>
                  </a:r>
                </a:p>
              </p:txBody>
            </p:sp>
          </mc:Fallback>
        </mc:AlternateContent>
        <p:sp>
          <p:nvSpPr>
            <p:cNvPr id="70" name="CaixaDeTexto 69">
              <a:extLst>
                <a:ext uri="{FF2B5EF4-FFF2-40B4-BE49-F238E27FC236}">
                  <a16:creationId xmlns:a16="http://schemas.microsoft.com/office/drawing/2014/main" id="{78B341C4-2B1A-F076-C254-B6068E0B7310}"/>
                </a:ext>
              </a:extLst>
            </p:cNvPr>
            <p:cNvSpPr txBox="1"/>
            <p:nvPr/>
          </p:nvSpPr>
          <p:spPr>
            <a:xfrm>
              <a:off x="6117409" y="1388358"/>
              <a:ext cx="5221373" cy="830997"/>
            </a:xfrm>
            <a:prstGeom prst="rect">
              <a:avLst/>
            </a:prstGeom>
            <a:noFill/>
          </p:spPr>
          <p:txBody>
            <a:bodyPr wrap="square">
              <a:spAutoFit/>
            </a:bodyPr>
            <a:lstStyle>
              <a:defPPr>
                <a:defRPr lang="pt-BR"/>
              </a:defPPr>
              <a:lvl1pPr>
                <a:defRPr sz="1600"/>
              </a:lvl1pPr>
            </a:lstStyle>
            <a:p>
              <a:r>
                <a:rPr lang="en-US"/>
                <a:t>Consider the </a:t>
              </a:r>
              <a:r>
                <a:rPr lang="en-US" u="sng"/>
                <a:t>frequency independent</a:t>
              </a:r>
              <a:r>
                <a:rPr lang="en-US"/>
                <a:t> (quasi-static) Green’s function of a two-dimensional homogeneous space:</a:t>
              </a:r>
              <a:endParaRPr lang="pt-BR"/>
            </a:p>
          </p:txBody>
        </p:sp>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D6E2BBEE-A50B-3756-DF69-8E4189A5A928}"/>
                    </a:ext>
                  </a:extLst>
                </p:cNvPr>
                <p:cNvSpPr txBox="1"/>
                <p:nvPr/>
              </p:nvSpPr>
              <p:spPr>
                <a:xfrm>
                  <a:off x="11203741" y="2323619"/>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7)</m:t>
                        </m:r>
                      </m:oMath>
                    </m:oMathPara>
                  </a14:m>
                  <a:endParaRPr lang="en-US" sz="1200"/>
                </a:p>
              </p:txBody>
            </p:sp>
          </mc:Choice>
          <mc:Fallback xmlns="">
            <p:sp>
              <p:nvSpPr>
                <p:cNvPr id="3" name="CaixaDeTexto 2">
                  <a:extLst>
                    <a:ext uri="{FF2B5EF4-FFF2-40B4-BE49-F238E27FC236}">
                      <a16:creationId xmlns:a16="http://schemas.microsoft.com/office/drawing/2014/main" id="{D6E2BBEE-A50B-3756-DF69-8E4189A5A928}"/>
                    </a:ext>
                  </a:extLst>
                </p:cNvPr>
                <p:cNvSpPr txBox="1">
                  <a:spLocks noRot="1" noChangeAspect="1" noMove="1" noResize="1" noEditPoints="1" noAdjustHandles="1" noChangeArrowheads="1" noChangeShapeType="1" noTextEdit="1"/>
                </p:cNvSpPr>
                <p:nvPr/>
              </p:nvSpPr>
              <p:spPr>
                <a:xfrm>
                  <a:off x="11203741" y="2323619"/>
                  <a:ext cx="468052" cy="276999"/>
                </a:xfrm>
                <a:prstGeom prst="rect">
                  <a:avLst/>
                </a:prstGeom>
                <a:blipFill>
                  <a:blip r:embed="rId16"/>
                  <a:stretch>
                    <a:fillRect b="-6522"/>
                  </a:stretch>
                </a:blipFill>
              </p:spPr>
              <p:txBody>
                <a:bodyPr/>
                <a:lstStyle/>
                <a:p>
                  <a:r>
                    <a:rPr lang="pt-BR">
                      <a:noFill/>
                    </a:rPr>
                    <a:t> </a:t>
                  </a:r>
                </a:p>
              </p:txBody>
            </p:sp>
          </mc:Fallback>
        </mc:AlternateContent>
      </p:grpSp>
    </p:spTree>
    <p:extLst>
      <p:ext uri="{BB962C8B-B14F-4D97-AF65-F5344CB8AC3E}">
        <p14:creationId xmlns:p14="http://schemas.microsoft.com/office/powerpoint/2010/main" val="709303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1">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1">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1">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build="allAtOnce"/>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16</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Electric Field Integral Equation (EFIE)</a:t>
            </a: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70" name="CaixaDeTexto 69">
                <a:extLst>
                  <a:ext uri="{FF2B5EF4-FFF2-40B4-BE49-F238E27FC236}">
                    <a16:creationId xmlns:a16="http://schemas.microsoft.com/office/drawing/2014/main" id="{78B341C4-2B1A-F076-C254-B6068E0B7310}"/>
                  </a:ext>
                </a:extLst>
              </p:cNvPr>
              <p:cNvSpPr txBox="1"/>
              <p:nvPr/>
            </p:nvSpPr>
            <p:spPr>
              <a:xfrm>
                <a:off x="463028" y="1367912"/>
                <a:ext cx="5616575" cy="338554"/>
              </a:xfrm>
              <a:prstGeom prst="rect">
                <a:avLst/>
              </a:prstGeom>
              <a:noFill/>
            </p:spPr>
            <p:txBody>
              <a:bodyPr wrap="square">
                <a:spAutoFit/>
              </a:bodyPr>
              <a:lstStyle>
                <a:defPPr>
                  <a:defRPr lang="pt-BR"/>
                </a:defPPr>
                <a:lvl1pPr>
                  <a:defRPr sz="1600"/>
                </a:lvl1pPr>
              </a:lstStyle>
              <a:p>
                <a:r>
                  <a:rPr lang="en-US"/>
                  <a:t>On the boundary of the </a:t>
                </a:r>
                <a14:m>
                  <m:oMath xmlns:m="http://schemas.openxmlformats.org/officeDocument/2006/math">
                    <m:r>
                      <a:rPr lang="en-US" i="1" smtClean="0">
                        <a:latin typeface="Cambria Math" panose="02040503050406030204" pitchFamily="18" charset="0"/>
                      </a:rPr>
                      <m:t>𝑝</m:t>
                    </m:r>
                  </m:oMath>
                </a14:m>
                <a:r>
                  <a:rPr lang="en-US"/>
                  <a:t>-th conductor, </a:t>
                </a:r>
                <a14:m>
                  <m:oMath xmlns:m="http://schemas.openxmlformats.org/officeDocument/2006/math">
                    <m:sSubSup>
                      <m:sSubSupPr>
                        <m:ctrlPr>
                          <a:rPr lang="pt-BR" i="1">
                            <a:latin typeface="Cambria Math" panose="02040503050406030204" pitchFamily="18" charset="0"/>
                          </a:rPr>
                        </m:ctrlPr>
                      </m:sSubSupPr>
                      <m:e>
                        <m:r>
                          <a:rPr lang="pt-BR" i="1">
                            <a:latin typeface="Cambria Math" panose="02040503050406030204" pitchFamily="18" charset="0"/>
                          </a:rPr>
                          <m:t>ℰ</m:t>
                        </m:r>
                      </m:e>
                      <m:sub>
                        <m:r>
                          <m:rPr>
                            <m:sty m:val="p"/>
                          </m:rPr>
                          <a:rPr lang="pt-BR">
                            <a:latin typeface="Cambria Math" panose="02040503050406030204" pitchFamily="18" charset="0"/>
                          </a:rPr>
                          <m:t>z</m:t>
                        </m:r>
                      </m:sub>
                      <m:sup>
                        <m:r>
                          <a:rPr lang="pt-BR" i="1">
                            <a:latin typeface="Cambria Math" panose="02040503050406030204" pitchFamily="18" charset="0"/>
                          </a:rPr>
                          <m:t> </m:t>
                        </m:r>
                      </m:sup>
                    </m:sSubSup>
                    <m:d>
                      <m:dPr>
                        <m:ctrlPr>
                          <a:rPr lang="pt-BR" i="1">
                            <a:latin typeface="Cambria Math" panose="02040503050406030204" pitchFamily="18" charset="0"/>
                          </a:rPr>
                        </m:ctrlPr>
                      </m:dPr>
                      <m:e>
                        <m:r>
                          <a:rPr lang="pt-BR" b="1" i="1">
                            <a:latin typeface="Cambria Math" panose="02040503050406030204" pitchFamily="18" charset="0"/>
                          </a:rPr>
                          <m:t>𝒓</m:t>
                        </m:r>
                      </m:e>
                    </m:d>
                  </m:oMath>
                </a14:m>
                <a:r>
                  <a:rPr lang="en-US"/>
                  <a:t> reads:</a:t>
                </a:r>
                <a:endParaRPr lang="pt-BR"/>
              </a:p>
            </p:txBody>
          </p:sp>
        </mc:Choice>
        <mc:Fallback xmlns="">
          <p:sp>
            <p:nvSpPr>
              <p:cNvPr id="70" name="CaixaDeTexto 69">
                <a:extLst>
                  <a:ext uri="{FF2B5EF4-FFF2-40B4-BE49-F238E27FC236}">
                    <a16:creationId xmlns:a16="http://schemas.microsoft.com/office/drawing/2014/main" id="{78B341C4-2B1A-F076-C254-B6068E0B7310}"/>
                  </a:ext>
                </a:extLst>
              </p:cNvPr>
              <p:cNvSpPr txBox="1">
                <a:spLocks noRot="1" noChangeAspect="1" noMove="1" noResize="1" noEditPoints="1" noAdjustHandles="1" noChangeArrowheads="1" noChangeShapeType="1" noTextEdit="1"/>
              </p:cNvSpPr>
              <p:nvPr/>
            </p:nvSpPr>
            <p:spPr>
              <a:xfrm>
                <a:off x="463028" y="1367912"/>
                <a:ext cx="5616575" cy="338554"/>
              </a:xfrm>
              <a:prstGeom prst="rect">
                <a:avLst/>
              </a:prstGeom>
              <a:blipFill>
                <a:blip r:embed="rId4"/>
                <a:stretch>
                  <a:fillRect l="-651" t="-5357" b="-2142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8" name="CaixaDeTexto 37">
                <a:extLst>
                  <a:ext uri="{FF2B5EF4-FFF2-40B4-BE49-F238E27FC236}">
                    <a16:creationId xmlns:a16="http://schemas.microsoft.com/office/drawing/2014/main" id="{80555AE1-ECDF-CA6E-07DA-93B78ADB38C5}"/>
                  </a:ext>
                </a:extLst>
              </p:cNvPr>
              <p:cNvSpPr txBox="1"/>
              <p:nvPr/>
            </p:nvSpPr>
            <p:spPr>
              <a:xfrm>
                <a:off x="5662799" y="1206553"/>
                <a:ext cx="3023629" cy="566758"/>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m:rPr>
                              <m:sty m:val="p"/>
                            </m:rPr>
                            <a:rPr lang="pt-BR">
                              <a:latin typeface="Cambria Math" panose="02040503050406030204" pitchFamily="18" charset="0"/>
                            </a:rPr>
                            <m:t>E</m:t>
                          </m:r>
                        </m:e>
                        <m:sub>
                          <m:r>
                            <m:rPr>
                              <m:sty m:val="p"/>
                            </m:rPr>
                            <a:rPr lang="pt-BR">
                              <a:latin typeface="Cambria Math" panose="02040503050406030204" pitchFamily="18" charset="0"/>
                            </a:rPr>
                            <m:t>z</m:t>
                          </m:r>
                        </m:sub>
                        <m:sup>
                          <m:d>
                            <m:dPr>
                              <m:ctrlPr>
                                <a:rPr lang="pt-BR" i="1">
                                  <a:latin typeface="Cambria Math" panose="02040503050406030204" pitchFamily="18" charset="0"/>
                                </a:rPr>
                              </m:ctrlPr>
                            </m:dPr>
                            <m:e>
                              <m:r>
                                <a:rPr lang="pt-BR" i="1">
                                  <a:latin typeface="Cambria Math" panose="02040503050406030204" pitchFamily="18" charset="0"/>
                                </a:rPr>
                                <m:t>𝑝</m:t>
                              </m:r>
                            </m:e>
                          </m:d>
                        </m:sup>
                      </m:sSubSup>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𝜃</m:t>
                          </m:r>
                        </m:e>
                        <m:sub>
                          <m:r>
                            <a:rPr lang="pt-BR" i="1">
                              <a:latin typeface="Cambria Math" panose="02040503050406030204" pitchFamily="18" charset="0"/>
                            </a:rPr>
                            <m:t>𝑝</m:t>
                          </m:r>
                        </m:sub>
                      </m:sSub>
                      <m:r>
                        <a:rPr lang="pt-BR" i="1">
                          <a:latin typeface="Cambria Math" panose="02040503050406030204" pitchFamily="18" charset="0"/>
                        </a:rPr>
                        <m:t>)</m:t>
                      </m:r>
                      <m:r>
                        <a:rPr lang="pt-BR">
                          <a:latin typeface="Cambria Math" panose="02040503050406030204" pitchFamily="18" charset="0"/>
                        </a:rPr>
                        <m:t>=</m:t>
                      </m:r>
                      <m:r>
                        <a:rPr lang="pt-BR" b="0" i="1" smtClean="0">
                          <a:latin typeface="Cambria Math" panose="02040503050406030204" pitchFamily="18" charset="0"/>
                        </a:rPr>
                        <m:t>−</m:t>
                      </m:r>
                      <m:r>
                        <a:rPr lang="pt-BR" b="0" i="1" smtClean="0">
                          <a:latin typeface="Cambria Math" panose="02040503050406030204" pitchFamily="18" charset="0"/>
                        </a:rPr>
                        <m:t>𝑗</m:t>
                      </m:r>
                      <m:r>
                        <a:rPr lang="pt-BR" b="0" i="1" smtClean="0">
                          <a:latin typeface="Cambria Math" panose="02040503050406030204" pitchFamily="18" charset="0"/>
                        </a:rPr>
                        <m:t>𝜔</m:t>
                      </m:r>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𝒜</m:t>
                          </m:r>
                        </m:e>
                        <m:sub>
                          <m:r>
                            <a:rPr lang="pt-BR" b="0" i="1" smtClean="0">
                              <a:latin typeface="Cambria Math" panose="02040503050406030204" pitchFamily="18" charset="0"/>
                            </a:rPr>
                            <m:t>𝑧</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bSup>
                      <m:r>
                        <a:rPr lang="pt-BR" b="0" i="1" smtClean="0">
                          <a:latin typeface="Cambria Math" panose="02040503050406030204" pitchFamily="18" charset="0"/>
                        </a:rPr>
                        <m:t>−</m:t>
                      </m:r>
                      <m:f>
                        <m:fPr>
                          <m:ctrlPr>
                            <a:rPr lang="pt-BR" b="0" i="1" smtClean="0">
                              <a:latin typeface="Cambria Math" panose="02040503050406030204" pitchFamily="18" charset="0"/>
                            </a:rPr>
                          </m:ctrlPr>
                        </m:fPr>
                        <m:num>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𝑉</m:t>
                              </m:r>
                            </m:e>
                            <m:sub>
                              <m:r>
                                <a:rPr lang="pt-BR" b="0" i="1" smtClean="0">
                                  <a:latin typeface="Cambria Math" panose="02040503050406030204" pitchFamily="18" charset="0"/>
                                </a:rPr>
                                <m:t>𝑝</m:t>
                              </m:r>
                            </m:sub>
                          </m:sSub>
                        </m:num>
                        <m:den>
                          <m:r>
                            <a:rPr lang="pt-BR" b="0" i="1" smtClean="0">
                              <a:latin typeface="Cambria Math" panose="02040503050406030204" pitchFamily="18" charset="0"/>
                            </a:rPr>
                            <m:t>𝜕</m:t>
                          </m:r>
                          <m:r>
                            <a:rPr lang="pt-BR" b="0" i="1" smtClean="0">
                              <a:latin typeface="Cambria Math" panose="02040503050406030204" pitchFamily="18" charset="0"/>
                            </a:rPr>
                            <m:t>𝑧</m:t>
                          </m:r>
                        </m:den>
                      </m:f>
                    </m:oMath>
                  </m:oMathPara>
                </a14:m>
                <a:endParaRPr lang="en-US"/>
              </a:p>
            </p:txBody>
          </p:sp>
        </mc:Choice>
        <mc:Fallback xmlns="">
          <p:sp>
            <p:nvSpPr>
              <p:cNvPr id="38" name="CaixaDeTexto 37">
                <a:extLst>
                  <a:ext uri="{FF2B5EF4-FFF2-40B4-BE49-F238E27FC236}">
                    <a16:creationId xmlns:a16="http://schemas.microsoft.com/office/drawing/2014/main" id="{80555AE1-ECDF-CA6E-07DA-93B78ADB38C5}"/>
                  </a:ext>
                </a:extLst>
              </p:cNvPr>
              <p:cNvSpPr txBox="1">
                <a:spLocks noRot="1" noChangeAspect="1" noMove="1" noResize="1" noEditPoints="1" noAdjustHandles="1" noChangeArrowheads="1" noChangeShapeType="1" noTextEdit="1"/>
              </p:cNvSpPr>
              <p:nvPr/>
            </p:nvSpPr>
            <p:spPr>
              <a:xfrm>
                <a:off x="5662799" y="1206553"/>
                <a:ext cx="3023629" cy="566758"/>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7" name="CaixaDeTexto 46">
                <a:extLst>
                  <a:ext uri="{FF2B5EF4-FFF2-40B4-BE49-F238E27FC236}">
                    <a16:creationId xmlns:a16="http://schemas.microsoft.com/office/drawing/2014/main" id="{8F3CC78F-F5C4-6AD3-67A2-893E206B51FF}"/>
                  </a:ext>
                </a:extLst>
              </p:cNvPr>
              <p:cNvSpPr txBox="1"/>
              <p:nvPr/>
            </p:nvSpPr>
            <p:spPr>
              <a:xfrm>
                <a:off x="1530237" y="3861048"/>
                <a:ext cx="4549366" cy="539828"/>
              </a:xfrm>
              <a:prstGeom prst="rect">
                <a:avLst/>
              </a:prstGeom>
              <a:noFill/>
            </p:spPr>
            <p:txBody>
              <a:bodyPr wrap="square">
                <a:spAutoFit/>
              </a:bodyPr>
              <a:lstStyle>
                <a:defPPr>
                  <a:defRPr lang="pt-BR"/>
                </a:defPPr>
                <a:lvl1pPr>
                  <a:defRPr sz="1600"/>
                </a:lvl1pPr>
              </a:lstStyle>
              <a:p>
                <a14:m>
                  <m:oMath xmlns:m="http://schemas.openxmlformats.org/officeDocument/2006/math">
                    <m:sSub>
                      <m:sSubPr>
                        <m:ctrlPr>
                          <a:rPr lang="pt-BR" sz="1400" b="1" i="1" smtClean="0">
                            <a:latin typeface="Cambria Math" panose="02040503050406030204" pitchFamily="18" charset="0"/>
                            <a:cs typeface="Arial" panose="020B0604020202020204" pitchFamily="34" charset="0"/>
                          </a:rPr>
                        </m:ctrlPr>
                      </m:sSubPr>
                      <m:e>
                        <m:r>
                          <a:rPr lang="pt-BR" sz="1400" b="1" i="1">
                            <a:latin typeface="Cambria Math" panose="02040503050406030204" pitchFamily="18" charset="0"/>
                            <a:cs typeface="Arial" panose="020B0604020202020204" pitchFamily="34" charset="0"/>
                          </a:rPr>
                          <m:t>𝑹</m:t>
                        </m:r>
                      </m:e>
                      <m:sub>
                        <m:r>
                          <a:rPr lang="pt-BR" sz="1400" b="0" i="1" smtClean="0">
                            <a:latin typeface="Cambria Math" panose="02040503050406030204" pitchFamily="18" charset="0"/>
                            <a:cs typeface="Arial" panose="020B0604020202020204" pitchFamily="34" charset="0"/>
                          </a:rPr>
                          <m:t>𝑝𝑞</m:t>
                        </m:r>
                      </m:sub>
                    </m:sSub>
                    <m:d>
                      <m:dPr>
                        <m:ctrlPr>
                          <a:rPr lang="pt-BR" sz="1400" i="1">
                            <a:latin typeface="Cambria Math" panose="02040503050406030204" pitchFamily="18" charset="0"/>
                            <a:cs typeface="Arial" panose="020B0604020202020204" pitchFamily="34" charset="0"/>
                          </a:rPr>
                        </m:ctrlPr>
                      </m:dPr>
                      <m:e>
                        <m:r>
                          <a:rPr lang="pt-BR" sz="1400" i="1">
                            <a:latin typeface="Cambria Math" panose="02040503050406030204" pitchFamily="18" charset="0"/>
                            <a:cs typeface="Arial" panose="020B0604020202020204" pitchFamily="34" charset="0"/>
                          </a:rPr>
                          <m:t>𝜔</m:t>
                        </m:r>
                      </m:e>
                    </m:d>
                    <m:r>
                      <a:rPr lang="pt-BR" sz="1400" i="1">
                        <a:latin typeface="Cambria Math" panose="02040503050406030204" pitchFamily="18" charset="0"/>
                        <a:cs typeface="Arial" panose="020B0604020202020204" pitchFamily="34" charset="0"/>
                      </a:rPr>
                      <m:t> </m:t>
                    </m:r>
                  </m:oMath>
                </a14:m>
                <a:r>
                  <a:rPr lang="en-US" sz="1400"/>
                  <a:t>and </a:t>
                </a:r>
                <a14:m>
                  <m:oMath xmlns:m="http://schemas.openxmlformats.org/officeDocument/2006/math">
                    <m:sSub>
                      <m:sSubPr>
                        <m:ctrlPr>
                          <a:rPr lang="pt-BR" sz="1400" i="1">
                            <a:latin typeface="Cambria Math" panose="02040503050406030204" pitchFamily="18" charset="0"/>
                            <a:cs typeface="Arial" panose="020B0604020202020204" pitchFamily="34" charset="0"/>
                          </a:rPr>
                        </m:ctrlPr>
                      </m:sSubPr>
                      <m:e>
                        <m:r>
                          <a:rPr lang="pt-BR" sz="1400" b="1" i="1">
                            <a:latin typeface="Cambria Math" panose="02040503050406030204" pitchFamily="18" charset="0"/>
                            <a:cs typeface="Arial" panose="020B0604020202020204" pitchFamily="34" charset="0"/>
                          </a:rPr>
                          <m:t>𝑳</m:t>
                        </m:r>
                      </m:e>
                      <m:sub>
                        <m:r>
                          <a:rPr lang="pt-BR" sz="1400" i="1">
                            <a:latin typeface="Cambria Math" panose="02040503050406030204" pitchFamily="18" charset="0"/>
                            <a:cs typeface="Arial" panose="020B0604020202020204" pitchFamily="34" charset="0"/>
                          </a:rPr>
                          <m:t>𝑝𝑞</m:t>
                        </m:r>
                      </m:sub>
                    </m:sSub>
                    <m:d>
                      <m:dPr>
                        <m:ctrlPr>
                          <a:rPr lang="pt-BR" sz="1400" i="1">
                            <a:latin typeface="Cambria Math" panose="02040503050406030204" pitchFamily="18" charset="0"/>
                            <a:cs typeface="Arial" panose="020B0604020202020204" pitchFamily="34" charset="0"/>
                          </a:rPr>
                        </m:ctrlPr>
                      </m:dPr>
                      <m:e>
                        <m:r>
                          <a:rPr lang="pt-BR" sz="1400" i="1">
                            <a:latin typeface="Cambria Math" panose="02040503050406030204" pitchFamily="18" charset="0"/>
                            <a:cs typeface="Arial" panose="020B0604020202020204" pitchFamily="34" charset="0"/>
                          </a:rPr>
                          <m:t>𝜔</m:t>
                        </m:r>
                      </m:e>
                    </m:d>
                    <m:r>
                      <a:rPr lang="pt-BR" sz="1400" i="1">
                        <a:latin typeface="Cambria Math" panose="02040503050406030204" pitchFamily="18" charset="0"/>
                        <a:cs typeface="Arial" panose="020B0604020202020204" pitchFamily="34" charset="0"/>
                      </a:rPr>
                      <m:t> </m:t>
                    </m:r>
                  </m:oMath>
                </a14:m>
                <a:r>
                  <a:rPr lang="en-US" sz="1400"/>
                  <a:t>represent the </a:t>
                </a:r>
                <a14:m>
                  <m:oMath xmlns:m="http://schemas.openxmlformats.org/officeDocument/2006/math">
                    <m:r>
                      <a:rPr lang="en-US" sz="1400" i="1" smtClean="0">
                        <a:latin typeface="Cambria Math" panose="02040503050406030204" pitchFamily="18" charset="0"/>
                      </a:rPr>
                      <m:t>(</m:t>
                    </m:r>
                    <m:r>
                      <a:rPr lang="en-US" sz="1400" i="1" smtClean="0">
                        <a:latin typeface="Cambria Math" panose="02040503050406030204" pitchFamily="18" charset="0"/>
                      </a:rPr>
                      <m:t>𝑝</m:t>
                    </m:r>
                    <m:r>
                      <a:rPr lang="en-US" sz="1400" i="1" smtClean="0">
                        <a:latin typeface="Cambria Math" panose="02040503050406030204" pitchFamily="18" charset="0"/>
                      </a:rPr>
                      <m:t>, </m:t>
                    </m:r>
                    <m:r>
                      <a:rPr lang="en-US" sz="1400" i="1" smtClean="0">
                        <a:latin typeface="Cambria Math" panose="02040503050406030204" pitchFamily="18" charset="0"/>
                      </a:rPr>
                      <m:t>𝑞</m:t>
                    </m:r>
                    <m:r>
                      <a:rPr lang="en-US" sz="1400" i="1" smtClean="0">
                        <a:latin typeface="Cambria Math" panose="02040503050406030204" pitchFamily="18" charset="0"/>
                      </a:rPr>
                      <m:t>) </m:t>
                    </m:r>
                  </m:oMath>
                </a14:m>
                <a:r>
                  <a:rPr lang="en-US" sz="1400"/>
                  <a:t>entry of the p.u.l. resistance and inductance matrices, respectively; and</a:t>
                </a:r>
                <a:endParaRPr lang="pt-BR" sz="1400"/>
              </a:p>
            </p:txBody>
          </p:sp>
        </mc:Choice>
        <mc:Fallback xmlns="">
          <p:sp>
            <p:nvSpPr>
              <p:cNvPr id="47" name="CaixaDeTexto 46">
                <a:extLst>
                  <a:ext uri="{FF2B5EF4-FFF2-40B4-BE49-F238E27FC236}">
                    <a16:creationId xmlns:a16="http://schemas.microsoft.com/office/drawing/2014/main" id="{8F3CC78F-F5C4-6AD3-67A2-893E206B51FF}"/>
                  </a:ext>
                </a:extLst>
              </p:cNvPr>
              <p:cNvSpPr txBox="1">
                <a:spLocks noRot="1" noChangeAspect="1" noMove="1" noResize="1" noEditPoints="1" noAdjustHandles="1" noChangeArrowheads="1" noChangeShapeType="1" noTextEdit="1"/>
              </p:cNvSpPr>
              <p:nvPr/>
            </p:nvSpPr>
            <p:spPr>
              <a:xfrm>
                <a:off x="1530237" y="3861048"/>
                <a:ext cx="4549366" cy="539828"/>
              </a:xfrm>
              <a:prstGeom prst="rect">
                <a:avLst/>
              </a:prstGeom>
              <a:blipFill>
                <a:blip r:embed="rId6"/>
                <a:stretch>
                  <a:fillRect l="-402" r="-536" b="-11236"/>
                </a:stretch>
              </a:blipFill>
            </p:spPr>
            <p:txBody>
              <a:bodyPr/>
              <a:lstStyle/>
              <a:p>
                <a:r>
                  <a:rPr lang="pt-BR">
                    <a:noFill/>
                  </a:rPr>
                  <a:t> </a:t>
                </a:r>
              </a:p>
            </p:txBody>
          </p:sp>
        </mc:Fallback>
      </mc:AlternateContent>
      <p:grpSp>
        <p:nvGrpSpPr>
          <p:cNvPr id="5" name="Agrupar 4">
            <a:extLst>
              <a:ext uri="{FF2B5EF4-FFF2-40B4-BE49-F238E27FC236}">
                <a16:creationId xmlns:a16="http://schemas.microsoft.com/office/drawing/2014/main" id="{C2D72D7D-6594-8519-12DC-7CC8AC0EBBDA}"/>
              </a:ext>
            </a:extLst>
          </p:cNvPr>
          <p:cNvGrpSpPr/>
          <p:nvPr/>
        </p:nvGrpSpPr>
        <p:grpSpPr>
          <a:xfrm>
            <a:off x="1529840" y="5380236"/>
            <a:ext cx="8274572" cy="785068"/>
            <a:chOff x="1172416" y="2243597"/>
            <a:chExt cx="8274572" cy="785068"/>
          </a:xfrm>
        </p:grpSpPr>
        <mc:AlternateContent xmlns:mc="http://schemas.openxmlformats.org/markup-compatibility/2006" xmlns:a14="http://schemas.microsoft.com/office/drawing/2010/main">
          <mc:Choice Requires="a14">
            <p:sp>
              <p:nvSpPr>
                <p:cNvPr id="49" name="CaixaDeTexto 48">
                  <a:extLst>
                    <a:ext uri="{FF2B5EF4-FFF2-40B4-BE49-F238E27FC236}">
                      <a16:creationId xmlns:a16="http://schemas.microsoft.com/office/drawing/2014/main" id="{74F00A24-348B-E5A7-2721-AE25A6F8FA34}"/>
                    </a:ext>
                  </a:extLst>
                </p:cNvPr>
                <p:cNvSpPr txBox="1"/>
                <p:nvPr/>
              </p:nvSpPr>
              <p:spPr>
                <a:xfrm>
                  <a:off x="1186632" y="2244411"/>
                  <a:ext cx="8260356" cy="784254"/>
                </a:xfrm>
                <a:prstGeom prst="rect">
                  <a:avLst/>
                </a:prstGeom>
                <a:noFill/>
              </p:spPr>
              <p:txBody>
                <a:bodyPr wrap="square">
                  <a:spAutoFit/>
                </a:bodyPr>
                <a:lstStyle>
                  <a:defPPr>
                    <a:defRPr lang="pt-BR"/>
                  </a:defPPr>
                  <a:lvl1pPr>
                    <a:defRPr sz="1600"/>
                  </a:lvl1pPr>
                </a:lstStyle>
                <a:p>
                  <a:r>
                    <a:rPr lang="en-US" sz="1400"/>
                    <a:t>Note that </a:t>
                  </a:r>
                  <a14:m>
                    <m:oMath xmlns:m="http://schemas.openxmlformats.org/officeDocument/2006/math">
                      <m:sSub>
                        <m:sSubPr>
                          <m:ctrlPr>
                            <a:rPr lang="en-US" sz="1400" i="1" smtClean="0">
                              <a:latin typeface="Cambria Math" panose="02040503050406030204" pitchFamily="18" charset="0"/>
                            </a:rPr>
                          </m:ctrlPr>
                        </m:sSubPr>
                        <m:e>
                          <m:r>
                            <a:rPr lang="en-US" sz="1400" i="1" smtClean="0">
                              <a:latin typeface="Cambria Math" panose="02040503050406030204" pitchFamily="18" charset="0"/>
                            </a:rPr>
                            <m:t>𝑎</m:t>
                          </m:r>
                        </m:e>
                        <m:sub>
                          <m:r>
                            <a:rPr lang="en-US" sz="1400" i="1" smtClean="0">
                              <a:latin typeface="Cambria Math" panose="02040503050406030204" pitchFamily="18" charset="0"/>
                            </a:rPr>
                            <m:t>𝑝</m:t>
                          </m:r>
                        </m:sub>
                      </m:sSub>
                    </m:oMath>
                  </a14:m>
                  <a:r>
                    <a:rPr lang="en-US" sz="1400"/>
                    <a:t>, </a:t>
                  </a:r>
                  <a14:m>
                    <m:oMath xmlns:m="http://schemas.openxmlformats.org/officeDocument/2006/math">
                      <m:sSubSup>
                        <m:sSubSupPr>
                          <m:ctrlPr>
                            <a:rPr lang="pt-BR" sz="1400" i="1">
                              <a:latin typeface="Cambria Math" panose="02040503050406030204" pitchFamily="18" charset="0"/>
                            </a:rPr>
                          </m:ctrlPr>
                        </m:sSubSupPr>
                        <m:e>
                          <m:r>
                            <m:rPr>
                              <m:sty m:val="p"/>
                            </m:rPr>
                            <a:rPr lang="pt-BR" sz="1400">
                              <a:latin typeface="Cambria Math" panose="02040503050406030204" pitchFamily="18" charset="0"/>
                            </a:rPr>
                            <m:t>E</m:t>
                          </m:r>
                        </m:e>
                        <m:sub>
                          <m:r>
                            <m:rPr>
                              <m:sty m:val="p"/>
                            </m:rPr>
                            <a:rPr lang="pt-BR" sz="1400">
                              <a:latin typeface="Cambria Math" panose="02040503050406030204" pitchFamily="18" charset="0"/>
                            </a:rPr>
                            <m:t>z</m:t>
                          </m:r>
                        </m:sub>
                        <m:sup>
                          <m:d>
                            <m:dPr>
                              <m:ctrlPr>
                                <a:rPr lang="pt-BR" sz="1400" i="1">
                                  <a:latin typeface="Cambria Math" panose="02040503050406030204" pitchFamily="18" charset="0"/>
                                </a:rPr>
                              </m:ctrlPr>
                            </m:dPr>
                            <m:e>
                              <m:r>
                                <a:rPr lang="pt-BR" sz="1400" i="1">
                                  <a:latin typeface="Cambria Math" panose="02040503050406030204" pitchFamily="18" charset="0"/>
                                </a:rPr>
                                <m:t>𝑝</m:t>
                              </m:r>
                            </m:e>
                          </m:d>
                        </m:sup>
                      </m:sSubSup>
                    </m:oMath>
                  </a14:m>
                  <a:r>
                    <a:rPr lang="en-US" sz="1400"/>
                    <a:t>, </a:t>
                  </a:r>
                  <a14:m>
                    <m:oMath xmlns:m="http://schemas.openxmlformats.org/officeDocument/2006/math">
                      <m:sSubSup>
                        <m:sSubSupPr>
                          <m:ctrlPr>
                            <a:rPr lang="pt-BR" sz="1400" i="1">
                              <a:latin typeface="Cambria Math" panose="02040503050406030204" pitchFamily="18" charset="0"/>
                            </a:rPr>
                          </m:ctrlPr>
                        </m:sSubSupPr>
                        <m:e>
                          <m:r>
                            <a:rPr lang="pt-BR" sz="1400" i="1">
                              <a:latin typeface="Cambria Math" panose="02040503050406030204" pitchFamily="18" charset="0"/>
                            </a:rPr>
                            <m:t>𝒜</m:t>
                          </m:r>
                        </m:e>
                        <m:sub>
                          <m:r>
                            <a:rPr lang="pt-BR" sz="1400" i="1">
                              <a:latin typeface="Cambria Math" panose="02040503050406030204" pitchFamily="18" charset="0"/>
                            </a:rPr>
                            <m:t>𝑧</m:t>
                          </m:r>
                        </m:sub>
                        <m:sup>
                          <m:r>
                            <a:rPr lang="pt-BR" sz="1400" i="1">
                              <a:latin typeface="Cambria Math" panose="02040503050406030204" pitchFamily="18" charset="0"/>
                            </a:rPr>
                            <m:t>(</m:t>
                          </m:r>
                          <m:r>
                            <a:rPr lang="pt-BR" sz="1400" i="1">
                              <a:latin typeface="Cambria Math" panose="02040503050406030204" pitchFamily="18" charset="0"/>
                            </a:rPr>
                            <m:t>𝑝</m:t>
                          </m:r>
                          <m:r>
                            <a:rPr lang="pt-BR" sz="1400" i="1">
                              <a:latin typeface="Cambria Math" panose="02040503050406030204" pitchFamily="18" charset="0"/>
                            </a:rPr>
                            <m:t>)</m:t>
                          </m:r>
                        </m:sup>
                      </m:sSubSup>
                    </m:oMath>
                  </a14:m>
                  <a:r>
                    <a:rPr lang="en-US" sz="1400"/>
                    <a:t>, </a:t>
                  </a:r>
                  <a14:m>
                    <m:oMath xmlns:m="http://schemas.openxmlformats.org/officeDocument/2006/math">
                      <m:sSubSup>
                        <m:sSubSupPr>
                          <m:ctrlPr>
                            <a:rPr lang="pt-BR" sz="1400" i="1">
                              <a:latin typeface="Cambria Math" panose="02040503050406030204" pitchFamily="18" charset="0"/>
                            </a:rPr>
                          </m:ctrlPr>
                        </m:sSubSupPr>
                        <m:e>
                          <m:r>
                            <a:rPr lang="pt-BR" sz="1400" i="1">
                              <a:latin typeface="Cambria Math" panose="02040503050406030204" pitchFamily="18" charset="0"/>
                            </a:rPr>
                            <m:t>𝐽</m:t>
                          </m:r>
                        </m:e>
                        <m:sub>
                          <m:r>
                            <a:rPr lang="pt-BR" sz="1400" i="1">
                              <a:latin typeface="Cambria Math" panose="02040503050406030204" pitchFamily="18" charset="0"/>
                            </a:rPr>
                            <m:t>𝑠</m:t>
                          </m:r>
                        </m:sub>
                        <m:sup>
                          <m:d>
                            <m:dPr>
                              <m:ctrlPr>
                                <a:rPr lang="pt-BR" sz="1400" i="1">
                                  <a:latin typeface="Cambria Math" panose="02040503050406030204" pitchFamily="18" charset="0"/>
                                </a:rPr>
                              </m:ctrlPr>
                            </m:dPr>
                            <m:e>
                              <m:r>
                                <a:rPr lang="pt-BR" sz="1400" b="0" i="1" smtClean="0">
                                  <a:latin typeface="Cambria Math" panose="02040503050406030204" pitchFamily="18" charset="0"/>
                                </a:rPr>
                                <m:t>𝑝</m:t>
                              </m:r>
                            </m:e>
                          </m:d>
                        </m:sup>
                      </m:sSubSup>
                      <m:r>
                        <a:rPr lang="pt-BR" sz="1400" i="1">
                          <a:latin typeface="Cambria Math" panose="02040503050406030204" pitchFamily="18" charset="0"/>
                        </a:rPr>
                        <m:t> </m:t>
                      </m:r>
                    </m:oMath>
                  </a14:m>
                  <a:r>
                    <a:rPr lang="en-US" sz="1400"/>
                    <a:t>and </a:t>
                  </a:r>
                  <a14:m>
                    <m:oMath xmlns:m="http://schemas.openxmlformats.org/officeDocument/2006/math">
                      <m:sSub>
                        <m:sSubPr>
                          <m:ctrlPr>
                            <a:rPr lang="en-US" sz="1400" i="1" smtClean="0">
                              <a:latin typeface="Cambria Math" panose="02040503050406030204" pitchFamily="18" charset="0"/>
                            </a:rPr>
                          </m:ctrlPr>
                        </m:sSubPr>
                        <m:e>
                          <m:r>
                            <a:rPr lang="en-US" sz="1400" b="1" i="1" smtClean="0">
                              <a:latin typeface="Cambria Math" panose="02040503050406030204" pitchFamily="18" charset="0"/>
                            </a:rPr>
                            <m:t>𝒓</m:t>
                          </m:r>
                        </m:e>
                        <m:sub>
                          <m:r>
                            <a:rPr lang="en-US" sz="1400" i="1" smtClean="0">
                              <a:latin typeface="Cambria Math" panose="02040503050406030204" pitchFamily="18" charset="0"/>
                            </a:rPr>
                            <m:t>𝑝</m:t>
                          </m:r>
                        </m:sub>
                      </m:sSub>
                    </m:oMath>
                  </a14:m>
                  <a:r>
                    <a:rPr lang="en-US" sz="1400"/>
                    <a:t> on </a:t>
                  </a:r>
                  <a14:m>
                    <m:oMath xmlns:m="http://schemas.openxmlformats.org/officeDocument/2006/math">
                      <m:r>
                        <a:rPr lang="en-US" sz="1400" i="1" smtClean="0">
                          <a:latin typeface="Cambria Math" panose="02040503050406030204" pitchFamily="18" charset="0"/>
                        </a:rPr>
                        <m:t>𝑝</m:t>
                      </m:r>
                      <m:r>
                        <a:rPr lang="en-US" sz="1400" i="1" smtClean="0">
                          <a:latin typeface="Cambria Math" panose="02040503050406030204" pitchFamily="18" charset="0"/>
                        </a:rPr>
                        <m:t>=1, 2, … , </m:t>
                      </m:r>
                      <m:sSub>
                        <m:sSubPr>
                          <m:ctrlPr>
                            <a:rPr lang="pt-BR" sz="1400" b="0" i="1" smtClean="0">
                              <a:latin typeface="Cambria Math" panose="02040503050406030204" pitchFamily="18" charset="0"/>
                            </a:rPr>
                          </m:ctrlPr>
                        </m:sSubPr>
                        <m:e>
                          <m:r>
                            <a:rPr lang="en-US" sz="1400" i="1">
                              <a:latin typeface="Cambria Math" panose="02040503050406030204" pitchFamily="18" charset="0"/>
                            </a:rPr>
                            <m:t>𝑚</m:t>
                          </m:r>
                        </m:e>
                        <m:sub>
                          <m:r>
                            <a:rPr lang="en-US" sz="1400" i="1">
                              <a:latin typeface="Cambria Math" panose="02040503050406030204" pitchFamily="18" charset="0"/>
                            </a:rPr>
                            <m:t>1</m:t>
                          </m:r>
                        </m:sub>
                      </m:sSub>
                    </m:oMath>
                  </a14:m>
                  <a:r>
                    <a:rPr lang="en-US" sz="1400"/>
                    <a:t> concern the surface of the solid conductor; those on </a:t>
                  </a:r>
                  <a14:m>
                    <m:oMath xmlns:m="http://schemas.openxmlformats.org/officeDocument/2006/math">
                      <m:r>
                        <a:rPr lang="en-US" sz="1400" i="1" smtClean="0">
                          <a:latin typeface="Cambria Math" panose="02040503050406030204" pitchFamily="18" charset="0"/>
                        </a:rPr>
                        <m:t>𝑝</m:t>
                      </m:r>
                      <m:r>
                        <a:rPr lang="en-US" sz="1400" i="1">
                          <a:latin typeface="Cambria Math" panose="02040503050406030204" pitchFamily="18" charset="0"/>
                        </a:rPr>
                        <m:t>=</m:t>
                      </m:r>
                      <m:sSub>
                        <m:sSubPr>
                          <m:ctrlPr>
                            <a:rPr lang="pt-BR" sz="1400" b="0" i="1" smtClean="0">
                              <a:latin typeface="Cambria Math" panose="02040503050406030204" pitchFamily="18" charset="0"/>
                            </a:rPr>
                          </m:ctrlPr>
                        </m:sSubPr>
                        <m:e>
                          <m:r>
                            <a:rPr lang="en-US" sz="1400" i="1">
                              <a:latin typeface="Cambria Math" panose="02040503050406030204" pitchFamily="18" charset="0"/>
                            </a:rPr>
                            <m:t>𝑚</m:t>
                          </m:r>
                        </m:e>
                        <m:sub>
                          <m:r>
                            <a:rPr lang="en-US" sz="1400" i="1">
                              <a:latin typeface="Cambria Math" panose="02040503050406030204" pitchFamily="18" charset="0"/>
                            </a:rPr>
                            <m:t>1</m:t>
                          </m:r>
                        </m:sub>
                      </m:sSub>
                      <m:r>
                        <a:rPr lang="en-US" sz="1400" i="1">
                          <a:latin typeface="Cambria Math" panose="02040503050406030204" pitchFamily="18" charset="0"/>
                        </a:rPr>
                        <m:t>+1, </m:t>
                      </m:r>
                      <m:r>
                        <a:rPr lang="pt-BR" sz="1400" b="0" i="1" smtClean="0">
                          <a:latin typeface="Cambria Math" panose="02040503050406030204" pitchFamily="18" charset="0"/>
                        </a:rPr>
                        <m:t> </m:t>
                      </m:r>
                      <m:sSub>
                        <m:sSubPr>
                          <m:ctrlPr>
                            <a:rPr lang="pt-BR" sz="1400" b="0" i="1" smtClean="0">
                              <a:latin typeface="Cambria Math" panose="02040503050406030204" pitchFamily="18" charset="0"/>
                            </a:rPr>
                          </m:ctrlPr>
                        </m:sSubPr>
                        <m:e>
                          <m:r>
                            <a:rPr lang="en-US" sz="1400" i="1">
                              <a:latin typeface="Cambria Math" panose="02040503050406030204" pitchFamily="18" charset="0"/>
                            </a:rPr>
                            <m:t>𝑚</m:t>
                          </m:r>
                        </m:e>
                        <m:sub>
                          <m:r>
                            <a:rPr lang="en-US" sz="1400" i="1">
                              <a:latin typeface="Cambria Math" panose="02040503050406030204" pitchFamily="18" charset="0"/>
                            </a:rPr>
                            <m:t>1</m:t>
                          </m:r>
                        </m:sub>
                      </m:sSub>
                      <m:r>
                        <a:rPr lang="en-US" sz="1400" i="1">
                          <a:latin typeface="Cambria Math" panose="02040503050406030204" pitchFamily="18" charset="0"/>
                        </a:rPr>
                        <m:t>+2, … , </m:t>
                      </m:r>
                      <m:sSub>
                        <m:sSubPr>
                          <m:ctrlPr>
                            <a:rPr lang="pt-BR" sz="1400" b="0" i="1" smtClean="0">
                              <a:latin typeface="Cambria Math" panose="02040503050406030204" pitchFamily="18" charset="0"/>
                            </a:rPr>
                          </m:ctrlPr>
                        </m:sSubPr>
                        <m:e>
                          <m:r>
                            <a:rPr lang="en-US" sz="1400" i="1">
                              <a:latin typeface="Cambria Math" panose="02040503050406030204" pitchFamily="18" charset="0"/>
                            </a:rPr>
                            <m:t>𝑚</m:t>
                          </m:r>
                        </m:e>
                        <m:sub>
                          <m:r>
                            <a:rPr lang="en-US" sz="1400" i="1">
                              <a:latin typeface="Cambria Math" panose="02040503050406030204" pitchFamily="18" charset="0"/>
                            </a:rPr>
                            <m:t>1</m:t>
                          </m:r>
                        </m:sub>
                      </m:sSub>
                      <m:r>
                        <a:rPr lang="en-US" sz="1400" i="1">
                          <a:latin typeface="Cambria Math" panose="02040503050406030204" pitchFamily="18" charset="0"/>
                        </a:rPr>
                        <m:t>+</m:t>
                      </m:r>
                      <m:sSub>
                        <m:sSubPr>
                          <m:ctrlPr>
                            <a:rPr lang="pt-BR" sz="1400" b="0" i="1" smtClean="0">
                              <a:latin typeface="Cambria Math" panose="02040503050406030204" pitchFamily="18" charset="0"/>
                            </a:rPr>
                          </m:ctrlPr>
                        </m:sSubPr>
                        <m:e>
                          <m:r>
                            <a:rPr lang="en-US" sz="1400" i="1">
                              <a:latin typeface="Cambria Math" panose="02040503050406030204" pitchFamily="18" charset="0"/>
                            </a:rPr>
                            <m:t>𝑚</m:t>
                          </m:r>
                        </m:e>
                        <m:sub>
                          <m:r>
                            <a:rPr lang="en-US" sz="1400" i="1">
                              <a:latin typeface="Cambria Math" panose="02040503050406030204" pitchFamily="18" charset="0"/>
                            </a:rPr>
                            <m:t>2</m:t>
                          </m:r>
                        </m:sub>
                      </m:sSub>
                      <m:r>
                        <a:rPr lang="en-US" sz="1400" i="1">
                          <a:latin typeface="Cambria Math" panose="02040503050406030204" pitchFamily="18" charset="0"/>
                        </a:rPr>
                        <m:t>=</m:t>
                      </m:r>
                      <m:sSub>
                        <m:sSubPr>
                          <m:ctrlPr>
                            <a:rPr lang="pt-BR" sz="1400" b="0" i="1" smtClean="0">
                              <a:latin typeface="Cambria Math" panose="02040503050406030204" pitchFamily="18" charset="0"/>
                            </a:rPr>
                          </m:ctrlPr>
                        </m:sSubPr>
                        <m:e>
                          <m:r>
                            <a:rPr lang="en-US" sz="1400" i="1">
                              <a:latin typeface="Cambria Math" panose="02040503050406030204" pitchFamily="18" charset="0"/>
                            </a:rPr>
                            <m:t>𝑚</m:t>
                          </m:r>
                        </m:e>
                        <m:sub>
                          <m:r>
                            <a:rPr lang="en-US" sz="1400" i="1">
                              <a:latin typeface="Cambria Math" panose="02040503050406030204" pitchFamily="18" charset="0"/>
                            </a:rPr>
                            <m:t>𝑐</m:t>
                          </m:r>
                        </m:sub>
                      </m:sSub>
                    </m:oMath>
                  </a14:m>
                  <a:r>
                    <a:rPr lang="en-US" sz="1400"/>
                    <a:t>concern the outer surface of the hollow conductor, and those on </a:t>
                  </a:r>
                  <a14:m>
                    <m:oMath xmlns:m="http://schemas.openxmlformats.org/officeDocument/2006/math">
                      <m:r>
                        <a:rPr lang="en-US" sz="1400" i="1" smtClean="0">
                          <a:latin typeface="Cambria Math" panose="02040503050406030204" pitchFamily="18" charset="0"/>
                        </a:rPr>
                        <m:t>𝑝</m:t>
                      </m:r>
                      <m:r>
                        <a:rPr lang="en-US" sz="1400" i="1">
                          <a:latin typeface="Cambria Math" panose="02040503050406030204" pitchFamily="18" charset="0"/>
                        </a:rPr>
                        <m:t>=</m:t>
                      </m:r>
                      <m:sSub>
                        <m:sSubPr>
                          <m:ctrlPr>
                            <a:rPr lang="pt-BR" sz="1400" b="0" i="1" smtClean="0">
                              <a:latin typeface="Cambria Math" panose="02040503050406030204" pitchFamily="18" charset="0"/>
                            </a:rPr>
                          </m:ctrlPr>
                        </m:sSubPr>
                        <m:e>
                          <m:r>
                            <a:rPr lang="en-US" sz="1400" i="1">
                              <a:latin typeface="Cambria Math" panose="02040503050406030204" pitchFamily="18" charset="0"/>
                            </a:rPr>
                            <m:t>𝑚</m:t>
                          </m:r>
                        </m:e>
                        <m:sub>
                          <m:r>
                            <a:rPr lang="en-US" sz="1400" i="1">
                              <a:latin typeface="Cambria Math" panose="02040503050406030204" pitchFamily="18" charset="0"/>
                            </a:rPr>
                            <m:t>𝑐</m:t>
                          </m:r>
                        </m:sub>
                      </m:sSub>
                      <m:r>
                        <a:rPr lang="en-US" sz="1400" i="1">
                          <a:latin typeface="Cambria Math" panose="02040503050406030204" pitchFamily="18" charset="0"/>
                        </a:rPr>
                        <m:t>+1, </m:t>
                      </m:r>
                      <m:r>
                        <a:rPr lang="pt-BR" sz="1400" b="0" i="1" smtClean="0">
                          <a:latin typeface="Cambria Math" panose="02040503050406030204" pitchFamily="18" charset="0"/>
                        </a:rPr>
                        <m:t> </m:t>
                      </m:r>
                      <m:sSub>
                        <m:sSubPr>
                          <m:ctrlPr>
                            <a:rPr lang="pt-BR" sz="1400" b="0" i="1" smtClean="0">
                              <a:latin typeface="Cambria Math" panose="02040503050406030204" pitchFamily="18" charset="0"/>
                            </a:rPr>
                          </m:ctrlPr>
                        </m:sSubPr>
                        <m:e>
                          <m:r>
                            <a:rPr lang="en-US" sz="1400" i="1">
                              <a:latin typeface="Cambria Math" panose="02040503050406030204" pitchFamily="18" charset="0"/>
                            </a:rPr>
                            <m:t>𝑚</m:t>
                          </m:r>
                        </m:e>
                        <m:sub>
                          <m:r>
                            <a:rPr lang="en-US" sz="1400" i="1">
                              <a:latin typeface="Cambria Math" panose="02040503050406030204" pitchFamily="18" charset="0"/>
                            </a:rPr>
                            <m:t>𝑐</m:t>
                          </m:r>
                        </m:sub>
                      </m:sSub>
                      <m:r>
                        <a:rPr lang="pt-BR" sz="1400" b="0" i="1" smtClean="0">
                          <a:latin typeface="Cambria Math" panose="02040503050406030204" pitchFamily="18" charset="0"/>
                        </a:rPr>
                        <m:t>+</m:t>
                      </m:r>
                      <m:r>
                        <a:rPr lang="en-US" sz="1400" i="1">
                          <a:latin typeface="Cambria Math" panose="02040503050406030204" pitchFamily="18" charset="0"/>
                        </a:rPr>
                        <m:t>2, … , </m:t>
                      </m:r>
                      <m:sSub>
                        <m:sSubPr>
                          <m:ctrlPr>
                            <a:rPr lang="pt-BR" sz="1400" b="0" i="1" smtClean="0">
                              <a:latin typeface="Cambria Math" panose="02040503050406030204" pitchFamily="18" charset="0"/>
                            </a:rPr>
                          </m:ctrlPr>
                        </m:sSubPr>
                        <m:e>
                          <m:r>
                            <a:rPr lang="en-US" sz="1400" i="1">
                              <a:latin typeface="Cambria Math" panose="02040503050406030204" pitchFamily="18" charset="0"/>
                            </a:rPr>
                            <m:t>𝑚</m:t>
                          </m:r>
                        </m:e>
                        <m:sub>
                          <m:r>
                            <a:rPr lang="en-US" sz="1400" i="1">
                              <a:latin typeface="Cambria Math" panose="02040503050406030204" pitchFamily="18" charset="0"/>
                            </a:rPr>
                            <m:t>𝑠</m:t>
                          </m:r>
                        </m:sub>
                      </m:sSub>
                    </m:oMath>
                  </a14:m>
                  <a:r>
                    <a:rPr lang="en-US" sz="1400"/>
                    <a:t> concern the inner surface of the hollow conductor.</a:t>
                  </a:r>
                  <a:endParaRPr lang="pt-BR" sz="1400"/>
                </a:p>
              </p:txBody>
            </p:sp>
          </mc:Choice>
          <mc:Fallback xmlns="">
            <p:sp>
              <p:nvSpPr>
                <p:cNvPr id="49" name="CaixaDeTexto 48">
                  <a:extLst>
                    <a:ext uri="{FF2B5EF4-FFF2-40B4-BE49-F238E27FC236}">
                      <a16:creationId xmlns:a16="http://schemas.microsoft.com/office/drawing/2014/main" id="{74F00A24-348B-E5A7-2721-AE25A6F8FA34}"/>
                    </a:ext>
                  </a:extLst>
                </p:cNvPr>
                <p:cNvSpPr txBox="1">
                  <a:spLocks noRot="1" noChangeAspect="1" noMove="1" noResize="1" noEditPoints="1" noAdjustHandles="1" noChangeArrowheads="1" noChangeShapeType="1" noTextEdit="1"/>
                </p:cNvSpPr>
                <p:nvPr/>
              </p:nvSpPr>
              <p:spPr>
                <a:xfrm>
                  <a:off x="1186632" y="2244411"/>
                  <a:ext cx="8260356" cy="784254"/>
                </a:xfrm>
                <a:prstGeom prst="rect">
                  <a:avLst/>
                </a:prstGeom>
                <a:blipFill>
                  <a:blip r:embed="rId7"/>
                  <a:stretch>
                    <a:fillRect l="-221" b="-7813"/>
                  </a:stretch>
                </a:blipFill>
              </p:spPr>
              <p:txBody>
                <a:bodyPr/>
                <a:lstStyle/>
                <a:p>
                  <a:r>
                    <a:rPr lang="pt-BR">
                      <a:noFill/>
                    </a:rPr>
                    <a:t> </a:t>
                  </a:r>
                </a:p>
              </p:txBody>
            </p:sp>
          </mc:Fallback>
        </mc:AlternateContent>
        <p:sp>
          <p:nvSpPr>
            <p:cNvPr id="51" name="Retângulo: Cantos Arredondados 50">
              <a:extLst>
                <a:ext uri="{FF2B5EF4-FFF2-40B4-BE49-F238E27FC236}">
                  <a16:creationId xmlns:a16="http://schemas.microsoft.com/office/drawing/2014/main" id="{D7410D5C-FA9C-5B17-2578-7758DA61F673}"/>
                </a:ext>
              </a:extLst>
            </p:cNvPr>
            <p:cNvSpPr/>
            <p:nvPr/>
          </p:nvSpPr>
          <p:spPr>
            <a:xfrm>
              <a:off x="1172416" y="2243597"/>
              <a:ext cx="8166560" cy="784254"/>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pt-BR" sz="1600"/>
            </a:p>
          </p:txBody>
        </p:sp>
      </p:grpSp>
      <p:grpSp>
        <p:nvGrpSpPr>
          <p:cNvPr id="11" name="Agrupar 10">
            <a:extLst>
              <a:ext uri="{FF2B5EF4-FFF2-40B4-BE49-F238E27FC236}">
                <a16:creationId xmlns:a16="http://schemas.microsoft.com/office/drawing/2014/main" id="{CEB7F8C0-8341-B952-863F-0E3BC3310E54}"/>
              </a:ext>
            </a:extLst>
          </p:cNvPr>
          <p:cNvGrpSpPr/>
          <p:nvPr/>
        </p:nvGrpSpPr>
        <p:grpSpPr>
          <a:xfrm>
            <a:off x="6455332" y="2744924"/>
            <a:ext cx="5077272" cy="830997"/>
            <a:chOff x="6240016" y="3440260"/>
            <a:chExt cx="5077272" cy="830997"/>
          </a:xfrm>
        </p:grpSpPr>
        <p:sp>
          <p:nvSpPr>
            <p:cNvPr id="53" name="CaixaDeTexto 52">
              <a:extLst>
                <a:ext uri="{FF2B5EF4-FFF2-40B4-BE49-F238E27FC236}">
                  <a16:creationId xmlns:a16="http://schemas.microsoft.com/office/drawing/2014/main" id="{398F99E4-B5A7-6CDD-02C2-169D126C6ED8}"/>
                </a:ext>
              </a:extLst>
            </p:cNvPr>
            <p:cNvSpPr txBox="1"/>
            <p:nvPr/>
          </p:nvSpPr>
          <p:spPr>
            <a:xfrm>
              <a:off x="6985229" y="3440260"/>
              <a:ext cx="4332059" cy="830997"/>
            </a:xfrm>
            <a:prstGeom prst="rect">
              <a:avLst/>
            </a:prstGeom>
            <a:noFill/>
          </p:spPr>
          <p:txBody>
            <a:bodyPr wrap="square">
              <a:spAutoFit/>
            </a:bodyPr>
            <a:lstStyle>
              <a:defPPr>
                <a:defRPr lang="pt-BR"/>
              </a:defPPr>
              <a:lvl1pPr>
                <a:defRPr sz="1600"/>
              </a:lvl1pPr>
            </a:lstStyle>
            <a:p>
              <a:r>
                <a:rPr lang="en-US"/>
                <a:t>The main goal is to solve the p.u.l. impedance parameters, which will be done numerically by the MoM using the Fourier series expansions.</a:t>
              </a:r>
              <a:endParaRPr lang="pt-BR"/>
            </a:p>
          </p:txBody>
        </p:sp>
        <p:sp>
          <p:nvSpPr>
            <p:cNvPr id="58" name="Seta: para a Direita Listrada 57">
              <a:extLst>
                <a:ext uri="{FF2B5EF4-FFF2-40B4-BE49-F238E27FC236}">
                  <a16:creationId xmlns:a16="http://schemas.microsoft.com/office/drawing/2014/main" id="{083C315A-3BF7-4F69-C2F4-35E564A4B9FC}"/>
                </a:ext>
              </a:extLst>
            </p:cNvPr>
            <p:cNvSpPr/>
            <p:nvPr/>
          </p:nvSpPr>
          <p:spPr>
            <a:xfrm>
              <a:off x="6240016" y="3694733"/>
              <a:ext cx="594066" cy="322053"/>
            </a:xfrm>
            <a:prstGeom prst="stripedRightArrow">
              <a:avLst>
                <a:gd name="adj1" fmla="val 55567"/>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0" name="CaixaDeTexto 59">
                <a:extLst>
                  <a:ext uri="{FF2B5EF4-FFF2-40B4-BE49-F238E27FC236}">
                    <a16:creationId xmlns:a16="http://schemas.microsoft.com/office/drawing/2014/main" id="{BAFC1A89-B747-BA6C-AE26-BE7AE41FEF49}"/>
                  </a:ext>
                </a:extLst>
              </p:cNvPr>
              <p:cNvSpPr txBox="1"/>
              <p:nvPr/>
            </p:nvSpPr>
            <p:spPr>
              <a:xfrm>
                <a:off x="1055489" y="4473116"/>
                <a:ext cx="5616575" cy="79156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a:rPr lang="pt-BR" i="1">
                              <a:latin typeface="Cambria Math" panose="02040503050406030204" pitchFamily="18" charset="0"/>
                            </a:rPr>
                            <m:t>𝒜</m:t>
                          </m:r>
                        </m:e>
                        <m:sub>
                          <m:r>
                            <a:rPr lang="pt-BR" i="1">
                              <a:latin typeface="Cambria Math" panose="02040503050406030204" pitchFamily="18" charset="0"/>
                            </a:rPr>
                            <m:t>𝑧</m:t>
                          </m:r>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m:t>
                          </m:r>
                        </m:sup>
                      </m:sSubSup>
                      <m:r>
                        <a:rPr lang="pt-BR">
                          <a:latin typeface="Cambria Math" panose="02040503050406030204" pitchFamily="18" charset="0"/>
                        </a:rPr>
                        <m:t>=</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nary>
                        <m:naryPr>
                          <m:chr m:val="∑"/>
                          <m:ctrlPr>
                            <a:rPr lang="pt-BR" i="1">
                              <a:latin typeface="Cambria Math" panose="02040503050406030204" pitchFamily="18" charset="0"/>
                            </a:rPr>
                          </m:ctrlPr>
                        </m:naryPr>
                        <m:sub>
                          <m:r>
                            <a:rPr lang="pt-BR" b="0" i="1" smtClean="0">
                              <a:latin typeface="Cambria Math" panose="02040503050406030204" pitchFamily="18" charset="0"/>
                            </a:rPr>
                            <m:t>𝑞</m:t>
                          </m:r>
                          <m:r>
                            <a:rPr lang="pt-BR" i="1">
                              <a:latin typeface="Cambria Math" panose="02040503050406030204" pitchFamily="18" charset="0"/>
                            </a:rPr>
                            <m:t>=</m:t>
                          </m:r>
                          <m:r>
                            <a:rPr lang="pt-BR" b="0" i="1" smtClean="0">
                              <a:latin typeface="Cambria Math" panose="02040503050406030204" pitchFamily="18" charset="0"/>
                            </a:rPr>
                            <m:t>1</m:t>
                          </m:r>
                        </m:sub>
                        <m:sup>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sup>
                        <m:e>
                          <m:nary>
                            <m:naryPr>
                              <m:ctrlPr>
                                <a:rPr lang="pt-BR" i="1">
                                  <a:latin typeface="Cambria Math" panose="02040503050406030204" pitchFamily="18" charset="0"/>
                                </a:rPr>
                              </m:ctrlPr>
                            </m:naryPr>
                            <m:sub>
                              <m:r>
                                <m:rPr>
                                  <m:brk m:alnAt="23"/>
                                </m:rPr>
                                <a:rPr lang="pt-BR" i="1">
                                  <a:latin typeface="Cambria Math" panose="02040503050406030204" pitchFamily="18" charset="0"/>
                                </a:rPr>
                                <m:t>0</m:t>
                              </m:r>
                            </m:sub>
                            <m:sup>
                              <m:r>
                                <a:rPr lang="pt-BR" i="1">
                                  <a:latin typeface="Cambria Math" panose="02040503050406030204" pitchFamily="18" charset="0"/>
                                </a:rPr>
                                <m:t>2</m:t>
                              </m:r>
                              <m:r>
                                <a:rPr lang="pt-BR" i="1">
                                  <a:latin typeface="Cambria Math" panose="02040503050406030204" pitchFamily="18" charset="0"/>
                                </a:rPr>
                                <m:t>𝜋</m:t>
                              </m:r>
                            </m:sup>
                            <m:e>
                              <m:sSubSup>
                                <m:sSubSupPr>
                                  <m:ctrlPr>
                                    <a:rPr lang="pt-BR" i="1">
                                      <a:latin typeface="Cambria Math" panose="02040503050406030204" pitchFamily="18" charset="0"/>
                                    </a:rPr>
                                  </m:ctrlPr>
                                </m:sSubSupPr>
                                <m:e>
                                  <m:r>
                                    <a:rPr lang="pt-BR" i="1">
                                      <a:latin typeface="Cambria Math" panose="02040503050406030204" pitchFamily="18" charset="0"/>
                                    </a:rPr>
                                    <m:t>𝐽</m:t>
                                  </m:r>
                                </m:e>
                                <m:sub>
                                  <m:r>
                                    <a:rPr lang="pt-BR" i="1">
                                      <a:latin typeface="Cambria Math" panose="02040503050406030204" pitchFamily="18" charset="0"/>
                                    </a:rPr>
                                    <m:t>𝑠</m:t>
                                  </m:r>
                                </m:sub>
                                <m:sup>
                                  <m:d>
                                    <m:dPr>
                                      <m:ctrlPr>
                                        <a:rPr lang="pt-BR" i="1">
                                          <a:latin typeface="Cambria Math" panose="02040503050406030204" pitchFamily="18" charset="0"/>
                                        </a:rPr>
                                      </m:ctrlPr>
                                    </m:dPr>
                                    <m:e>
                                      <m:r>
                                        <a:rPr lang="pt-BR" b="0" i="1" smtClean="0">
                                          <a:latin typeface="Cambria Math" panose="02040503050406030204" pitchFamily="18" charset="0"/>
                                        </a:rPr>
                                        <m:t>𝑞</m:t>
                                      </m:r>
                                    </m:e>
                                  </m:d>
                                </m:sup>
                              </m:sSub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𝑞</m:t>
                                      </m:r>
                                    </m:sub>
                                    <m:sup>
                                      <m:r>
                                        <a:rPr lang="pt-BR" i="1">
                                          <a:latin typeface="Cambria Math" panose="02040503050406030204" pitchFamily="18" charset="0"/>
                                        </a:rPr>
                                        <m:t>′</m:t>
                                      </m:r>
                                    </m:sup>
                                  </m:sSubSup>
                                </m:e>
                              </m:d>
                            </m:e>
                          </m:nary>
                          <m:r>
                            <a:rPr lang="pt-BR" b="0" i="1" smtClean="0">
                              <a:latin typeface="Cambria Math" panose="02040503050406030204" pitchFamily="18" charset="0"/>
                              <a:ea typeface="Cambria Math" panose="02040503050406030204" pitchFamily="18" charset="0"/>
                            </a:rPr>
                            <m:t>𝐺</m:t>
                          </m:r>
                          <m:d>
                            <m:dPr>
                              <m:begChr m:val="["/>
                              <m:endChr m:val="]"/>
                              <m:ctrlPr>
                                <a:rPr lang="pt-BR" i="1">
                                  <a:latin typeface="Cambria Math" panose="02040503050406030204" pitchFamily="18" charset="0"/>
                                  <a:ea typeface="Cambria Math" panose="02040503050406030204" pitchFamily="18" charset="0"/>
                                </a:rPr>
                              </m:ctrlPr>
                            </m:dPr>
                            <m:e>
                              <m:sSub>
                                <m:sSubPr>
                                  <m:ctrlPr>
                                    <a:rPr lang="pt-BR" b="1" i="1" smtClean="0">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b="0" i="1" smtClean="0">
                                      <a:latin typeface="Cambria Math" panose="02040503050406030204" pitchFamily="18" charset="0"/>
                                      <a:ea typeface="Cambria Math" panose="02040503050406030204" pitchFamily="18" charset="0"/>
                                    </a:rPr>
                                    <m:t>𝑝</m:t>
                                  </m:r>
                                </m:sub>
                              </m:sSub>
                              <m:r>
                                <a:rPr lang="pt-BR" b="1" i="1" smtClean="0">
                                  <a:latin typeface="Cambria Math" panose="02040503050406030204" pitchFamily="18" charset="0"/>
                                  <a:ea typeface="Cambria Math" panose="02040503050406030204" pitchFamily="18" charset="0"/>
                                </a:rPr>
                                <m:t>(</m:t>
                              </m:r>
                              <m:sSub>
                                <m:sSubPr>
                                  <m:ctrlPr>
                                    <a:rPr lang="pt-BR" b="0" i="1" smtClean="0">
                                      <a:latin typeface="Cambria Math" panose="02040503050406030204" pitchFamily="18" charset="0"/>
                                      <a:ea typeface="Cambria Math" panose="02040503050406030204" pitchFamily="18" charset="0"/>
                                    </a:rPr>
                                  </m:ctrlPr>
                                </m:sSubPr>
                                <m:e>
                                  <m:r>
                                    <a:rPr lang="pt-BR" b="0" i="1" smtClean="0">
                                      <a:latin typeface="Cambria Math" panose="02040503050406030204" pitchFamily="18" charset="0"/>
                                      <a:ea typeface="Cambria Math" panose="02040503050406030204" pitchFamily="18" charset="0"/>
                                    </a:rPr>
                                    <m:t>𝜃</m:t>
                                  </m:r>
                                </m:e>
                                <m:sub>
                                  <m:r>
                                    <a:rPr lang="pt-BR" b="0" i="1" smtClean="0">
                                      <a:latin typeface="Cambria Math" panose="02040503050406030204" pitchFamily="18" charset="0"/>
                                      <a:ea typeface="Cambria Math" panose="02040503050406030204" pitchFamily="18" charset="0"/>
                                    </a:rPr>
                                    <m:t>𝑝</m:t>
                                  </m:r>
                                </m:sub>
                              </m:sSub>
                              <m:r>
                                <a:rPr lang="pt-BR" b="1" i="1" smtClean="0">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b="0" i="1" smtClean="0">
                                      <a:latin typeface="Cambria Math" panose="02040503050406030204" pitchFamily="18" charset="0"/>
                                      <a:ea typeface="Cambria Math" panose="02040503050406030204" pitchFamily="18" charset="0"/>
                                    </a:rPr>
                                    <m:t>𝑞</m:t>
                                  </m:r>
                                </m:sub>
                              </m:sSub>
                              <m:r>
                                <a:rPr lang="pt-BR" b="1" i="1">
                                  <a:latin typeface="Cambria Math" panose="02040503050406030204" pitchFamily="18" charset="0"/>
                                  <a:ea typeface="Cambria Math" panose="02040503050406030204" pitchFamily="18" charset="0"/>
                                </a:rPr>
                                <m:t>(</m:t>
                              </m:r>
                              <m:sSubSup>
                                <m:sSubSupPr>
                                  <m:ctrlPr>
                                    <a:rPr lang="pt-BR" b="1" i="1" smtClean="0">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𝜃</m:t>
                                  </m:r>
                                </m:e>
                                <m:sub>
                                  <m:r>
                                    <a:rPr lang="pt-BR" b="0" i="1" smtClean="0">
                                      <a:latin typeface="Cambria Math" panose="02040503050406030204" pitchFamily="18" charset="0"/>
                                      <a:ea typeface="Cambria Math" panose="02040503050406030204" pitchFamily="18" charset="0"/>
                                    </a:rPr>
                                    <m:t>𝑞</m:t>
                                  </m:r>
                                </m:sub>
                                <m:sup>
                                  <m:r>
                                    <a:rPr lang="pt-BR" b="1" i="1" smtClean="0">
                                      <a:latin typeface="Cambria Math" panose="02040503050406030204" pitchFamily="18" charset="0"/>
                                      <a:ea typeface="Cambria Math" panose="02040503050406030204" pitchFamily="18" charset="0"/>
                                    </a:rPr>
                                    <m:t>′</m:t>
                                  </m:r>
                                </m:sup>
                              </m:sSubSup>
                              <m:r>
                                <a:rPr lang="pt-BR" b="1" i="1">
                                  <a:latin typeface="Cambria Math" panose="02040503050406030204" pitchFamily="18" charset="0"/>
                                  <a:ea typeface="Cambria Math" panose="02040503050406030204" pitchFamily="18" charset="0"/>
                                </a:rPr>
                                <m:t>)</m:t>
                              </m:r>
                            </m:e>
                          </m:d>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𝑞</m:t>
                              </m:r>
                            </m:sub>
                          </m:sSub>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𝑞</m:t>
                              </m:r>
                            </m:sub>
                            <m:sup>
                              <m:r>
                                <a:rPr lang="pt-BR" i="1">
                                  <a:latin typeface="Cambria Math" panose="02040503050406030204" pitchFamily="18" charset="0"/>
                                </a:rPr>
                                <m:t>′</m:t>
                              </m:r>
                            </m:sup>
                          </m:sSubSup>
                        </m:e>
                      </m:nary>
                    </m:oMath>
                  </m:oMathPara>
                </a14:m>
                <a:endParaRPr lang="en-US"/>
              </a:p>
            </p:txBody>
          </p:sp>
        </mc:Choice>
        <mc:Fallback xmlns="">
          <p:sp>
            <p:nvSpPr>
              <p:cNvPr id="60" name="CaixaDeTexto 59">
                <a:extLst>
                  <a:ext uri="{FF2B5EF4-FFF2-40B4-BE49-F238E27FC236}">
                    <a16:creationId xmlns:a16="http://schemas.microsoft.com/office/drawing/2014/main" id="{BAFC1A89-B747-BA6C-AE26-BE7AE41FEF49}"/>
                  </a:ext>
                </a:extLst>
              </p:cNvPr>
              <p:cNvSpPr txBox="1">
                <a:spLocks noRot="1" noChangeAspect="1" noMove="1" noResize="1" noEditPoints="1" noAdjustHandles="1" noChangeArrowheads="1" noChangeShapeType="1" noTextEdit="1"/>
              </p:cNvSpPr>
              <p:nvPr/>
            </p:nvSpPr>
            <p:spPr>
              <a:xfrm>
                <a:off x="1055489" y="4473116"/>
                <a:ext cx="5616575" cy="791563"/>
              </a:xfrm>
              <a:prstGeom prst="rect">
                <a:avLst/>
              </a:prstGeom>
              <a:blipFill>
                <a:blip r:embed="rId8"/>
                <a:stretch>
                  <a:fillRect/>
                </a:stretch>
              </a:blipFill>
            </p:spPr>
            <p:txBody>
              <a:bodyPr/>
              <a:lstStyle/>
              <a:p>
                <a:r>
                  <a:rPr lang="pt-BR">
                    <a:noFill/>
                  </a:rPr>
                  <a:t> </a:t>
                </a:r>
              </a:p>
            </p:txBody>
          </p:sp>
        </mc:Fallback>
      </mc:AlternateContent>
      <p:grpSp>
        <p:nvGrpSpPr>
          <p:cNvPr id="10" name="Agrupar 9">
            <a:extLst>
              <a:ext uri="{FF2B5EF4-FFF2-40B4-BE49-F238E27FC236}">
                <a16:creationId xmlns:a16="http://schemas.microsoft.com/office/drawing/2014/main" id="{A0AD6854-6CB6-FEA5-222C-F65F0E764922}"/>
              </a:ext>
            </a:extLst>
          </p:cNvPr>
          <p:cNvGrpSpPr/>
          <p:nvPr/>
        </p:nvGrpSpPr>
        <p:grpSpPr>
          <a:xfrm>
            <a:off x="479424" y="2060848"/>
            <a:ext cx="10837912" cy="1489722"/>
            <a:chOff x="479376" y="2749936"/>
            <a:chExt cx="10837912" cy="1489722"/>
          </a:xfrm>
        </p:grpSpPr>
        <mc:AlternateContent xmlns:mc="http://schemas.openxmlformats.org/markup-compatibility/2006" xmlns:a14="http://schemas.microsoft.com/office/drawing/2010/main">
          <mc:Choice Requires="a14">
            <p:sp>
              <p:nvSpPr>
                <p:cNvPr id="41" name="CaixaDeTexto 40">
                  <a:extLst>
                    <a:ext uri="{FF2B5EF4-FFF2-40B4-BE49-F238E27FC236}">
                      <a16:creationId xmlns:a16="http://schemas.microsoft.com/office/drawing/2014/main" id="{D4455AD6-940A-835D-90BA-9BF3620BADF0}"/>
                    </a:ext>
                  </a:extLst>
                </p:cNvPr>
                <p:cNvSpPr txBox="1"/>
                <p:nvPr/>
              </p:nvSpPr>
              <p:spPr>
                <a:xfrm>
                  <a:off x="479376" y="2749936"/>
                  <a:ext cx="10837912" cy="357534"/>
                </a:xfrm>
                <a:prstGeom prst="rect">
                  <a:avLst/>
                </a:prstGeom>
                <a:noFill/>
              </p:spPr>
              <p:txBody>
                <a:bodyPr wrap="square">
                  <a:spAutoFit/>
                </a:bodyPr>
                <a:lstStyle>
                  <a:defPPr>
                    <a:defRPr lang="pt-BR"/>
                  </a:defPPr>
                  <a:lvl1pPr>
                    <a:defRPr sz="1600"/>
                  </a:lvl1pPr>
                </a:lstStyle>
                <a:p>
                  <a:r>
                    <a:rPr lang="en-US"/>
                    <a:t>Relating the potential drop </a:t>
                  </a:r>
                  <a14:m>
                    <m:oMath xmlns:m="http://schemas.openxmlformats.org/officeDocument/2006/math">
                      <m:r>
                        <a:rPr lang="en-US" i="1" smtClean="0">
                          <a:latin typeface="Cambria Math" panose="02040503050406030204" pitchFamily="18" charset="0"/>
                        </a:rPr>
                        <m:t>𝜕</m:t>
                      </m:r>
                      <m:sSub>
                        <m:sSubPr>
                          <m:ctrlPr>
                            <a:rPr lang="pt-BR" b="0" i="1" smtClean="0">
                              <a:latin typeface="Cambria Math" panose="02040503050406030204" pitchFamily="18" charset="0"/>
                            </a:rPr>
                          </m:ctrlPr>
                        </m:sSubPr>
                        <m:e>
                          <m:r>
                            <a:rPr lang="en-US" i="1" smtClean="0">
                              <a:latin typeface="Cambria Math" panose="02040503050406030204" pitchFamily="18" charset="0"/>
                            </a:rPr>
                            <m:t>𝑉</m:t>
                          </m:r>
                        </m:e>
                        <m:sub>
                          <m:r>
                            <a:rPr lang="en-US" i="1" smtClean="0">
                              <a:latin typeface="Cambria Math" panose="02040503050406030204" pitchFamily="18" charset="0"/>
                            </a:rPr>
                            <m:t>𝑝</m:t>
                          </m:r>
                        </m:sub>
                      </m:sSub>
                      <m:r>
                        <a:rPr lang="en-US" i="1" smtClean="0">
                          <a:latin typeface="Cambria Math" panose="02040503050406030204" pitchFamily="18" charset="0"/>
                        </a:rPr>
                        <m:t>/</m:t>
                      </m:r>
                      <m:r>
                        <a:rPr lang="en-US" i="1" smtClean="0">
                          <a:latin typeface="Cambria Math" panose="02040503050406030204" pitchFamily="18" charset="0"/>
                        </a:rPr>
                        <m:t>𝜕</m:t>
                      </m:r>
                      <m:r>
                        <a:rPr lang="en-US" i="1" smtClean="0">
                          <a:latin typeface="Cambria Math" panose="02040503050406030204" pitchFamily="18" charset="0"/>
                        </a:rPr>
                        <m:t>𝑧</m:t>
                      </m:r>
                    </m:oMath>
                  </a14:m>
                  <a:r>
                    <a:rPr lang="en-US"/>
                    <a:t> to the p.u.l. impedance parameters through the Telegrapher’s equation:</a:t>
                  </a:r>
                  <a:endParaRPr lang="pt-BR"/>
                </a:p>
              </p:txBody>
            </p:sp>
          </mc:Choice>
          <mc:Fallback xmlns="">
            <p:sp>
              <p:nvSpPr>
                <p:cNvPr id="41" name="CaixaDeTexto 40">
                  <a:extLst>
                    <a:ext uri="{FF2B5EF4-FFF2-40B4-BE49-F238E27FC236}">
                      <a16:creationId xmlns:a16="http://schemas.microsoft.com/office/drawing/2014/main" id="{D4455AD6-940A-835D-90BA-9BF3620BADF0}"/>
                    </a:ext>
                  </a:extLst>
                </p:cNvPr>
                <p:cNvSpPr txBox="1">
                  <a:spLocks noRot="1" noChangeAspect="1" noMove="1" noResize="1" noEditPoints="1" noAdjustHandles="1" noChangeArrowheads="1" noChangeShapeType="1" noTextEdit="1"/>
                </p:cNvSpPr>
                <p:nvPr/>
              </p:nvSpPr>
              <p:spPr>
                <a:xfrm>
                  <a:off x="479376" y="2749936"/>
                  <a:ext cx="10837912" cy="357534"/>
                </a:xfrm>
                <a:prstGeom prst="rect">
                  <a:avLst/>
                </a:prstGeom>
                <a:blipFill>
                  <a:blip r:embed="rId9"/>
                  <a:stretch>
                    <a:fillRect l="-337" t="-3390" b="-1694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6" name="CaixaDeTexto 45">
                  <a:extLst>
                    <a:ext uri="{FF2B5EF4-FFF2-40B4-BE49-F238E27FC236}">
                      <a16:creationId xmlns:a16="http://schemas.microsoft.com/office/drawing/2014/main" id="{6CE3F873-CFD4-78FC-4F2E-CB254F51C454}"/>
                    </a:ext>
                  </a:extLst>
                </p:cNvPr>
                <p:cNvSpPr txBox="1"/>
                <p:nvPr/>
              </p:nvSpPr>
              <p:spPr>
                <a:xfrm>
                  <a:off x="947427" y="3429525"/>
                  <a:ext cx="4603347" cy="79156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m:rPr>
                                <m:sty m:val="p"/>
                              </m:rPr>
                              <a:rPr lang="pt-BR">
                                <a:latin typeface="Cambria Math" panose="02040503050406030204" pitchFamily="18" charset="0"/>
                              </a:rPr>
                              <m:t>E</m:t>
                            </m:r>
                          </m:e>
                          <m:sub>
                            <m:r>
                              <m:rPr>
                                <m:sty m:val="p"/>
                              </m:rPr>
                              <a:rPr lang="pt-BR">
                                <a:latin typeface="Cambria Math" panose="02040503050406030204" pitchFamily="18" charset="0"/>
                              </a:rPr>
                              <m:t>z</m:t>
                            </m:r>
                          </m:sub>
                          <m:sup>
                            <m:d>
                              <m:dPr>
                                <m:ctrlPr>
                                  <a:rPr lang="pt-BR" i="1">
                                    <a:latin typeface="Cambria Math" panose="02040503050406030204" pitchFamily="18" charset="0"/>
                                  </a:rPr>
                                </m:ctrlPr>
                              </m:dPr>
                              <m:e>
                                <m:r>
                                  <a:rPr lang="pt-BR" i="1">
                                    <a:latin typeface="Cambria Math" panose="02040503050406030204" pitchFamily="18" charset="0"/>
                                  </a:rPr>
                                  <m:t>𝑝</m:t>
                                </m:r>
                              </m:e>
                            </m:d>
                          </m:sup>
                        </m:sSubSup>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𝜃</m:t>
                                </m:r>
                              </m:e>
                              <m:sub>
                                <m:r>
                                  <a:rPr lang="pt-BR" i="1">
                                    <a:latin typeface="Cambria Math" panose="02040503050406030204" pitchFamily="18" charset="0"/>
                                  </a:rPr>
                                  <m:t>𝑝</m:t>
                                </m:r>
                              </m:sub>
                            </m:sSub>
                          </m:e>
                        </m:d>
                        <m:r>
                          <a:rPr lang="pt-BR">
                            <a:latin typeface="Cambria Math" panose="02040503050406030204" pitchFamily="18" charset="0"/>
                          </a:rPr>
                          <m:t>=</m:t>
                        </m:r>
                        <m:r>
                          <a:rPr lang="pt-BR" b="0" i="1" smtClean="0">
                            <a:latin typeface="Cambria Math" panose="02040503050406030204" pitchFamily="18" charset="0"/>
                          </a:rPr>
                          <m:t>−</m:t>
                        </m:r>
                        <m:r>
                          <a:rPr lang="pt-BR" b="0" i="1" smtClean="0">
                            <a:latin typeface="Cambria Math" panose="02040503050406030204" pitchFamily="18" charset="0"/>
                          </a:rPr>
                          <m:t>𝑗</m:t>
                        </m:r>
                        <m:r>
                          <a:rPr lang="pt-BR" b="0" i="1" smtClean="0">
                            <a:latin typeface="Cambria Math" panose="02040503050406030204" pitchFamily="18" charset="0"/>
                          </a:rPr>
                          <m:t>𝜔</m:t>
                        </m:r>
                        <m:sSubSup>
                          <m:sSubSupPr>
                            <m:ctrlPr>
                              <a:rPr lang="pt-BR" i="1">
                                <a:latin typeface="Cambria Math" panose="02040503050406030204" pitchFamily="18" charset="0"/>
                              </a:rPr>
                            </m:ctrlPr>
                          </m:sSubSupPr>
                          <m:e>
                            <m:r>
                              <a:rPr lang="pt-BR" i="1">
                                <a:latin typeface="Cambria Math" panose="02040503050406030204" pitchFamily="18" charset="0"/>
                              </a:rPr>
                              <m:t>𝒜</m:t>
                            </m:r>
                          </m:e>
                          <m:sub>
                            <m:r>
                              <a:rPr lang="pt-BR" i="1">
                                <a:latin typeface="Cambria Math" panose="02040503050406030204" pitchFamily="18" charset="0"/>
                              </a:rPr>
                              <m:t>𝑧</m:t>
                            </m:r>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m:t>
                            </m:r>
                          </m:sup>
                        </m:sSubSup>
                        <m:r>
                          <a:rPr lang="pt-BR" b="0" i="1" smtClean="0">
                            <a:latin typeface="Cambria Math" panose="02040503050406030204" pitchFamily="18" charset="0"/>
                          </a:rPr>
                          <m:t>+</m:t>
                        </m:r>
                        <m:nary>
                          <m:naryPr>
                            <m:chr m:val="∑"/>
                            <m:ctrlPr>
                              <a:rPr lang="pt-BR" i="1">
                                <a:latin typeface="Cambria Math" panose="02040503050406030204" pitchFamily="18" charset="0"/>
                              </a:rPr>
                            </m:ctrlPr>
                          </m:naryPr>
                          <m:sub>
                            <m:r>
                              <a:rPr lang="pt-BR" b="0" i="1" smtClean="0">
                                <a:latin typeface="Cambria Math" panose="02040503050406030204" pitchFamily="18" charset="0"/>
                              </a:rPr>
                              <m:t>𝑞</m:t>
                            </m:r>
                            <m:r>
                              <a:rPr lang="pt-BR" i="1">
                                <a:latin typeface="Cambria Math" panose="02040503050406030204" pitchFamily="18" charset="0"/>
                              </a:rPr>
                              <m:t>=</m:t>
                            </m:r>
                            <m:r>
                              <a:rPr lang="pt-BR" b="0" i="1" smtClean="0">
                                <a:latin typeface="Cambria Math" panose="02040503050406030204" pitchFamily="18" charset="0"/>
                              </a:rPr>
                              <m:t>1</m:t>
                            </m:r>
                          </m:sub>
                          <m:sup>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sup>
                          <m:e>
                            <m:d>
                              <m:dPr>
                                <m:begChr m:val="["/>
                                <m:endChr m:val="]"/>
                                <m:ctrlPr>
                                  <a:rPr lang="pt-BR" i="1">
                                    <a:latin typeface="Cambria Math" panose="02040503050406030204" pitchFamily="18" charset="0"/>
                                    <a:cs typeface="Arial" panose="020B0604020202020204" pitchFamily="34" charset="0"/>
                                  </a:rPr>
                                </m:ctrlPr>
                              </m:dPr>
                              <m:e>
                                <m:sSub>
                                  <m:sSubPr>
                                    <m:ctrlPr>
                                      <a:rPr lang="pt-BR" b="1"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𝑹</m:t>
                                    </m:r>
                                  </m:e>
                                  <m:sub>
                                    <m:r>
                                      <a:rPr lang="pt-BR" b="0" i="1" smtClean="0">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r>
                                  <a:rPr lang="pt-BR" i="1">
                                    <a:latin typeface="Cambria Math" panose="02040503050406030204" pitchFamily="18" charset="0"/>
                                    <a:cs typeface="Arial" panose="020B0604020202020204" pitchFamily="34" charset="0"/>
                                  </a:rPr>
                                  <m:t>+</m:t>
                                </m:r>
                                <m:r>
                                  <a:rPr lang="pt-BR" i="1">
                                    <a:latin typeface="Cambria Math" panose="02040503050406030204" pitchFamily="18" charset="0"/>
                                    <a:cs typeface="Arial" panose="020B0604020202020204" pitchFamily="34" charset="0"/>
                                  </a:rPr>
                                  <m:t>𝑗</m:t>
                                </m:r>
                                <m:r>
                                  <a:rPr lang="pt-BR" i="1">
                                    <a:latin typeface="Cambria Math" panose="02040503050406030204" pitchFamily="18" charset="0"/>
                                    <a:cs typeface="Arial" panose="020B0604020202020204" pitchFamily="34" charset="0"/>
                                  </a:rPr>
                                  <m:t>𝜔</m:t>
                                </m:r>
                                <m:sSub>
                                  <m:sSubPr>
                                    <m:ctrlPr>
                                      <a:rPr lang="pt-BR" b="0"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𝑳</m:t>
                                    </m:r>
                                  </m:e>
                                  <m:sub>
                                    <m:r>
                                      <a:rPr lang="pt-BR" i="1">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e>
                            </m:d>
                            <m:sSub>
                              <m:sSubPr>
                                <m:ctrlPr>
                                  <a:rPr lang="pt-BR" b="0" i="1" smtClean="0">
                                    <a:latin typeface="Cambria Math" panose="02040503050406030204" pitchFamily="18" charset="0"/>
                                    <a:cs typeface="Arial" panose="020B0604020202020204" pitchFamily="34" charset="0"/>
                                  </a:rPr>
                                </m:ctrlPr>
                              </m:sSubPr>
                              <m:e>
                                <m:r>
                                  <a:rPr lang="pt-BR" b="0" i="1">
                                    <a:latin typeface="Cambria Math" panose="02040503050406030204" pitchFamily="18" charset="0"/>
                                    <a:cs typeface="Arial" panose="020B0604020202020204" pitchFamily="34" charset="0"/>
                                  </a:rPr>
                                  <m:t>𝐼</m:t>
                                </m:r>
                              </m:e>
                              <m:sub>
                                <m:r>
                                  <a:rPr lang="pt-BR" b="0" i="1" smtClean="0">
                                    <a:latin typeface="Cambria Math" panose="02040503050406030204" pitchFamily="18" charset="0"/>
                                    <a:cs typeface="Arial" panose="020B0604020202020204" pitchFamily="34" charset="0"/>
                                  </a:rPr>
                                  <m:t>𝑞</m:t>
                                </m:r>
                              </m:sub>
                            </m:sSub>
                          </m:e>
                        </m:nary>
                      </m:oMath>
                    </m:oMathPara>
                  </a14:m>
                  <a:endParaRPr lang="en-US"/>
                </a:p>
              </p:txBody>
            </p:sp>
          </mc:Choice>
          <mc:Fallback xmlns="">
            <p:sp>
              <p:nvSpPr>
                <p:cNvPr id="46" name="CaixaDeTexto 45">
                  <a:extLst>
                    <a:ext uri="{FF2B5EF4-FFF2-40B4-BE49-F238E27FC236}">
                      <a16:creationId xmlns:a16="http://schemas.microsoft.com/office/drawing/2014/main" id="{6CE3F873-CFD4-78FC-4F2E-CB254F51C454}"/>
                    </a:ext>
                  </a:extLst>
                </p:cNvPr>
                <p:cNvSpPr txBox="1">
                  <a:spLocks noRot="1" noChangeAspect="1" noMove="1" noResize="1" noEditPoints="1" noAdjustHandles="1" noChangeArrowheads="1" noChangeShapeType="1" noTextEdit="1"/>
                </p:cNvSpPr>
                <p:nvPr/>
              </p:nvSpPr>
              <p:spPr>
                <a:xfrm>
                  <a:off x="947427" y="3429525"/>
                  <a:ext cx="4603347" cy="791563"/>
                </a:xfrm>
                <a:prstGeom prst="rect">
                  <a:avLst/>
                </a:prstGeom>
                <a:blipFill>
                  <a:blip r:embed="rId10"/>
                  <a:stretch>
                    <a:fillRect/>
                  </a:stretch>
                </a:blipFill>
              </p:spPr>
              <p:txBody>
                <a:bodyPr/>
                <a:lstStyle/>
                <a:p>
                  <a:r>
                    <a:rPr lang="pt-BR">
                      <a:noFill/>
                    </a:rPr>
                    <a:t> </a:t>
                  </a:r>
                </a:p>
              </p:txBody>
            </p:sp>
          </mc:Fallback>
        </mc:AlternateContent>
        <p:sp>
          <p:nvSpPr>
            <p:cNvPr id="52" name="Retângulo: Cantos Arredondados 51">
              <a:extLst>
                <a:ext uri="{FF2B5EF4-FFF2-40B4-BE49-F238E27FC236}">
                  <a16:creationId xmlns:a16="http://schemas.microsoft.com/office/drawing/2014/main" id="{8D68BDB9-6218-01C7-DCF0-ABD8AB5002F4}"/>
                </a:ext>
              </a:extLst>
            </p:cNvPr>
            <p:cNvSpPr/>
            <p:nvPr/>
          </p:nvSpPr>
          <p:spPr>
            <a:xfrm>
              <a:off x="947428" y="3410432"/>
              <a:ext cx="4610428" cy="829226"/>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ECEB0223-961C-9ED0-FE6E-DB237DC6B2CE}"/>
                    </a:ext>
                  </a:extLst>
                </p:cNvPr>
                <p:cNvSpPr txBox="1"/>
                <p:nvPr/>
              </p:nvSpPr>
              <p:spPr>
                <a:xfrm>
                  <a:off x="5701921" y="3675673"/>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8)</m:t>
                        </m:r>
                      </m:oMath>
                    </m:oMathPara>
                  </a14:m>
                  <a:endParaRPr lang="en-US" sz="1200"/>
                </a:p>
              </p:txBody>
            </p:sp>
          </mc:Choice>
          <mc:Fallback xmlns="">
            <p:sp>
              <p:nvSpPr>
                <p:cNvPr id="3" name="CaixaDeTexto 2">
                  <a:extLst>
                    <a:ext uri="{FF2B5EF4-FFF2-40B4-BE49-F238E27FC236}">
                      <a16:creationId xmlns:a16="http://schemas.microsoft.com/office/drawing/2014/main" id="{ECEB0223-961C-9ED0-FE6E-DB237DC6B2CE}"/>
                    </a:ext>
                  </a:extLst>
                </p:cNvPr>
                <p:cNvSpPr txBox="1">
                  <a:spLocks noRot="1" noChangeAspect="1" noMove="1" noResize="1" noEditPoints="1" noAdjustHandles="1" noChangeArrowheads="1" noChangeShapeType="1" noTextEdit="1"/>
                </p:cNvSpPr>
                <p:nvPr/>
              </p:nvSpPr>
              <p:spPr>
                <a:xfrm>
                  <a:off x="5701921" y="3675673"/>
                  <a:ext cx="468052" cy="276999"/>
                </a:xfrm>
                <a:prstGeom prst="rect">
                  <a:avLst/>
                </a:prstGeom>
                <a:blipFill>
                  <a:blip r:embed="rId11"/>
                  <a:stretch>
                    <a:fillRect b="-8889"/>
                  </a:stretch>
                </a:blipFill>
              </p:spPr>
              <p:txBody>
                <a:bodyPr/>
                <a:lstStyle/>
                <a:p>
                  <a:r>
                    <a:rPr lang="pt-BR">
                      <a:noFill/>
                    </a:rPr>
                    <a:t> </a:t>
                  </a:r>
                </a:p>
              </p:txBody>
            </p:sp>
          </mc:Fallback>
        </mc:AlternateContent>
      </p:grpSp>
    </p:spTree>
    <p:extLst>
      <p:ext uri="{BB962C8B-B14F-4D97-AF65-F5344CB8AC3E}">
        <p14:creationId xmlns:p14="http://schemas.microsoft.com/office/powerpoint/2010/main" val="1493695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6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17</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Discrete Green’s Function</a:t>
            </a:r>
            <a:endParaRPr lang="pt-BR" sz="2000">
              <a:ln w="0"/>
              <a:effectLst>
                <a:outerShdw blurRad="38100" dist="19050" dir="2700000" algn="tl" rotWithShape="0">
                  <a:schemeClr val="dk1">
                    <a:alpha val="40000"/>
                  </a:schemeClr>
                </a:outerShdw>
              </a:effectLst>
            </a:endParaRP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70" name="CaixaDeTexto 69">
                <a:extLst>
                  <a:ext uri="{FF2B5EF4-FFF2-40B4-BE49-F238E27FC236}">
                    <a16:creationId xmlns:a16="http://schemas.microsoft.com/office/drawing/2014/main" id="{78B341C4-2B1A-F076-C254-B6068E0B7310}"/>
                  </a:ext>
                </a:extLst>
              </p:cNvPr>
              <p:cNvSpPr txBox="1"/>
              <p:nvPr/>
            </p:nvSpPr>
            <p:spPr>
              <a:xfrm>
                <a:off x="463028" y="1367912"/>
                <a:ext cx="10854260" cy="584775"/>
              </a:xfrm>
              <a:prstGeom prst="rect">
                <a:avLst/>
              </a:prstGeom>
              <a:noFill/>
            </p:spPr>
            <p:txBody>
              <a:bodyPr wrap="square">
                <a:spAutoFit/>
              </a:bodyPr>
              <a:lstStyle>
                <a:defPPr>
                  <a:defRPr lang="pt-BR"/>
                </a:defPPr>
                <a:lvl1pPr>
                  <a:defRPr sz="1600"/>
                </a:lvl1pPr>
              </a:lstStyle>
              <a:p>
                <a:r>
                  <a:rPr lang="en-US"/>
                  <a:t>Given an multiconductor cylindrical geometry, one can approximate the field and the current on the </a:t>
                </a:r>
                <a14:m>
                  <m:oMath xmlns:m="http://schemas.openxmlformats.org/officeDocument/2006/math">
                    <m:r>
                      <a:rPr lang="en-US" i="1" smtClean="0">
                        <a:latin typeface="Cambria Math" panose="02040503050406030204" pitchFamily="18" charset="0"/>
                      </a:rPr>
                      <m:t>𝑝</m:t>
                    </m:r>
                  </m:oMath>
                </a14:m>
                <a:r>
                  <a:rPr lang="en-US"/>
                  <a:t>-th surface conductor by means of a </a:t>
                </a:r>
                <a:r>
                  <a:rPr lang="en-US">
                    <a:solidFill>
                      <a:srgbClr val="002060"/>
                    </a:solidFill>
                  </a:rPr>
                  <a:t>truncated Fourier series</a:t>
                </a:r>
                <a:r>
                  <a:rPr lang="en-US"/>
                  <a:t>:</a:t>
                </a:r>
                <a:endParaRPr lang="pt-BR"/>
              </a:p>
            </p:txBody>
          </p:sp>
        </mc:Choice>
        <mc:Fallback xmlns="">
          <p:sp>
            <p:nvSpPr>
              <p:cNvPr id="70" name="CaixaDeTexto 69">
                <a:extLst>
                  <a:ext uri="{FF2B5EF4-FFF2-40B4-BE49-F238E27FC236}">
                    <a16:creationId xmlns:a16="http://schemas.microsoft.com/office/drawing/2014/main" id="{78B341C4-2B1A-F076-C254-B6068E0B7310}"/>
                  </a:ext>
                </a:extLst>
              </p:cNvPr>
              <p:cNvSpPr txBox="1">
                <a:spLocks noRot="1" noChangeAspect="1" noMove="1" noResize="1" noEditPoints="1" noAdjustHandles="1" noChangeArrowheads="1" noChangeShapeType="1" noTextEdit="1"/>
              </p:cNvSpPr>
              <p:nvPr/>
            </p:nvSpPr>
            <p:spPr>
              <a:xfrm>
                <a:off x="463028" y="1367912"/>
                <a:ext cx="10854260" cy="584775"/>
              </a:xfrm>
              <a:prstGeom prst="rect">
                <a:avLst/>
              </a:prstGeom>
              <a:blipFill>
                <a:blip r:embed="rId4"/>
                <a:stretch>
                  <a:fillRect l="-337" t="-3125" b="-125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A48A82B7-2AE7-1327-4758-03E3006072A0}"/>
                  </a:ext>
                </a:extLst>
              </p:cNvPr>
              <p:cNvSpPr txBox="1"/>
              <p:nvPr/>
            </p:nvSpPr>
            <p:spPr>
              <a:xfrm>
                <a:off x="491366" y="2133381"/>
                <a:ext cx="7908890" cy="79156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m:rPr>
                              <m:sty m:val="p"/>
                            </m:rPr>
                            <a:rPr lang="pt-BR">
                              <a:latin typeface="Cambria Math" panose="02040503050406030204" pitchFamily="18" charset="0"/>
                            </a:rPr>
                            <m:t>E</m:t>
                          </m:r>
                        </m:e>
                        <m:sub>
                          <m:r>
                            <m:rPr>
                              <m:sty m:val="p"/>
                            </m:rPr>
                            <a:rPr lang="pt-BR">
                              <a:latin typeface="Cambria Math" panose="02040503050406030204" pitchFamily="18" charset="0"/>
                            </a:rPr>
                            <m:t>z</m:t>
                          </m:r>
                        </m:sub>
                        <m:sup>
                          <m:d>
                            <m:dPr>
                              <m:ctrlPr>
                                <a:rPr lang="pt-BR" i="1">
                                  <a:latin typeface="Cambria Math" panose="02040503050406030204" pitchFamily="18" charset="0"/>
                                </a:rPr>
                              </m:ctrlPr>
                            </m:dPr>
                            <m:e>
                              <m:r>
                                <a:rPr lang="pt-BR" i="1">
                                  <a:latin typeface="Cambria Math" panose="02040503050406030204" pitchFamily="18" charset="0"/>
                                </a:rPr>
                                <m:t>𝑝</m:t>
                              </m:r>
                            </m:e>
                          </m:d>
                        </m:sup>
                      </m:sSubSup>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𝜃</m:t>
                              </m:r>
                            </m:e>
                            <m:sub>
                              <m:r>
                                <a:rPr lang="pt-BR" i="1">
                                  <a:latin typeface="Cambria Math" panose="02040503050406030204" pitchFamily="18" charset="0"/>
                                </a:rPr>
                                <m:t>𝑝</m:t>
                              </m:r>
                            </m:sub>
                          </m:sSub>
                        </m:e>
                      </m:d>
                      <m:r>
                        <a:rPr lang="pt-BR">
                          <a:latin typeface="Cambria Math" panose="02040503050406030204" pitchFamily="18" charset="0"/>
                        </a:rPr>
                        <m:t>=</m:t>
                      </m:r>
                      <m:r>
                        <a:rPr lang="pt-BR" i="1">
                          <a:latin typeface="Cambria Math" panose="02040503050406030204" pitchFamily="18" charset="0"/>
                        </a:rPr>
                        <m:t>𝑗</m:t>
                      </m:r>
                      <m:r>
                        <a:rPr lang="pt-BR" i="1">
                          <a:latin typeface="Cambria Math" panose="02040503050406030204" pitchFamily="18" charset="0"/>
                        </a:rPr>
                        <m:t>𝜔</m:t>
                      </m:r>
                      <m:sSub>
                        <m:sSubPr>
                          <m:ctrlPr>
                            <a:rPr lang="pt-BR" i="1">
                              <a:latin typeface="Cambria Math" panose="02040503050406030204" pitchFamily="18" charset="0"/>
                            </a:rPr>
                          </m:ctrlPr>
                        </m:sSubPr>
                        <m:e>
                          <m:r>
                            <a:rPr lang="pt-BR" i="1">
                              <a:latin typeface="Cambria Math" panose="02040503050406030204" pitchFamily="18" charset="0"/>
                            </a:rPr>
                            <m:t>𝜇</m:t>
                          </m:r>
                        </m:e>
                        <m:sub>
                          <m:r>
                            <a:rPr lang="pt-BR" i="1">
                              <a:latin typeface="Cambria Math" panose="02040503050406030204" pitchFamily="18" charset="0"/>
                            </a:rPr>
                            <m:t>0</m:t>
                          </m:r>
                        </m:sub>
                      </m:sSub>
                      <m:nary>
                        <m:naryPr>
                          <m:chr m:val="∑"/>
                          <m:ctrlPr>
                            <a:rPr lang="pt-BR" i="1">
                              <a:latin typeface="Cambria Math" panose="02040503050406030204" pitchFamily="18" charset="0"/>
                            </a:rPr>
                          </m:ctrlPr>
                        </m:naryPr>
                        <m:sub>
                          <m:r>
                            <a:rPr lang="pt-BR" i="1">
                              <a:latin typeface="Cambria Math" panose="02040503050406030204" pitchFamily="18" charset="0"/>
                            </a:rPr>
                            <m:t>𝑞</m:t>
                          </m:r>
                          <m:r>
                            <a:rPr lang="pt-BR" i="1">
                              <a:latin typeface="Cambria Math" panose="02040503050406030204" pitchFamily="18" charset="0"/>
                            </a:rPr>
                            <m:t>=1</m:t>
                          </m:r>
                        </m:sub>
                        <m:sup>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𝑠</m:t>
                              </m:r>
                            </m:sub>
                          </m:sSub>
                        </m:sup>
                        <m:e>
                          <m:nary>
                            <m:naryPr>
                              <m:ctrlPr>
                                <a:rPr lang="pt-BR" i="1">
                                  <a:latin typeface="Cambria Math" panose="02040503050406030204" pitchFamily="18" charset="0"/>
                                </a:rPr>
                              </m:ctrlPr>
                            </m:naryPr>
                            <m:sub>
                              <m:r>
                                <m:rPr>
                                  <m:brk m:alnAt="23"/>
                                </m:rPr>
                                <a:rPr lang="pt-BR" i="1">
                                  <a:latin typeface="Cambria Math" panose="02040503050406030204" pitchFamily="18" charset="0"/>
                                </a:rPr>
                                <m:t>0</m:t>
                              </m:r>
                            </m:sub>
                            <m:sup>
                              <m:r>
                                <a:rPr lang="pt-BR" i="1">
                                  <a:latin typeface="Cambria Math" panose="02040503050406030204" pitchFamily="18" charset="0"/>
                                </a:rPr>
                                <m:t>2</m:t>
                              </m:r>
                              <m:r>
                                <a:rPr lang="pt-BR" i="1">
                                  <a:latin typeface="Cambria Math" panose="02040503050406030204" pitchFamily="18" charset="0"/>
                                </a:rPr>
                                <m:t>𝜋</m:t>
                              </m:r>
                            </m:sup>
                            <m:e>
                              <m:sSubSup>
                                <m:sSubSupPr>
                                  <m:ctrlPr>
                                    <a:rPr lang="pt-BR" i="1">
                                      <a:latin typeface="Cambria Math" panose="02040503050406030204" pitchFamily="18" charset="0"/>
                                    </a:rPr>
                                  </m:ctrlPr>
                                </m:sSubSupPr>
                                <m:e>
                                  <m:r>
                                    <a:rPr lang="pt-BR" i="1">
                                      <a:latin typeface="Cambria Math" panose="02040503050406030204" pitchFamily="18" charset="0"/>
                                    </a:rPr>
                                    <m:t>𝐽</m:t>
                                  </m:r>
                                </m:e>
                                <m:sub>
                                  <m:r>
                                    <a:rPr lang="pt-BR" i="1">
                                      <a:latin typeface="Cambria Math" panose="02040503050406030204" pitchFamily="18" charset="0"/>
                                    </a:rPr>
                                    <m:t>𝑠</m:t>
                                  </m:r>
                                </m:sub>
                                <m:sup>
                                  <m:d>
                                    <m:dPr>
                                      <m:ctrlPr>
                                        <a:rPr lang="pt-BR" i="1">
                                          <a:latin typeface="Cambria Math" panose="02040503050406030204" pitchFamily="18" charset="0"/>
                                        </a:rPr>
                                      </m:ctrlPr>
                                    </m:dPr>
                                    <m:e>
                                      <m:r>
                                        <a:rPr lang="pt-BR" i="1">
                                          <a:latin typeface="Cambria Math" panose="02040503050406030204" pitchFamily="18" charset="0"/>
                                        </a:rPr>
                                        <m:t>𝑞</m:t>
                                      </m:r>
                                    </m:e>
                                  </m:d>
                                </m:sup>
                              </m:sSub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𝑞</m:t>
                                      </m:r>
                                    </m:sub>
                                    <m:sup>
                                      <m:r>
                                        <a:rPr lang="pt-BR" i="1">
                                          <a:latin typeface="Cambria Math" panose="02040503050406030204" pitchFamily="18" charset="0"/>
                                        </a:rPr>
                                        <m:t>′</m:t>
                                      </m:r>
                                    </m:sup>
                                  </m:sSubSup>
                                </m:e>
                              </m:d>
                            </m:e>
                          </m:nary>
                          <m:r>
                            <a:rPr lang="pt-BR" i="1">
                              <a:latin typeface="Cambria Math" panose="02040503050406030204" pitchFamily="18" charset="0"/>
                              <a:ea typeface="Cambria Math" panose="02040503050406030204" pitchFamily="18" charset="0"/>
                            </a:rPr>
                            <m:t>𝐺</m:t>
                          </m:r>
                          <m:d>
                            <m:dPr>
                              <m:begChr m:val="["/>
                              <m:endChr m:val="]"/>
                              <m:ctrlPr>
                                <a:rPr lang="pt-BR" i="1">
                                  <a:latin typeface="Cambria Math" panose="02040503050406030204" pitchFamily="18" charset="0"/>
                                  <a:ea typeface="Cambria Math" panose="02040503050406030204" pitchFamily="18" charset="0"/>
                                </a:rPr>
                              </m:ctrlPr>
                            </m:dPr>
                            <m:e>
                              <m:sSub>
                                <m:sSubPr>
                                  <m:ctrlPr>
                                    <a:rPr lang="pt-BR" b="1"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𝑝</m:t>
                                  </m:r>
                                </m:sub>
                              </m:sSub>
                              <m:r>
                                <a:rPr lang="pt-BR" b="1"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𝜃</m:t>
                              </m:r>
                              <m:r>
                                <a:rPr lang="pt-BR" b="1"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𝑞</m:t>
                                  </m:r>
                                </m:sub>
                              </m:sSub>
                              <m:r>
                                <a:rPr lang="pt-BR" b="1" i="1">
                                  <a:latin typeface="Cambria Math" panose="02040503050406030204" pitchFamily="18" charset="0"/>
                                  <a:ea typeface="Cambria Math" panose="02040503050406030204" pitchFamily="18" charset="0"/>
                                </a:rPr>
                                <m:t>(</m:t>
                              </m:r>
                              <m:sSup>
                                <m:sSupPr>
                                  <m:ctrlPr>
                                    <a:rPr lang="pt-BR" b="1" i="1">
                                      <a:latin typeface="Cambria Math" panose="02040503050406030204" pitchFamily="18" charset="0"/>
                                      <a:ea typeface="Cambria Math" panose="02040503050406030204" pitchFamily="18" charset="0"/>
                                    </a:rPr>
                                  </m:ctrlPr>
                                </m:sSupPr>
                                <m:e>
                                  <m:r>
                                    <a:rPr lang="pt-BR" i="1">
                                      <a:latin typeface="Cambria Math" panose="02040503050406030204" pitchFamily="18" charset="0"/>
                                      <a:ea typeface="Cambria Math" panose="02040503050406030204" pitchFamily="18" charset="0"/>
                                    </a:rPr>
                                    <m:t>𝜃</m:t>
                                  </m:r>
                                </m:e>
                                <m:sup>
                                  <m:r>
                                    <a:rPr lang="pt-BR" b="1" i="1">
                                      <a:latin typeface="Cambria Math" panose="02040503050406030204" pitchFamily="18" charset="0"/>
                                      <a:ea typeface="Cambria Math" panose="02040503050406030204" pitchFamily="18" charset="0"/>
                                    </a:rPr>
                                    <m:t>′</m:t>
                                  </m:r>
                                </m:sup>
                              </m:sSup>
                              <m:r>
                                <a:rPr lang="pt-BR" b="1" i="1">
                                  <a:latin typeface="Cambria Math" panose="02040503050406030204" pitchFamily="18" charset="0"/>
                                  <a:ea typeface="Cambria Math" panose="02040503050406030204" pitchFamily="18" charset="0"/>
                                </a:rPr>
                                <m:t>)</m:t>
                              </m:r>
                            </m:e>
                          </m:d>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𝑞</m:t>
                              </m:r>
                            </m:sub>
                          </m:sSub>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𝑞</m:t>
                              </m:r>
                            </m:sub>
                            <m:sup>
                              <m:r>
                                <a:rPr lang="pt-BR" i="1">
                                  <a:latin typeface="Cambria Math" panose="02040503050406030204" pitchFamily="18" charset="0"/>
                                </a:rPr>
                                <m:t>′</m:t>
                              </m:r>
                            </m:sup>
                          </m:sSubSup>
                        </m:e>
                      </m:nary>
                      <m:r>
                        <a:rPr lang="pt-BR" b="0" i="1" smtClean="0">
                          <a:latin typeface="Cambria Math" panose="02040503050406030204" pitchFamily="18" charset="0"/>
                        </a:rPr>
                        <m:t>+</m:t>
                      </m:r>
                      <m:nary>
                        <m:naryPr>
                          <m:chr m:val="∑"/>
                          <m:ctrlPr>
                            <a:rPr lang="pt-BR" i="1">
                              <a:latin typeface="Cambria Math" panose="02040503050406030204" pitchFamily="18" charset="0"/>
                            </a:rPr>
                          </m:ctrlPr>
                        </m:naryPr>
                        <m:sub>
                          <m:r>
                            <a:rPr lang="pt-BR" b="0" i="1" smtClean="0">
                              <a:latin typeface="Cambria Math" panose="02040503050406030204" pitchFamily="18" charset="0"/>
                            </a:rPr>
                            <m:t>𝑞</m:t>
                          </m:r>
                          <m:r>
                            <a:rPr lang="pt-BR" i="1">
                              <a:latin typeface="Cambria Math" panose="02040503050406030204" pitchFamily="18" charset="0"/>
                            </a:rPr>
                            <m:t>=</m:t>
                          </m:r>
                          <m:r>
                            <a:rPr lang="pt-BR" b="0" i="1" smtClean="0">
                              <a:latin typeface="Cambria Math" panose="02040503050406030204" pitchFamily="18" charset="0"/>
                            </a:rPr>
                            <m:t>1</m:t>
                          </m:r>
                        </m:sub>
                        <m:sup>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sup>
                        <m:e>
                          <m:d>
                            <m:dPr>
                              <m:begChr m:val="["/>
                              <m:endChr m:val="]"/>
                              <m:ctrlPr>
                                <a:rPr lang="pt-BR" i="1">
                                  <a:latin typeface="Cambria Math" panose="02040503050406030204" pitchFamily="18" charset="0"/>
                                  <a:cs typeface="Arial" panose="020B0604020202020204" pitchFamily="34" charset="0"/>
                                </a:rPr>
                              </m:ctrlPr>
                            </m:dPr>
                            <m:e>
                              <m:sSub>
                                <m:sSubPr>
                                  <m:ctrlPr>
                                    <a:rPr lang="pt-BR" b="1"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𝑹</m:t>
                                  </m:r>
                                </m:e>
                                <m:sub>
                                  <m:r>
                                    <a:rPr lang="pt-BR" b="0" i="1" smtClean="0">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r>
                                <a:rPr lang="pt-BR" i="1">
                                  <a:latin typeface="Cambria Math" panose="02040503050406030204" pitchFamily="18" charset="0"/>
                                  <a:cs typeface="Arial" panose="020B0604020202020204" pitchFamily="34" charset="0"/>
                                </a:rPr>
                                <m:t>+</m:t>
                              </m:r>
                              <m:r>
                                <a:rPr lang="pt-BR" i="1">
                                  <a:latin typeface="Cambria Math" panose="02040503050406030204" pitchFamily="18" charset="0"/>
                                  <a:cs typeface="Arial" panose="020B0604020202020204" pitchFamily="34" charset="0"/>
                                </a:rPr>
                                <m:t>𝑗</m:t>
                              </m:r>
                              <m:r>
                                <a:rPr lang="pt-BR" i="1">
                                  <a:latin typeface="Cambria Math" panose="02040503050406030204" pitchFamily="18" charset="0"/>
                                  <a:cs typeface="Arial" panose="020B0604020202020204" pitchFamily="34" charset="0"/>
                                </a:rPr>
                                <m:t>𝜔</m:t>
                              </m:r>
                              <m:sSub>
                                <m:sSubPr>
                                  <m:ctrlPr>
                                    <a:rPr lang="pt-BR" b="0"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𝑳</m:t>
                                  </m:r>
                                </m:e>
                                <m:sub>
                                  <m:r>
                                    <a:rPr lang="pt-BR" i="1">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e>
                          </m:d>
                          <m:sSub>
                            <m:sSubPr>
                              <m:ctrlPr>
                                <a:rPr lang="pt-BR" b="0" i="1" smtClean="0">
                                  <a:latin typeface="Cambria Math" panose="02040503050406030204" pitchFamily="18" charset="0"/>
                                  <a:cs typeface="Arial" panose="020B0604020202020204" pitchFamily="34" charset="0"/>
                                </a:rPr>
                              </m:ctrlPr>
                            </m:sSubPr>
                            <m:e>
                              <m:r>
                                <a:rPr lang="pt-BR" b="0" i="1">
                                  <a:latin typeface="Cambria Math" panose="02040503050406030204" pitchFamily="18" charset="0"/>
                                  <a:cs typeface="Arial" panose="020B0604020202020204" pitchFamily="34" charset="0"/>
                                </a:rPr>
                                <m:t>𝐼</m:t>
                              </m:r>
                            </m:e>
                            <m:sub>
                              <m:r>
                                <a:rPr lang="pt-BR" b="0" i="1" smtClean="0">
                                  <a:latin typeface="Cambria Math" panose="02040503050406030204" pitchFamily="18" charset="0"/>
                                  <a:cs typeface="Arial" panose="020B0604020202020204" pitchFamily="34" charset="0"/>
                                </a:rPr>
                                <m:t>𝑞</m:t>
                              </m:r>
                            </m:sub>
                          </m:sSub>
                        </m:e>
                      </m:nary>
                    </m:oMath>
                  </m:oMathPara>
                </a14:m>
                <a:endParaRPr lang="en-US"/>
              </a:p>
            </p:txBody>
          </p:sp>
        </mc:Choice>
        <mc:Fallback xmlns="">
          <p:sp>
            <p:nvSpPr>
              <p:cNvPr id="10" name="CaixaDeTexto 9">
                <a:extLst>
                  <a:ext uri="{FF2B5EF4-FFF2-40B4-BE49-F238E27FC236}">
                    <a16:creationId xmlns:a16="http://schemas.microsoft.com/office/drawing/2014/main" id="{A48A82B7-2AE7-1327-4758-03E3006072A0}"/>
                  </a:ext>
                </a:extLst>
              </p:cNvPr>
              <p:cNvSpPr txBox="1">
                <a:spLocks noRot="1" noChangeAspect="1" noMove="1" noResize="1" noEditPoints="1" noAdjustHandles="1" noChangeArrowheads="1" noChangeShapeType="1" noTextEdit="1"/>
              </p:cNvSpPr>
              <p:nvPr/>
            </p:nvSpPr>
            <p:spPr>
              <a:xfrm>
                <a:off x="491366" y="2133381"/>
                <a:ext cx="7908890" cy="791563"/>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4F7749DF-A98E-05E9-2ED9-4D65FDA731AD}"/>
                  </a:ext>
                </a:extLst>
              </p:cNvPr>
              <p:cNvSpPr txBox="1"/>
              <p:nvPr/>
            </p:nvSpPr>
            <p:spPr>
              <a:xfrm>
                <a:off x="463028" y="3290319"/>
                <a:ext cx="9809436" cy="858761"/>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nary>
                        <m:naryPr>
                          <m:chr m:val="∑"/>
                          <m:ctrlPr>
                            <a:rPr lang="pt-BR" i="1" smtClean="0">
                              <a:solidFill>
                                <a:srgbClr val="002060"/>
                              </a:solidFill>
                              <a:latin typeface="Cambria Math" panose="02040503050406030204" pitchFamily="18" charset="0"/>
                            </a:rPr>
                          </m:ctrlPr>
                        </m:naryPr>
                        <m:sub>
                          <m:r>
                            <m:rPr>
                              <m:brk m:alnAt="23"/>
                            </m:rPr>
                            <a:rPr lang="pt-BR" i="1">
                              <a:solidFill>
                                <a:srgbClr val="002060"/>
                              </a:solidFill>
                              <a:latin typeface="Cambria Math" panose="02040503050406030204" pitchFamily="18" charset="0"/>
                            </a:rPr>
                            <m:t>𝑛</m:t>
                          </m:r>
                          <m:r>
                            <a:rPr lang="pt-BR" i="1">
                              <a:solidFill>
                                <a:srgbClr val="002060"/>
                              </a:solidFill>
                              <a:latin typeface="Cambria Math" panose="02040503050406030204" pitchFamily="18" charset="0"/>
                            </a:rPr>
                            <m:t>=−</m:t>
                          </m:r>
                          <m:sSub>
                            <m:sSubPr>
                              <m:ctrlPr>
                                <a:rPr lang="pt-BR" i="1">
                                  <a:solidFill>
                                    <a:srgbClr val="002060"/>
                                  </a:solidFill>
                                  <a:latin typeface="Cambria Math" panose="02040503050406030204" pitchFamily="18" charset="0"/>
                                </a:rPr>
                              </m:ctrlPr>
                            </m:sSubPr>
                            <m:e>
                              <m:r>
                                <m:rPr>
                                  <m:brk m:alnAt="23"/>
                                </m:rPr>
                                <a:rPr lang="pt-BR" i="1">
                                  <a:solidFill>
                                    <a:srgbClr val="002060"/>
                                  </a:solidFill>
                                  <a:latin typeface="Cambria Math" panose="02040503050406030204" pitchFamily="18" charset="0"/>
                                </a:rPr>
                                <m:t>𝑁</m:t>
                              </m:r>
                            </m:e>
                            <m:sub>
                              <m:r>
                                <m:rPr>
                                  <m:brk m:alnAt="23"/>
                                </m:rPr>
                                <a:rPr lang="pt-BR" i="1">
                                  <a:solidFill>
                                    <a:srgbClr val="002060"/>
                                  </a:solidFill>
                                  <a:latin typeface="Cambria Math" panose="02040503050406030204" pitchFamily="18" charset="0"/>
                                </a:rPr>
                                <m:t>𝑝</m:t>
                              </m:r>
                            </m:sub>
                          </m:sSub>
                        </m:sub>
                        <m:sup>
                          <m:sSub>
                            <m:sSubPr>
                              <m:ctrlPr>
                                <a:rPr lang="pt-BR" i="1">
                                  <a:solidFill>
                                    <a:srgbClr val="002060"/>
                                  </a:solidFill>
                                  <a:latin typeface="Cambria Math" panose="02040503050406030204" pitchFamily="18" charset="0"/>
                                </a:rPr>
                              </m:ctrlPr>
                            </m:sSubPr>
                            <m:e>
                              <m:r>
                                <m:rPr>
                                  <m:brk m:alnAt="23"/>
                                </m:rPr>
                                <a:rPr lang="pt-BR" i="1">
                                  <a:solidFill>
                                    <a:srgbClr val="002060"/>
                                  </a:solidFill>
                                  <a:latin typeface="Cambria Math" panose="02040503050406030204" pitchFamily="18" charset="0"/>
                                </a:rPr>
                                <m:t>𝑁</m:t>
                              </m:r>
                            </m:e>
                            <m:sub>
                              <m:r>
                                <m:rPr>
                                  <m:brk m:alnAt="23"/>
                                </m:rPr>
                                <a:rPr lang="pt-BR" i="1">
                                  <a:solidFill>
                                    <a:srgbClr val="002060"/>
                                  </a:solidFill>
                                  <a:latin typeface="Cambria Math" panose="02040503050406030204" pitchFamily="18" charset="0"/>
                                </a:rPr>
                                <m:t>𝑝</m:t>
                              </m:r>
                            </m:sub>
                          </m:sSub>
                        </m:sup>
                        <m:e>
                          <m:sSubSup>
                            <m:sSubSupPr>
                              <m:ctrlPr>
                                <a:rPr lang="pt-BR" i="1">
                                  <a:solidFill>
                                    <a:srgbClr val="002060"/>
                                  </a:solidFill>
                                  <a:latin typeface="Cambria Math" panose="02040503050406030204" pitchFamily="18" charset="0"/>
                                </a:rPr>
                              </m:ctrlPr>
                            </m:sSubSupPr>
                            <m:e>
                              <m:r>
                                <a:rPr lang="pt-BR" i="1">
                                  <a:solidFill>
                                    <a:srgbClr val="002060"/>
                                  </a:solidFill>
                                  <a:latin typeface="Cambria Math" panose="02040503050406030204" pitchFamily="18" charset="0"/>
                                </a:rPr>
                                <m:t>𝐸</m:t>
                              </m:r>
                            </m:e>
                            <m:sub>
                              <m:r>
                                <a:rPr lang="pt-BR" i="1">
                                  <a:solidFill>
                                    <a:srgbClr val="002060"/>
                                  </a:solidFill>
                                  <a:latin typeface="Cambria Math" panose="02040503050406030204" pitchFamily="18" charset="0"/>
                                </a:rPr>
                                <m:t>𝑛</m:t>
                              </m:r>
                            </m:sub>
                            <m:sup>
                              <m:r>
                                <a:rPr lang="pt-BR" i="1">
                                  <a:solidFill>
                                    <a:srgbClr val="002060"/>
                                  </a:solidFill>
                                  <a:latin typeface="Cambria Math" panose="02040503050406030204" pitchFamily="18" charset="0"/>
                                </a:rPr>
                                <m:t>(</m:t>
                              </m:r>
                              <m:r>
                                <a:rPr lang="pt-BR" i="1">
                                  <a:solidFill>
                                    <a:srgbClr val="002060"/>
                                  </a:solidFill>
                                  <a:latin typeface="Cambria Math" panose="02040503050406030204" pitchFamily="18" charset="0"/>
                                </a:rPr>
                                <m:t>𝑝</m:t>
                              </m:r>
                              <m:r>
                                <a:rPr lang="pt-BR" i="1">
                                  <a:solidFill>
                                    <a:srgbClr val="002060"/>
                                  </a:solidFill>
                                  <a:latin typeface="Cambria Math" panose="02040503050406030204" pitchFamily="18" charset="0"/>
                                </a:rPr>
                                <m:t>)</m:t>
                              </m:r>
                            </m:sup>
                          </m:sSubSup>
                          <m:sSup>
                            <m:sSupPr>
                              <m:ctrlPr>
                                <a:rPr lang="pt-BR" i="1">
                                  <a:solidFill>
                                    <a:srgbClr val="002060"/>
                                  </a:solidFill>
                                  <a:latin typeface="Cambria Math" panose="02040503050406030204" pitchFamily="18" charset="0"/>
                                </a:rPr>
                              </m:ctrlPr>
                            </m:sSupPr>
                            <m:e>
                              <m:r>
                                <a:rPr lang="pt-BR" i="1">
                                  <a:solidFill>
                                    <a:srgbClr val="002060"/>
                                  </a:solidFill>
                                  <a:latin typeface="Cambria Math" panose="02040503050406030204" pitchFamily="18" charset="0"/>
                                </a:rPr>
                                <m:t>𝑒</m:t>
                              </m:r>
                            </m:e>
                            <m:sup>
                              <m:r>
                                <a:rPr lang="pt-BR" i="1">
                                  <a:solidFill>
                                    <a:srgbClr val="002060"/>
                                  </a:solidFill>
                                  <a:latin typeface="Cambria Math" panose="02040503050406030204" pitchFamily="18" charset="0"/>
                                </a:rPr>
                                <m:t>𝑗𝑛</m:t>
                              </m:r>
                              <m:sSub>
                                <m:sSubPr>
                                  <m:ctrlPr>
                                    <a:rPr lang="pt-BR" i="1">
                                      <a:solidFill>
                                        <a:srgbClr val="002060"/>
                                      </a:solidFill>
                                      <a:latin typeface="Cambria Math" panose="02040503050406030204" pitchFamily="18" charset="0"/>
                                    </a:rPr>
                                  </m:ctrlPr>
                                </m:sSubPr>
                                <m:e>
                                  <m:r>
                                    <a:rPr lang="pt-BR" i="1">
                                      <a:solidFill>
                                        <a:srgbClr val="002060"/>
                                      </a:solidFill>
                                      <a:latin typeface="Cambria Math" panose="02040503050406030204" pitchFamily="18" charset="0"/>
                                    </a:rPr>
                                    <m:t>𝜃</m:t>
                                  </m:r>
                                </m:e>
                                <m:sub>
                                  <m:r>
                                    <a:rPr lang="pt-BR" i="1">
                                      <a:solidFill>
                                        <a:srgbClr val="002060"/>
                                      </a:solidFill>
                                      <a:latin typeface="Cambria Math" panose="02040503050406030204" pitchFamily="18" charset="0"/>
                                    </a:rPr>
                                    <m:t>𝑝</m:t>
                                  </m:r>
                                </m:sub>
                              </m:sSub>
                            </m:sup>
                          </m:sSup>
                        </m:e>
                      </m:nary>
                      <m:r>
                        <a:rPr lang="pt-BR">
                          <a:latin typeface="Cambria Math" panose="02040503050406030204" pitchFamily="18" charset="0"/>
                        </a:rPr>
                        <m:t>=</m:t>
                      </m:r>
                      <m:r>
                        <a:rPr lang="pt-BR" i="1">
                          <a:latin typeface="Cambria Math" panose="02040503050406030204" pitchFamily="18" charset="0"/>
                        </a:rPr>
                        <m:t>𝑗</m:t>
                      </m:r>
                      <m:r>
                        <a:rPr lang="pt-BR" i="1">
                          <a:latin typeface="Cambria Math" panose="02040503050406030204" pitchFamily="18" charset="0"/>
                        </a:rPr>
                        <m:t>𝜔</m:t>
                      </m:r>
                      <m:sSub>
                        <m:sSubPr>
                          <m:ctrlPr>
                            <a:rPr lang="pt-BR" i="1">
                              <a:latin typeface="Cambria Math" panose="02040503050406030204" pitchFamily="18" charset="0"/>
                            </a:rPr>
                          </m:ctrlPr>
                        </m:sSubPr>
                        <m:e>
                          <m:r>
                            <a:rPr lang="pt-BR" i="1">
                              <a:latin typeface="Cambria Math" panose="02040503050406030204" pitchFamily="18" charset="0"/>
                            </a:rPr>
                            <m:t>𝜇</m:t>
                          </m:r>
                        </m:e>
                        <m:sub>
                          <m:r>
                            <a:rPr lang="pt-BR" i="1">
                              <a:latin typeface="Cambria Math" panose="02040503050406030204" pitchFamily="18" charset="0"/>
                            </a:rPr>
                            <m:t>0</m:t>
                          </m:r>
                        </m:sub>
                      </m:sSub>
                      <m:nary>
                        <m:naryPr>
                          <m:chr m:val="∑"/>
                          <m:ctrlPr>
                            <a:rPr lang="pt-BR" i="1">
                              <a:latin typeface="Cambria Math" panose="02040503050406030204" pitchFamily="18" charset="0"/>
                            </a:rPr>
                          </m:ctrlPr>
                        </m:naryPr>
                        <m:sub>
                          <m:r>
                            <a:rPr lang="pt-BR" i="1">
                              <a:latin typeface="Cambria Math" panose="02040503050406030204" pitchFamily="18" charset="0"/>
                            </a:rPr>
                            <m:t>𝑞</m:t>
                          </m:r>
                          <m:r>
                            <a:rPr lang="pt-BR" i="1">
                              <a:latin typeface="Cambria Math" panose="02040503050406030204" pitchFamily="18" charset="0"/>
                            </a:rPr>
                            <m:t>=1</m:t>
                          </m:r>
                        </m:sub>
                        <m:sup>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𝑠</m:t>
                              </m:r>
                            </m:sub>
                          </m:sSub>
                        </m:sup>
                        <m:e>
                          <m:nary>
                            <m:naryPr>
                              <m:ctrlPr>
                                <a:rPr lang="pt-BR" i="1">
                                  <a:latin typeface="Cambria Math" panose="02040503050406030204" pitchFamily="18" charset="0"/>
                                </a:rPr>
                              </m:ctrlPr>
                            </m:naryPr>
                            <m:sub>
                              <m:r>
                                <m:rPr>
                                  <m:brk m:alnAt="23"/>
                                </m:rPr>
                                <a:rPr lang="pt-BR" i="1">
                                  <a:latin typeface="Cambria Math" panose="02040503050406030204" pitchFamily="18" charset="0"/>
                                </a:rPr>
                                <m:t>0</m:t>
                              </m:r>
                            </m:sub>
                            <m:sup>
                              <m:r>
                                <a:rPr lang="pt-BR" i="1">
                                  <a:latin typeface="Cambria Math" panose="02040503050406030204" pitchFamily="18" charset="0"/>
                                </a:rPr>
                                <m:t>2</m:t>
                              </m:r>
                              <m:r>
                                <a:rPr lang="pt-BR" i="1">
                                  <a:latin typeface="Cambria Math" panose="02040503050406030204" pitchFamily="18" charset="0"/>
                                </a:rPr>
                                <m:t>𝜋</m:t>
                              </m:r>
                            </m:sup>
                            <m:e>
                              <m:f>
                                <m:fPr>
                                  <m:ctrlPr>
                                    <a:rPr lang="pt-BR" i="1" smtClean="0">
                                      <a:solidFill>
                                        <a:srgbClr val="002060"/>
                                      </a:solidFill>
                                      <a:latin typeface="Cambria Math" panose="02040503050406030204" pitchFamily="18" charset="0"/>
                                    </a:rPr>
                                  </m:ctrlPr>
                                </m:fPr>
                                <m:num>
                                  <m:r>
                                    <a:rPr lang="pt-BR">
                                      <a:solidFill>
                                        <a:srgbClr val="002060"/>
                                      </a:solidFill>
                                      <a:latin typeface="Cambria Math" panose="02040503050406030204" pitchFamily="18" charset="0"/>
                                    </a:rPr>
                                    <m:t>1</m:t>
                                  </m:r>
                                </m:num>
                                <m:den>
                                  <m:r>
                                    <a:rPr lang="pt-BR" i="1">
                                      <a:solidFill>
                                        <a:srgbClr val="002060"/>
                                      </a:solidFill>
                                      <a:latin typeface="Cambria Math" panose="02040503050406030204" pitchFamily="18" charset="0"/>
                                    </a:rPr>
                                    <m:t>2</m:t>
                                  </m:r>
                                  <m:r>
                                    <a:rPr lang="pt-BR" i="1">
                                      <a:solidFill>
                                        <a:srgbClr val="002060"/>
                                      </a:solidFill>
                                      <a:latin typeface="Cambria Math" panose="02040503050406030204" pitchFamily="18" charset="0"/>
                                    </a:rPr>
                                    <m:t>𝜋</m:t>
                                  </m:r>
                                  <m:sSub>
                                    <m:sSubPr>
                                      <m:ctrlPr>
                                        <a:rPr lang="pt-BR" i="1">
                                          <a:solidFill>
                                            <a:srgbClr val="002060"/>
                                          </a:solidFill>
                                          <a:latin typeface="Cambria Math" panose="02040503050406030204" pitchFamily="18" charset="0"/>
                                        </a:rPr>
                                      </m:ctrlPr>
                                    </m:sSubPr>
                                    <m:e>
                                      <m:r>
                                        <a:rPr lang="pt-BR" i="1">
                                          <a:solidFill>
                                            <a:srgbClr val="002060"/>
                                          </a:solidFill>
                                          <a:latin typeface="Cambria Math" panose="02040503050406030204" pitchFamily="18" charset="0"/>
                                        </a:rPr>
                                        <m:t>𝑎</m:t>
                                      </m:r>
                                    </m:e>
                                    <m:sub>
                                      <m:r>
                                        <a:rPr lang="pt-BR" b="0" i="1" smtClean="0">
                                          <a:solidFill>
                                            <a:srgbClr val="002060"/>
                                          </a:solidFill>
                                          <a:latin typeface="Cambria Math" panose="02040503050406030204" pitchFamily="18" charset="0"/>
                                        </a:rPr>
                                        <m:t>𝑞</m:t>
                                      </m:r>
                                    </m:sub>
                                  </m:sSub>
                                </m:den>
                              </m:f>
                              <m:nary>
                                <m:naryPr>
                                  <m:chr m:val="∑"/>
                                  <m:ctrlPr>
                                    <a:rPr lang="pt-BR" i="1">
                                      <a:solidFill>
                                        <a:srgbClr val="002060"/>
                                      </a:solidFill>
                                      <a:latin typeface="Cambria Math" panose="02040503050406030204" pitchFamily="18" charset="0"/>
                                    </a:rPr>
                                  </m:ctrlPr>
                                </m:naryPr>
                                <m:sub>
                                  <m:r>
                                    <m:rPr>
                                      <m:brk m:alnAt="23"/>
                                    </m:rPr>
                                    <a:rPr lang="pt-BR" i="1">
                                      <a:solidFill>
                                        <a:srgbClr val="002060"/>
                                      </a:solidFill>
                                      <a:latin typeface="Cambria Math" panose="02040503050406030204" pitchFamily="18" charset="0"/>
                                    </a:rPr>
                                    <m:t>𝑛</m:t>
                                  </m:r>
                                  <m:r>
                                    <a:rPr lang="pt-BR" i="1">
                                      <a:solidFill>
                                        <a:srgbClr val="002060"/>
                                      </a:solidFill>
                                      <a:latin typeface="Cambria Math" panose="02040503050406030204" pitchFamily="18" charset="0"/>
                                    </a:rPr>
                                    <m:t>=−</m:t>
                                  </m:r>
                                  <m:sSub>
                                    <m:sSubPr>
                                      <m:ctrlPr>
                                        <a:rPr lang="pt-BR" i="1">
                                          <a:solidFill>
                                            <a:srgbClr val="002060"/>
                                          </a:solidFill>
                                          <a:latin typeface="Cambria Math" panose="02040503050406030204" pitchFamily="18" charset="0"/>
                                        </a:rPr>
                                      </m:ctrlPr>
                                    </m:sSubPr>
                                    <m:e>
                                      <m:r>
                                        <m:rPr>
                                          <m:brk m:alnAt="23"/>
                                        </m:rPr>
                                        <a:rPr lang="pt-BR" i="1">
                                          <a:solidFill>
                                            <a:srgbClr val="002060"/>
                                          </a:solidFill>
                                          <a:latin typeface="Cambria Math" panose="02040503050406030204" pitchFamily="18" charset="0"/>
                                        </a:rPr>
                                        <m:t>𝑁</m:t>
                                      </m:r>
                                    </m:e>
                                    <m:sub>
                                      <m:r>
                                        <a:rPr lang="pt-BR" b="0" i="1" smtClean="0">
                                          <a:solidFill>
                                            <a:srgbClr val="002060"/>
                                          </a:solidFill>
                                          <a:latin typeface="Cambria Math" panose="02040503050406030204" pitchFamily="18" charset="0"/>
                                        </a:rPr>
                                        <m:t>𝑞</m:t>
                                      </m:r>
                                    </m:sub>
                                  </m:sSub>
                                </m:sub>
                                <m:sup>
                                  <m:sSub>
                                    <m:sSubPr>
                                      <m:ctrlPr>
                                        <a:rPr lang="pt-BR" i="1">
                                          <a:solidFill>
                                            <a:srgbClr val="002060"/>
                                          </a:solidFill>
                                          <a:latin typeface="Cambria Math" panose="02040503050406030204" pitchFamily="18" charset="0"/>
                                        </a:rPr>
                                      </m:ctrlPr>
                                    </m:sSubPr>
                                    <m:e>
                                      <m:r>
                                        <m:rPr>
                                          <m:brk m:alnAt="23"/>
                                        </m:rPr>
                                        <a:rPr lang="pt-BR" i="1">
                                          <a:solidFill>
                                            <a:srgbClr val="002060"/>
                                          </a:solidFill>
                                          <a:latin typeface="Cambria Math" panose="02040503050406030204" pitchFamily="18" charset="0"/>
                                        </a:rPr>
                                        <m:t>𝑁</m:t>
                                      </m:r>
                                    </m:e>
                                    <m:sub>
                                      <m:r>
                                        <a:rPr lang="pt-BR" b="0" i="1" smtClean="0">
                                          <a:solidFill>
                                            <a:srgbClr val="002060"/>
                                          </a:solidFill>
                                          <a:latin typeface="Cambria Math" panose="02040503050406030204" pitchFamily="18" charset="0"/>
                                        </a:rPr>
                                        <m:t>𝑞</m:t>
                                      </m:r>
                                    </m:sub>
                                  </m:sSub>
                                </m:sup>
                                <m:e>
                                  <m:sSubSup>
                                    <m:sSubSupPr>
                                      <m:ctrlPr>
                                        <a:rPr lang="pt-BR" i="1">
                                          <a:solidFill>
                                            <a:srgbClr val="002060"/>
                                          </a:solidFill>
                                          <a:latin typeface="Cambria Math" panose="02040503050406030204" pitchFamily="18" charset="0"/>
                                        </a:rPr>
                                      </m:ctrlPr>
                                    </m:sSubSupPr>
                                    <m:e>
                                      <m:r>
                                        <a:rPr lang="pt-BR" i="1">
                                          <a:solidFill>
                                            <a:srgbClr val="002060"/>
                                          </a:solidFill>
                                          <a:latin typeface="Cambria Math" panose="02040503050406030204" pitchFamily="18" charset="0"/>
                                        </a:rPr>
                                        <m:t>𝐽</m:t>
                                      </m:r>
                                    </m:e>
                                    <m:sub>
                                      <m:r>
                                        <a:rPr lang="pt-BR" i="1">
                                          <a:solidFill>
                                            <a:srgbClr val="002060"/>
                                          </a:solidFill>
                                          <a:latin typeface="Cambria Math" panose="02040503050406030204" pitchFamily="18" charset="0"/>
                                        </a:rPr>
                                        <m:t>𝑛</m:t>
                                      </m:r>
                                    </m:sub>
                                    <m:sup>
                                      <m:r>
                                        <a:rPr lang="pt-BR" i="1">
                                          <a:solidFill>
                                            <a:srgbClr val="002060"/>
                                          </a:solidFill>
                                          <a:latin typeface="Cambria Math" panose="02040503050406030204" pitchFamily="18" charset="0"/>
                                        </a:rPr>
                                        <m:t>(</m:t>
                                      </m:r>
                                      <m:r>
                                        <a:rPr lang="pt-BR" b="0" i="1" smtClean="0">
                                          <a:solidFill>
                                            <a:srgbClr val="002060"/>
                                          </a:solidFill>
                                          <a:latin typeface="Cambria Math" panose="02040503050406030204" pitchFamily="18" charset="0"/>
                                        </a:rPr>
                                        <m:t>𝑞</m:t>
                                      </m:r>
                                      <m:r>
                                        <a:rPr lang="pt-BR" i="1">
                                          <a:solidFill>
                                            <a:srgbClr val="002060"/>
                                          </a:solidFill>
                                          <a:latin typeface="Cambria Math" panose="02040503050406030204" pitchFamily="18" charset="0"/>
                                        </a:rPr>
                                        <m:t>)</m:t>
                                      </m:r>
                                    </m:sup>
                                  </m:sSubSup>
                                  <m:sSup>
                                    <m:sSupPr>
                                      <m:ctrlPr>
                                        <a:rPr lang="pt-BR" i="1">
                                          <a:solidFill>
                                            <a:srgbClr val="002060"/>
                                          </a:solidFill>
                                          <a:latin typeface="Cambria Math" panose="02040503050406030204" pitchFamily="18" charset="0"/>
                                        </a:rPr>
                                      </m:ctrlPr>
                                    </m:sSupPr>
                                    <m:e>
                                      <m:r>
                                        <a:rPr lang="pt-BR" i="1">
                                          <a:solidFill>
                                            <a:srgbClr val="002060"/>
                                          </a:solidFill>
                                          <a:latin typeface="Cambria Math" panose="02040503050406030204" pitchFamily="18" charset="0"/>
                                        </a:rPr>
                                        <m:t>𝑒</m:t>
                                      </m:r>
                                    </m:e>
                                    <m:sup>
                                      <m:r>
                                        <a:rPr lang="pt-BR" i="1">
                                          <a:solidFill>
                                            <a:srgbClr val="002060"/>
                                          </a:solidFill>
                                          <a:latin typeface="Cambria Math" panose="02040503050406030204" pitchFamily="18" charset="0"/>
                                        </a:rPr>
                                        <m:t>𝑗𝑛</m:t>
                                      </m:r>
                                      <m:sSubSup>
                                        <m:sSubSupPr>
                                          <m:ctrlPr>
                                            <a:rPr lang="pt-BR" b="0" i="1" smtClean="0">
                                              <a:solidFill>
                                                <a:srgbClr val="002060"/>
                                              </a:solidFill>
                                              <a:latin typeface="Cambria Math" panose="02040503050406030204" pitchFamily="18" charset="0"/>
                                            </a:rPr>
                                          </m:ctrlPr>
                                        </m:sSubSupPr>
                                        <m:e>
                                          <m:r>
                                            <a:rPr lang="pt-BR" i="1">
                                              <a:solidFill>
                                                <a:srgbClr val="002060"/>
                                              </a:solidFill>
                                              <a:latin typeface="Cambria Math" panose="02040503050406030204" pitchFamily="18" charset="0"/>
                                            </a:rPr>
                                            <m:t>𝜃</m:t>
                                          </m:r>
                                        </m:e>
                                        <m:sub>
                                          <m:r>
                                            <a:rPr lang="pt-BR" b="0" i="1" smtClean="0">
                                              <a:solidFill>
                                                <a:srgbClr val="002060"/>
                                              </a:solidFill>
                                              <a:latin typeface="Cambria Math" panose="02040503050406030204" pitchFamily="18" charset="0"/>
                                            </a:rPr>
                                            <m:t>𝑞</m:t>
                                          </m:r>
                                        </m:sub>
                                        <m:sup>
                                          <m:r>
                                            <a:rPr lang="pt-BR" b="0" i="1" smtClean="0">
                                              <a:solidFill>
                                                <a:srgbClr val="002060"/>
                                              </a:solidFill>
                                              <a:latin typeface="Cambria Math" panose="02040503050406030204" pitchFamily="18" charset="0"/>
                                            </a:rPr>
                                            <m:t>′</m:t>
                                          </m:r>
                                        </m:sup>
                                      </m:sSubSup>
                                    </m:sup>
                                  </m:sSup>
                                </m:e>
                              </m:nary>
                            </m:e>
                          </m:nary>
                          <m:r>
                            <a:rPr lang="pt-BR" i="1">
                              <a:latin typeface="Cambria Math" panose="02040503050406030204" pitchFamily="18" charset="0"/>
                              <a:ea typeface="Cambria Math" panose="02040503050406030204" pitchFamily="18" charset="0"/>
                            </a:rPr>
                            <m:t>𝐺</m:t>
                          </m:r>
                          <m:d>
                            <m:dPr>
                              <m:begChr m:val="["/>
                              <m:endChr m:val="]"/>
                              <m:ctrlPr>
                                <a:rPr lang="pt-BR" i="1">
                                  <a:latin typeface="Cambria Math" panose="02040503050406030204" pitchFamily="18" charset="0"/>
                                  <a:ea typeface="Cambria Math" panose="02040503050406030204" pitchFamily="18" charset="0"/>
                                </a:rPr>
                              </m:ctrlPr>
                            </m:dPr>
                            <m:e>
                              <m:sSub>
                                <m:sSubPr>
                                  <m:ctrlPr>
                                    <a:rPr lang="pt-BR" b="1"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𝑝</m:t>
                                  </m:r>
                                </m:sub>
                              </m:sSub>
                              <m:r>
                                <a:rPr lang="pt-BR" b="1"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𝜃</m:t>
                              </m:r>
                              <m:r>
                                <a:rPr lang="pt-BR" b="1"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𝑞</m:t>
                                  </m:r>
                                </m:sub>
                              </m:sSub>
                              <m:r>
                                <a:rPr lang="pt-BR" b="1" i="1">
                                  <a:latin typeface="Cambria Math" panose="02040503050406030204" pitchFamily="18" charset="0"/>
                                  <a:ea typeface="Cambria Math" panose="02040503050406030204" pitchFamily="18" charset="0"/>
                                </a:rPr>
                                <m:t>(</m:t>
                              </m:r>
                              <m:sSup>
                                <m:sSupPr>
                                  <m:ctrlPr>
                                    <a:rPr lang="pt-BR" b="1" i="1">
                                      <a:latin typeface="Cambria Math" panose="02040503050406030204" pitchFamily="18" charset="0"/>
                                      <a:ea typeface="Cambria Math" panose="02040503050406030204" pitchFamily="18" charset="0"/>
                                    </a:rPr>
                                  </m:ctrlPr>
                                </m:sSupPr>
                                <m:e>
                                  <m:r>
                                    <a:rPr lang="pt-BR" i="1">
                                      <a:latin typeface="Cambria Math" panose="02040503050406030204" pitchFamily="18" charset="0"/>
                                      <a:ea typeface="Cambria Math" panose="02040503050406030204" pitchFamily="18" charset="0"/>
                                    </a:rPr>
                                    <m:t>𝜃</m:t>
                                  </m:r>
                                </m:e>
                                <m:sup>
                                  <m:r>
                                    <a:rPr lang="pt-BR" b="1" i="1">
                                      <a:latin typeface="Cambria Math" panose="02040503050406030204" pitchFamily="18" charset="0"/>
                                      <a:ea typeface="Cambria Math" panose="02040503050406030204" pitchFamily="18" charset="0"/>
                                    </a:rPr>
                                    <m:t>′</m:t>
                                  </m:r>
                                </m:sup>
                              </m:sSup>
                              <m:r>
                                <a:rPr lang="pt-BR" b="1" i="1">
                                  <a:latin typeface="Cambria Math" panose="02040503050406030204" pitchFamily="18" charset="0"/>
                                  <a:ea typeface="Cambria Math" panose="02040503050406030204" pitchFamily="18" charset="0"/>
                                </a:rPr>
                                <m:t>)</m:t>
                              </m:r>
                            </m:e>
                          </m:d>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𝑞</m:t>
                              </m:r>
                            </m:sub>
                          </m:sSub>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𝑞</m:t>
                              </m:r>
                            </m:sub>
                            <m:sup>
                              <m:r>
                                <a:rPr lang="pt-BR" i="1">
                                  <a:latin typeface="Cambria Math" panose="02040503050406030204" pitchFamily="18" charset="0"/>
                                </a:rPr>
                                <m:t>′</m:t>
                              </m:r>
                            </m:sup>
                          </m:sSubSup>
                        </m:e>
                      </m:nary>
                      <m:r>
                        <a:rPr lang="pt-BR" b="0" i="1" smtClean="0">
                          <a:latin typeface="Cambria Math" panose="02040503050406030204" pitchFamily="18" charset="0"/>
                        </a:rPr>
                        <m:t>+</m:t>
                      </m:r>
                      <m:nary>
                        <m:naryPr>
                          <m:chr m:val="∑"/>
                          <m:ctrlPr>
                            <a:rPr lang="pt-BR" i="1">
                              <a:latin typeface="Cambria Math" panose="02040503050406030204" pitchFamily="18" charset="0"/>
                            </a:rPr>
                          </m:ctrlPr>
                        </m:naryPr>
                        <m:sub>
                          <m:r>
                            <a:rPr lang="pt-BR" b="0" i="1" smtClean="0">
                              <a:latin typeface="Cambria Math" panose="02040503050406030204" pitchFamily="18" charset="0"/>
                            </a:rPr>
                            <m:t>𝑞</m:t>
                          </m:r>
                          <m:r>
                            <a:rPr lang="pt-BR" i="1">
                              <a:latin typeface="Cambria Math" panose="02040503050406030204" pitchFamily="18" charset="0"/>
                            </a:rPr>
                            <m:t>=</m:t>
                          </m:r>
                          <m:r>
                            <a:rPr lang="pt-BR" b="0" i="1" smtClean="0">
                              <a:latin typeface="Cambria Math" panose="02040503050406030204" pitchFamily="18" charset="0"/>
                            </a:rPr>
                            <m:t>1</m:t>
                          </m:r>
                        </m:sub>
                        <m:sup>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sup>
                        <m:e>
                          <m:d>
                            <m:dPr>
                              <m:begChr m:val="["/>
                              <m:endChr m:val="]"/>
                              <m:ctrlPr>
                                <a:rPr lang="pt-BR" i="1">
                                  <a:latin typeface="Cambria Math" panose="02040503050406030204" pitchFamily="18" charset="0"/>
                                  <a:cs typeface="Arial" panose="020B0604020202020204" pitchFamily="34" charset="0"/>
                                </a:rPr>
                              </m:ctrlPr>
                            </m:dPr>
                            <m:e>
                              <m:sSub>
                                <m:sSubPr>
                                  <m:ctrlPr>
                                    <a:rPr lang="pt-BR" b="1"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𝑹</m:t>
                                  </m:r>
                                </m:e>
                                <m:sub>
                                  <m:r>
                                    <a:rPr lang="pt-BR" b="0" i="1" smtClean="0">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r>
                                <a:rPr lang="pt-BR" i="1">
                                  <a:latin typeface="Cambria Math" panose="02040503050406030204" pitchFamily="18" charset="0"/>
                                  <a:cs typeface="Arial" panose="020B0604020202020204" pitchFamily="34" charset="0"/>
                                </a:rPr>
                                <m:t>+</m:t>
                              </m:r>
                              <m:r>
                                <a:rPr lang="pt-BR" i="1">
                                  <a:latin typeface="Cambria Math" panose="02040503050406030204" pitchFamily="18" charset="0"/>
                                  <a:cs typeface="Arial" panose="020B0604020202020204" pitchFamily="34" charset="0"/>
                                </a:rPr>
                                <m:t>𝑗</m:t>
                              </m:r>
                              <m:r>
                                <a:rPr lang="pt-BR" i="1">
                                  <a:latin typeface="Cambria Math" panose="02040503050406030204" pitchFamily="18" charset="0"/>
                                  <a:cs typeface="Arial" panose="020B0604020202020204" pitchFamily="34" charset="0"/>
                                </a:rPr>
                                <m:t>𝜔</m:t>
                              </m:r>
                              <m:sSub>
                                <m:sSubPr>
                                  <m:ctrlPr>
                                    <a:rPr lang="pt-BR" b="0"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𝑳</m:t>
                                  </m:r>
                                </m:e>
                                <m:sub>
                                  <m:r>
                                    <a:rPr lang="pt-BR" i="1">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e>
                          </m:d>
                          <m:sSub>
                            <m:sSubPr>
                              <m:ctrlPr>
                                <a:rPr lang="pt-BR" b="0" i="1" smtClean="0">
                                  <a:latin typeface="Cambria Math" panose="02040503050406030204" pitchFamily="18" charset="0"/>
                                  <a:cs typeface="Arial" panose="020B0604020202020204" pitchFamily="34" charset="0"/>
                                </a:rPr>
                              </m:ctrlPr>
                            </m:sSubPr>
                            <m:e>
                              <m:r>
                                <a:rPr lang="pt-BR" b="0" i="1">
                                  <a:latin typeface="Cambria Math" panose="02040503050406030204" pitchFamily="18" charset="0"/>
                                  <a:cs typeface="Arial" panose="020B0604020202020204" pitchFamily="34" charset="0"/>
                                </a:rPr>
                                <m:t>𝐼</m:t>
                              </m:r>
                            </m:e>
                            <m:sub>
                              <m:r>
                                <a:rPr lang="pt-BR" b="0" i="1" smtClean="0">
                                  <a:latin typeface="Cambria Math" panose="02040503050406030204" pitchFamily="18" charset="0"/>
                                  <a:cs typeface="Arial" panose="020B0604020202020204" pitchFamily="34" charset="0"/>
                                </a:rPr>
                                <m:t>𝑞</m:t>
                              </m:r>
                            </m:sub>
                          </m:sSub>
                        </m:e>
                      </m:nary>
                    </m:oMath>
                  </m:oMathPara>
                </a14:m>
                <a:endParaRPr lang="en-US"/>
              </a:p>
            </p:txBody>
          </p:sp>
        </mc:Choice>
        <mc:Fallback xmlns="">
          <p:sp>
            <p:nvSpPr>
              <p:cNvPr id="11" name="CaixaDeTexto 10">
                <a:extLst>
                  <a:ext uri="{FF2B5EF4-FFF2-40B4-BE49-F238E27FC236}">
                    <a16:creationId xmlns:a16="http://schemas.microsoft.com/office/drawing/2014/main" id="{4F7749DF-A98E-05E9-2ED9-4D65FDA731AD}"/>
                  </a:ext>
                </a:extLst>
              </p:cNvPr>
              <p:cNvSpPr txBox="1">
                <a:spLocks noRot="1" noChangeAspect="1" noMove="1" noResize="1" noEditPoints="1" noAdjustHandles="1" noChangeArrowheads="1" noChangeShapeType="1" noTextEdit="1"/>
              </p:cNvSpPr>
              <p:nvPr/>
            </p:nvSpPr>
            <p:spPr>
              <a:xfrm>
                <a:off x="463028" y="3290319"/>
                <a:ext cx="9809436" cy="858761"/>
              </a:xfrm>
              <a:prstGeom prst="rect">
                <a:avLst/>
              </a:prstGeom>
              <a:blipFill>
                <a:blip r:embed="rId7"/>
                <a:stretch>
                  <a:fillRect/>
                </a:stretch>
              </a:blipFill>
            </p:spPr>
            <p:txBody>
              <a:bodyPr/>
              <a:lstStyle/>
              <a:p>
                <a:r>
                  <a:rPr lang="pt-BR">
                    <a:noFill/>
                  </a:rPr>
                  <a:t> </a:t>
                </a:r>
              </a:p>
            </p:txBody>
          </p:sp>
        </mc:Fallback>
      </mc:AlternateContent>
      <p:grpSp>
        <p:nvGrpSpPr>
          <p:cNvPr id="3" name="Agrupar 2">
            <a:extLst>
              <a:ext uri="{FF2B5EF4-FFF2-40B4-BE49-F238E27FC236}">
                <a16:creationId xmlns:a16="http://schemas.microsoft.com/office/drawing/2014/main" id="{5F1AEA9A-F00E-D52F-0243-D28C1FF701EA}"/>
              </a:ext>
            </a:extLst>
          </p:cNvPr>
          <p:cNvGrpSpPr/>
          <p:nvPr/>
        </p:nvGrpSpPr>
        <p:grpSpPr>
          <a:xfrm>
            <a:off x="479376" y="4550459"/>
            <a:ext cx="11220291" cy="858761"/>
            <a:chOff x="479376" y="4550459"/>
            <a:chExt cx="11220291" cy="858761"/>
          </a:xfrm>
        </p:grpSpPr>
        <mc:AlternateContent xmlns:mc="http://schemas.openxmlformats.org/markup-compatibility/2006" xmlns:a14="http://schemas.microsoft.com/office/drawing/2010/main">
          <mc:Choice Requires="a14">
            <p:sp>
              <p:nvSpPr>
                <p:cNvPr id="46" name="CaixaDeTexto 45">
                  <a:extLst>
                    <a:ext uri="{FF2B5EF4-FFF2-40B4-BE49-F238E27FC236}">
                      <a16:creationId xmlns:a16="http://schemas.microsoft.com/office/drawing/2014/main" id="{6CE3F873-CFD4-78FC-4F2E-CB254F51C454}"/>
                    </a:ext>
                  </a:extLst>
                </p:cNvPr>
                <p:cNvSpPr txBox="1"/>
                <p:nvPr/>
              </p:nvSpPr>
              <p:spPr>
                <a:xfrm>
                  <a:off x="479376" y="4550459"/>
                  <a:ext cx="9649072" cy="858761"/>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nary>
                          <m:naryPr>
                            <m:chr m:val="∑"/>
                            <m:ctrlPr>
                              <a:rPr lang="pt-BR" i="1" smtClean="0">
                                <a:latin typeface="Cambria Math" panose="02040503050406030204" pitchFamily="18" charset="0"/>
                              </a:rPr>
                            </m:ctrlPr>
                          </m:naryPr>
                          <m:sub>
                            <m:r>
                              <m:rPr>
                                <m:brk m:alnAt="23"/>
                              </m:rPr>
                              <a:rPr lang="pt-BR" i="1">
                                <a:latin typeface="Cambria Math" panose="02040503050406030204" pitchFamily="18" charset="0"/>
                              </a:rPr>
                              <m:t>𝑛</m:t>
                            </m:r>
                            <m:r>
                              <a:rPr lang="pt-BR" i="1">
                                <a:latin typeface="Cambria Math" panose="02040503050406030204" pitchFamily="18" charset="0"/>
                              </a:rPr>
                              <m:t>=−</m:t>
                            </m:r>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m:rPr>
                                    <m:brk m:alnAt="23"/>
                                  </m:rPr>
                                  <a:rPr lang="pt-BR" i="1">
                                    <a:latin typeface="Cambria Math" panose="02040503050406030204" pitchFamily="18" charset="0"/>
                                  </a:rPr>
                                  <m:t>𝑝</m:t>
                                </m:r>
                              </m:sub>
                            </m:sSub>
                          </m:sub>
                          <m:sup>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m:rPr>
                                    <m:brk m:alnAt="23"/>
                                  </m:rPr>
                                  <a:rPr lang="pt-BR" i="1">
                                    <a:latin typeface="Cambria Math" panose="02040503050406030204" pitchFamily="18" charset="0"/>
                                  </a:rPr>
                                  <m:t>𝑝</m:t>
                                </m:r>
                              </m:sub>
                            </m:sSub>
                          </m:sup>
                          <m:e>
                            <m:sSubSup>
                              <m:sSubSupPr>
                                <m:ctrlPr>
                                  <a:rPr lang="pt-BR" i="1">
                                    <a:latin typeface="Cambria Math" panose="02040503050406030204" pitchFamily="18" charset="0"/>
                                  </a:rPr>
                                </m:ctrlPr>
                              </m:sSubSupPr>
                              <m:e>
                                <m:r>
                                  <a:rPr lang="pt-BR" i="1">
                                    <a:latin typeface="Cambria Math" panose="02040503050406030204" pitchFamily="18" charset="0"/>
                                  </a:rPr>
                                  <m:t>𝐸</m:t>
                                </m:r>
                              </m:e>
                              <m:sub>
                                <m:r>
                                  <a:rPr lang="pt-BR" i="1">
                                    <a:latin typeface="Cambria Math" panose="02040503050406030204" pitchFamily="18" charset="0"/>
                                  </a:rPr>
                                  <m:t>𝑛</m:t>
                                </m:r>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m:t>
                                </m:r>
                              </m:sup>
                            </m:sSubSup>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i="1">
                                    <a:latin typeface="Cambria Math" panose="02040503050406030204" pitchFamily="18" charset="0"/>
                                  </a:rPr>
                                  <m:t>𝑗𝑛</m:t>
                                </m:r>
                                <m:sSub>
                                  <m:sSubPr>
                                    <m:ctrlPr>
                                      <a:rPr lang="pt-BR" i="1">
                                        <a:latin typeface="Cambria Math" panose="02040503050406030204" pitchFamily="18" charset="0"/>
                                      </a:rPr>
                                    </m:ctrlPr>
                                  </m:sSubPr>
                                  <m:e>
                                    <m:r>
                                      <a:rPr lang="pt-BR" i="1">
                                        <a:latin typeface="Cambria Math" panose="02040503050406030204" pitchFamily="18" charset="0"/>
                                      </a:rPr>
                                      <m:t>𝜃</m:t>
                                    </m:r>
                                  </m:e>
                                  <m:sub>
                                    <m:r>
                                      <a:rPr lang="pt-BR" i="1">
                                        <a:latin typeface="Cambria Math" panose="02040503050406030204" pitchFamily="18" charset="0"/>
                                      </a:rPr>
                                      <m:t>𝑝</m:t>
                                    </m:r>
                                  </m:sub>
                                </m:sSub>
                              </m:sup>
                            </m:sSup>
                          </m:e>
                        </m:nary>
                        <m:r>
                          <a:rPr lang="pt-BR">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𝑗</m:t>
                            </m:r>
                            <m:r>
                              <a:rPr lang="pt-BR" i="1">
                                <a:latin typeface="Cambria Math" panose="02040503050406030204" pitchFamily="18" charset="0"/>
                              </a:rPr>
                              <m:t>𝜔</m:t>
                            </m:r>
                            <m:sSub>
                              <m:sSubPr>
                                <m:ctrlPr>
                                  <a:rPr lang="pt-BR" i="1">
                                    <a:latin typeface="Cambria Math" panose="02040503050406030204" pitchFamily="18" charset="0"/>
                                  </a:rPr>
                                </m:ctrlPr>
                              </m:sSubPr>
                              <m:e>
                                <m:r>
                                  <a:rPr lang="pt-BR" i="1">
                                    <a:latin typeface="Cambria Math" panose="02040503050406030204" pitchFamily="18" charset="0"/>
                                  </a:rPr>
                                  <m:t>𝜇</m:t>
                                </m:r>
                              </m:e>
                              <m:sub>
                                <m:r>
                                  <a:rPr lang="pt-BR" i="1">
                                    <a:latin typeface="Cambria Math" panose="02040503050406030204" pitchFamily="18" charset="0"/>
                                  </a:rPr>
                                  <m:t>0</m:t>
                                </m:r>
                              </m:sub>
                            </m:sSub>
                          </m:num>
                          <m:den>
                            <m:r>
                              <a:rPr lang="pt-BR" i="1">
                                <a:latin typeface="Cambria Math" panose="02040503050406030204" pitchFamily="18" charset="0"/>
                              </a:rPr>
                              <m:t>2</m:t>
                            </m:r>
                            <m:r>
                              <a:rPr lang="pt-BR" i="1">
                                <a:latin typeface="Cambria Math" panose="02040503050406030204" pitchFamily="18" charset="0"/>
                              </a:rPr>
                              <m:t>𝜋</m:t>
                            </m:r>
                          </m:den>
                        </m:f>
                        <m:nary>
                          <m:naryPr>
                            <m:chr m:val="∑"/>
                            <m:ctrlPr>
                              <a:rPr lang="pt-BR" i="1">
                                <a:latin typeface="Cambria Math" panose="02040503050406030204" pitchFamily="18" charset="0"/>
                              </a:rPr>
                            </m:ctrlPr>
                          </m:naryPr>
                          <m:sub>
                            <m:r>
                              <a:rPr lang="pt-BR" i="1">
                                <a:latin typeface="Cambria Math" panose="02040503050406030204" pitchFamily="18" charset="0"/>
                              </a:rPr>
                              <m:t>𝑞</m:t>
                            </m:r>
                            <m:r>
                              <a:rPr lang="pt-BR" i="1">
                                <a:latin typeface="Cambria Math" panose="02040503050406030204" pitchFamily="18" charset="0"/>
                              </a:rPr>
                              <m:t>=1</m:t>
                            </m:r>
                          </m:sub>
                          <m:sup>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𝑠</m:t>
                                </m:r>
                              </m:sub>
                            </m:sSub>
                          </m:sup>
                          <m:e>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𝑛</m:t>
                                </m:r>
                                <m:r>
                                  <a:rPr lang="pt-BR" i="1">
                                    <a:latin typeface="Cambria Math" panose="02040503050406030204" pitchFamily="18" charset="0"/>
                                  </a:rPr>
                                  <m:t>=−</m:t>
                                </m:r>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a:rPr lang="pt-BR" b="0" i="1" smtClean="0">
                                        <a:latin typeface="Cambria Math" panose="02040503050406030204" pitchFamily="18" charset="0"/>
                                      </a:rPr>
                                      <m:t>𝑞</m:t>
                                    </m:r>
                                  </m:sub>
                                </m:sSub>
                              </m:sub>
                              <m:sup>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a:rPr lang="pt-BR" b="0" i="1" smtClean="0">
                                        <a:latin typeface="Cambria Math" panose="02040503050406030204" pitchFamily="18" charset="0"/>
                                      </a:rPr>
                                      <m:t>𝑞</m:t>
                                    </m:r>
                                  </m:sub>
                                </m:sSub>
                              </m:sup>
                              <m:e>
                                <m:sSubSup>
                                  <m:sSubSupPr>
                                    <m:ctrlPr>
                                      <a:rPr lang="pt-BR" i="1">
                                        <a:latin typeface="Cambria Math" panose="02040503050406030204" pitchFamily="18" charset="0"/>
                                      </a:rPr>
                                    </m:ctrlPr>
                                  </m:sSubSupPr>
                                  <m:e>
                                    <m:r>
                                      <a:rPr lang="pt-BR" i="1">
                                        <a:latin typeface="Cambria Math" panose="02040503050406030204" pitchFamily="18" charset="0"/>
                                      </a:rPr>
                                      <m:t>𝐽</m:t>
                                    </m:r>
                                  </m:e>
                                  <m:sub>
                                    <m:r>
                                      <a:rPr lang="pt-BR" i="1">
                                        <a:latin typeface="Cambria Math" panose="02040503050406030204" pitchFamily="18" charset="0"/>
                                      </a:rPr>
                                      <m:t>𝑛</m:t>
                                    </m:r>
                                  </m:sub>
                                  <m:sup>
                                    <m:r>
                                      <a:rPr lang="pt-BR" i="1">
                                        <a:latin typeface="Cambria Math" panose="02040503050406030204" pitchFamily="18" charset="0"/>
                                      </a:rPr>
                                      <m:t>(</m:t>
                                    </m:r>
                                    <m:r>
                                      <a:rPr lang="pt-BR" b="0" i="1" smtClean="0">
                                        <a:latin typeface="Cambria Math" panose="02040503050406030204" pitchFamily="18" charset="0"/>
                                      </a:rPr>
                                      <m:t>𝑞</m:t>
                                    </m:r>
                                    <m:r>
                                      <a:rPr lang="pt-BR" i="1">
                                        <a:latin typeface="Cambria Math" panose="02040503050406030204" pitchFamily="18" charset="0"/>
                                      </a:rPr>
                                      <m:t>)</m:t>
                                    </m:r>
                                  </m:sup>
                                </m:sSubSup>
                              </m:e>
                            </m:nary>
                            <m:nary>
                              <m:naryPr>
                                <m:ctrlPr>
                                  <a:rPr lang="pt-BR" i="1">
                                    <a:latin typeface="Cambria Math" panose="02040503050406030204" pitchFamily="18" charset="0"/>
                                  </a:rPr>
                                </m:ctrlPr>
                              </m:naryPr>
                              <m:sub>
                                <m:r>
                                  <m:rPr>
                                    <m:brk m:alnAt="23"/>
                                  </m:rPr>
                                  <a:rPr lang="pt-BR" i="1">
                                    <a:latin typeface="Cambria Math" panose="02040503050406030204" pitchFamily="18" charset="0"/>
                                  </a:rPr>
                                  <m:t>0</m:t>
                                </m:r>
                              </m:sub>
                              <m:sup>
                                <m:r>
                                  <a:rPr lang="pt-BR" i="1">
                                    <a:latin typeface="Cambria Math" panose="02040503050406030204" pitchFamily="18" charset="0"/>
                                  </a:rPr>
                                  <m:t>2</m:t>
                                </m:r>
                                <m:r>
                                  <a:rPr lang="pt-BR" i="1">
                                    <a:latin typeface="Cambria Math" panose="02040503050406030204" pitchFamily="18" charset="0"/>
                                  </a:rPr>
                                  <m:t>𝜋</m:t>
                                </m:r>
                              </m:sup>
                              <m:e>
                                <m:r>
                                  <a:rPr lang="pt-BR" i="1">
                                    <a:latin typeface="Cambria Math" panose="02040503050406030204" pitchFamily="18" charset="0"/>
                                    <a:ea typeface="Cambria Math" panose="02040503050406030204" pitchFamily="18" charset="0"/>
                                  </a:rPr>
                                  <m:t>𝐺</m:t>
                                </m:r>
                                <m:d>
                                  <m:dPr>
                                    <m:begChr m:val="["/>
                                    <m:endChr m:val="]"/>
                                    <m:ctrlPr>
                                      <a:rPr lang="pt-BR" i="1">
                                        <a:latin typeface="Cambria Math" panose="02040503050406030204" pitchFamily="18" charset="0"/>
                                        <a:ea typeface="Cambria Math" panose="02040503050406030204" pitchFamily="18" charset="0"/>
                                      </a:rPr>
                                    </m:ctrlPr>
                                  </m:dPr>
                                  <m:e>
                                    <m:sSub>
                                      <m:sSubPr>
                                        <m:ctrlPr>
                                          <a:rPr lang="pt-BR" b="1"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𝑝</m:t>
                                        </m:r>
                                      </m:sub>
                                    </m:sSub>
                                    <m:r>
                                      <a:rPr lang="pt-BR" b="1"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𝑝</m:t>
                                        </m:r>
                                      </m:sub>
                                    </m:sSub>
                                    <m:r>
                                      <a:rPr lang="pt-BR" b="1"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𝜃</m:t>
                                        </m:r>
                                      </m:e>
                                      <m:sub>
                                        <m:r>
                                          <a:rPr lang="pt-BR" i="1">
                                            <a:latin typeface="Cambria Math" panose="02040503050406030204" pitchFamily="18" charset="0"/>
                                            <a:ea typeface="Cambria Math" panose="02040503050406030204" pitchFamily="18" charset="0"/>
                                          </a:rPr>
                                          <m:t>𝑝</m:t>
                                        </m:r>
                                      </m:sub>
                                    </m:sSub>
                                    <m:r>
                                      <a:rPr lang="pt-BR" b="1"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𝑞</m:t>
                                        </m:r>
                                      </m:sub>
                                    </m:sSub>
                                    <m:r>
                                      <a:rPr lang="pt-BR" b="1"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𝑞</m:t>
                                        </m:r>
                                      </m:sub>
                                    </m:sSub>
                                    <m:r>
                                      <a:rPr lang="pt-BR" b="1" i="1">
                                        <a:latin typeface="Cambria Math" panose="02040503050406030204" pitchFamily="18" charset="0"/>
                                        <a:ea typeface="Cambria Math" panose="02040503050406030204" pitchFamily="18" charset="0"/>
                                      </a:rPr>
                                      <m:t>,</m:t>
                                    </m:r>
                                    <m:sSubSup>
                                      <m:sSubSupPr>
                                        <m:ctrlPr>
                                          <a:rPr lang="pt-BR" b="1"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𝜃</m:t>
                                        </m:r>
                                      </m:e>
                                      <m:sub>
                                        <m:r>
                                          <a:rPr lang="pt-BR" i="1">
                                            <a:latin typeface="Cambria Math" panose="02040503050406030204" pitchFamily="18" charset="0"/>
                                            <a:ea typeface="Cambria Math" panose="02040503050406030204" pitchFamily="18" charset="0"/>
                                          </a:rPr>
                                          <m:t>𝑞</m:t>
                                        </m:r>
                                      </m:sub>
                                      <m:sup>
                                        <m:r>
                                          <a:rPr lang="pt-BR" b="1" i="1">
                                            <a:latin typeface="Cambria Math" panose="02040503050406030204" pitchFamily="18" charset="0"/>
                                            <a:ea typeface="Cambria Math" panose="02040503050406030204" pitchFamily="18" charset="0"/>
                                          </a:rPr>
                                          <m:t>′</m:t>
                                        </m:r>
                                      </m:sup>
                                    </m:sSubSup>
                                    <m:r>
                                      <a:rPr lang="pt-BR" b="1" i="1">
                                        <a:latin typeface="Cambria Math" panose="02040503050406030204" pitchFamily="18" charset="0"/>
                                        <a:ea typeface="Cambria Math" panose="02040503050406030204" pitchFamily="18" charset="0"/>
                                      </a:rPr>
                                      <m:t>)</m:t>
                                    </m:r>
                                  </m:e>
                                </m:d>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i="1">
                                        <a:latin typeface="Cambria Math" panose="02040503050406030204" pitchFamily="18" charset="0"/>
                                      </a:rPr>
                                      <m:t>𝑗𝑛</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𝑞</m:t>
                                        </m:r>
                                      </m:sub>
                                      <m:sup>
                                        <m:r>
                                          <a:rPr lang="pt-BR" i="1">
                                            <a:latin typeface="Cambria Math" panose="02040503050406030204" pitchFamily="18" charset="0"/>
                                          </a:rPr>
                                          <m:t>′</m:t>
                                        </m:r>
                                      </m:sup>
                                    </m:sSubSup>
                                  </m:sup>
                                </m:sSup>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𝑞</m:t>
                                    </m:r>
                                  </m:sub>
                                  <m:sup>
                                    <m:r>
                                      <a:rPr lang="pt-BR" i="1">
                                        <a:latin typeface="Cambria Math" panose="02040503050406030204" pitchFamily="18" charset="0"/>
                                      </a:rPr>
                                      <m:t>′</m:t>
                                    </m:r>
                                  </m:sup>
                                </m:sSubSup>
                              </m:e>
                            </m:nary>
                          </m:e>
                        </m:nary>
                        <m:r>
                          <a:rPr lang="pt-BR" b="0" i="1" smtClean="0">
                            <a:latin typeface="Cambria Math" panose="02040503050406030204" pitchFamily="18" charset="0"/>
                          </a:rPr>
                          <m:t>+</m:t>
                        </m:r>
                        <m:nary>
                          <m:naryPr>
                            <m:chr m:val="∑"/>
                            <m:ctrlPr>
                              <a:rPr lang="pt-BR" i="1">
                                <a:latin typeface="Cambria Math" panose="02040503050406030204" pitchFamily="18" charset="0"/>
                              </a:rPr>
                            </m:ctrlPr>
                          </m:naryPr>
                          <m:sub>
                            <m:r>
                              <a:rPr lang="pt-BR" b="0" i="1" smtClean="0">
                                <a:latin typeface="Cambria Math" panose="02040503050406030204" pitchFamily="18" charset="0"/>
                              </a:rPr>
                              <m:t>𝑞</m:t>
                            </m:r>
                            <m:r>
                              <a:rPr lang="pt-BR" i="1">
                                <a:latin typeface="Cambria Math" panose="02040503050406030204" pitchFamily="18" charset="0"/>
                              </a:rPr>
                              <m:t>=</m:t>
                            </m:r>
                            <m:r>
                              <a:rPr lang="pt-BR" b="0" i="1" smtClean="0">
                                <a:latin typeface="Cambria Math" panose="02040503050406030204" pitchFamily="18" charset="0"/>
                              </a:rPr>
                              <m:t>1</m:t>
                            </m:r>
                          </m:sub>
                          <m:sup>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sup>
                          <m:e>
                            <m:d>
                              <m:dPr>
                                <m:begChr m:val="["/>
                                <m:endChr m:val="]"/>
                                <m:ctrlPr>
                                  <a:rPr lang="pt-BR" i="1">
                                    <a:latin typeface="Cambria Math" panose="02040503050406030204" pitchFamily="18" charset="0"/>
                                    <a:cs typeface="Arial" panose="020B0604020202020204" pitchFamily="34" charset="0"/>
                                  </a:rPr>
                                </m:ctrlPr>
                              </m:dPr>
                              <m:e>
                                <m:sSub>
                                  <m:sSubPr>
                                    <m:ctrlPr>
                                      <a:rPr lang="pt-BR" b="1"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𝑹</m:t>
                                    </m:r>
                                  </m:e>
                                  <m:sub>
                                    <m:r>
                                      <a:rPr lang="pt-BR" b="0" i="1" smtClean="0">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r>
                                  <a:rPr lang="pt-BR" i="1">
                                    <a:latin typeface="Cambria Math" panose="02040503050406030204" pitchFamily="18" charset="0"/>
                                    <a:cs typeface="Arial" panose="020B0604020202020204" pitchFamily="34" charset="0"/>
                                  </a:rPr>
                                  <m:t>+</m:t>
                                </m:r>
                                <m:r>
                                  <a:rPr lang="pt-BR" i="1">
                                    <a:latin typeface="Cambria Math" panose="02040503050406030204" pitchFamily="18" charset="0"/>
                                    <a:cs typeface="Arial" panose="020B0604020202020204" pitchFamily="34" charset="0"/>
                                  </a:rPr>
                                  <m:t>𝑗</m:t>
                                </m:r>
                                <m:r>
                                  <a:rPr lang="pt-BR" i="1">
                                    <a:latin typeface="Cambria Math" panose="02040503050406030204" pitchFamily="18" charset="0"/>
                                    <a:cs typeface="Arial" panose="020B0604020202020204" pitchFamily="34" charset="0"/>
                                  </a:rPr>
                                  <m:t>𝜔</m:t>
                                </m:r>
                                <m:sSub>
                                  <m:sSubPr>
                                    <m:ctrlPr>
                                      <a:rPr lang="pt-BR" b="0"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𝑳</m:t>
                                    </m:r>
                                  </m:e>
                                  <m:sub>
                                    <m:r>
                                      <a:rPr lang="pt-BR" i="1">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e>
                            </m:d>
                            <m:sSub>
                              <m:sSubPr>
                                <m:ctrlPr>
                                  <a:rPr lang="pt-BR" b="0" i="1" smtClean="0">
                                    <a:latin typeface="Cambria Math" panose="02040503050406030204" pitchFamily="18" charset="0"/>
                                    <a:cs typeface="Arial" panose="020B0604020202020204" pitchFamily="34" charset="0"/>
                                  </a:rPr>
                                </m:ctrlPr>
                              </m:sSubPr>
                              <m:e>
                                <m:r>
                                  <a:rPr lang="pt-BR" b="0" i="1">
                                    <a:latin typeface="Cambria Math" panose="02040503050406030204" pitchFamily="18" charset="0"/>
                                    <a:cs typeface="Arial" panose="020B0604020202020204" pitchFamily="34" charset="0"/>
                                  </a:rPr>
                                  <m:t>𝐼</m:t>
                                </m:r>
                              </m:e>
                              <m:sub>
                                <m:r>
                                  <a:rPr lang="pt-BR" b="0" i="1" smtClean="0">
                                    <a:latin typeface="Cambria Math" panose="02040503050406030204" pitchFamily="18" charset="0"/>
                                    <a:cs typeface="Arial" panose="020B0604020202020204" pitchFamily="34" charset="0"/>
                                  </a:rPr>
                                  <m:t>𝑞</m:t>
                                </m:r>
                              </m:sub>
                            </m:sSub>
                          </m:e>
                        </m:nary>
                      </m:oMath>
                    </m:oMathPara>
                  </a14:m>
                  <a:endParaRPr lang="en-US"/>
                </a:p>
              </p:txBody>
            </p:sp>
          </mc:Choice>
          <mc:Fallback xmlns="">
            <p:sp>
              <p:nvSpPr>
                <p:cNvPr id="46" name="CaixaDeTexto 45">
                  <a:extLst>
                    <a:ext uri="{FF2B5EF4-FFF2-40B4-BE49-F238E27FC236}">
                      <a16:creationId xmlns:a16="http://schemas.microsoft.com/office/drawing/2014/main" id="{6CE3F873-CFD4-78FC-4F2E-CB254F51C454}"/>
                    </a:ext>
                  </a:extLst>
                </p:cNvPr>
                <p:cNvSpPr txBox="1">
                  <a:spLocks noRot="1" noChangeAspect="1" noMove="1" noResize="1" noEditPoints="1" noAdjustHandles="1" noChangeArrowheads="1" noChangeShapeType="1" noTextEdit="1"/>
                </p:cNvSpPr>
                <p:nvPr/>
              </p:nvSpPr>
              <p:spPr>
                <a:xfrm>
                  <a:off x="479376" y="4550459"/>
                  <a:ext cx="9649072" cy="858761"/>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68997FA5-A91D-0242-EA20-777EEF54C76F}"/>
                    </a:ext>
                  </a:extLst>
                </p:cNvPr>
                <p:cNvSpPr txBox="1"/>
                <p:nvPr/>
              </p:nvSpPr>
              <p:spPr>
                <a:xfrm>
                  <a:off x="11231615" y="4810562"/>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9)</m:t>
                        </m:r>
                      </m:oMath>
                    </m:oMathPara>
                  </a14:m>
                  <a:endParaRPr lang="en-US" sz="1200"/>
                </a:p>
              </p:txBody>
            </p:sp>
          </mc:Choice>
          <mc:Fallback xmlns="">
            <p:sp>
              <p:nvSpPr>
                <p:cNvPr id="13" name="CaixaDeTexto 12">
                  <a:extLst>
                    <a:ext uri="{FF2B5EF4-FFF2-40B4-BE49-F238E27FC236}">
                      <a16:creationId xmlns:a16="http://schemas.microsoft.com/office/drawing/2014/main" id="{68997FA5-A91D-0242-EA20-777EEF54C76F}"/>
                    </a:ext>
                  </a:extLst>
                </p:cNvPr>
                <p:cNvSpPr txBox="1">
                  <a:spLocks noRot="1" noChangeAspect="1" noMove="1" noResize="1" noEditPoints="1" noAdjustHandles="1" noChangeArrowheads="1" noChangeShapeType="1" noTextEdit="1"/>
                </p:cNvSpPr>
                <p:nvPr/>
              </p:nvSpPr>
              <p:spPr>
                <a:xfrm>
                  <a:off x="11231615" y="4810562"/>
                  <a:ext cx="468052" cy="276999"/>
                </a:xfrm>
                <a:prstGeom prst="rect">
                  <a:avLst/>
                </a:prstGeom>
                <a:blipFill>
                  <a:blip r:embed="rId9"/>
                  <a:stretch>
                    <a:fillRect b="-6522"/>
                  </a:stretch>
                </a:blipFill>
              </p:spPr>
              <p:txBody>
                <a:bodyPr/>
                <a:lstStyle/>
                <a:p>
                  <a:r>
                    <a:rPr lang="pt-BR">
                      <a:noFill/>
                    </a:rPr>
                    <a:t> </a:t>
                  </a:r>
                </a:p>
              </p:txBody>
            </p:sp>
          </mc:Fallback>
        </mc:AlternateContent>
      </p:grpSp>
    </p:spTree>
    <p:extLst>
      <p:ext uri="{BB962C8B-B14F-4D97-AF65-F5344CB8AC3E}">
        <p14:creationId xmlns:p14="http://schemas.microsoft.com/office/powerpoint/2010/main" val="3344201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18</a:t>
            </a:fld>
            <a:endParaRPr lang="pt-B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21" name="CaixaDeTexto 20">
                <a:extLst>
                  <a:ext uri="{FF2B5EF4-FFF2-40B4-BE49-F238E27FC236}">
                    <a16:creationId xmlns:a16="http://schemas.microsoft.com/office/drawing/2014/main" id="{731866F4-9B40-ED2B-B0CC-D9E79C8A397B}"/>
                  </a:ext>
                </a:extLst>
              </p:cNvPr>
              <p:cNvSpPr txBox="1"/>
              <p:nvPr/>
            </p:nvSpPr>
            <p:spPr>
              <a:xfrm>
                <a:off x="479376" y="2744924"/>
                <a:ext cx="10854260" cy="1625188"/>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nary>
                        <m:naryPr>
                          <m:ctrlPr>
                            <a:rPr lang="pt-BR" i="1" smtClean="0">
                              <a:latin typeface="Cambria Math" panose="02040503050406030204" pitchFamily="18" charset="0"/>
                            </a:rPr>
                          </m:ctrlPr>
                        </m:naryPr>
                        <m:sub>
                          <m:r>
                            <m:rPr>
                              <m:brk m:alnAt="23"/>
                            </m:rPr>
                            <a:rPr lang="pt-BR" i="1">
                              <a:latin typeface="Cambria Math" panose="02040503050406030204" pitchFamily="18" charset="0"/>
                            </a:rPr>
                            <m:t>0</m:t>
                          </m:r>
                        </m:sub>
                        <m:sup>
                          <m:r>
                            <a:rPr lang="pt-BR" i="1">
                              <a:latin typeface="Cambria Math" panose="02040503050406030204" pitchFamily="18" charset="0"/>
                            </a:rPr>
                            <m:t>2</m:t>
                          </m:r>
                          <m:r>
                            <a:rPr lang="pt-BR" i="1">
                              <a:latin typeface="Cambria Math" panose="02040503050406030204" pitchFamily="18" charset="0"/>
                            </a:rPr>
                            <m:t>𝜋</m:t>
                          </m:r>
                        </m:sup>
                        <m:e>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𝑛</m:t>
                              </m:r>
                              <m:r>
                                <a:rPr lang="pt-BR" i="1">
                                  <a:latin typeface="Cambria Math" panose="02040503050406030204" pitchFamily="18" charset="0"/>
                                </a:rPr>
                                <m:t>=−</m:t>
                              </m:r>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m:rPr>
                                      <m:brk m:alnAt="23"/>
                                    </m:rPr>
                                    <a:rPr lang="pt-BR" i="1">
                                      <a:latin typeface="Cambria Math" panose="02040503050406030204" pitchFamily="18" charset="0"/>
                                    </a:rPr>
                                    <m:t>𝑝</m:t>
                                  </m:r>
                                </m:sub>
                              </m:sSub>
                            </m:sub>
                            <m:sup>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m:rPr>
                                      <m:brk m:alnAt="23"/>
                                    </m:rPr>
                                    <a:rPr lang="pt-BR" i="1">
                                      <a:latin typeface="Cambria Math" panose="02040503050406030204" pitchFamily="18" charset="0"/>
                                    </a:rPr>
                                    <m:t>𝑝</m:t>
                                  </m:r>
                                </m:sub>
                              </m:sSub>
                            </m:sup>
                            <m:e>
                              <m:sSubSup>
                                <m:sSubSupPr>
                                  <m:ctrlPr>
                                    <a:rPr lang="pt-BR" i="1">
                                      <a:latin typeface="Cambria Math" panose="02040503050406030204" pitchFamily="18" charset="0"/>
                                    </a:rPr>
                                  </m:ctrlPr>
                                </m:sSubSupPr>
                                <m:e>
                                  <m:r>
                                    <a:rPr lang="pt-BR" i="1">
                                      <a:latin typeface="Cambria Math" panose="02040503050406030204" pitchFamily="18" charset="0"/>
                                    </a:rPr>
                                    <m:t>𝐸</m:t>
                                  </m:r>
                                </m:e>
                                <m:sub>
                                  <m:r>
                                    <a:rPr lang="pt-BR" i="1">
                                      <a:latin typeface="Cambria Math" panose="02040503050406030204" pitchFamily="18" charset="0"/>
                                    </a:rPr>
                                    <m:t>𝑛</m:t>
                                  </m:r>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m:t>
                                  </m:r>
                                </m:sup>
                              </m:sSubSup>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i="1">
                                      <a:latin typeface="Cambria Math" panose="02040503050406030204" pitchFamily="18" charset="0"/>
                                    </a:rPr>
                                    <m:t>𝑗𝑛</m:t>
                                  </m:r>
                                  <m:sSub>
                                    <m:sSubPr>
                                      <m:ctrlPr>
                                        <a:rPr lang="pt-BR" i="1">
                                          <a:latin typeface="Cambria Math" panose="02040503050406030204" pitchFamily="18" charset="0"/>
                                        </a:rPr>
                                      </m:ctrlPr>
                                    </m:sSubPr>
                                    <m:e>
                                      <m:r>
                                        <a:rPr lang="pt-BR" i="1">
                                          <a:latin typeface="Cambria Math" panose="02040503050406030204" pitchFamily="18" charset="0"/>
                                        </a:rPr>
                                        <m:t>𝜃</m:t>
                                      </m:r>
                                    </m:e>
                                    <m:sub>
                                      <m:r>
                                        <a:rPr lang="pt-BR" i="1">
                                          <a:latin typeface="Cambria Math" panose="02040503050406030204" pitchFamily="18" charset="0"/>
                                        </a:rPr>
                                        <m:t>𝑝</m:t>
                                      </m:r>
                                    </m:sub>
                                  </m:sSub>
                                </m:sup>
                              </m:sSup>
                            </m:e>
                          </m:nary>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b="0" i="1" smtClean="0">
                                  <a:latin typeface="Cambria Math" panose="02040503050406030204" pitchFamily="18" charset="0"/>
                                </a:rPr>
                                <m:t>−</m:t>
                              </m:r>
                              <m:r>
                                <a:rPr lang="pt-BR" i="1">
                                  <a:latin typeface="Cambria Math" panose="02040503050406030204" pitchFamily="18" charset="0"/>
                                </a:rPr>
                                <m:t>𝑗</m:t>
                              </m:r>
                              <m:sSup>
                                <m:sSupPr>
                                  <m:ctrlPr>
                                    <a:rPr lang="pt-BR" b="0" i="1" smtClean="0">
                                      <a:latin typeface="Cambria Math" panose="02040503050406030204" pitchFamily="18" charset="0"/>
                                    </a:rPr>
                                  </m:ctrlPr>
                                </m:sSupPr>
                                <m:e>
                                  <m:r>
                                    <a:rPr lang="pt-BR" i="1">
                                      <a:latin typeface="Cambria Math" panose="02040503050406030204" pitchFamily="18" charset="0"/>
                                    </a:rPr>
                                    <m:t>𝑛</m:t>
                                  </m:r>
                                </m:e>
                                <m:sup>
                                  <m:r>
                                    <a:rPr lang="pt-BR" b="0" i="1" smtClean="0">
                                      <a:latin typeface="Cambria Math" panose="02040503050406030204" pitchFamily="18" charset="0"/>
                                    </a:rPr>
                                    <m:t>′</m:t>
                                  </m:r>
                                </m:sup>
                              </m:sSup>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𝑝</m:t>
                                  </m:r>
                                </m:sub>
                                <m:sup>
                                  <m:r>
                                    <a:rPr lang="pt-BR" b="0" i="1" smtClean="0">
                                      <a:latin typeface="Cambria Math" panose="02040503050406030204" pitchFamily="18" charset="0"/>
                                    </a:rPr>
                                    <m:t> </m:t>
                                  </m:r>
                                </m:sup>
                              </m:sSubSup>
                            </m:sup>
                          </m:sSup>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𝑝</m:t>
                              </m:r>
                            </m:sub>
                            <m:sup>
                              <m:r>
                                <a:rPr lang="pt-BR" i="1">
                                  <a:latin typeface="Cambria Math" panose="02040503050406030204" pitchFamily="18" charset="0"/>
                                </a:rPr>
                                <m:t> </m:t>
                              </m:r>
                            </m:sup>
                          </m:sSubSup>
                        </m:e>
                      </m:nary>
                      <m:r>
                        <a:rPr lang="pt-BR">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𝑗</m:t>
                          </m:r>
                          <m:r>
                            <a:rPr lang="pt-BR" i="1">
                              <a:latin typeface="Cambria Math" panose="02040503050406030204" pitchFamily="18" charset="0"/>
                            </a:rPr>
                            <m:t>𝜔</m:t>
                          </m:r>
                          <m:sSub>
                            <m:sSubPr>
                              <m:ctrlPr>
                                <a:rPr lang="pt-BR" i="1">
                                  <a:latin typeface="Cambria Math" panose="02040503050406030204" pitchFamily="18" charset="0"/>
                                </a:rPr>
                              </m:ctrlPr>
                            </m:sSubPr>
                            <m:e>
                              <m:r>
                                <a:rPr lang="pt-BR" i="1">
                                  <a:latin typeface="Cambria Math" panose="02040503050406030204" pitchFamily="18" charset="0"/>
                                </a:rPr>
                                <m:t>𝜇</m:t>
                              </m:r>
                            </m:e>
                            <m:sub>
                              <m:r>
                                <a:rPr lang="pt-BR" i="1">
                                  <a:latin typeface="Cambria Math" panose="02040503050406030204" pitchFamily="18" charset="0"/>
                                </a:rPr>
                                <m:t>0</m:t>
                              </m:r>
                            </m:sub>
                          </m:sSub>
                        </m:num>
                        <m:den>
                          <m:r>
                            <a:rPr lang="pt-BR" i="1">
                              <a:latin typeface="Cambria Math" panose="02040503050406030204" pitchFamily="18" charset="0"/>
                            </a:rPr>
                            <m:t>2</m:t>
                          </m:r>
                          <m:r>
                            <a:rPr lang="pt-BR" i="1">
                              <a:latin typeface="Cambria Math" panose="02040503050406030204" pitchFamily="18" charset="0"/>
                            </a:rPr>
                            <m:t>𝜋</m:t>
                          </m:r>
                        </m:den>
                      </m:f>
                      <m:nary>
                        <m:naryPr>
                          <m:chr m:val="∑"/>
                          <m:ctrlPr>
                            <a:rPr lang="pt-BR" i="1">
                              <a:latin typeface="Cambria Math" panose="02040503050406030204" pitchFamily="18" charset="0"/>
                            </a:rPr>
                          </m:ctrlPr>
                        </m:naryPr>
                        <m:sub>
                          <m:r>
                            <a:rPr lang="pt-BR" i="1">
                              <a:latin typeface="Cambria Math" panose="02040503050406030204" pitchFamily="18" charset="0"/>
                            </a:rPr>
                            <m:t>𝑞</m:t>
                          </m:r>
                          <m:r>
                            <a:rPr lang="pt-BR" i="1">
                              <a:latin typeface="Cambria Math" panose="02040503050406030204" pitchFamily="18" charset="0"/>
                            </a:rPr>
                            <m:t>=1</m:t>
                          </m:r>
                        </m:sub>
                        <m:sup>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𝑠</m:t>
                              </m:r>
                            </m:sub>
                          </m:sSub>
                        </m:sup>
                        <m:e>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𝑛</m:t>
                              </m:r>
                              <m:r>
                                <a:rPr lang="pt-BR" i="1">
                                  <a:latin typeface="Cambria Math" panose="02040503050406030204" pitchFamily="18" charset="0"/>
                                </a:rPr>
                                <m:t>=−</m:t>
                              </m:r>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a:rPr lang="pt-BR" b="0" i="1" smtClean="0">
                                      <a:latin typeface="Cambria Math" panose="02040503050406030204" pitchFamily="18" charset="0"/>
                                    </a:rPr>
                                    <m:t>𝑞</m:t>
                                  </m:r>
                                </m:sub>
                              </m:sSub>
                            </m:sub>
                            <m:sup>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a:rPr lang="pt-BR" b="0" i="1" smtClean="0">
                                      <a:latin typeface="Cambria Math" panose="02040503050406030204" pitchFamily="18" charset="0"/>
                                    </a:rPr>
                                    <m:t>𝑞</m:t>
                                  </m:r>
                                </m:sub>
                              </m:sSub>
                            </m:sup>
                            <m:e>
                              <m:sSubSup>
                                <m:sSubSupPr>
                                  <m:ctrlPr>
                                    <a:rPr lang="pt-BR" i="1">
                                      <a:latin typeface="Cambria Math" panose="02040503050406030204" pitchFamily="18" charset="0"/>
                                    </a:rPr>
                                  </m:ctrlPr>
                                </m:sSubSupPr>
                                <m:e>
                                  <m:r>
                                    <a:rPr lang="pt-BR" i="1">
                                      <a:latin typeface="Cambria Math" panose="02040503050406030204" pitchFamily="18" charset="0"/>
                                    </a:rPr>
                                    <m:t>𝐽</m:t>
                                  </m:r>
                                </m:e>
                                <m:sub>
                                  <m:r>
                                    <a:rPr lang="pt-BR" i="1">
                                      <a:latin typeface="Cambria Math" panose="02040503050406030204" pitchFamily="18" charset="0"/>
                                    </a:rPr>
                                    <m:t>𝑛</m:t>
                                  </m:r>
                                </m:sub>
                                <m:sup>
                                  <m:r>
                                    <a:rPr lang="pt-BR" i="1">
                                      <a:latin typeface="Cambria Math" panose="02040503050406030204" pitchFamily="18" charset="0"/>
                                    </a:rPr>
                                    <m:t>(</m:t>
                                  </m:r>
                                  <m:r>
                                    <a:rPr lang="pt-BR" b="0" i="1" smtClean="0">
                                      <a:latin typeface="Cambria Math" panose="02040503050406030204" pitchFamily="18" charset="0"/>
                                    </a:rPr>
                                    <m:t>𝑞</m:t>
                                  </m:r>
                                  <m:r>
                                    <a:rPr lang="pt-BR" i="1">
                                      <a:latin typeface="Cambria Math" panose="02040503050406030204" pitchFamily="18" charset="0"/>
                                    </a:rPr>
                                    <m:t>)</m:t>
                                  </m:r>
                                </m:sup>
                              </m:sSubSup>
                            </m:e>
                          </m:nary>
                          <m:nary>
                            <m:naryPr>
                              <m:ctrlPr>
                                <a:rPr lang="pt-BR" i="1" smtClean="0">
                                  <a:latin typeface="Cambria Math" panose="02040503050406030204" pitchFamily="18" charset="0"/>
                                </a:rPr>
                              </m:ctrlPr>
                            </m:naryPr>
                            <m:sub>
                              <m:r>
                                <m:rPr>
                                  <m:brk m:alnAt="23"/>
                                </m:rPr>
                                <a:rPr lang="pt-BR" b="0" i="1" smtClean="0">
                                  <a:latin typeface="Cambria Math" panose="02040503050406030204" pitchFamily="18" charset="0"/>
                                </a:rPr>
                                <m:t>0</m:t>
                              </m:r>
                            </m:sub>
                            <m:sup>
                              <m:r>
                                <a:rPr lang="pt-BR" b="0" i="1" smtClean="0">
                                  <a:latin typeface="Cambria Math" panose="02040503050406030204" pitchFamily="18" charset="0"/>
                                </a:rPr>
                                <m:t>2</m:t>
                              </m:r>
                              <m:r>
                                <a:rPr lang="pt-BR" b="0" i="1" smtClean="0">
                                  <a:latin typeface="Cambria Math" panose="02040503050406030204" pitchFamily="18" charset="0"/>
                                </a:rPr>
                                <m:t>𝜋</m:t>
                              </m:r>
                            </m:sup>
                            <m:e>
                              <m:nary>
                                <m:naryPr>
                                  <m:ctrlPr>
                                    <a:rPr lang="pt-BR" i="1">
                                      <a:latin typeface="Cambria Math" panose="02040503050406030204" pitchFamily="18" charset="0"/>
                                    </a:rPr>
                                  </m:ctrlPr>
                                </m:naryPr>
                                <m:sub>
                                  <m:r>
                                    <m:rPr>
                                      <m:brk m:alnAt="23"/>
                                    </m:rPr>
                                    <a:rPr lang="pt-BR" i="1">
                                      <a:latin typeface="Cambria Math" panose="02040503050406030204" pitchFamily="18" charset="0"/>
                                    </a:rPr>
                                    <m:t>0</m:t>
                                  </m:r>
                                </m:sub>
                                <m:sup>
                                  <m:r>
                                    <a:rPr lang="pt-BR" i="1">
                                      <a:latin typeface="Cambria Math" panose="02040503050406030204" pitchFamily="18" charset="0"/>
                                    </a:rPr>
                                    <m:t>2</m:t>
                                  </m:r>
                                  <m:r>
                                    <a:rPr lang="pt-BR" i="1">
                                      <a:latin typeface="Cambria Math" panose="02040503050406030204" pitchFamily="18" charset="0"/>
                                    </a:rPr>
                                    <m:t>𝜋</m:t>
                                  </m:r>
                                </m:sup>
                                <m:e>
                                  <m:r>
                                    <a:rPr lang="pt-BR" i="1">
                                      <a:latin typeface="Cambria Math" panose="02040503050406030204" pitchFamily="18" charset="0"/>
                                      <a:ea typeface="Cambria Math" panose="02040503050406030204" pitchFamily="18" charset="0"/>
                                    </a:rPr>
                                    <m:t>𝐺</m:t>
                                  </m:r>
                                  <m:d>
                                    <m:dPr>
                                      <m:begChr m:val="["/>
                                      <m:endChr m:val="]"/>
                                      <m:ctrlPr>
                                        <a:rPr lang="pt-BR" i="1">
                                          <a:latin typeface="Cambria Math" panose="02040503050406030204" pitchFamily="18" charset="0"/>
                                          <a:ea typeface="Cambria Math" panose="02040503050406030204" pitchFamily="18" charset="0"/>
                                        </a:rPr>
                                      </m:ctrlPr>
                                    </m:dPr>
                                    <m:e>
                                      <m:sSub>
                                        <m:sSubPr>
                                          <m:ctrlPr>
                                            <a:rPr lang="pt-BR" b="1"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𝑝</m:t>
                                          </m:r>
                                        </m:sub>
                                      </m:sSub>
                                      <m:r>
                                        <a:rPr lang="pt-BR" b="1"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𝜃</m:t>
                                          </m:r>
                                        </m:e>
                                        <m:sub>
                                          <m:r>
                                            <a:rPr lang="pt-BR" i="1">
                                              <a:latin typeface="Cambria Math" panose="02040503050406030204" pitchFamily="18" charset="0"/>
                                              <a:ea typeface="Cambria Math" panose="02040503050406030204" pitchFamily="18" charset="0"/>
                                            </a:rPr>
                                            <m:t>𝑝</m:t>
                                          </m:r>
                                        </m:sub>
                                      </m:sSub>
                                      <m:r>
                                        <a:rPr lang="pt-BR" b="1"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𝑞</m:t>
                                          </m:r>
                                        </m:sub>
                                      </m:sSub>
                                      <m:r>
                                        <a:rPr lang="pt-BR" b="1" i="1">
                                          <a:latin typeface="Cambria Math" panose="02040503050406030204" pitchFamily="18" charset="0"/>
                                          <a:ea typeface="Cambria Math" panose="02040503050406030204" pitchFamily="18" charset="0"/>
                                        </a:rPr>
                                        <m:t>(</m:t>
                                      </m:r>
                                      <m:sSubSup>
                                        <m:sSubSupPr>
                                          <m:ctrlPr>
                                            <a:rPr lang="pt-BR" b="1"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𝜃</m:t>
                                          </m:r>
                                        </m:e>
                                        <m:sub>
                                          <m:r>
                                            <a:rPr lang="pt-BR" i="1">
                                              <a:latin typeface="Cambria Math" panose="02040503050406030204" pitchFamily="18" charset="0"/>
                                              <a:ea typeface="Cambria Math" panose="02040503050406030204" pitchFamily="18" charset="0"/>
                                            </a:rPr>
                                            <m:t>𝑞</m:t>
                                          </m:r>
                                        </m:sub>
                                        <m:sup>
                                          <m:r>
                                            <a:rPr lang="pt-BR" b="1" i="1">
                                              <a:latin typeface="Cambria Math" panose="02040503050406030204" pitchFamily="18" charset="0"/>
                                              <a:ea typeface="Cambria Math" panose="02040503050406030204" pitchFamily="18" charset="0"/>
                                            </a:rPr>
                                            <m:t>′</m:t>
                                          </m:r>
                                        </m:sup>
                                      </m:sSubSup>
                                      <m:r>
                                        <a:rPr lang="pt-BR" b="1" i="1">
                                          <a:latin typeface="Cambria Math" panose="02040503050406030204" pitchFamily="18" charset="0"/>
                                          <a:ea typeface="Cambria Math" panose="02040503050406030204" pitchFamily="18" charset="0"/>
                                        </a:rPr>
                                        <m:t>)</m:t>
                                      </m:r>
                                    </m:e>
                                  </m:d>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i="1">
                                          <a:latin typeface="Cambria Math" panose="02040503050406030204" pitchFamily="18" charset="0"/>
                                        </a:rPr>
                                        <m:t>𝑗𝑛</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𝑞</m:t>
                                          </m:r>
                                        </m:sub>
                                        <m:sup>
                                          <m:r>
                                            <a:rPr lang="pt-BR" i="1">
                                              <a:latin typeface="Cambria Math" panose="02040503050406030204" pitchFamily="18" charset="0"/>
                                            </a:rPr>
                                            <m:t>′</m:t>
                                          </m:r>
                                        </m:sup>
                                      </m:sSubSup>
                                    </m:sup>
                                  </m:sSup>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i="1">
                                          <a:latin typeface="Cambria Math" panose="02040503050406030204" pitchFamily="18" charset="0"/>
                                        </a:rPr>
                                        <m:t>−</m:t>
                                      </m:r>
                                      <m:r>
                                        <a:rPr lang="pt-BR" i="1">
                                          <a:latin typeface="Cambria Math" panose="02040503050406030204" pitchFamily="18" charset="0"/>
                                        </a:rPr>
                                        <m:t>𝑗</m:t>
                                      </m:r>
                                      <m:sSup>
                                        <m:sSupPr>
                                          <m:ctrlPr>
                                            <a:rPr lang="pt-BR" i="1">
                                              <a:latin typeface="Cambria Math" panose="02040503050406030204" pitchFamily="18" charset="0"/>
                                            </a:rPr>
                                          </m:ctrlPr>
                                        </m:sSupPr>
                                        <m:e>
                                          <m:r>
                                            <a:rPr lang="pt-BR" i="1">
                                              <a:latin typeface="Cambria Math" panose="02040503050406030204" pitchFamily="18" charset="0"/>
                                            </a:rPr>
                                            <m:t>𝑛</m:t>
                                          </m:r>
                                        </m:e>
                                        <m:sup>
                                          <m:r>
                                            <a:rPr lang="pt-BR" i="1">
                                              <a:latin typeface="Cambria Math" panose="02040503050406030204" pitchFamily="18" charset="0"/>
                                            </a:rPr>
                                            <m:t>′</m:t>
                                          </m:r>
                                        </m:sup>
                                      </m:sSup>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𝑝</m:t>
                                          </m:r>
                                        </m:sub>
                                        <m:sup>
                                          <m:r>
                                            <a:rPr lang="pt-BR" i="1">
                                              <a:latin typeface="Cambria Math" panose="02040503050406030204" pitchFamily="18" charset="0"/>
                                            </a:rPr>
                                            <m:t> </m:t>
                                          </m:r>
                                        </m:sup>
                                      </m:sSubSup>
                                    </m:sup>
                                  </m:sSup>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𝑝</m:t>
                                      </m:r>
                                    </m:sub>
                                    <m:sup>
                                      <m:r>
                                        <a:rPr lang="pt-BR" i="1">
                                          <a:latin typeface="Cambria Math" panose="02040503050406030204" pitchFamily="18" charset="0"/>
                                        </a:rPr>
                                        <m:t> </m:t>
                                      </m:r>
                                    </m:sup>
                                  </m:sSubSup>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𝑞</m:t>
                                      </m:r>
                                    </m:sub>
                                    <m:sup>
                                      <m:r>
                                        <a:rPr lang="pt-BR" i="1">
                                          <a:latin typeface="Cambria Math" panose="02040503050406030204" pitchFamily="18" charset="0"/>
                                        </a:rPr>
                                        <m:t>′</m:t>
                                      </m:r>
                                    </m:sup>
                                  </m:sSubSup>
                                </m:e>
                              </m:nary>
                            </m:e>
                          </m:nary>
                        </m:e>
                      </m:nary>
                      <m:r>
                        <a:rPr lang="pt-BR" b="0" i="1" smtClean="0">
                          <a:latin typeface="Cambria Math" panose="02040503050406030204" pitchFamily="18" charset="0"/>
                        </a:rPr>
                        <m:t>+</m:t>
                      </m:r>
                      <m:nary>
                        <m:naryPr>
                          <m:ctrlPr>
                            <a:rPr lang="pt-BR" b="0" i="1" smtClean="0">
                              <a:latin typeface="Cambria Math" panose="02040503050406030204" pitchFamily="18" charset="0"/>
                            </a:rPr>
                          </m:ctrlPr>
                        </m:naryPr>
                        <m:sub>
                          <m:r>
                            <m:rPr>
                              <m:brk m:alnAt="23"/>
                            </m:rPr>
                            <a:rPr lang="pt-BR" b="0" i="1" smtClean="0">
                              <a:latin typeface="Cambria Math" panose="02040503050406030204" pitchFamily="18" charset="0"/>
                            </a:rPr>
                            <m:t>0</m:t>
                          </m:r>
                        </m:sub>
                        <m:sup>
                          <m:r>
                            <a:rPr lang="pt-BR" b="0" i="1" smtClean="0">
                              <a:latin typeface="Cambria Math" panose="02040503050406030204" pitchFamily="18" charset="0"/>
                            </a:rPr>
                            <m:t>2</m:t>
                          </m:r>
                          <m:r>
                            <a:rPr lang="pt-BR" b="0" i="1" smtClean="0">
                              <a:latin typeface="Cambria Math" panose="02040503050406030204" pitchFamily="18" charset="0"/>
                            </a:rPr>
                            <m:t>𝜋</m:t>
                          </m:r>
                        </m:sup>
                        <m:e>
                          <m:nary>
                            <m:naryPr>
                              <m:chr m:val="∑"/>
                              <m:ctrlPr>
                                <a:rPr lang="pt-BR" i="1">
                                  <a:latin typeface="Cambria Math" panose="02040503050406030204" pitchFamily="18" charset="0"/>
                                </a:rPr>
                              </m:ctrlPr>
                            </m:naryPr>
                            <m:sub>
                              <m:r>
                                <a:rPr lang="pt-BR" i="1">
                                  <a:latin typeface="Cambria Math" panose="02040503050406030204" pitchFamily="18" charset="0"/>
                                </a:rPr>
                                <m:t>𝑞</m:t>
                              </m:r>
                              <m:r>
                                <a:rPr lang="pt-BR" i="1">
                                  <a:latin typeface="Cambria Math" panose="02040503050406030204" pitchFamily="18" charset="0"/>
                                </a:rPr>
                                <m:t>=1</m:t>
                              </m:r>
                            </m:sub>
                            <m:sup>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𝑠</m:t>
                                  </m:r>
                                </m:sub>
                              </m:sSub>
                            </m:sup>
                            <m:e>
                              <m:d>
                                <m:dPr>
                                  <m:begChr m:val="["/>
                                  <m:endChr m:val="]"/>
                                  <m:ctrlPr>
                                    <a:rPr lang="pt-BR" i="1">
                                      <a:latin typeface="Cambria Math" panose="02040503050406030204" pitchFamily="18" charset="0"/>
                                      <a:cs typeface="Arial" panose="020B0604020202020204" pitchFamily="34" charset="0"/>
                                    </a:rPr>
                                  </m:ctrlPr>
                                </m:dPr>
                                <m:e>
                                  <m:sSub>
                                    <m:sSubPr>
                                      <m:ctrlPr>
                                        <a:rPr lang="pt-BR" b="1"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𝑹</m:t>
                                      </m:r>
                                    </m:e>
                                    <m:sub>
                                      <m:r>
                                        <a:rPr lang="pt-BR" i="1">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r>
                                    <a:rPr lang="pt-BR" i="1">
                                      <a:latin typeface="Cambria Math" panose="02040503050406030204" pitchFamily="18" charset="0"/>
                                      <a:cs typeface="Arial" panose="020B0604020202020204" pitchFamily="34" charset="0"/>
                                    </a:rPr>
                                    <m:t>+</m:t>
                                  </m:r>
                                  <m:r>
                                    <a:rPr lang="pt-BR" i="1">
                                      <a:latin typeface="Cambria Math" panose="02040503050406030204" pitchFamily="18" charset="0"/>
                                      <a:cs typeface="Arial" panose="020B0604020202020204" pitchFamily="34" charset="0"/>
                                    </a:rPr>
                                    <m:t>𝑗</m:t>
                                  </m:r>
                                  <m:r>
                                    <a:rPr lang="pt-BR" i="1">
                                      <a:latin typeface="Cambria Math" panose="02040503050406030204" pitchFamily="18" charset="0"/>
                                      <a:cs typeface="Arial" panose="020B0604020202020204" pitchFamily="34" charset="0"/>
                                    </a:rPr>
                                    <m:t>𝜔</m:t>
                                  </m:r>
                                  <m:sSub>
                                    <m:sSubPr>
                                      <m:ctrlPr>
                                        <a:rPr lang="pt-BR"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𝑳</m:t>
                                      </m:r>
                                    </m:e>
                                    <m:sub>
                                      <m:r>
                                        <a:rPr lang="pt-BR" i="1">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e>
                              </m:d>
                              <m:sSub>
                                <m:sSubPr>
                                  <m:ctrlPr>
                                    <a:rPr lang="pt-BR" i="1">
                                      <a:latin typeface="Cambria Math" panose="02040503050406030204" pitchFamily="18" charset="0"/>
                                      <a:cs typeface="Arial" panose="020B0604020202020204" pitchFamily="34" charset="0"/>
                                    </a:rPr>
                                  </m:ctrlPr>
                                </m:sSubPr>
                                <m:e>
                                  <m:r>
                                    <a:rPr lang="pt-BR" i="1">
                                      <a:latin typeface="Cambria Math" panose="02040503050406030204" pitchFamily="18" charset="0"/>
                                      <a:cs typeface="Arial" panose="020B0604020202020204" pitchFamily="34" charset="0"/>
                                    </a:rPr>
                                    <m:t>𝐼</m:t>
                                  </m:r>
                                </m:e>
                                <m:sub>
                                  <m:r>
                                    <a:rPr lang="pt-BR" i="1">
                                      <a:latin typeface="Cambria Math" panose="02040503050406030204" pitchFamily="18" charset="0"/>
                                      <a:cs typeface="Arial" panose="020B0604020202020204" pitchFamily="34" charset="0"/>
                                    </a:rPr>
                                    <m:t>𝑞</m:t>
                                  </m:r>
                                </m:sub>
                              </m:sSub>
                            </m:e>
                          </m:nary>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i="1">
                                  <a:latin typeface="Cambria Math" panose="02040503050406030204" pitchFamily="18" charset="0"/>
                                </a:rPr>
                                <m:t>−</m:t>
                              </m:r>
                              <m:r>
                                <a:rPr lang="pt-BR" i="1">
                                  <a:latin typeface="Cambria Math" panose="02040503050406030204" pitchFamily="18" charset="0"/>
                                </a:rPr>
                                <m:t>𝑗</m:t>
                              </m:r>
                              <m:sSup>
                                <m:sSupPr>
                                  <m:ctrlPr>
                                    <a:rPr lang="pt-BR" i="1">
                                      <a:latin typeface="Cambria Math" panose="02040503050406030204" pitchFamily="18" charset="0"/>
                                    </a:rPr>
                                  </m:ctrlPr>
                                </m:sSupPr>
                                <m:e>
                                  <m:r>
                                    <a:rPr lang="pt-BR" i="1">
                                      <a:latin typeface="Cambria Math" panose="02040503050406030204" pitchFamily="18" charset="0"/>
                                    </a:rPr>
                                    <m:t>𝑛</m:t>
                                  </m:r>
                                </m:e>
                                <m:sup>
                                  <m:r>
                                    <a:rPr lang="pt-BR" i="1">
                                      <a:latin typeface="Cambria Math" panose="02040503050406030204" pitchFamily="18" charset="0"/>
                                    </a:rPr>
                                    <m:t>′</m:t>
                                  </m:r>
                                </m:sup>
                              </m:sSup>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𝑝</m:t>
                                  </m:r>
                                </m:sub>
                                <m:sup>
                                  <m:r>
                                    <a:rPr lang="pt-BR" i="1">
                                      <a:latin typeface="Cambria Math" panose="02040503050406030204" pitchFamily="18" charset="0"/>
                                    </a:rPr>
                                    <m:t> </m:t>
                                  </m:r>
                                </m:sup>
                              </m:sSubSup>
                            </m:sup>
                          </m:sSup>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𝑝</m:t>
                              </m:r>
                            </m:sub>
                            <m:sup>
                              <m:r>
                                <a:rPr lang="pt-BR" i="1">
                                  <a:latin typeface="Cambria Math" panose="02040503050406030204" pitchFamily="18" charset="0"/>
                                </a:rPr>
                                <m:t> </m:t>
                              </m:r>
                            </m:sup>
                          </m:sSubSup>
                        </m:e>
                      </m:nary>
                    </m:oMath>
                  </m:oMathPara>
                </a14:m>
                <a:endParaRPr lang="en-US"/>
              </a:p>
            </p:txBody>
          </p:sp>
        </mc:Choice>
        <mc:Fallback xmlns="">
          <p:sp>
            <p:nvSpPr>
              <p:cNvPr id="21" name="CaixaDeTexto 20">
                <a:extLst>
                  <a:ext uri="{FF2B5EF4-FFF2-40B4-BE49-F238E27FC236}">
                    <a16:creationId xmlns:a16="http://schemas.microsoft.com/office/drawing/2014/main" id="{731866F4-9B40-ED2B-B0CC-D9E79C8A397B}"/>
                  </a:ext>
                </a:extLst>
              </p:cNvPr>
              <p:cNvSpPr txBox="1">
                <a:spLocks noRot="1" noChangeAspect="1" noMove="1" noResize="1" noEditPoints="1" noAdjustHandles="1" noChangeArrowheads="1" noChangeShapeType="1" noTextEdit="1"/>
              </p:cNvSpPr>
              <p:nvPr/>
            </p:nvSpPr>
            <p:spPr>
              <a:xfrm>
                <a:off x="479376" y="2744924"/>
                <a:ext cx="10854260" cy="1625188"/>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2" name="CaixaDeTexto 21">
                <a:extLst>
                  <a:ext uri="{FF2B5EF4-FFF2-40B4-BE49-F238E27FC236}">
                    <a16:creationId xmlns:a16="http://schemas.microsoft.com/office/drawing/2014/main" id="{D3E4E2F0-9A57-E081-EDD7-31ECEA748551}"/>
                  </a:ext>
                </a:extLst>
              </p:cNvPr>
              <p:cNvSpPr txBox="1"/>
              <p:nvPr/>
            </p:nvSpPr>
            <p:spPr>
              <a:xfrm>
                <a:off x="458490" y="1340768"/>
                <a:ext cx="11038109" cy="426720"/>
              </a:xfrm>
              <a:prstGeom prst="rect">
                <a:avLst/>
              </a:prstGeom>
              <a:noFill/>
            </p:spPr>
            <p:txBody>
              <a:bodyPr wrap="square">
                <a:spAutoFit/>
              </a:bodyPr>
              <a:lstStyle>
                <a:defPPr>
                  <a:defRPr lang="pt-BR"/>
                </a:defPPr>
                <a:lvl1pPr>
                  <a:defRPr sz="1600"/>
                </a:lvl1pPr>
              </a:lstStyle>
              <a:p>
                <a:r>
                  <a:rPr lang="en-US"/>
                  <a:t>Applying the Galerkin method and using the orthogonality relationship </a:t>
                </a:r>
                <a14:m>
                  <m:oMath xmlns:m="http://schemas.openxmlformats.org/officeDocument/2006/math">
                    <m:nary>
                      <m:naryPr>
                        <m:ctrlPr>
                          <a:rPr lang="pt-BR" i="1">
                            <a:latin typeface="Cambria Math" panose="02040503050406030204" pitchFamily="18" charset="0"/>
                          </a:rPr>
                        </m:ctrlPr>
                      </m:naryPr>
                      <m:sub>
                        <m:r>
                          <m:rPr>
                            <m:brk m:alnAt="23"/>
                          </m:rPr>
                          <a:rPr lang="pt-BR" i="1">
                            <a:latin typeface="Cambria Math" panose="02040503050406030204" pitchFamily="18" charset="0"/>
                          </a:rPr>
                          <m:t>0</m:t>
                        </m:r>
                      </m:sub>
                      <m:sup>
                        <m:r>
                          <a:rPr lang="pt-BR" i="1">
                            <a:latin typeface="Cambria Math" panose="02040503050406030204" pitchFamily="18" charset="0"/>
                          </a:rPr>
                          <m:t>2</m:t>
                        </m:r>
                        <m:r>
                          <a:rPr lang="pt-BR" i="1">
                            <a:latin typeface="Cambria Math" panose="02040503050406030204" pitchFamily="18" charset="0"/>
                          </a:rPr>
                          <m:t>𝜋</m:t>
                        </m:r>
                      </m:sup>
                      <m:e>
                        <m:d>
                          <m:dPr>
                            <m:begChr m:val="["/>
                            <m:endChr m:val="]"/>
                            <m:ctrlPr>
                              <a:rPr lang="pt-BR" i="1">
                                <a:latin typeface="Cambria Math" panose="02040503050406030204" pitchFamily="18" charset="0"/>
                              </a:rPr>
                            </m:ctrlPr>
                          </m:dPr>
                          <m:e>
                            <m:r>
                              <a:rPr lang="pt-BR" i="1">
                                <a:latin typeface="Cambria Math" panose="02040503050406030204" pitchFamily="18" charset="0"/>
                              </a:rPr>
                              <m:t>.</m:t>
                            </m:r>
                          </m:e>
                        </m:d>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i="1">
                                <a:latin typeface="Cambria Math" panose="02040503050406030204" pitchFamily="18" charset="0"/>
                              </a:rPr>
                              <m:t>−</m:t>
                            </m:r>
                            <m:r>
                              <a:rPr lang="pt-BR" i="1">
                                <a:latin typeface="Cambria Math" panose="02040503050406030204" pitchFamily="18" charset="0"/>
                              </a:rPr>
                              <m:t>𝑗</m:t>
                            </m:r>
                            <m:sSup>
                              <m:sSupPr>
                                <m:ctrlPr>
                                  <a:rPr lang="pt-BR" i="1">
                                    <a:latin typeface="Cambria Math" panose="02040503050406030204" pitchFamily="18" charset="0"/>
                                  </a:rPr>
                                </m:ctrlPr>
                              </m:sSupPr>
                              <m:e>
                                <m:r>
                                  <a:rPr lang="pt-BR" i="1">
                                    <a:latin typeface="Cambria Math" panose="02040503050406030204" pitchFamily="18" charset="0"/>
                                  </a:rPr>
                                  <m:t>𝑛</m:t>
                                </m:r>
                              </m:e>
                              <m:sup>
                                <m:r>
                                  <a:rPr lang="pt-BR" i="1">
                                    <a:latin typeface="Cambria Math" panose="02040503050406030204" pitchFamily="18" charset="0"/>
                                  </a:rPr>
                                  <m:t>′</m:t>
                                </m:r>
                              </m:sup>
                            </m:sSup>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𝑝</m:t>
                                </m:r>
                              </m:sub>
                              <m:sup>
                                <m:r>
                                  <a:rPr lang="pt-BR" b="0" i="1" smtClean="0">
                                    <a:latin typeface="Cambria Math" panose="02040503050406030204" pitchFamily="18" charset="0"/>
                                  </a:rPr>
                                  <m:t> </m:t>
                                </m:r>
                              </m:sup>
                            </m:sSubSup>
                          </m:sup>
                        </m:sSup>
                        <m:r>
                          <a:rPr lang="pt-BR" i="1">
                            <a:latin typeface="Cambria Math" panose="02040503050406030204" pitchFamily="18" charset="0"/>
                          </a:rPr>
                          <m:t>𝑑</m:t>
                        </m:r>
                        <m:sSub>
                          <m:sSubPr>
                            <m:ctrlPr>
                              <a:rPr lang="pt-BR" i="1">
                                <a:latin typeface="Cambria Math" panose="02040503050406030204" pitchFamily="18" charset="0"/>
                              </a:rPr>
                            </m:ctrlPr>
                          </m:sSubPr>
                          <m:e>
                            <m:r>
                              <a:rPr lang="pt-BR" i="1">
                                <a:latin typeface="Cambria Math" panose="02040503050406030204" pitchFamily="18" charset="0"/>
                              </a:rPr>
                              <m:t>𝜃</m:t>
                            </m:r>
                          </m:e>
                          <m:sub>
                            <m:r>
                              <a:rPr lang="pt-BR" i="1">
                                <a:latin typeface="Cambria Math" panose="02040503050406030204" pitchFamily="18" charset="0"/>
                              </a:rPr>
                              <m:t>𝑝</m:t>
                            </m:r>
                          </m:sub>
                        </m:sSub>
                      </m:e>
                    </m:nary>
                  </m:oMath>
                </a14:m>
                <a:r>
                  <a:rPr lang="en-US"/>
                  <a:t> to both sides of </a:t>
                </a:r>
                <a14:m>
                  <m:oMath xmlns:m="http://schemas.openxmlformats.org/officeDocument/2006/math">
                    <m:d>
                      <m:dPr>
                        <m:ctrlPr>
                          <a:rPr lang="en-US" i="1" smtClean="0">
                            <a:latin typeface="Cambria Math" panose="02040503050406030204" pitchFamily="18" charset="0"/>
                          </a:rPr>
                        </m:ctrlPr>
                      </m:dPr>
                      <m:e>
                        <m:r>
                          <a:rPr lang="pt-BR" b="0" i="1" smtClean="0">
                            <a:latin typeface="Cambria Math" panose="02040503050406030204" pitchFamily="18" charset="0"/>
                          </a:rPr>
                          <m:t>9</m:t>
                        </m:r>
                      </m:e>
                    </m:d>
                  </m:oMath>
                </a14:m>
                <a:r>
                  <a:rPr lang="pt-BR"/>
                  <a:t>:</a:t>
                </a:r>
              </a:p>
            </p:txBody>
          </p:sp>
        </mc:Choice>
        <mc:Fallback xmlns="">
          <p:sp>
            <p:nvSpPr>
              <p:cNvPr id="22" name="CaixaDeTexto 21">
                <a:extLst>
                  <a:ext uri="{FF2B5EF4-FFF2-40B4-BE49-F238E27FC236}">
                    <a16:creationId xmlns:a16="http://schemas.microsoft.com/office/drawing/2014/main" id="{D3E4E2F0-9A57-E081-EDD7-31ECEA748551}"/>
                  </a:ext>
                </a:extLst>
              </p:cNvPr>
              <p:cNvSpPr txBox="1">
                <a:spLocks noRot="1" noChangeAspect="1" noMove="1" noResize="1" noEditPoints="1" noAdjustHandles="1" noChangeArrowheads="1" noChangeShapeType="1" noTextEdit="1"/>
              </p:cNvSpPr>
              <p:nvPr/>
            </p:nvSpPr>
            <p:spPr>
              <a:xfrm>
                <a:off x="458490" y="1340768"/>
                <a:ext cx="11038109" cy="426720"/>
              </a:xfrm>
              <a:prstGeom prst="rect">
                <a:avLst/>
              </a:prstGeom>
              <a:blipFill>
                <a:blip r:embed="rId5"/>
                <a:stretch>
                  <a:fillRect l="-276" t="-100000" b="-161429"/>
                </a:stretch>
              </a:blipFill>
            </p:spPr>
            <p:txBody>
              <a:bodyPr/>
              <a:lstStyle/>
              <a:p>
                <a:r>
                  <a:rPr lang="pt-BR">
                    <a:noFill/>
                  </a:rPr>
                  <a:t> </a:t>
                </a:r>
              </a:p>
            </p:txBody>
          </p:sp>
        </mc:Fallback>
      </mc:AlternateContent>
      <p:grpSp>
        <p:nvGrpSpPr>
          <p:cNvPr id="12" name="Agrupar 11">
            <a:extLst>
              <a:ext uri="{FF2B5EF4-FFF2-40B4-BE49-F238E27FC236}">
                <a16:creationId xmlns:a16="http://schemas.microsoft.com/office/drawing/2014/main" id="{9F1E3465-E8EF-D5BF-D12A-DF6D8928958B}"/>
              </a:ext>
            </a:extLst>
          </p:cNvPr>
          <p:cNvGrpSpPr/>
          <p:nvPr/>
        </p:nvGrpSpPr>
        <p:grpSpPr>
          <a:xfrm>
            <a:off x="3863752" y="1915698"/>
            <a:ext cx="4140460" cy="829226"/>
            <a:chOff x="3863752" y="4133722"/>
            <a:chExt cx="4140460" cy="829226"/>
          </a:xfrm>
        </p:grpSpPr>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AE1132F3-0568-FB04-5E3C-650CE6BC353F}"/>
                    </a:ext>
                  </a:extLst>
                </p:cNvPr>
                <p:cNvSpPr txBox="1"/>
                <p:nvPr/>
              </p:nvSpPr>
              <p:spPr>
                <a:xfrm>
                  <a:off x="3863752" y="4243860"/>
                  <a:ext cx="4140460" cy="645946"/>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nary>
                          <m:naryPr>
                            <m:ctrlPr>
                              <a:rPr lang="pt-BR" i="1" smtClean="0">
                                <a:latin typeface="Cambria Math" panose="02040503050406030204" pitchFamily="18" charset="0"/>
                              </a:rPr>
                            </m:ctrlPr>
                          </m:naryPr>
                          <m:sub>
                            <m:r>
                              <m:rPr>
                                <m:brk m:alnAt="23"/>
                              </m:rPr>
                              <a:rPr lang="pt-BR" i="1">
                                <a:latin typeface="Cambria Math" panose="02040503050406030204" pitchFamily="18" charset="0"/>
                              </a:rPr>
                              <m:t>0</m:t>
                            </m:r>
                          </m:sub>
                          <m:sup>
                            <m:r>
                              <a:rPr lang="pt-BR" i="1">
                                <a:latin typeface="Cambria Math" panose="02040503050406030204" pitchFamily="18" charset="0"/>
                              </a:rPr>
                              <m:t>2</m:t>
                            </m:r>
                            <m:r>
                              <a:rPr lang="pt-BR" i="1">
                                <a:latin typeface="Cambria Math" panose="02040503050406030204" pitchFamily="18" charset="0"/>
                              </a:rPr>
                              <m:t>𝜋</m:t>
                            </m:r>
                          </m:sup>
                          <m:e>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b="0" i="1" smtClean="0">
                                    <a:latin typeface="Cambria Math" panose="02040503050406030204" pitchFamily="18" charset="0"/>
                                  </a:rPr>
                                  <m:t>+</m:t>
                                </m:r>
                                <m:r>
                                  <a:rPr lang="pt-BR" i="1">
                                    <a:latin typeface="Cambria Math" panose="02040503050406030204" pitchFamily="18" charset="0"/>
                                  </a:rPr>
                                  <m:t>𝑗</m:t>
                                </m:r>
                                <m:r>
                                  <a:rPr lang="pt-BR" b="0" i="1" smtClean="0">
                                    <a:latin typeface="Cambria Math" panose="02040503050406030204" pitchFamily="18" charset="0"/>
                                  </a:rPr>
                                  <m:t>𝑛</m:t>
                                </m:r>
                                <m:r>
                                  <a:rPr lang="pt-BR" b="0" i="1" smtClean="0">
                                    <a:latin typeface="Cambria Math" panose="02040503050406030204" pitchFamily="18" charset="0"/>
                                  </a:rPr>
                                  <m:t>𝜑</m:t>
                                </m:r>
                              </m:sup>
                            </m:sSup>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b="0" i="1" smtClean="0">
                                    <a:latin typeface="Cambria Math" panose="02040503050406030204" pitchFamily="18" charset="0"/>
                                  </a:rPr>
                                  <m:t>−</m:t>
                                </m:r>
                                <m:r>
                                  <a:rPr lang="pt-BR" i="1">
                                    <a:latin typeface="Cambria Math" panose="02040503050406030204" pitchFamily="18" charset="0"/>
                                  </a:rPr>
                                  <m:t>𝑗</m:t>
                                </m:r>
                                <m:r>
                                  <a:rPr lang="pt-BR" b="0" i="1" smtClean="0">
                                    <a:latin typeface="Cambria Math" panose="02040503050406030204" pitchFamily="18" charset="0"/>
                                  </a:rPr>
                                  <m:t>𝑚</m:t>
                                </m:r>
                                <m:r>
                                  <a:rPr lang="pt-BR" i="1">
                                    <a:latin typeface="Cambria Math" panose="02040503050406030204" pitchFamily="18" charset="0"/>
                                  </a:rPr>
                                  <m:t>𝜑</m:t>
                                </m:r>
                              </m:sup>
                            </m:sSup>
                            <m:r>
                              <a:rPr lang="pt-BR" i="1">
                                <a:latin typeface="Cambria Math" panose="02040503050406030204" pitchFamily="18" charset="0"/>
                                <a:ea typeface="Cambria Math" panose="02040503050406030204" pitchFamily="18" charset="0"/>
                              </a:rPr>
                              <m:t>𝑑</m:t>
                            </m:r>
                            <m:r>
                              <a:rPr lang="pt-BR" b="0" i="1" smtClean="0">
                                <a:latin typeface="Cambria Math" panose="02040503050406030204" pitchFamily="18" charset="0"/>
                              </a:rPr>
                              <m:t>𝜑</m:t>
                            </m:r>
                          </m:e>
                        </m:nary>
                        <m:r>
                          <a:rPr lang="pt-BR">
                            <a:latin typeface="Cambria Math" panose="02040503050406030204" pitchFamily="18" charset="0"/>
                          </a:rPr>
                          <m:t>=</m:t>
                        </m:r>
                        <m:d>
                          <m:dPr>
                            <m:begChr m:val="{"/>
                            <m:endChr m:val=""/>
                            <m:ctrlPr>
                              <a:rPr lang="pt-BR" i="1">
                                <a:latin typeface="Cambria Math" panose="02040503050406030204" pitchFamily="18" charset="0"/>
                              </a:rPr>
                            </m:ctrlPr>
                          </m:dPr>
                          <m:e>
                            <m:eqArr>
                              <m:eqArrPr>
                                <m:ctrlPr>
                                  <a:rPr lang="pt-BR" i="1">
                                    <a:latin typeface="Cambria Math" panose="02040503050406030204" pitchFamily="18" charset="0"/>
                                  </a:rPr>
                                </m:ctrlPr>
                              </m:eqArrPr>
                              <m:e>
                                <m:r>
                                  <a:rPr lang="pt-BR" b="0" i="1" smtClean="0">
                                    <a:latin typeface="Cambria Math" panose="02040503050406030204" pitchFamily="18" charset="0"/>
                                  </a:rPr>
                                  <m:t>2</m:t>
                                </m:r>
                                <m:r>
                                  <a:rPr lang="pt-BR" b="0" i="1" smtClean="0">
                                    <a:latin typeface="Cambria Math" panose="02040503050406030204" pitchFamily="18" charset="0"/>
                                  </a:rPr>
                                  <m:t>𝜋</m:t>
                                </m:r>
                                <m:r>
                                  <a:rPr lang="pt-BR" b="0" i="1" smtClean="0">
                                    <a:latin typeface="Cambria Math" panose="02040503050406030204" pitchFamily="18" charset="0"/>
                                  </a:rPr>
                                  <m:t>,  </m:t>
                                </m:r>
                                <m:r>
                                  <a:rPr lang="pt-BR" i="1">
                                    <a:latin typeface="Cambria Math" panose="02040503050406030204" pitchFamily="18" charset="0"/>
                                  </a:rPr>
                                  <m:t>𝑤h𝑒𝑛</m:t>
                                </m:r>
                                <m:r>
                                  <a:rPr lang="pt-BR" i="1">
                                    <a:latin typeface="Cambria Math" panose="02040503050406030204" pitchFamily="18" charset="0"/>
                                  </a:rPr>
                                  <m:t>   </m:t>
                                </m:r>
                                <m:r>
                                  <a:rPr lang="pt-BR" b="0" i="1" smtClean="0">
                                    <a:latin typeface="Cambria Math" panose="02040503050406030204" pitchFamily="18" charset="0"/>
                                  </a:rPr>
                                  <m:t>𝑛</m:t>
                                </m:r>
                                <m:r>
                                  <a:rPr lang="pt-BR" i="1">
                                    <a:latin typeface="Cambria Math" panose="02040503050406030204" pitchFamily="18" charset="0"/>
                                  </a:rPr>
                                  <m:t>=</m:t>
                                </m:r>
                                <m:r>
                                  <a:rPr lang="pt-BR" b="0" i="1" smtClean="0">
                                    <a:latin typeface="Cambria Math" panose="02040503050406030204" pitchFamily="18" charset="0"/>
                                  </a:rPr>
                                  <m:t>𝑚</m:t>
                                </m:r>
                              </m:e>
                              <m:e>
                                <m:r>
                                  <a:rPr lang="pt-BR" i="1">
                                    <a:latin typeface="Cambria Math" panose="02040503050406030204" pitchFamily="18" charset="0"/>
                                  </a:rPr>
                                  <m:t>0 </m:t>
                                </m:r>
                                <m:r>
                                  <a:rPr lang="pt-BR" b="0" i="1" smtClean="0">
                                    <a:latin typeface="Cambria Math" panose="02040503050406030204" pitchFamily="18" charset="0"/>
                                  </a:rPr>
                                  <m:t>,</m:t>
                                </m:r>
                                <m:r>
                                  <a:rPr lang="pt-BR" i="1">
                                    <a:latin typeface="Cambria Math" panose="02040503050406030204" pitchFamily="18" charset="0"/>
                                  </a:rPr>
                                  <m:t>    </m:t>
                                </m:r>
                                <m:r>
                                  <a:rPr lang="pt-BR" i="1">
                                    <a:latin typeface="Cambria Math" panose="02040503050406030204" pitchFamily="18" charset="0"/>
                                  </a:rPr>
                                  <m:t>𝑤h𝑒𝑛</m:t>
                                </m:r>
                                <m:r>
                                  <a:rPr lang="pt-BR" i="1">
                                    <a:latin typeface="Cambria Math" panose="02040503050406030204" pitchFamily="18" charset="0"/>
                                  </a:rPr>
                                  <m:t>   </m:t>
                                </m:r>
                                <m:r>
                                  <a:rPr lang="pt-BR" b="0" i="1" smtClean="0">
                                    <a:latin typeface="Cambria Math" panose="02040503050406030204" pitchFamily="18" charset="0"/>
                                  </a:rPr>
                                  <m:t>𝑛</m:t>
                                </m:r>
                                <m:r>
                                  <a:rPr lang="pt-BR" i="1">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𝑚</m:t>
                                </m:r>
                              </m:e>
                            </m:eqArr>
                          </m:e>
                        </m:d>
                      </m:oMath>
                    </m:oMathPara>
                  </a14:m>
                  <a:endParaRPr lang="en-US"/>
                </a:p>
              </p:txBody>
            </p:sp>
          </mc:Choice>
          <mc:Fallback xmlns="">
            <p:sp>
              <p:nvSpPr>
                <p:cNvPr id="3" name="CaixaDeTexto 2">
                  <a:extLst>
                    <a:ext uri="{FF2B5EF4-FFF2-40B4-BE49-F238E27FC236}">
                      <a16:creationId xmlns:a16="http://schemas.microsoft.com/office/drawing/2014/main" id="{AE1132F3-0568-FB04-5E3C-650CE6BC353F}"/>
                    </a:ext>
                  </a:extLst>
                </p:cNvPr>
                <p:cNvSpPr txBox="1">
                  <a:spLocks noRot="1" noChangeAspect="1" noMove="1" noResize="1" noEditPoints="1" noAdjustHandles="1" noChangeArrowheads="1" noChangeShapeType="1" noTextEdit="1"/>
                </p:cNvSpPr>
                <p:nvPr/>
              </p:nvSpPr>
              <p:spPr>
                <a:xfrm>
                  <a:off x="3863752" y="4243860"/>
                  <a:ext cx="4140460" cy="645946"/>
                </a:xfrm>
                <a:prstGeom prst="rect">
                  <a:avLst/>
                </a:prstGeom>
                <a:blipFill>
                  <a:blip r:embed="rId6"/>
                  <a:stretch>
                    <a:fillRect/>
                  </a:stretch>
                </a:blipFill>
              </p:spPr>
              <p:txBody>
                <a:bodyPr/>
                <a:lstStyle/>
                <a:p>
                  <a:r>
                    <a:rPr lang="pt-BR">
                      <a:noFill/>
                    </a:rPr>
                    <a:t> </a:t>
                  </a:r>
                </a:p>
              </p:txBody>
            </p:sp>
          </mc:Fallback>
        </mc:AlternateContent>
        <p:sp>
          <p:nvSpPr>
            <p:cNvPr id="5" name="Retângulo: Cantos Arredondados 4">
              <a:extLst>
                <a:ext uri="{FF2B5EF4-FFF2-40B4-BE49-F238E27FC236}">
                  <a16:creationId xmlns:a16="http://schemas.microsoft.com/office/drawing/2014/main" id="{FA0DE217-5034-C2BF-91C2-97286057E092}"/>
                </a:ext>
              </a:extLst>
            </p:cNvPr>
            <p:cNvSpPr/>
            <p:nvPr/>
          </p:nvSpPr>
          <p:spPr>
            <a:xfrm>
              <a:off x="3863752" y="4133722"/>
              <a:ext cx="4140460" cy="829226"/>
            </a:xfrm>
            <a:prstGeom prst="round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pt-BR">
                <a:solidFill>
                  <a:srgbClr val="FF0000"/>
                </a:solidFill>
              </a:endParaRPr>
            </a:p>
          </p:txBody>
        </p:sp>
      </p:grpSp>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44544F0C-4E90-F1A7-61A9-4E2A7174557E}"/>
                  </a:ext>
                </a:extLst>
              </p:cNvPr>
              <p:cNvSpPr txBox="1"/>
              <p:nvPr/>
            </p:nvSpPr>
            <p:spPr>
              <a:xfrm>
                <a:off x="498324" y="4727819"/>
                <a:ext cx="10854260" cy="858761"/>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2</m:t>
                      </m:r>
                      <m:r>
                        <a:rPr lang="pt-BR" b="0" i="1" smtClean="0">
                          <a:latin typeface="Cambria Math" panose="02040503050406030204" pitchFamily="18" charset="0"/>
                        </a:rPr>
                        <m:t>𝜋</m:t>
                      </m:r>
                      <m:r>
                        <a:rPr lang="pt-BR" b="0" i="1" smtClean="0">
                          <a:latin typeface="Cambria Math" panose="02040503050406030204" pitchFamily="18" charset="0"/>
                        </a:rPr>
                        <m:t> </m:t>
                      </m:r>
                      <m:sSubSup>
                        <m:sSubSupPr>
                          <m:ctrlPr>
                            <a:rPr lang="pt-BR" i="1" smtClean="0">
                              <a:latin typeface="Cambria Math" panose="02040503050406030204" pitchFamily="18" charset="0"/>
                            </a:rPr>
                          </m:ctrlPr>
                        </m:sSubSupPr>
                        <m:e>
                          <m:r>
                            <a:rPr lang="pt-BR" i="1">
                              <a:latin typeface="Cambria Math" panose="02040503050406030204" pitchFamily="18" charset="0"/>
                            </a:rPr>
                            <m:t>𝐸</m:t>
                          </m:r>
                        </m:e>
                        <m:sub>
                          <m:r>
                            <a:rPr lang="pt-BR" i="1">
                              <a:latin typeface="Cambria Math" panose="02040503050406030204" pitchFamily="18" charset="0"/>
                            </a:rPr>
                            <m:t>𝑛</m:t>
                          </m:r>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m:t>
                          </m:r>
                        </m:sup>
                      </m:sSubSup>
                      <m:r>
                        <a:rPr lang="pt-BR">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𝑗</m:t>
                          </m:r>
                          <m:r>
                            <a:rPr lang="pt-BR" i="1">
                              <a:latin typeface="Cambria Math" panose="02040503050406030204" pitchFamily="18" charset="0"/>
                            </a:rPr>
                            <m:t>𝜔</m:t>
                          </m:r>
                          <m:sSub>
                            <m:sSubPr>
                              <m:ctrlPr>
                                <a:rPr lang="pt-BR" i="1">
                                  <a:latin typeface="Cambria Math" panose="02040503050406030204" pitchFamily="18" charset="0"/>
                                </a:rPr>
                              </m:ctrlPr>
                            </m:sSubPr>
                            <m:e>
                              <m:r>
                                <a:rPr lang="pt-BR" i="1">
                                  <a:latin typeface="Cambria Math" panose="02040503050406030204" pitchFamily="18" charset="0"/>
                                </a:rPr>
                                <m:t>𝜇</m:t>
                              </m:r>
                            </m:e>
                            <m:sub>
                              <m:r>
                                <a:rPr lang="pt-BR" i="1">
                                  <a:latin typeface="Cambria Math" panose="02040503050406030204" pitchFamily="18" charset="0"/>
                                </a:rPr>
                                <m:t>0</m:t>
                              </m:r>
                            </m:sub>
                          </m:sSub>
                        </m:num>
                        <m:den>
                          <m:r>
                            <a:rPr lang="pt-BR" i="1">
                              <a:latin typeface="Cambria Math" panose="02040503050406030204" pitchFamily="18" charset="0"/>
                            </a:rPr>
                            <m:t>2</m:t>
                          </m:r>
                          <m:r>
                            <a:rPr lang="pt-BR" i="1">
                              <a:latin typeface="Cambria Math" panose="02040503050406030204" pitchFamily="18" charset="0"/>
                            </a:rPr>
                            <m:t>𝜋</m:t>
                          </m:r>
                        </m:den>
                      </m:f>
                      <m:nary>
                        <m:naryPr>
                          <m:chr m:val="∑"/>
                          <m:ctrlPr>
                            <a:rPr lang="pt-BR" i="1">
                              <a:latin typeface="Cambria Math" panose="02040503050406030204" pitchFamily="18" charset="0"/>
                            </a:rPr>
                          </m:ctrlPr>
                        </m:naryPr>
                        <m:sub>
                          <m:r>
                            <a:rPr lang="pt-BR" i="1">
                              <a:latin typeface="Cambria Math" panose="02040503050406030204" pitchFamily="18" charset="0"/>
                            </a:rPr>
                            <m:t>𝑞</m:t>
                          </m:r>
                          <m:r>
                            <a:rPr lang="pt-BR" i="1">
                              <a:latin typeface="Cambria Math" panose="02040503050406030204" pitchFamily="18" charset="0"/>
                            </a:rPr>
                            <m:t>=1</m:t>
                          </m:r>
                        </m:sub>
                        <m:sup>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𝑠</m:t>
                              </m:r>
                            </m:sub>
                          </m:sSub>
                        </m:sup>
                        <m:e>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𝑛</m:t>
                              </m:r>
                              <m:r>
                                <a:rPr lang="pt-BR" i="1">
                                  <a:latin typeface="Cambria Math" panose="02040503050406030204" pitchFamily="18" charset="0"/>
                                </a:rPr>
                                <m:t>=−</m:t>
                              </m:r>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a:rPr lang="pt-BR" b="0" i="1" smtClean="0">
                                      <a:latin typeface="Cambria Math" panose="02040503050406030204" pitchFamily="18" charset="0"/>
                                    </a:rPr>
                                    <m:t>𝑞</m:t>
                                  </m:r>
                                </m:sub>
                              </m:sSub>
                            </m:sub>
                            <m:sup>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a:rPr lang="pt-BR" b="0" i="1" smtClean="0">
                                      <a:latin typeface="Cambria Math" panose="02040503050406030204" pitchFamily="18" charset="0"/>
                                    </a:rPr>
                                    <m:t>𝑞</m:t>
                                  </m:r>
                                </m:sub>
                              </m:sSub>
                            </m:sup>
                            <m:e>
                              <m:sSubSup>
                                <m:sSubSupPr>
                                  <m:ctrlPr>
                                    <a:rPr lang="pt-BR" i="1">
                                      <a:latin typeface="Cambria Math" panose="02040503050406030204" pitchFamily="18" charset="0"/>
                                    </a:rPr>
                                  </m:ctrlPr>
                                </m:sSubSupPr>
                                <m:e>
                                  <m:r>
                                    <a:rPr lang="pt-BR" i="1">
                                      <a:latin typeface="Cambria Math" panose="02040503050406030204" pitchFamily="18" charset="0"/>
                                    </a:rPr>
                                    <m:t>𝐽</m:t>
                                  </m:r>
                                </m:e>
                                <m:sub>
                                  <m:r>
                                    <a:rPr lang="pt-BR" i="1">
                                      <a:latin typeface="Cambria Math" panose="02040503050406030204" pitchFamily="18" charset="0"/>
                                    </a:rPr>
                                    <m:t>𝑛</m:t>
                                  </m:r>
                                </m:sub>
                                <m:sup>
                                  <m:r>
                                    <a:rPr lang="pt-BR" i="1">
                                      <a:latin typeface="Cambria Math" panose="02040503050406030204" pitchFamily="18" charset="0"/>
                                    </a:rPr>
                                    <m:t>(</m:t>
                                  </m:r>
                                  <m:r>
                                    <a:rPr lang="pt-BR" b="0" i="1" smtClean="0">
                                      <a:latin typeface="Cambria Math" panose="02040503050406030204" pitchFamily="18" charset="0"/>
                                    </a:rPr>
                                    <m:t>𝑞</m:t>
                                  </m:r>
                                  <m:r>
                                    <a:rPr lang="pt-BR" i="1">
                                      <a:latin typeface="Cambria Math" panose="02040503050406030204" pitchFamily="18" charset="0"/>
                                    </a:rPr>
                                    <m:t>)</m:t>
                                  </m:r>
                                </m:sup>
                              </m:sSubSup>
                            </m:e>
                          </m:nary>
                          <m:nary>
                            <m:naryPr>
                              <m:ctrlPr>
                                <a:rPr lang="pt-BR" i="1" smtClean="0">
                                  <a:latin typeface="Cambria Math" panose="02040503050406030204" pitchFamily="18" charset="0"/>
                                </a:rPr>
                              </m:ctrlPr>
                            </m:naryPr>
                            <m:sub>
                              <m:r>
                                <m:rPr>
                                  <m:brk m:alnAt="23"/>
                                </m:rPr>
                                <a:rPr lang="pt-BR" b="0" i="1" smtClean="0">
                                  <a:latin typeface="Cambria Math" panose="02040503050406030204" pitchFamily="18" charset="0"/>
                                </a:rPr>
                                <m:t>0</m:t>
                              </m:r>
                            </m:sub>
                            <m:sup>
                              <m:r>
                                <a:rPr lang="pt-BR" b="0" i="1" smtClean="0">
                                  <a:latin typeface="Cambria Math" panose="02040503050406030204" pitchFamily="18" charset="0"/>
                                </a:rPr>
                                <m:t>2</m:t>
                              </m:r>
                              <m:r>
                                <a:rPr lang="pt-BR" b="0" i="1" smtClean="0">
                                  <a:latin typeface="Cambria Math" panose="02040503050406030204" pitchFamily="18" charset="0"/>
                                </a:rPr>
                                <m:t>𝜋</m:t>
                              </m:r>
                            </m:sup>
                            <m:e>
                              <m:nary>
                                <m:naryPr>
                                  <m:ctrlPr>
                                    <a:rPr lang="pt-BR" i="1">
                                      <a:latin typeface="Cambria Math" panose="02040503050406030204" pitchFamily="18" charset="0"/>
                                    </a:rPr>
                                  </m:ctrlPr>
                                </m:naryPr>
                                <m:sub>
                                  <m:r>
                                    <m:rPr>
                                      <m:brk m:alnAt="23"/>
                                    </m:rPr>
                                    <a:rPr lang="pt-BR" i="1">
                                      <a:latin typeface="Cambria Math" panose="02040503050406030204" pitchFamily="18" charset="0"/>
                                    </a:rPr>
                                    <m:t>0</m:t>
                                  </m:r>
                                </m:sub>
                                <m:sup>
                                  <m:r>
                                    <a:rPr lang="pt-BR" i="1">
                                      <a:latin typeface="Cambria Math" panose="02040503050406030204" pitchFamily="18" charset="0"/>
                                    </a:rPr>
                                    <m:t>2</m:t>
                                  </m:r>
                                  <m:r>
                                    <a:rPr lang="pt-BR" i="1">
                                      <a:latin typeface="Cambria Math" panose="02040503050406030204" pitchFamily="18" charset="0"/>
                                    </a:rPr>
                                    <m:t>𝜋</m:t>
                                  </m:r>
                                </m:sup>
                                <m:e>
                                  <m:r>
                                    <a:rPr lang="pt-BR" i="1">
                                      <a:latin typeface="Cambria Math" panose="02040503050406030204" pitchFamily="18" charset="0"/>
                                      <a:ea typeface="Cambria Math" panose="02040503050406030204" pitchFamily="18" charset="0"/>
                                    </a:rPr>
                                    <m:t>𝐺</m:t>
                                  </m:r>
                                  <m:d>
                                    <m:dPr>
                                      <m:begChr m:val="["/>
                                      <m:endChr m:val="]"/>
                                      <m:ctrlPr>
                                        <a:rPr lang="pt-BR" i="1">
                                          <a:latin typeface="Cambria Math" panose="02040503050406030204" pitchFamily="18" charset="0"/>
                                          <a:ea typeface="Cambria Math" panose="02040503050406030204" pitchFamily="18" charset="0"/>
                                        </a:rPr>
                                      </m:ctrlPr>
                                    </m:dPr>
                                    <m:e>
                                      <m:sSub>
                                        <m:sSubPr>
                                          <m:ctrlPr>
                                            <a:rPr lang="pt-BR" b="1"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𝑝</m:t>
                                          </m:r>
                                        </m:sub>
                                      </m:sSub>
                                      <m:r>
                                        <a:rPr lang="pt-BR" b="1"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𝜃</m:t>
                                          </m:r>
                                        </m:e>
                                        <m:sub>
                                          <m:r>
                                            <a:rPr lang="pt-BR" i="1">
                                              <a:latin typeface="Cambria Math" panose="02040503050406030204" pitchFamily="18" charset="0"/>
                                              <a:ea typeface="Cambria Math" panose="02040503050406030204" pitchFamily="18" charset="0"/>
                                            </a:rPr>
                                            <m:t>𝑝</m:t>
                                          </m:r>
                                        </m:sub>
                                      </m:sSub>
                                      <m:r>
                                        <a:rPr lang="pt-BR" b="1"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𝑞</m:t>
                                          </m:r>
                                        </m:sub>
                                      </m:sSub>
                                      <m:r>
                                        <a:rPr lang="pt-BR" b="1" i="1">
                                          <a:latin typeface="Cambria Math" panose="02040503050406030204" pitchFamily="18" charset="0"/>
                                          <a:ea typeface="Cambria Math" panose="02040503050406030204" pitchFamily="18" charset="0"/>
                                        </a:rPr>
                                        <m:t>(</m:t>
                                      </m:r>
                                      <m:sSubSup>
                                        <m:sSubSupPr>
                                          <m:ctrlPr>
                                            <a:rPr lang="pt-BR" b="1"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𝜃</m:t>
                                          </m:r>
                                        </m:e>
                                        <m:sub>
                                          <m:r>
                                            <a:rPr lang="pt-BR" i="1">
                                              <a:latin typeface="Cambria Math" panose="02040503050406030204" pitchFamily="18" charset="0"/>
                                              <a:ea typeface="Cambria Math" panose="02040503050406030204" pitchFamily="18" charset="0"/>
                                            </a:rPr>
                                            <m:t>𝑞</m:t>
                                          </m:r>
                                        </m:sub>
                                        <m:sup>
                                          <m:r>
                                            <a:rPr lang="pt-BR" b="1" i="1">
                                              <a:latin typeface="Cambria Math" panose="02040503050406030204" pitchFamily="18" charset="0"/>
                                              <a:ea typeface="Cambria Math" panose="02040503050406030204" pitchFamily="18" charset="0"/>
                                            </a:rPr>
                                            <m:t>′</m:t>
                                          </m:r>
                                        </m:sup>
                                      </m:sSubSup>
                                      <m:r>
                                        <a:rPr lang="pt-BR" b="1" i="1">
                                          <a:latin typeface="Cambria Math" panose="02040503050406030204" pitchFamily="18" charset="0"/>
                                          <a:ea typeface="Cambria Math" panose="02040503050406030204" pitchFamily="18" charset="0"/>
                                        </a:rPr>
                                        <m:t>)</m:t>
                                      </m:r>
                                    </m:e>
                                  </m:d>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i="1">
                                          <a:latin typeface="Cambria Math" panose="02040503050406030204" pitchFamily="18" charset="0"/>
                                        </a:rPr>
                                        <m:t>𝑗</m:t>
                                      </m:r>
                                      <m:r>
                                        <a:rPr lang="pt-BR" b="0" i="1" smtClean="0">
                                          <a:latin typeface="Cambria Math" panose="02040503050406030204" pitchFamily="18" charset="0"/>
                                        </a:rPr>
                                        <m:t>(</m:t>
                                      </m:r>
                                      <m:r>
                                        <a:rPr lang="pt-BR" i="1">
                                          <a:latin typeface="Cambria Math" panose="02040503050406030204" pitchFamily="18" charset="0"/>
                                        </a:rPr>
                                        <m:t>𝑛</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𝑞</m:t>
                                          </m:r>
                                        </m:sub>
                                        <m:sup>
                                          <m:r>
                                            <a:rPr lang="pt-BR" i="1">
                                              <a:latin typeface="Cambria Math" panose="02040503050406030204" pitchFamily="18" charset="0"/>
                                            </a:rPr>
                                            <m:t>′</m:t>
                                          </m:r>
                                        </m:sup>
                                      </m:sSubSup>
                                      <m:r>
                                        <a:rPr lang="pt-BR" b="0" i="1" smtClean="0">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𝑛</m:t>
                                          </m:r>
                                        </m:e>
                                        <m:sup>
                                          <m:r>
                                            <a:rPr lang="pt-BR" i="1">
                                              <a:latin typeface="Cambria Math" panose="02040503050406030204" pitchFamily="18" charset="0"/>
                                            </a:rPr>
                                            <m:t>′</m:t>
                                          </m:r>
                                        </m:sup>
                                      </m:sSup>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𝑝</m:t>
                                          </m:r>
                                        </m:sub>
                                        <m:sup>
                                          <m:r>
                                            <a:rPr lang="pt-BR" i="1">
                                              <a:latin typeface="Cambria Math" panose="02040503050406030204" pitchFamily="18" charset="0"/>
                                            </a:rPr>
                                            <m:t> </m:t>
                                          </m:r>
                                        </m:sup>
                                      </m:sSubSup>
                                      <m:r>
                                        <a:rPr lang="pt-BR" b="0" i="1" smtClean="0">
                                          <a:latin typeface="Cambria Math" panose="02040503050406030204" pitchFamily="18" charset="0"/>
                                        </a:rPr>
                                        <m:t>)</m:t>
                                      </m:r>
                                    </m:sup>
                                  </m:sSup>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𝑝</m:t>
                                      </m:r>
                                    </m:sub>
                                    <m:sup>
                                      <m:r>
                                        <a:rPr lang="pt-BR" i="1">
                                          <a:latin typeface="Cambria Math" panose="02040503050406030204" pitchFamily="18" charset="0"/>
                                        </a:rPr>
                                        <m:t> </m:t>
                                      </m:r>
                                    </m:sup>
                                  </m:sSubSup>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𝑞</m:t>
                                      </m:r>
                                    </m:sub>
                                    <m:sup>
                                      <m:r>
                                        <a:rPr lang="pt-BR" i="1">
                                          <a:latin typeface="Cambria Math" panose="02040503050406030204" pitchFamily="18" charset="0"/>
                                        </a:rPr>
                                        <m:t>′</m:t>
                                      </m:r>
                                    </m:sup>
                                  </m:sSubSup>
                                </m:e>
                              </m:nary>
                            </m:e>
                          </m:nary>
                        </m:e>
                      </m:nary>
                      <m:r>
                        <a:rPr lang="pt-BR" b="0" i="1" smtClean="0">
                          <a:latin typeface="Cambria Math" panose="02040503050406030204" pitchFamily="18" charset="0"/>
                        </a:rPr>
                        <m:t>+</m:t>
                      </m:r>
                      <m:nary>
                        <m:naryPr>
                          <m:chr m:val="∑"/>
                          <m:ctrlPr>
                            <a:rPr lang="pt-BR" i="1">
                              <a:latin typeface="Cambria Math" panose="02040503050406030204" pitchFamily="18" charset="0"/>
                            </a:rPr>
                          </m:ctrlPr>
                        </m:naryPr>
                        <m:sub>
                          <m:r>
                            <a:rPr lang="pt-BR" i="1">
                              <a:latin typeface="Cambria Math" panose="02040503050406030204" pitchFamily="18" charset="0"/>
                            </a:rPr>
                            <m:t>𝑞</m:t>
                          </m:r>
                          <m:r>
                            <a:rPr lang="pt-BR" i="1">
                              <a:latin typeface="Cambria Math" panose="02040503050406030204" pitchFamily="18" charset="0"/>
                            </a:rPr>
                            <m:t>=1</m:t>
                          </m:r>
                        </m:sub>
                        <m:sup>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𝑠</m:t>
                              </m:r>
                            </m:sub>
                          </m:sSub>
                        </m:sup>
                        <m:e>
                          <m:d>
                            <m:dPr>
                              <m:begChr m:val="["/>
                              <m:endChr m:val="]"/>
                              <m:ctrlPr>
                                <a:rPr lang="pt-BR" i="1">
                                  <a:latin typeface="Cambria Math" panose="02040503050406030204" pitchFamily="18" charset="0"/>
                                  <a:cs typeface="Arial" panose="020B0604020202020204" pitchFamily="34" charset="0"/>
                                </a:rPr>
                              </m:ctrlPr>
                            </m:dPr>
                            <m:e>
                              <m:sSub>
                                <m:sSubPr>
                                  <m:ctrlPr>
                                    <a:rPr lang="pt-BR" b="1"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𝑹</m:t>
                                  </m:r>
                                </m:e>
                                <m:sub>
                                  <m:r>
                                    <a:rPr lang="pt-BR" i="1">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r>
                                <a:rPr lang="pt-BR" i="1">
                                  <a:latin typeface="Cambria Math" panose="02040503050406030204" pitchFamily="18" charset="0"/>
                                  <a:cs typeface="Arial" panose="020B0604020202020204" pitchFamily="34" charset="0"/>
                                </a:rPr>
                                <m:t>+</m:t>
                              </m:r>
                              <m:r>
                                <a:rPr lang="pt-BR" i="1">
                                  <a:latin typeface="Cambria Math" panose="02040503050406030204" pitchFamily="18" charset="0"/>
                                  <a:cs typeface="Arial" panose="020B0604020202020204" pitchFamily="34" charset="0"/>
                                </a:rPr>
                                <m:t>𝑗</m:t>
                              </m:r>
                              <m:r>
                                <a:rPr lang="pt-BR" i="1">
                                  <a:latin typeface="Cambria Math" panose="02040503050406030204" pitchFamily="18" charset="0"/>
                                  <a:cs typeface="Arial" panose="020B0604020202020204" pitchFamily="34" charset="0"/>
                                </a:rPr>
                                <m:t>𝜔</m:t>
                              </m:r>
                              <m:sSub>
                                <m:sSubPr>
                                  <m:ctrlPr>
                                    <a:rPr lang="pt-BR"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𝑳</m:t>
                                  </m:r>
                                </m:e>
                                <m:sub>
                                  <m:r>
                                    <a:rPr lang="pt-BR" i="1">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e>
                          </m:d>
                          <m:sSub>
                            <m:sSubPr>
                              <m:ctrlPr>
                                <a:rPr lang="pt-BR" i="1">
                                  <a:latin typeface="Cambria Math" panose="02040503050406030204" pitchFamily="18" charset="0"/>
                                  <a:cs typeface="Arial" panose="020B0604020202020204" pitchFamily="34" charset="0"/>
                                </a:rPr>
                              </m:ctrlPr>
                            </m:sSubPr>
                            <m:e>
                              <m:r>
                                <a:rPr lang="pt-BR" i="1">
                                  <a:latin typeface="Cambria Math" panose="02040503050406030204" pitchFamily="18" charset="0"/>
                                  <a:cs typeface="Arial" panose="020B0604020202020204" pitchFamily="34" charset="0"/>
                                </a:rPr>
                                <m:t>𝐼</m:t>
                              </m:r>
                            </m:e>
                            <m:sub>
                              <m:r>
                                <a:rPr lang="pt-BR" i="1">
                                  <a:latin typeface="Cambria Math" panose="02040503050406030204" pitchFamily="18" charset="0"/>
                                  <a:cs typeface="Arial" panose="020B0604020202020204" pitchFamily="34" charset="0"/>
                                </a:rPr>
                                <m:t>𝑞</m:t>
                              </m:r>
                            </m:sub>
                          </m:sSub>
                        </m:e>
                      </m:nary>
                      <m:nary>
                        <m:naryPr>
                          <m:ctrlPr>
                            <a:rPr lang="pt-BR" b="0" i="1" smtClean="0">
                              <a:latin typeface="Cambria Math" panose="02040503050406030204" pitchFamily="18" charset="0"/>
                            </a:rPr>
                          </m:ctrlPr>
                        </m:naryPr>
                        <m:sub>
                          <m:r>
                            <m:rPr>
                              <m:brk m:alnAt="23"/>
                            </m:rPr>
                            <a:rPr lang="pt-BR" b="0" i="1" smtClean="0">
                              <a:latin typeface="Cambria Math" panose="02040503050406030204" pitchFamily="18" charset="0"/>
                            </a:rPr>
                            <m:t>0</m:t>
                          </m:r>
                        </m:sub>
                        <m:sup>
                          <m:r>
                            <a:rPr lang="pt-BR" b="0" i="1" smtClean="0">
                              <a:latin typeface="Cambria Math" panose="02040503050406030204" pitchFamily="18" charset="0"/>
                            </a:rPr>
                            <m:t>2</m:t>
                          </m:r>
                          <m:r>
                            <a:rPr lang="pt-BR" b="0" i="1" smtClean="0">
                              <a:latin typeface="Cambria Math" panose="02040503050406030204" pitchFamily="18" charset="0"/>
                            </a:rPr>
                            <m:t>𝜋</m:t>
                          </m:r>
                        </m:sup>
                        <m:e>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i="1">
                                  <a:latin typeface="Cambria Math" panose="02040503050406030204" pitchFamily="18" charset="0"/>
                                </a:rPr>
                                <m:t>−</m:t>
                              </m:r>
                              <m:r>
                                <a:rPr lang="pt-BR" i="1">
                                  <a:latin typeface="Cambria Math" panose="02040503050406030204" pitchFamily="18" charset="0"/>
                                </a:rPr>
                                <m:t>𝑗</m:t>
                              </m:r>
                              <m:sSup>
                                <m:sSupPr>
                                  <m:ctrlPr>
                                    <a:rPr lang="pt-BR" i="1">
                                      <a:latin typeface="Cambria Math" panose="02040503050406030204" pitchFamily="18" charset="0"/>
                                    </a:rPr>
                                  </m:ctrlPr>
                                </m:sSupPr>
                                <m:e>
                                  <m:r>
                                    <a:rPr lang="pt-BR" i="1">
                                      <a:latin typeface="Cambria Math" panose="02040503050406030204" pitchFamily="18" charset="0"/>
                                    </a:rPr>
                                    <m:t>𝑛</m:t>
                                  </m:r>
                                </m:e>
                                <m:sup>
                                  <m:r>
                                    <a:rPr lang="pt-BR" i="1">
                                      <a:latin typeface="Cambria Math" panose="02040503050406030204" pitchFamily="18" charset="0"/>
                                    </a:rPr>
                                    <m:t>′</m:t>
                                  </m:r>
                                </m:sup>
                              </m:sSup>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𝑝</m:t>
                                  </m:r>
                                </m:sub>
                                <m:sup>
                                  <m:r>
                                    <a:rPr lang="pt-BR" i="1">
                                      <a:latin typeface="Cambria Math" panose="02040503050406030204" pitchFamily="18" charset="0"/>
                                    </a:rPr>
                                    <m:t> </m:t>
                                  </m:r>
                                </m:sup>
                              </m:sSubSup>
                            </m:sup>
                          </m:sSup>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𝑝</m:t>
                              </m:r>
                            </m:sub>
                            <m:sup>
                              <m:r>
                                <a:rPr lang="pt-BR" i="1">
                                  <a:latin typeface="Cambria Math" panose="02040503050406030204" pitchFamily="18" charset="0"/>
                                </a:rPr>
                                <m:t> </m:t>
                              </m:r>
                            </m:sup>
                          </m:sSubSup>
                        </m:e>
                      </m:nary>
                    </m:oMath>
                  </m:oMathPara>
                </a14:m>
                <a:endParaRPr lang="en-US"/>
              </a:p>
            </p:txBody>
          </p:sp>
        </mc:Choice>
        <mc:Fallback xmlns="">
          <p:sp>
            <p:nvSpPr>
              <p:cNvPr id="13" name="CaixaDeTexto 12">
                <a:extLst>
                  <a:ext uri="{FF2B5EF4-FFF2-40B4-BE49-F238E27FC236}">
                    <a16:creationId xmlns:a16="http://schemas.microsoft.com/office/drawing/2014/main" id="{44544F0C-4E90-F1A7-61A9-4E2A7174557E}"/>
                  </a:ext>
                </a:extLst>
              </p:cNvPr>
              <p:cNvSpPr txBox="1">
                <a:spLocks noRot="1" noChangeAspect="1" noMove="1" noResize="1" noEditPoints="1" noAdjustHandles="1" noChangeArrowheads="1" noChangeShapeType="1" noTextEdit="1"/>
              </p:cNvSpPr>
              <p:nvPr/>
            </p:nvSpPr>
            <p:spPr>
              <a:xfrm>
                <a:off x="498324" y="4727819"/>
                <a:ext cx="10854260" cy="858761"/>
              </a:xfrm>
              <a:prstGeom prst="rect">
                <a:avLst/>
              </a:prstGeom>
              <a:blipFill>
                <a:blip r:embed="rId7"/>
                <a:stretch>
                  <a:fillRect/>
                </a:stretch>
              </a:blipFill>
            </p:spPr>
            <p:txBody>
              <a:bodyPr/>
              <a:lstStyle/>
              <a:p>
                <a:r>
                  <a:rPr lang="pt-BR">
                    <a:noFill/>
                  </a:rPr>
                  <a:t> </a:t>
                </a:r>
              </a:p>
            </p:txBody>
          </p:sp>
        </mc:Fallback>
      </mc:AlternateContent>
      <p:grpSp>
        <p:nvGrpSpPr>
          <p:cNvPr id="7" name="Agrupar 6">
            <a:extLst>
              <a:ext uri="{FF2B5EF4-FFF2-40B4-BE49-F238E27FC236}">
                <a16:creationId xmlns:a16="http://schemas.microsoft.com/office/drawing/2014/main" id="{35E0D99C-3540-432D-4D8C-39738F109992}"/>
              </a:ext>
            </a:extLst>
          </p:cNvPr>
          <p:cNvGrpSpPr/>
          <p:nvPr/>
        </p:nvGrpSpPr>
        <p:grpSpPr>
          <a:xfrm>
            <a:off x="3215680" y="4854400"/>
            <a:ext cx="4032448" cy="1091336"/>
            <a:chOff x="3215680" y="4854400"/>
            <a:chExt cx="4032448" cy="1091336"/>
          </a:xfrm>
        </p:grpSpPr>
        <p:sp>
          <p:nvSpPr>
            <p:cNvPr id="16" name="Retângulo: Cantos Arredondados 15">
              <a:extLst>
                <a:ext uri="{FF2B5EF4-FFF2-40B4-BE49-F238E27FC236}">
                  <a16:creationId xmlns:a16="http://schemas.microsoft.com/office/drawing/2014/main" id="{174C316B-4019-BE52-C404-DBF6AB73CC86}"/>
                </a:ext>
              </a:extLst>
            </p:cNvPr>
            <p:cNvSpPr/>
            <p:nvPr/>
          </p:nvSpPr>
          <p:spPr>
            <a:xfrm>
              <a:off x="3215680" y="4854400"/>
              <a:ext cx="4032448" cy="634511"/>
            </a:xfrm>
            <a:prstGeom prst="roundRect">
              <a:avLst/>
            </a:prstGeom>
            <a:noFill/>
            <a:ln w="9525" cap="flat" cmpd="sng" algn="ctr">
              <a:solidFill>
                <a:srgbClr val="0070C0"/>
              </a:solidFill>
              <a:prstDash val="lg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pt-BR">
                <a:solidFill>
                  <a:srgbClr val="FF0000"/>
                </a:solidFill>
              </a:endParaRPr>
            </a:p>
          </p:txBody>
        </p:sp>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A46022D1-002B-8051-89AB-4CEA7874EADE}"/>
                    </a:ext>
                  </a:extLst>
                </p:cNvPr>
                <p:cNvSpPr txBox="1"/>
                <p:nvPr/>
              </p:nvSpPr>
              <p:spPr>
                <a:xfrm>
                  <a:off x="4612253" y="5596923"/>
                  <a:ext cx="1322674" cy="348813"/>
                </a:xfrm>
                <a:prstGeom prst="rect">
                  <a:avLst/>
                </a:prstGeom>
                <a:noFill/>
              </p:spPr>
              <p:txBody>
                <a:bodyPr wrap="square">
                  <a:spAutoFit/>
                </a:bodyPr>
                <a:lstStyle>
                  <a:defPPr>
                    <a:defRPr lang="pt-BR"/>
                  </a:defPPr>
                  <a:lvl1pPr>
                    <a:defRPr sz="1600"/>
                  </a:lvl1pPr>
                </a:lstStyle>
                <a:p>
                  <a:r>
                    <a:rPr lang="en-US"/>
                    <a:t>Matrix </a:t>
                  </a:r>
                  <a14:m>
                    <m:oMath xmlns:m="http://schemas.openxmlformats.org/officeDocument/2006/math">
                      <m:sSubSup>
                        <m:sSubSupPr>
                          <m:ctrlPr>
                            <a:rPr lang="pt-BR" b="0" i="1" smtClean="0">
                              <a:latin typeface="Cambria Math" panose="02040503050406030204" pitchFamily="18" charset="0"/>
                            </a:rPr>
                          </m:ctrlPr>
                        </m:sSubSupPr>
                        <m:e>
                          <m:r>
                            <a:rPr lang="pt-BR" b="1" i="1" smtClean="0">
                              <a:latin typeface="Cambria Math" panose="02040503050406030204" pitchFamily="18" charset="0"/>
                            </a:rPr>
                            <m:t>𝑮</m:t>
                          </m:r>
                        </m:e>
                        <m:sub>
                          <m:r>
                            <a:rPr lang="pt-BR" b="0" i="1" smtClean="0">
                              <a:latin typeface="Cambria Math" panose="02040503050406030204" pitchFamily="18" charset="0"/>
                            </a:rPr>
                            <m:t> </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   </m:t>
                          </m:r>
                          <m:r>
                            <a:rPr lang="pt-BR" b="0" i="1" smtClean="0">
                              <a:latin typeface="Cambria Math" panose="02040503050406030204" pitchFamily="18" charset="0"/>
                            </a:rPr>
                            <m:t>𝑞</m:t>
                          </m:r>
                          <m:r>
                            <a:rPr lang="pt-BR" b="0" i="1" smtClean="0">
                              <a:latin typeface="Cambria Math" panose="02040503050406030204" pitchFamily="18" charset="0"/>
                            </a:rPr>
                            <m:t>)</m:t>
                          </m:r>
                        </m:sup>
                      </m:sSubSup>
                    </m:oMath>
                  </a14:m>
                  <a:endParaRPr lang="pt-BR"/>
                </a:p>
              </p:txBody>
            </p:sp>
          </mc:Choice>
          <mc:Fallback xmlns="">
            <p:sp>
              <p:nvSpPr>
                <p:cNvPr id="19" name="CaixaDeTexto 18">
                  <a:extLst>
                    <a:ext uri="{FF2B5EF4-FFF2-40B4-BE49-F238E27FC236}">
                      <a16:creationId xmlns:a16="http://schemas.microsoft.com/office/drawing/2014/main" id="{A46022D1-002B-8051-89AB-4CEA7874EADE}"/>
                    </a:ext>
                  </a:extLst>
                </p:cNvPr>
                <p:cNvSpPr txBox="1">
                  <a:spLocks noRot="1" noChangeAspect="1" noMove="1" noResize="1" noEditPoints="1" noAdjustHandles="1" noChangeArrowheads="1" noChangeShapeType="1" noTextEdit="1"/>
                </p:cNvSpPr>
                <p:nvPr/>
              </p:nvSpPr>
              <p:spPr>
                <a:xfrm>
                  <a:off x="4612253" y="5596923"/>
                  <a:ext cx="1322674" cy="348813"/>
                </a:xfrm>
                <a:prstGeom prst="rect">
                  <a:avLst/>
                </a:prstGeom>
                <a:blipFill>
                  <a:blip r:embed="rId8"/>
                  <a:stretch>
                    <a:fillRect l="-2765" t="-1754" b="-22807"/>
                  </a:stretch>
                </a:blipFill>
              </p:spPr>
              <p:txBody>
                <a:bodyPr/>
                <a:lstStyle/>
                <a:p>
                  <a:r>
                    <a:rPr lang="pt-BR">
                      <a:noFill/>
                    </a:rPr>
                    <a:t> </a:t>
                  </a:r>
                </a:p>
              </p:txBody>
            </p:sp>
          </mc:Fallback>
        </mc:AlternateContent>
      </p:grpSp>
      <p:grpSp>
        <p:nvGrpSpPr>
          <p:cNvPr id="10" name="Agrupar 9">
            <a:extLst>
              <a:ext uri="{FF2B5EF4-FFF2-40B4-BE49-F238E27FC236}">
                <a16:creationId xmlns:a16="http://schemas.microsoft.com/office/drawing/2014/main" id="{F2907404-0AA8-E010-3575-5D7D00BB5E00}"/>
              </a:ext>
            </a:extLst>
          </p:cNvPr>
          <p:cNvGrpSpPr/>
          <p:nvPr/>
        </p:nvGrpSpPr>
        <p:grpSpPr>
          <a:xfrm>
            <a:off x="9660396" y="4854400"/>
            <a:ext cx="2121366" cy="1382912"/>
            <a:chOff x="9660396" y="4854400"/>
            <a:chExt cx="2121366" cy="1382912"/>
          </a:xfrm>
        </p:grpSpPr>
        <p:sp>
          <p:nvSpPr>
            <p:cNvPr id="20" name="Retângulo: Cantos Arredondados 19">
              <a:extLst>
                <a:ext uri="{FF2B5EF4-FFF2-40B4-BE49-F238E27FC236}">
                  <a16:creationId xmlns:a16="http://schemas.microsoft.com/office/drawing/2014/main" id="{8DD3A614-D63A-1332-2EDD-B6915E37C43D}"/>
                </a:ext>
              </a:extLst>
            </p:cNvPr>
            <p:cNvSpPr/>
            <p:nvPr/>
          </p:nvSpPr>
          <p:spPr>
            <a:xfrm>
              <a:off x="9804412" y="4854400"/>
              <a:ext cx="1476164" cy="634511"/>
            </a:xfrm>
            <a:prstGeom prst="roundRect">
              <a:avLst/>
            </a:prstGeom>
            <a:noFill/>
            <a:ln w="9525" cap="flat" cmpd="sng" algn="ctr">
              <a:solidFill>
                <a:srgbClr val="0070C0"/>
              </a:solidFill>
              <a:prstDash val="lg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pt-BR">
                <a:solidFill>
                  <a:srgbClr val="FF0000"/>
                </a:solidFill>
              </a:endParaRPr>
            </a:p>
          </p:txBody>
        </p:sp>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F21B5024-3A60-44C9-8781-66132ACC9721}"/>
                    </a:ext>
                  </a:extLst>
                </p:cNvPr>
                <p:cNvSpPr txBox="1"/>
                <p:nvPr/>
              </p:nvSpPr>
              <p:spPr>
                <a:xfrm>
                  <a:off x="9660396" y="5595726"/>
                  <a:ext cx="2121366" cy="641586"/>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left"/>
                      </m:oMathParaPr>
                      <m:oMath xmlns:m="http://schemas.openxmlformats.org/officeDocument/2006/math">
                        <m:r>
                          <a:rPr lang="pt-BR" b="0" i="1" smtClean="0">
                            <a:latin typeface="Cambria Math" panose="02040503050406030204" pitchFamily="18" charset="0"/>
                          </a:rPr>
                          <m:t>=</m:t>
                        </m:r>
                        <m:d>
                          <m:dPr>
                            <m:begChr m:val="{"/>
                            <m:endChr m:val=""/>
                            <m:ctrlPr>
                              <a:rPr lang="pt-BR" b="0" i="1" smtClean="0">
                                <a:latin typeface="Cambria Math" panose="02040503050406030204" pitchFamily="18" charset="0"/>
                              </a:rPr>
                            </m:ctrlPr>
                          </m:dPr>
                          <m:e>
                            <m:eqArr>
                              <m:eqArrPr>
                                <m:ctrlPr>
                                  <a:rPr lang="pt-BR" b="0" i="1" smtClean="0">
                                    <a:latin typeface="Cambria Math" panose="02040503050406030204" pitchFamily="18" charset="0"/>
                                  </a:rPr>
                                </m:ctrlPr>
                              </m:eqArrPr>
                              <m:e>
                                <m:r>
                                  <a:rPr lang="pt-BR" b="0" i="1" smtClean="0">
                                    <a:latin typeface="Cambria Math" panose="02040503050406030204" pitchFamily="18" charset="0"/>
                                  </a:rPr>
                                  <m:t>2</m:t>
                                </m:r>
                                <m:r>
                                  <a:rPr lang="pt-BR" b="0" i="1" smtClean="0">
                                    <a:latin typeface="Cambria Math" panose="02040503050406030204" pitchFamily="18" charset="0"/>
                                  </a:rPr>
                                  <m:t>𝜋</m:t>
                                </m:r>
                                <m:r>
                                  <a:rPr lang="pt-BR" b="0" i="1" smtClean="0">
                                    <a:latin typeface="Cambria Math" panose="02040503050406030204" pitchFamily="18" charset="0"/>
                                  </a:rPr>
                                  <m:t>   </m:t>
                                </m:r>
                                <m:r>
                                  <a:rPr lang="pt-BR" b="0" i="1" smtClean="0">
                                    <a:latin typeface="Cambria Math" panose="02040503050406030204" pitchFamily="18" charset="0"/>
                                  </a:rPr>
                                  <m:t>𝑤h𝑒𝑛</m:t>
                                </m:r>
                                <m:r>
                                  <a:rPr lang="pt-BR" b="0" i="1" smtClean="0">
                                    <a:latin typeface="Cambria Math" panose="02040503050406030204" pitchFamily="18" charset="0"/>
                                  </a:rPr>
                                  <m:t>   </m:t>
                                </m:r>
                                <m:sSup>
                                  <m:sSupPr>
                                    <m:ctrlPr>
                                      <a:rPr lang="pt-BR" b="0" i="1" smtClean="0">
                                        <a:latin typeface="Cambria Math" panose="02040503050406030204" pitchFamily="18" charset="0"/>
                                      </a:rPr>
                                    </m:ctrlPr>
                                  </m:sSupPr>
                                  <m:e>
                                    <m:r>
                                      <a:rPr lang="pt-BR" b="0" i="1" smtClean="0">
                                        <a:latin typeface="Cambria Math" panose="02040503050406030204" pitchFamily="18" charset="0"/>
                                      </a:rPr>
                                      <m:t>𝑛</m:t>
                                    </m:r>
                                  </m:e>
                                  <m:sup>
                                    <m:r>
                                      <a:rPr lang="pt-BR" b="0" i="1" smtClean="0">
                                        <a:latin typeface="Cambria Math" panose="02040503050406030204" pitchFamily="18" charset="0"/>
                                      </a:rPr>
                                      <m:t>′</m:t>
                                    </m:r>
                                  </m:sup>
                                </m:sSup>
                                <m:r>
                                  <a:rPr lang="pt-BR" b="0" i="1" smtClean="0">
                                    <a:latin typeface="Cambria Math" panose="02040503050406030204" pitchFamily="18" charset="0"/>
                                  </a:rPr>
                                  <m:t>=0</m:t>
                                </m:r>
                              </m:e>
                              <m:e>
                                <m:r>
                                  <a:rPr lang="pt-BR" b="0" i="1" smtClean="0">
                                    <a:latin typeface="Cambria Math" panose="02040503050406030204" pitchFamily="18" charset="0"/>
                                  </a:rPr>
                                  <m:t>0     </m:t>
                                </m:r>
                                <m:r>
                                  <a:rPr lang="pt-BR" i="1">
                                    <a:latin typeface="Cambria Math" panose="02040503050406030204" pitchFamily="18" charset="0"/>
                                  </a:rPr>
                                  <m:t>𝑤h𝑒𝑛</m:t>
                                </m:r>
                                <m:r>
                                  <a:rPr lang="pt-BR" i="1">
                                    <a:latin typeface="Cambria Math" panose="02040503050406030204" pitchFamily="18" charset="0"/>
                                  </a:rPr>
                                  <m:t>   </m:t>
                                </m:r>
                                <m:sSup>
                                  <m:sSupPr>
                                    <m:ctrlPr>
                                      <a:rPr lang="pt-BR" i="1">
                                        <a:latin typeface="Cambria Math" panose="02040503050406030204" pitchFamily="18" charset="0"/>
                                      </a:rPr>
                                    </m:ctrlPr>
                                  </m:sSupPr>
                                  <m:e>
                                    <m:r>
                                      <a:rPr lang="pt-BR" i="1">
                                        <a:latin typeface="Cambria Math" panose="02040503050406030204" pitchFamily="18" charset="0"/>
                                      </a:rPr>
                                      <m:t>𝑛</m:t>
                                    </m:r>
                                  </m:e>
                                  <m:sup>
                                    <m:r>
                                      <a:rPr lang="pt-BR" i="1">
                                        <a:latin typeface="Cambria Math" panose="02040503050406030204" pitchFamily="18" charset="0"/>
                                      </a:rPr>
                                      <m:t>′</m:t>
                                    </m:r>
                                  </m:sup>
                                </m:sSup>
                                <m:r>
                                  <a:rPr lang="pt-BR" i="1" smtClean="0">
                                    <a:latin typeface="Cambria Math" panose="02040503050406030204" pitchFamily="18" charset="0"/>
                                    <a:ea typeface="Cambria Math" panose="02040503050406030204" pitchFamily="18" charset="0"/>
                                  </a:rPr>
                                  <m:t>≠</m:t>
                                </m:r>
                                <m:r>
                                  <a:rPr lang="pt-BR" i="1">
                                    <a:latin typeface="Cambria Math" panose="02040503050406030204" pitchFamily="18" charset="0"/>
                                  </a:rPr>
                                  <m:t>0</m:t>
                                </m:r>
                              </m:e>
                            </m:eqArr>
                          </m:e>
                        </m:d>
                        <m:r>
                          <a:rPr lang="pt-BR" b="0" i="1" smtClean="0">
                            <a:latin typeface="Cambria Math" panose="02040503050406030204" pitchFamily="18" charset="0"/>
                          </a:rPr>
                          <m:t> </m:t>
                        </m:r>
                      </m:oMath>
                    </m:oMathPara>
                  </a14:m>
                  <a:endParaRPr lang="en-US"/>
                </a:p>
              </p:txBody>
            </p:sp>
          </mc:Choice>
          <mc:Fallback xmlns="">
            <p:sp>
              <p:nvSpPr>
                <p:cNvPr id="23" name="CaixaDeTexto 22">
                  <a:extLst>
                    <a:ext uri="{FF2B5EF4-FFF2-40B4-BE49-F238E27FC236}">
                      <a16:creationId xmlns:a16="http://schemas.microsoft.com/office/drawing/2014/main" id="{F21B5024-3A60-44C9-8781-66132ACC9721}"/>
                    </a:ext>
                  </a:extLst>
                </p:cNvPr>
                <p:cNvSpPr txBox="1">
                  <a:spLocks noRot="1" noChangeAspect="1" noMove="1" noResize="1" noEditPoints="1" noAdjustHandles="1" noChangeArrowheads="1" noChangeShapeType="1" noTextEdit="1"/>
                </p:cNvSpPr>
                <p:nvPr/>
              </p:nvSpPr>
              <p:spPr>
                <a:xfrm>
                  <a:off x="9660396" y="5595726"/>
                  <a:ext cx="2121366" cy="641586"/>
                </a:xfrm>
                <a:prstGeom prst="rect">
                  <a:avLst/>
                </a:prstGeom>
                <a:blipFill>
                  <a:blip r:embed="rId9"/>
                  <a:stretch>
                    <a:fillRect/>
                  </a:stretch>
                </a:blipFill>
              </p:spPr>
              <p:txBody>
                <a:bodyPr/>
                <a:lstStyle/>
                <a:p>
                  <a:r>
                    <a:rPr lang="pt-BR">
                      <a:noFill/>
                    </a:rPr>
                    <a:t> </a:t>
                  </a:r>
                </a:p>
              </p:txBody>
            </p:sp>
          </mc:Fallback>
        </mc:AlternateContent>
      </p:grpSp>
      <p:sp>
        <p:nvSpPr>
          <p:cNvPr id="24" name="CaixaDeTexto 23">
            <a:extLst>
              <a:ext uri="{FF2B5EF4-FFF2-40B4-BE49-F238E27FC236}">
                <a16:creationId xmlns:a16="http://schemas.microsoft.com/office/drawing/2014/main" id="{0AABEC51-6B96-2724-CB17-40B205B8391B}"/>
              </a:ext>
            </a:extLst>
          </p:cNvPr>
          <p:cNvSpPr txBox="1"/>
          <p:nvPr/>
        </p:nvSpPr>
        <p:spPr>
          <a:xfrm>
            <a:off x="479425" y="544453"/>
            <a:ext cx="5616576"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Discrete Green’s Function</a:t>
            </a:r>
            <a:endParaRPr lang="pt-BR" sz="200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622350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arn(inVertical)">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19</a:t>
            </a:fld>
            <a:endParaRPr lang="pt-B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id="{07C0706B-1FE1-921D-6FF0-0D005EB8399B}"/>
                  </a:ext>
                </a:extLst>
              </p:cNvPr>
              <p:cNvSpPr txBox="1"/>
              <p:nvPr/>
            </p:nvSpPr>
            <p:spPr>
              <a:xfrm>
                <a:off x="497282" y="1376772"/>
                <a:ext cx="10854260" cy="699294"/>
              </a:xfrm>
              <a:prstGeom prst="rect">
                <a:avLst/>
              </a:prstGeom>
              <a:noFill/>
            </p:spPr>
            <p:txBody>
              <a:bodyPr wrap="square">
                <a:spAutoFit/>
              </a:bodyPr>
              <a:lstStyle>
                <a:defPPr>
                  <a:defRPr lang="pt-BR"/>
                </a:defPPr>
                <a:lvl1pPr>
                  <a:defRPr sz="1600"/>
                </a:lvl1pPr>
              </a:lstStyle>
              <a:p>
                <a:r>
                  <a:rPr lang="en-US"/>
                  <a:t>Matrix </a:t>
                </a:r>
                <a14:m>
                  <m:oMath xmlns:m="http://schemas.openxmlformats.org/officeDocument/2006/math">
                    <m:sSubSup>
                      <m:sSubSupPr>
                        <m:ctrlPr>
                          <a:rPr lang="pt-BR" b="0" i="1" smtClean="0">
                            <a:latin typeface="Cambria Math" panose="02040503050406030204" pitchFamily="18" charset="0"/>
                          </a:rPr>
                        </m:ctrlPr>
                      </m:sSubSupPr>
                      <m:e>
                        <m:r>
                          <a:rPr lang="pt-BR" b="1" i="1" smtClean="0">
                            <a:latin typeface="Cambria Math" panose="02040503050406030204" pitchFamily="18" charset="0"/>
                          </a:rPr>
                          <m:t>𝑮</m:t>
                        </m:r>
                      </m:e>
                      <m:sub>
                        <m:r>
                          <a:rPr lang="pt-BR" b="0" i="1" smtClean="0">
                            <a:latin typeface="Cambria Math" panose="02040503050406030204" pitchFamily="18" charset="0"/>
                          </a:rPr>
                          <m:t> </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   </m:t>
                        </m:r>
                        <m:r>
                          <a:rPr lang="pt-BR" b="0" i="1" smtClean="0">
                            <a:latin typeface="Cambria Math" panose="02040503050406030204" pitchFamily="18" charset="0"/>
                          </a:rPr>
                          <m:t>𝑞</m:t>
                        </m:r>
                        <m:r>
                          <a:rPr lang="pt-BR" b="0" i="1" smtClean="0">
                            <a:latin typeface="Cambria Math" panose="02040503050406030204" pitchFamily="18" charset="0"/>
                          </a:rPr>
                          <m:t>)</m:t>
                        </m:r>
                      </m:sup>
                    </m:sSubSup>
                  </m:oMath>
                </a14:m>
                <a:r>
                  <a:rPr lang="en-US"/>
                  <a:t> describes the contribution of the equivalent current on </a:t>
                </a:r>
                <a14:m>
                  <m:oMath xmlns:m="http://schemas.openxmlformats.org/officeDocument/2006/math">
                    <m:r>
                      <a:rPr lang="en-US" i="1" smtClean="0">
                        <a:latin typeface="Cambria Math" panose="02040503050406030204" pitchFamily="18" charset="0"/>
                      </a:rPr>
                      <m:t>𝑞</m:t>
                    </m:r>
                  </m:oMath>
                </a14:m>
                <a:r>
                  <a:rPr lang="en-US"/>
                  <a:t>-th conductor to the field on the boundary of the </a:t>
                </a:r>
                <a14:m>
                  <m:oMath xmlns:m="http://schemas.openxmlformats.org/officeDocument/2006/math">
                    <m:r>
                      <a:rPr lang="en-US" i="1" smtClean="0">
                        <a:latin typeface="Cambria Math" panose="02040503050406030204" pitchFamily="18" charset="0"/>
                      </a:rPr>
                      <m:t>𝑝</m:t>
                    </m:r>
                  </m:oMath>
                </a14:m>
                <a:r>
                  <a:rPr lang="en-US"/>
                  <a:t>-th conductor. </a:t>
                </a:r>
                <a14:m>
                  <m:oMath xmlns:m="http://schemas.openxmlformats.org/officeDocument/2006/math">
                    <m:sSubSup>
                      <m:sSubSupPr>
                        <m:ctrlPr>
                          <a:rPr lang="pt-BR" i="1">
                            <a:latin typeface="Cambria Math" panose="02040503050406030204" pitchFamily="18" charset="0"/>
                          </a:rPr>
                        </m:ctrlPr>
                      </m:sSubSupPr>
                      <m:e>
                        <m:r>
                          <a:rPr lang="pt-BR" b="1" i="1">
                            <a:latin typeface="Cambria Math" panose="02040503050406030204" pitchFamily="18" charset="0"/>
                          </a:rPr>
                          <m:t>𝑮</m:t>
                        </m:r>
                      </m:e>
                      <m:sub>
                        <m:sSup>
                          <m:sSupPr>
                            <m:ctrlPr>
                              <a:rPr lang="pt-BR" i="1">
                                <a:latin typeface="Cambria Math" panose="02040503050406030204" pitchFamily="18" charset="0"/>
                              </a:rPr>
                            </m:ctrlPr>
                          </m:sSupPr>
                          <m:e>
                            <m:r>
                              <a:rPr lang="pt-BR" i="1">
                                <a:latin typeface="Cambria Math" panose="02040503050406030204" pitchFamily="18" charset="0"/>
                              </a:rPr>
                              <m:t>𝑛</m:t>
                            </m:r>
                          </m:e>
                          <m:sup>
                            <m:r>
                              <a:rPr lang="pt-BR" i="1">
                                <a:latin typeface="Cambria Math" panose="02040503050406030204" pitchFamily="18" charset="0"/>
                              </a:rPr>
                              <m:t>′</m:t>
                            </m:r>
                          </m:sup>
                        </m:sSup>
                        <m:r>
                          <a:rPr lang="pt-BR" i="1">
                            <a:latin typeface="Cambria Math" panose="02040503050406030204" pitchFamily="18" charset="0"/>
                          </a:rPr>
                          <m:t>,   </m:t>
                        </m:r>
                        <m:r>
                          <a:rPr lang="pt-BR" i="1">
                            <a:latin typeface="Cambria Math" panose="02040503050406030204" pitchFamily="18" charset="0"/>
                          </a:rPr>
                          <m:t>𝑛</m:t>
                        </m:r>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   </m:t>
                        </m:r>
                        <m:r>
                          <a:rPr lang="pt-BR" i="1">
                            <a:latin typeface="Cambria Math" panose="02040503050406030204" pitchFamily="18" charset="0"/>
                          </a:rPr>
                          <m:t>𝑞</m:t>
                        </m:r>
                        <m:r>
                          <a:rPr lang="pt-BR" i="1">
                            <a:latin typeface="Cambria Math" panose="02040503050406030204" pitchFamily="18" charset="0"/>
                          </a:rPr>
                          <m:t>)</m:t>
                        </m:r>
                      </m:sup>
                    </m:sSubSup>
                    <m:r>
                      <a:rPr lang="pt-BR" i="1">
                        <a:latin typeface="Cambria Math" panose="02040503050406030204" pitchFamily="18" charset="0"/>
                      </a:rPr>
                      <m:t> </m:t>
                    </m:r>
                  </m:oMath>
                </a14:m>
                <a:r>
                  <a:rPr lang="en-US"/>
                  <a:t>denotes the </a:t>
                </a:r>
                <a14:m>
                  <m:oMath xmlns:m="http://schemas.openxmlformats.org/officeDocument/2006/math">
                    <m:r>
                      <a:rPr lang="en-US" i="1" smtClean="0">
                        <a:latin typeface="Cambria Math" panose="02040503050406030204" pitchFamily="18" charset="0"/>
                      </a:rPr>
                      <m:t>(</m:t>
                    </m:r>
                    <m:sSup>
                      <m:sSupPr>
                        <m:ctrlPr>
                          <a:rPr lang="pt-BR" b="0" i="1" smtClean="0">
                            <a:latin typeface="Cambria Math" panose="02040503050406030204" pitchFamily="18" charset="0"/>
                          </a:rPr>
                        </m:ctrlPr>
                      </m:sSupPr>
                      <m:e>
                        <m:r>
                          <a:rPr lang="en-US" i="1" smtClean="0">
                            <a:latin typeface="Cambria Math" panose="02040503050406030204" pitchFamily="18" charset="0"/>
                          </a:rPr>
                          <m:t>𝑛</m:t>
                        </m:r>
                      </m:e>
                      <m:sup>
                        <m:r>
                          <a:rPr lang="pt-BR" b="0" i="1" smtClean="0">
                            <a:latin typeface="Cambria Math" panose="02040503050406030204" pitchFamily="18" charset="0"/>
                          </a:rPr>
                          <m:t>′</m:t>
                        </m:r>
                      </m:sup>
                    </m:sSup>
                    <m:r>
                      <a:rPr lang="en-US" i="1" smtClean="0">
                        <a:latin typeface="Cambria Math" panose="02040503050406030204" pitchFamily="18" charset="0"/>
                      </a:rPr>
                      <m:t>, </m:t>
                    </m:r>
                    <m:r>
                      <a:rPr lang="en-US" i="1" smtClean="0">
                        <a:latin typeface="Cambria Math" panose="02040503050406030204" pitchFamily="18" charset="0"/>
                      </a:rPr>
                      <m:t>𝑛</m:t>
                    </m:r>
                    <m:r>
                      <a:rPr lang="en-US" i="1" smtClean="0">
                        <a:latin typeface="Cambria Math" panose="02040503050406030204" pitchFamily="18" charset="0"/>
                      </a:rPr>
                      <m:t>) </m:t>
                    </m:r>
                  </m:oMath>
                </a14:m>
                <a:r>
                  <a:rPr lang="en-US"/>
                  <a:t>entry of the matrix </a:t>
                </a:r>
                <a14:m>
                  <m:oMath xmlns:m="http://schemas.openxmlformats.org/officeDocument/2006/math">
                    <m:sSubSup>
                      <m:sSubSupPr>
                        <m:ctrlPr>
                          <a:rPr lang="pt-BR" i="1">
                            <a:latin typeface="Cambria Math" panose="02040503050406030204" pitchFamily="18" charset="0"/>
                          </a:rPr>
                        </m:ctrlPr>
                      </m:sSubSupPr>
                      <m:e>
                        <m:r>
                          <a:rPr lang="pt-BR" b="1" i="1">
                            <a:latin typeface="Cambria Math" panose="02040503050406030204" pitchFamily="18" charset="0"/>
                          </a:rPr>
                          <m:t>𝑮</m:t>
                        </m:r>
                      </m:e>
                      <m:sub>
                        <m:r>
                          <a:rPr lang="pt-BR" i="1">
                            <a:latin typeface="Cambria Math" panose="02040503050406030204" pitchFamily="18" charset="0"/>
                          </a:rPr>
                          <m:t> </m:t>
                        </m:r>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   </m:t>
                        </m:r>
                        <m:r>
                          <a:rPr lang="pt-BR" i="1">
                            <a:latin typeface="Cambria Math" panose="02040503050406030204" pitchFamily="18" charset="0"/>
                          </a:rPr>
                          <m:t>𝑞</m:t>
                        </m:r>
                        <m:r>
                          <a:rPr lang="pt-BR" i="1">
                            <a:latin typeface="Cambria Math" panose="02040503050406030204" pitchFamily="18" charset="0"/>
                          </a:rPr>
                          <m:t>)</m:t>
                        </m:r>
                      </m:sup>
                    </m:sSubSup>
                  </m:oMath>
                </a14:m>
                <a:r>
                  <a:rPr lang="en-US"/>
                  <a:t>, given by the double integral:</a:t>
                </a:r>
                <a:endParaRPr lang="pt-BR"/>
              </a:p>
            </p:txBody>
          </p:sp>
        </mc:Choice>
        <mc:Fallback xmlns="">
          <p:sp>
            <p:nvSpPr>
              <p:cNvPr id="14" name="CaixaDeTexto 13">
                <a:extLst>
                  <a:ext uri="{FF2B5EF4-FFF2-40B4-BE49-F238E27FC236}">
                    <a16:creationId xmlns:a16="http://schemas.microsoft.com/office/drawing/2014/main" id="{07C0706B-1FE1-921D-6FF0-0D005EB8399B}"/>
                  </a:ext>
                </a:extLst>
              </p:cNvPr>
              <p:cNvSpPr txBox="1">
                <a:spLocks noRot="1" noChangeAspect="1" noMove="1" noResize="1" noEditPoints="1" noAdjustHandles="1" noChangeArrowheads="1" noChangeShapeType="1" noTextEdit="1"/>
              </p:cNvSpPr>
              <p:nvPr/>
            </p:nvSpPr>
            <p:spPr>
              <a:xfrm>
                <a:off x="497282" y="1376772"/>
                <a:ext cx="10854260" cy="699294"/>
              </a:xfrm>
              <a:prstGeom prst="rect">
                <a:avLst/>
              </a:prstGeom>
              <a:blipFill>
                <a:blip r:embed="rId4"/>
                <a:stretch>
                  <a:fillRect l="-337" t="-870" r="-449" b="-347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 name="CaixaDeTexto 16">
                <a:extLst>
                  <a:ext uri="{FF2B5EF4-FFF2-40B4-BE49-F238E27FC236}">
                    <a16:creationId xmlns:a16="http://schemas.microsoft.com/office/drawing/2014/main" id="{356E95C4-2489-700E-FF9E-551D8C0F65F8}"/>
                  </a:ext>
                </a:extLst>
              </p:cNvPr>
              <p:cNvSpPr txBox="1"/>
              <p:nvPr/>
            </p:nvSpPr>
            <p:spPr>
              <a:xfrm>
                <a:off x="11231615" y="2564904"/>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10)</m:t>
                      </m:r>
                    </m:oMath>
                  </m:oMathPara>
                </a14:m>
                <a:endParaRPr lang="en-US" sz="1200"/>
              </a:p>
            </p:txBody>
          </p:sp>
        </mc:Choice>
        <mc:Fallback xmlns="">
          <p:sp>
            <p:nvSpPr>
              <p:cNvPr id="17" name="CaixaDeTexto 16">
                <a:extLst>
                  <a:ext uri="{FF2B5EF4-FFF2-40B4-BE49-F238E27FC236}">
                    <a16:creationId xmlns:a16="http://schemas.microsoft.com/office/drawing/2014/main" id="{356E95C4-2489-700E-FF9E-551D8C0F65F8}"/>
                  </a:ext>
                </a:extLst>
              </p:cNvPr>
              <p:cNvSpPr txBox="1">
                <a:spLocks noRot="1" noChangeAspect="1" noMove="1" noResize="1" noEditPoints="1" noAdjustHandles="1" noChangeArrowheads="1" noChangeShapeType="1" noTextEdit="1"/>
              </p:cNvSpPr>
              <p:nvPr/>
            </p:nvSpPr>
            <p:spPr>
              <a:xfrm>
                <a:off x="11231615" y="2564904"/>
                <a:ext cx="468052" cy="276999"/>
              </a:xfrm>
              <a:prstGeom prst="rect">
                <a:avLst/>
              </a:prstGeom>
              <a:blipFill>
                <a:blip r:embed="rId6"/>
                <a:stretch>
                  <a:fillRect b="-888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0" name="CaixaDeTexto 19">
                <a:extLst>
                  <a:ext uri="{FF2B5EF4-FFF2-40B4-BE49-F238E27FC236}">
                    <a16:creationId xmlns:a16="http://schemas.microsoft.com/office/drawing/2014/main" id="{78082A30-D432-5475-91C5-AC56F7CF61B4}"/>
                  </a:ext>
                </a:extLst>
              </p:cNvPr>
              <p:cNvSpPr txBox="1"/>
              <p:nvPr/>
            </p:nvSpPr>
            <p:spPr>
              <a:xfrm>
                <a:off x="533382" y="2401213"/>
                <a:ext cx="9649072" cy="667747"/>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a:rPr lang="pt-BR" b="1" i="1">
                              <a:latin typeface="Cambria Math" panose="02040503050406030204" pitchFamily="18" charset="0"/>
                            </a:rPr>
                            <m:t>𝑮</m:t>
                          </m:r>
                        </m:e>
                        <m:sub>
                          <m:sSup>
                            <m:sSupPr>
                              <m:ctrlPr>
                                <a:rPr lang="pt-BR" i="1">
                                  <a:latin typeface="Cambria Math" panose="02040503050406030204" pitchFamily="18" charset="0"/>
                                </a:rPr>
                              </m:ctrlPr>
                            </m:sSupPr>
                            <m:e>
                              <m:r>
                                <a:rPr lang="pt-BR" i="1">
                                  <a:latin typeface="Cambria Math" panose="02040503050406030204" pitchFamily="18" charset="0"/>
                                </a:rPr>
                                <m:t>𝑛</m:t>
                              </m:r>
                            </m:e>
                            <m:sup>
                              <m:r>
                                <a:rPr lang="pt-BR" i="1">
                                  <a:latin typeface="Cambria Math" panose="02040503050406030204" pitchFamily="18" charset="0"/>
                                </a:rPr>
                                <m:t>′</m:t>
                              </m:r>
                            </m:sup>
                          </m:sSup>
                          <m:r>
                            <a:rPr lang="pt-BR" i="1">
                              <a:latin typeface="Cambria Math" panose="02040503050406030204" pitchFamily="18" charset="0"/>
                            </a:rPr>
                            <m:t>,   </m:t>
                          </m:r>
                          <m:r>
                            <a:rPr lang="pt-BR" i="1">
                              <a:latin typeface="Cambria Math" panose="02040503050406030204" pitchFamily="18" charset="0"/>
                            </a:rPr>
                            <m:t>𝑛</m:t>
                          </m:r>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   </m:t>
                          </m:r>
                          <m:r>
                            <a:rPr lang="pt-BR" i="1">
                              <a:latin typeface="Cambria Math" panose="02040503050406030204" pitchFamily="18" charset="0"/>
                            </a:rPr>
                            <m:t>𝑞</m:t>
                          </m:r>
                          <m:r>
                            <a:rPr lang="pt-BR" i="1">
                              <a:latin typeface="Cambria Math" panose="02040503050406030204" pitchFamily="18" charset="0"/>
                            </a:rPr>
                            <m:t>)</m:t>
                          </m:r>
                        </m:sup>
                      </m:sSubSup>
                      <m:r>
                        <a:rPr lang="pt-BR">
                          <a:latin typeface="Cambria Math" panose="02040503050406030204" pitchFamily="18" charset="0"/>
                        </a:rPr>
                        <m:t>=</m:t>
                      </m:r>
                      <m:f>
                        <m:fPr>
                          <m:ctrlPr>
                            <a:rPr lang="pt-BR" i="1">
                              <a:latin typeface="Cambria Math" panose="02040503050406030204" pitchFamily="18" charset="0"/>
                            </a:rPr>
                          </m:ctrlPr>
                        </m:fPr>
                        <m:num>
                          <m:r>
                            <a:rPr lang="pt-BR" b="0" i="1" smtClean="0">
                              <a:latin typeface="Cambria Math" panose="02040503050406030204" pitchFamily="18" charset="0"/>
                            </a:rPr>
                            <m:t>1</m:t>
                          </m:r>
                        </m:num>
                        <m:den>
                          <m:sSup>
                            <m:sSupPr>
                              <m:ctrlPr>
                                <a:rPr lang="pt-BR" b="0" i="1" smtClean="0">
                                  <a:latin typeface="Cambria Math" panose="02040503050406030204" pitchFamily="18" charset="0"/>
                                </a:rPr>
                              </m:ctrlPr>
                            </m:sSupPr>
                            <m:e>
                              <m:d>
                                <m:dPr>
                                  <m:ctrlPr>
                                    <a:rPr lang="pt-BR" b="0" i="1" smtClean="0">
                                      <a:latin typeface="Cambria Math" panose="02040503050406030204" pitchFamily="18" charset="0"/>
                                    </a:rPr>
                                  </m:ctrlPr>
                                </m:dPr>
                                <m:e>
                                  <m:r>
                                    <a:rPr lang="pt-BR" i="1">
                                      <a:latin typeface="Cambria Math" panose="02040503050406030204" pitchFamily="18" charset="0"/>
                                    </a:rPr>
                                    <m:t>2</m:t>
                                  </m:r>
                                  <m:r>
                                    <a:rPr lang="pt-BR" i="1">
                                      <a:latin typeface="Cambria Math" panose="02040503050406030204" pitchFamily="18" charset="0"/>
                                    </a:rPr>
                                    <m:t>𝜋</m:t>
                                  </m:r>
                                </m:e>
                              </m:d>
                            </m:e>
                            <m:sup>
                              <m:r>
                                <a:rPr lang="pt-BR" b="0" i="1" smtClean="0">
                                  <a:latin typeface="Cambria Math" panose="02040503050406030204" pitchFamily="18" charset="0"/>
                                </a:rPr>
                                <m:t>2</m:t>
                              </m:r>
                            </m:sup>
                          </m:sSup>
                        </m:den>
                      </m:f>
                      <m:nary>
                        <m:naryPr>
                          <m:ctrlPr>
                            <a:rPr lang="pt-BR" i="1" smtClean="0">
                              <a:latin typeface="Cambria Math" panose="02040503050406030204" pitchFamily="18" charset="0"/>
                            </a:rPr>
                          </m:ctrlPr>
                        </m:naryPr>
                        <m:sub>
                          <m:r>
                            <m:rPr>
                              <m:brk m:alnAt="23"/>
                            </m:rPr>
                            <a:rPr lang="pt-BR" b="0" i="1" smtClean="0">
                              <a:latin typeface="Cambria Math" panose="02040503050406030204" pitchFamily="18" charset="0"/>
                            </a:rPr>
                            <m:t>0</m:t>
                          </m:r>
                        </m:sub>
                        <m:sup>
                          <m:r>
                            <a:rPr lang="pt-BR" b="0" i="1" smtClean="0">
                              <a:latin typeface="Cambria Math" panose="02040503050406030204" pitchFamily="18" charset="0"/>
                            </a:rPr>
                            <m:t>2</m:t>
                          </m:r>
                          <m:r>
                            <a:rPr lang="pt-BR" b="0" i="1" smtClean="0">
                              <a:latin typeface="Cambria Math" panose="02040503050406030204" pitchFamily="18" charset="0"/>
                            </a:rPr>
                            <m:t>𝜋</m:t>
                          </m:r>
                        </m:sup>
                        <m:e>
                          <m:nary>
                            <m:naryPr>
                              <m:ctrlPr>
                                <a:rPr lang="pt-BR" i="1">
                                  <a:latin typeface="Cambria Math" panose="02040503050406030204" pitchFamily="18" charset="0"/>
                                </a:rPr>
                              </m:ctrlPr>
                            </m:naryPr>
                            <m:sub>
                              <m:r>
                                <m:rPr>
                                  <m:brk m:alnAt="23"/>
                                </m:rPr>
                                <a:rPr lang="pt-BR" i="1">
                                  <a:latin typeface="Cambria Math" panose="02040503050406030204" pitchFamily="18" charset="0"/>
                                </a:rPr>
                                <m:t>0</m:t>
                              </m:r>
                            </m:sub>
                            <m:sup>
                              <m:r>
                                <a:rPr lang="pt-BR" i="1">
                                  <a:latin typeface="Cambria Math" panose="02040503050406030204" pitchFamily="18" charset="0"/>
                                </a:rPr>
                                <m:t>2</m:t>
                              </m:r>
                              <m:r>
                                <a:rPr lang="pt-BR" i="1">
                                  <a:latin typeface="Cambria Math" panose="02040503050406030204" pitchFamily="18" charset="0"/>
                                </a:rPr>
                                <m:t>𝜋</m:t>
                              </m:r>
                            </m:sup>
                            <m:e>
                              <m:r>
                                <a:rPr lang="pt-BR" i="1">
                                  <a:latin typeface="Cambria Math" panose="02040503050406030204" pitchFamily="18" charset="0"/>
                                  <a:ea typeface="Cambria Math" panose="02040503050406030204" pitchFamily="18" charset="0"/>
                                </a:rPr>
                                <m:t>𝐺</m:t>
                              </m:r>
                              <m:d>
                                <m:dPr>
                                  <m:begChr m:val="["/>
                                  <m:endChr m:val="]"/>
                                  <m:ctrlPr>
                                    <a:rPr lang="pt-BR" i="1">
                                      <a:latin typeface="Cambria Math" panose="02040503050406030204" pitchFamily="18" charset="0"/>
                                      <a:ea typeface="Cambria Math" panose="02040503050406030204" pitchFamily="18" charset="0"/>
                                    </a:rPr>
                                  </m:ctrlPr>
                                </m:dPr>
                                <m:e>
                                  <m:sSub>
                                    <m:sSubPr>
                                      <m:ctrlPr>
                                        <a:rPr lang="pt-BR" b="1"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𝑝</m:t>
                                      </m:r>
                                    </m:sub>
                                  </m:sSub>
                                  <m:r>
                                    <a:rPr lang="pt-BR" b="1"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𝜃</m:t>
                                      </m:r>
                                    </m:e>
                                    <m:sub>
                                      <m:r>
                                        <a:rPr lang="pt-BR" i="1">
                                          <a:latin typeface="Cambria Math" panose="02040503050406030204" pitchFamily="18" charset="0"/>
                                          <a:ea typeface="Cambria Math" panose="02040503050406030204" pitchFamily="18" charset="0"/>
                                        </a:rPr>
                                        <m:t>𝑝</m:t>
                                      </m:r>
                                    </m:sub>
                                  </m:sSub>
                                  <m:r>
                                    <a:rPr lang="pt-BR" b="1"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𝑞</m:t>
                                      </m:r>
                                    </m:sub>
                                  </m:sSub>
                                  <m:r>
                                    <a:rPr lang="pt-BR" b="1" i="1">
                                      <a:latin typeface="Cambria Math" panose="02040503050406030204" pitchFamily="18" charset="0"/>
                                      <a:ea typeface="Cambria Math" panose="02040503050406030204" pitchFamily="18" charset="0"/>
                                    </a:rPr>
                                    <m:t>(</m:t>
                                  </m:r>
                                  <m:sSubSup>
                                    <m:sSubSupPr>
                                      <m:ctrlPr>
                                        <a:rPr lang="pt-BR" b="1"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𝜃</m:t>
                                      </m:r>
                                    </m:e>
                                    <m:sub>
                                      <m:r>
                                        <a:rPr lang="pt-BR" i="1">
                                          <a:latin typeface="Cambria Math" panose="02040503050406030204" pitchFamily="18" charset="0"/>
                                          <a:ea typeface="Cambria Math" panose="02040503050406030204" pitchFamily="18" charset="0"/>
                                        </a:rPr>
                                        <m:t>𝑞</m:t>
                                      </m:r>
                                    </m:sub>
                                    <m:sup>
                                      <m:r>
                                        <a:rPr lang="pt-BR" b="1" i="1">
                                          <a:latin typeface="Cambria Math" panose="02040503050406030204" pitchFamily="18" charset="0"/>
                                          <a:ea typeface="Cambria Math" panose="02040503050406030204" pitchFamily="18" charset="0"/>
                                        </a:rPr>
                                        <m:t>′</m:t>
                                      </m:r>
                                    </m:sup>
                                  </m:sSubSup>
                                  <m:r>
                                    <a:rPr lang="pt-BR" b="1" i="1">
                                      <a:latin typeface="Cambria Math" panose="02040503050406030204" pitchFamily="18" charset="0"/>
                                      <a:ea typeface="Cambria Math" panose="02040503050406030204" pitchFamily="18" charset="0"/>
                                    </a:rPr>
                                    <m:t>)</m:t>
                                  </m:r>
                                </m:e>
                              </m:d>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i="1">
                                      <a:latin typeface="Cambria Math" panose="02040503050406030204" pitchFamily="18" charset="0"/>
                                    </a:rPr>
                                    <m:t>𝑗</m:t>
                                  </m:r>
                                  <m:r>
                                    <a:rPr lang="pt-BR" b="0" i="1" smtClean="0">
                                      <a:latin typeface="Cambria Math" panose="02040503050406030204" pitchFamily="18" charset="0"/>
                                    </a:rPr>
                                    <m:t>(</m:t>
                                  </m:r>
                                  <m:r>
                                    <a:rPr lang="pt-BR" i="1">
                                      <a:latin typeface="Cambria Math" panose="02040503050406030204" pitchFamily="18" charset="0"/>
                                    </a:rPr>
                                    <m:t>𝑛</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 </m:t>
                                      </m:r>
                                    </m:sub>
                                    <m:sup>
                                      <m:r>
                                        <a:rPr lang="pt-BR" i="1">
                                          <a:latin typeface="Cambria Math" panose="02040503050406030204" pitchFamily="18" charset="0"/>
                                        </a:rPr>
                                        <m:t>′</m:t>
                                      </m:r>
                                    </m:sup>
                                  </m:sSubSup>
                                  <m:r>
                                    <a:rPr lang="pt-BR" b="0" i="1" smtClean="0">
                                      <a:latin typeface="Cambria Math" panose="02040503050406030204" pitchFamily="18" charset="0"/>
                                    </a:rPr>
                                    <m:t>−</m:t>
                                  </m:r>
                                  <m:sSup>
                                    <m:sSupPr>
                                      <m:ctrlPr>
                                        <a:rPr lang="pt-BR" b="0" i="1" smtClean="0">
                                          <a:latin typeface="Cambria Math" panose="02040503050406030204" pitchFamily="18" charset="0"/>
                                        </a:rPr>
                                      </m:ctrlPr>
                                    </m:sSupPr>
                                    <m:e>
                                      <m:r>
                                        <a:rPr lang="pt-BR" b="0" i="1" smtClean="0">
                                          <a:latin typeface="Cambria Math" panose="02040503050406030204" pitchFamily="18" charset="0"/>
                                        </a:rPr>
                                        <m:t>𝑛</m:t>
                                      </m:r>
                                    </m:e>
                                    <m:sup>
                                      <m:r>
                                        <a:rPr lang="pt-BR" b="0" i="1" smtClean="0">
                                          <a:latin typeface="Cambria Math" panose="02040503050406030204" pitchFamily="18" charset="0"/>
                                        </a:rPr>
                                        <m:t>′</m:t>
                                      </m:r>
                                    </m:sup>
                                  </m:sSup>
                                  <m:r>
                                    <a:rPr lang="pt-BR" b="0" i="1" smtClean="0">
                                      <a:latin typeface="Cambria Math" panose="02040503050406030204" pitchFamily="18" charset="0"/>
                                    </a:rPr>
                                    <m:t>𝜃</m:t>
                                  </m:r>
                                  <m:r>
                                    <a:rPr lang="pt-BR" b="0" i="1" smtClean="0">
                                      <a:latin typeface="Cambria Math" panose="02040503050406030204" pitchFamily="18" charset="0"/>
                                    </a:rPr>
                                    <m:t>)</m:t>
                                  </m:r>
                                </m:sup>
                              </m:sSup>
                              <m:r>
                                <a:rPr lang="pt-BR" i="1" smtClean="0">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𝑝</m:t>
                                  </m:r>
                                </m:sub>
                                <m:sup>
                                  <m:r>
                                    <a:rPr lang="pt-BR" b="0" i="1" smtClean="0">
                                      <a:latin typeface="Cambria Math" panose="02040503050406030204" pitchFamily="18" charset="0"/>
                                    </a:rPr>
                                    <m:t> </m:t>
                                  </m:r>
                                </m:sup>
                              </m:sSubSup>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𝑞</m:t>
                                  </m:r>
                                </m:sub>
                                <m:sup>
                                  <m:r>
                                    <a:rPr lang="pt-BR" i="1">
                                      <a:latin typeface="Cambria Math" panose="02040503050406030204" pitchFamily="18" charset="0"/>
                                    </a:rPr>
                                    <m:t>′</m:t>
                                  </m:r>
                                </m:sup>
                              </m:sSubSup>
                            </m:e>
                          </m:nary>
                        </m:e>
                      </m:nary>
                    </m:oMath>
                  </m:oMathPara>
                </a14:m>
                <a:endParaRPr lang="en-US"/>
              </a:p>
            </p:txBody>
          </p:sp>
        </mc:Choice>
        <mc:Fallback xmlns="">
          <p:sp>
            <p:nvSpPr>
              <p:cNvPr id="20" name="CaixaDeTexto 19">
                <a:extLst>
                  <a:ext uri="{FF2B5EF4-FFF2-40B4-BE49-F238E27FC236}">
                    <a16:creationId xmlns:a16="http://schemas.microsoft.com/office/drawing/2014/main" id="{78082A30-D432-5475-91C5-AC56F7CF61B4}"/>
                  </a:ext>
                </a:extLst>
              </p:cNvPr>
              <p:cNvSpPr txBox="1">
                <a:spLocks noRot="1" noChangeAspect="1" noMove="1" noResize="1" noEditPoints="1" noAdjustHandles="1" noChangeArrowheads="1" noChangeShapeType="1" noTextEdit="1"/>
              </p:cNvSpPr>
              <p:nvPr/>
            </p:nvSpPr>
            <p:spPr>
              <a:xfrm>
                <a:off x="533382" y="2401213"/>
                <a:ext cx="9649072" cy="667747"/>
              </a:xfrm>
              <a:prstGeom prst="rect">
                <a:avLst/>
              </a:prstGeom>
              <a:blipFill>
                <a:blip r:embed="rId9"/>
                <a:stretch>
                  <a:fillRect/>
                </a:stretch>
              </a:blipFill>
            </p:spPr>
            <p:txBody>
              <a:bodyPr/>
              <a:lstStyle/>
              <a:p>
                <a:r>
                  <a:rPr lang="pt-BR">
                    <a:noFill/>
                  </a:rPr>
                  <a:t> </a:t>
                </a:r>
              </a:p>
            </p:txBody>
          </p:sp>
        </mc:Fallback>
      </mc:AlternateContent>
      <p:grpSp>
        <p:nvGrpSpPr>
          <p:cNvPr id="12" name="Agrupar 11">
            <a:extLst>
              <a:ext uri="{FF2B5EF4-FFF2-40B4-BE49-F238E27FC236}">
                <a16:creationId xmlns:a16="http://schemas.microsoft.com/office/drawing/2014/main" id="{FEA0DB02-A22E-7E8F-8EB0-82B9DA3DF7DF}"/>
              </a:ext>
            </a:extLst>
          </p:cNvPr>
          <p:cNvGrpSpPr/>
          <p:nvPr/>
        </p:nvGrpSpPr>
        <p:grpSpPr>
          <a:xfrm>
            <a:off x="464943" y="3419470"/>
            <a:ext cx="11211677" cy="1449690"/>
            <a:chOff x="464943" y="3419470"/>
            <a:chExt cx="11211677" cy="1449690"/>
          </a:xfrm>
        </p:grpSpPr>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BA821975-BA86-006B-FAAE-3FC6F7103A5C}"/>
                    </a:ext>
                  </a:extLst>
                </p:cNvPr>
                <p:cNvSpPr txBox="1"/>
                <p:nvPr/>
              </p:nvSpPr>
              <p:spPr>
                <a:xfrm>
                  <a:off x="464943" y="3419470"/>
                  <a:ext cx="10161027" cy="338554"/>
                </a:xfrm>
                <a:prstGeom prst="rect">
                  <a:avLst/>
                </a:prstGeom>
                <a:noFill/>
              </p:spPr>
              <p:txBody>
                <a:bodyPr wrap="square">
                  <a:spAutoFit/>
                </a:bodyPr>
                <a:lstStyle>
                  <a:defPPr>
                    <a:defRPr lang="pt-BR"/>
                  </a:defPPr>
                  <a:lvl1pPr>
                    <a:defRPr sz="1600"/>
                  </a:lvl1pPr>
                </a:lstStyle>
                <a:p>
                  <a:r>
                    <a:rPr lang="en-US"/>
                    <a:t>which may be evaluated analytically [7]. Then, the field on the </a:t>
                  </a:r>
                  <a14:m>
                    <m:oMath xmlns:m="http://schemas.openxmlformats.org/officeDocument/2006/math">
                      <m:r>
                        <a:rPr lang="en-US" i="1" smtClean="0">
                          <a:latin typeface="Cambria Math" panose="02040503050406030204" pitchFamily="18" charset="0"/>
                        </a:rPr>
                        <m:t>𝑝</m:t>
                      </m:r>
                    </m:oMath>
                  </a14:m>
                  <a:r>
                    <a:rPr lang="en-US"/>
                    <a:t>-th surface conductor can be compactly written as:</a:t>
                  </a:r>
                  <a:endParaRPr lang="pt-BR"/>
                </a:p>
              </p:txBody>
            </p:sp>
          </mc:Choice>
          <mc:Fallback xmlns="">
            <p:sp>
              <p:nvSpPr>
                <p:cNvPr id="16" name="CaixaDeTexto 15">
                  <a:extLst>
                    <a:ext uri="{FF2B5EF4-FFF2-40B4-BE49-F238E27FC236}">
                      <a16:creationId xmlns:a16="http://schemas.microsoft.com/office/drawing/2014/main" id="{BA821975-BA86-006B-FAAE-3FC6F7103A5C}"/>
                    </a:ext>
                  </a:extLst>
                </p:cNvPr>
                <p:cNvSpPr txBox="1">
                  <a:spLocks noRot="1" noChangeAspect="1" noMove="1" noResize="1" noEditPoints="1" noAdjustHandles="1" noChangeArrowheads="1" noChangeShapeType="1" noTextEdit="1"/>
                </p:cNvSpPr>
                <p:nvPr/>
              </p:nvSpPr>
              <p:spPr>
                <a:xfrm>
                  <a:off x="464943" y="3419470"/>
                  <a:ext cx="10161027" cy="338554"/>
                </a:xfrm>
                <a:prstGeom prst="rect">
                  <a:avLst/>
                </a:prstGeom>
                <a:blipFill>
                  <a:blip r:embed="rId10"/>
                  <a:stretch>
                    <a:fillRect l="-300" t="-5455" r="-180" b="-2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D81F4D81-A5A4-E3B7-8064-ADE62601D1BA}"/>
                    </a:ext>
                  </a:extLst>
                </p:cNvPr>
                <p:cNvSpPr txBox="1"/>
                <p:nvPr/>
              </p:nvSpPr>
              <p:spPr>
                <a:xfrm>
                  <a:off x="11208568" y="4257092"/>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11)</m:t>
                        </m:r>
                      </m:oMath>
                    </m:oMathPara>
                  </a14:m>
                  <a:endParaRPr lang="en-US" sz="1200"/>
                </a:p>
              </p:txBody>
            </p:sp>
          </mc:Choice>
          <mc:Fallback xmlns="">
            <p:sp>
              <p:nvSpPr>
                <p:cNvPr id="19" name="CaixaDeTexto 18">
                  <a:extLst>
                    <a:ext uri="{FF2B5EF4-FFF2-40B4-BE49-F238E27FC236}">
                      <a16:creationId xmlns:a16="http://schemas.microsoft.com/office/drawing/2014/main" id="{D81F4D81-A5A4-E3B7-8064-ADE62601D1BA}"/>
                    </a:ext>
                  </a:extLst>
                </p:cNvPr>
                <p:cNvSpPr txBox="1">
                  <a:spLocks noRot="1" noChangeAspect="1" noMove="1" noResize="1" noEditPoints="1" noAdjustHandles="1" noChangeArrowheads="1" noChangeShapeType="1" noTextEdit="1"/>
                </p:cNvSpPr>
                <p:nvPr/>
              </p:nvSpPr>
              <p:spPr>
                <a:xfrm>
                  <a:off x="11208568" y="4257092"/>
                  <a:ext cx="468052" cy="276999"/>
                </a:xfrm>
                <a:prstGeom prst="rect">
                  <a:avLst/>
                </a:prstGeom>
                <a:blipFill>
                  <a:blip r:embed="rId11"/>
                  <a:stretch>
                    <a:fillRect b="-652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6CE3F873-CFD4-78FC-4F2E-CB254F51C454}"/>
                    </a:ext>
                  </a:extLst>
                </p:cNvPr>
                <p:cNvSpPr txBox="1"/>
                <p:nvPr/>
              </p:nvSpPr>
              <p:spPr>
                <a:xfrm>
                  <a:off x="464943" y="4010399"/>
                  <a:ext cx="9649072" cy="858761"/>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a:rPr lang="pt-BR" i="1">
                                <a:latin typeface="Cambria Math" panose="02040503050406030204" pitchFamily="18" charset="0"/>
                              </a:rPr>
                              <m:t>𝐸</m:t>
                            </m:r>
                          </m:e>
                          <m:sub>
                            <m:sSup>
                              <m:sSupPr>
                                <m:ctrlPr>
                                  <a:rPr lang="pt-BR" b="0" i="1" smtClean="0">
                                    <a:latin typeface="Cambria Math" panose="02040503050406030204" pitchFamily="18" charset="0"/>
                                  </a:rPr>
                                </m:ctrlPr>
                              </m:sSupPr>
                              <m:e>
                                <m:r>
                                  <a:rPr lang="pt-BR" i="1">
                                    <a:latin typeface="Cambria Math" panose="02040503050406030204" pitchFamily="18" charset="0"/>
                                  </a:rPr>
                                  <m:t>𝑛</m:t>
                                </m:r>
                              </m:e>
                              <m:sup>
                                <m:r>
                                  <a:rPr lang="pt-BR" b="0" i="1" smtClean="0">
                                    <a:latin typeface="Cambria Math" panose="02040503050406030204" pitchFamily="18" charset="0"/>
                                  </a:rPr>
                                  <m:t>′</m:t>
                                </m:r>
                              </m:sup>
                            </m:sSup>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m:t>
                            </m:r>
                          </m:sup>
                        </m:sSubSup>
                        <m:r>
                          <a:rPr lang="pt-BR">
                            <a:latin typeface="Cambria Math" panose="02040503050406030204" pitchFamily="18" charset="0"/>
                          </a:rPr>
                          <m:t>=</m:t>
                        </m:r>
                        <m:r>
                          <a:rPr lang="pt-BR" i="1">
                            <a:latin typeface="Cambria Math" panose="02040503050406030204" pitchFamily="18" charset="0"/>
                          </a:rPr>
                          <m:t>𝑗</m:t>
                        </m:r>
                        <m:r>
                          <a:rPr lang="pt-BR" i="1">
                            <a:latin typeface="Cambria Math" panose="02040503050406030204" pitchFamily="18" charset="0"/>
                          </a:rPr>
                          <m:t>𝜔</m:t>
                        </m:r>
                        <m:sSub>
                          <m:sSubPr>
                            <m:ctrlPr>
                              <a:rPr lang="pt-BR" i="1">
                                <a:latin typeface="Cambria Math" panose="02040503050406030204" pitchFamily="18" charset="0"/>
                              </a:rPr>
                            </m:ctrlPr>
                          </m:sSubPr>
                          <m:e>
                            <m:r>
                              <a:rPr lang="pt-BR" i="1">
                                <a:latin typeface="Cambria Math" panose="02040503050406030204" pitchFamily="18" charset="0"/>
                              </a:rPr>
                              <m:t>𝜇</m:t>
                            </m:r>
                          </m:e>
                          <m:sub>
                            <m:r>
                              <a:rPr lang="pt-BR" i="1">
                                <a:latin typeface="Cambria Math" panose="02040503050406030204" pitchFamily="18" charset="0"/>
                              </a:rPr>
                              <m:t>0</m:t>
                            </m:r>
                          </m:sub>
                        </m:sSub>
                        <m:nary>
                          <m:naryPr>
                            <m:chr m:val="∑"/>
                            <m:ctrlPr>
                              <a:rPr lang="pt-BR" i="1">
                                <a:latin typeface="Cambria Math" panose="02040503050406030204" pitchFamily="18" charset="0"/>
                              </a:rPr>
                            </m:ctrlPr>
                          </m:naryPr>
                          <m:sub>
                            <m:r>
                              <a:rPr lang="pt-BR" i="1">
                                <a:latin typeface="Cambria Math" panose="02040503050406030204" pitchFamily="18" charset="0"/>
                              </a:rPr>
                              <m:t>𝑞</m:t>
                            </m:r>
                            <m:r>
                              <a:rPr lang="pt-BR" i="1">
                                <a:latin typeface="Cambria Math" panose="02040503050406030204" pitchFamily="18" charset="0"/>
                              </a:rPr>
                              <m:t>=1</m:t>
                            </m:r>
                          </m:sub>
                          <m:sup>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𝑠</m:t>
                                </m:r>
                              </m:sub>
                            </m:sSub>
                          </m:sup>
                          <m:e>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𝑛</m:t>
                                </m:r>
                                <m:r>
                                  <a:rPr lang="pt-BR" i="1">
                                    <a:latin typeface="Cambria Math" panose="02040503050406030204" pitchFamily="18" charset="0"/>
                                  </a:rPr>
                                  <m:t>=−</m:t>
                                </m:r>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a:rPr lang="pt-BR" b="0" i="1" smtClean="0">
                                        <a:latin typeface="Cambria Math" panose="02040503050406030204" pitchFamily="18" charset="0"/>
                                      </a:rPr>
                                      <m:t>𝑞</m:t>
                                    </m:r>
                                  </m:sub>
                                </m:sSub>
                              </m:sub>
                              <m:sup>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a:rPr lang="pt-BR" b="0" i="1" smtClean="0">
                                        <a:latin typeface="Cambria Math" panose="02040503050406030204" pitchFamily="18" charset="0"/>
                                      </a:rPr>
                                      <m:t>𝑞</m:t>
                                    </m:r>
                                  </m:sub>
                                </m:sSub>
                              </m:sup>
                              <m:e>
                                <m:sSubSup>
                                  <m:sSubSupPr>
                                    <m:ctrlPr>
                                      <a:rPr lang="pt-BR" i="1">
                                        <a:latin typeface="Cambria Math" panose="02040503050406030204" pitchFamily="18" charset="0"/>
                                      </a:rPr>
                                    </m:ctrlPr>
                                  </m:sSubSupPr>
                                  <m:e>
                                    <m:r>
                                      <a:rPr lang="pt-BR" i="1">
                                        <a:latin typeface="Cambria Math" panose="02040503050406030204" pitchFamily="18" charset="0"/>
                                      </a:rPr>
                                      <m:t>𝐽</m:t>
                                    </m:r>
                                  </m:e>
                                  <m:sub>
                                    <m:r>
                                      <a:rPr lang="pt-BR" i="1">
                                        <a:latin typeface="Cambria Math" panose="02040503050406030204" pitchFamily="18" charset="0"/>
                                      </a:rPr>
                                      <m:t>𝑛</m:t>
                                    </m:r>
                                  </m:sub>
                                  <m:sup>
                                    <m:r>
                                      <a:rPr lang="pt-BR" i="1">
                                        <a:latin typeface="Cambria Math" panose="02040503050406030204" pitchFamily="18" charset="0"/>
                                      </a:rPr>
                                      <m:t>(</m:t>
                                    </m:r>
                                    <m:r>
                                      <a:rPr lang="pt-BR" b="0" i="1" smtClean="0">
                                        <a:latin typeface="Cambria Math" panose="02040503050406030204" pitchFamily="18" charset="0"/>
                                      </a:rPr>
                                      <m:t>𝑞</m:t>
                                    </m:r>
                                    <m:r>
                                      <a:rPr lang="pt-BR" i="1">
                                        <a:latin typeface="Cambria Math" panose="02040503050406030204" pitchFamily="18" charset="0"/>
                                      </a:rPr>
                                      <m:t>)</m:t>
                                    </m:r>
                                  </m:sup>
                                </m:sSubSup>
                              </m:e>
                            </m:nary>
                            <m:sSubSup>
                              <m:sSubSupPr>
                                <m:ctrlPr>
                                  <a:rPr lang="pt-BR" b="0" i="1" smtClean="0">
                                    <a:latin typeface="Cambria Math" panose="02040503050406030204" pitchFamily="18" charset="0"/>
                                  </a:rPr>
                                </m:ctrlPr>
                              </m:sSubSupPr>
                              <m:e>
                                <m:r>
                                  <a:rPr lang="pt-BR" b="1" i="1" smtClean="0">
                                    <a:latin typeface="Cambria Math" panose="02040503050406030204" pitchFamily="18" charset="0"/>
                                  </a:rPr>
                                  <m:t>𝑮</m:t>
                                </m:r>
                              </m:e>
                              <m:sub>
                                <m:sSup>
                                  <m:sSupPr>
                                    <m:ctrlPr>
                                      <a:rPr lang="pt-BR" b="0" i="1" smtClean="0">
                                        <a:latin typeface="Cambria Math" panose="02040503050406030204" pitchFamily="18" charset="0"/>
                                      </a:rPr>
                                    </m:ctrlPr>
                                  </m:sSupPr>
                                  <m:e>
                                    <m:r>
                                      <a:rPr lang="pt-BR" b="0" i="1" smtClean="0">
                                        <a:latin typeface="Cambria Math" panose="02040503050406030204" pitchFamily="18" charset="0"/>
                                      </a:rPr>
                                      <m:t>𝑛</m:t>
                                    </m:r>
                                  </m:e>
                                  <m:sup>
                                    <m:r>
                                      <a:rPr lang="pt-BR" b="0" i="1" smtClean="0">
                                        <a:latin typeface="Cambria Math" panose="02040503050406030204" pitchFamily="18" charset="0"/>
                                      </a:rPr>
                                      <m:t>′</m:t>
                                    </m:r>
                                  </m:sup>
                                </m:sSup>
                                <m:r>
                                  <a:rPr lang="pt-BR" b="0" i="1" smtClean="0">
                                    <a:latin typeface="Cambria Math" panose="02040503050406030204" pitchFamily="18" charset="0"/>
                                  </a:rPr>
                                  <m:t>,   </m:t>
                                </m:r>
                                <m:r>
                                  <a:rPr lang="pt-BR" b="0" i="1" smtClean="0">
                                    <a:latin typeface="Cambria Math" panose="02040503050406030204" pitchFamily="18" charset="0"/>
                                  </a:rPr>
                                  <m:t>𝑛</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   </m:t>
                                </m:r>
                                <m:r>
                                  <a:rPr lang="pt-BR" b="0" i="1" smtClean="0">
                                    <a:latin typeface="Cambria Math" panose="02040503050406030204" pitchFamily="18" charset="0"/>
                                  </a:rPr>
                                  <m:t>𝑞</m:t>
                                </m:r>
                                <m:r>
                                  <a:rPr lang="pt-BR" b="0" i="1" smtClean="0">
                                    <a:latin typeface="Cambria Math" panose="02040503050406030204" pitchFamily="18" charset="0"/>
                                  </a:rPr>
                                  <m:t>)</m:t>
                                </m:r>
                              </m:sup>
                            </m:sSubSup>
                          </m:e>
                        </m:nary>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𝛿</m:t>
                            </m:r>
                          </m:e>
                          <m:sub>
                            <m:sSup>
                              <m:sSupPr>
                                <m:ctrlPr>
                                  <a:rPr lang="pt-BR" b="0" i="1" smtClean="0">
                                    <a:latin typeface="Cambria Math" panose="02040503050406030204" pitchFamily="18" charset="0"/>
                                  </a:rPr>
                                </m:ctrlPr>
                              </m:sSupPr>
                              <m:e>
                                <m:r>
                                  <a:rPr lang="pt-BR" b="0" i="1" smtClean="0">
                                    <a:latin typeface="Cambria Math" panose="02040503050406030204" pitchFamily="18" charset="0"/>
                                  </a:rPr>
                                  <m:t>𝑛</m:t>
                                </m:r>
                              </m:e>
                              <m:sup>
                                <m:r>
                                  <a:rPr lang="pt-BR" b="0" i="1" smtClean="0">
                                    <a:latin typeface="Cambria Math" panose="02040503050406030204" pitchFamily="18" charset="0"/>
                                  </a:rPr>
                                  <m:t>′</m:t>
                                </m:r>
                              </m:sup>
                            </m:sSup>
                            <m:r>
                              <a:rPr lang="pt-BR" b="0" i="1" smtClean="0">
                                <a:latin typeface="Cambria Math" panose="02040503050406030204" pitchFamily="18" charset="0"/>
                              </a:rPr>
                              <m:t>,  0</m:t>
                            </m:r>
                          </m:sub>
                        </m:sSub>
                        <m:r>
                          <a:rPr lang="pt-BR" b="0" i="1" smtClean="0">
                            <a:latin typeface="Cambria Math" panose="02040503050406030204" pitchFamily="18" charset="0"/>
                          </a:rPr>
                          <m:t> </m:t>
                        </m:r>
                        <m:nary>
                          <m:naryPr>
                            <m:chr m:val="∑"/>
                            <m:ctrlPr>
                              <a:rPr lang="pt-BR" i="1">
                                <a:latin typeface="Cambria Math" panose="02040503050406030204" pitchFamily="18" charset="0"/>
                              </a:rPr>
                            </m:ctrlPr>
                          </m:naryPr>
                          <m:sub>
                            <m:r>
                              <a:rPr lang="pt-BR" b="0" i="1" smtClean="0">
                                <a:latin typeface="Cambria Math" panose="02040503050406030204" pitchFamily="18" charset="0"/>
                              </a:rPr>
                              <m:t>𝑞</m:t>
                            </m:r>
                            <m:r>
                              <a:rPr lang="pt-BR" i="1">
                                <a:latin typeface="Cambria Math" panose="02040503050406030204" pitchFamily="18" charset="0"/>
                              </a:rPr>
                              <m:t>=</m:t>
                            </m:r>
                            <m:r>
                              <a:rPr lang="pt-BR" b="0" i="1" smtClean="0">
                                <a:latin typeface="Cambria Math" panose="02040503050406030204" pitchFamily="18" charset="0"/>
                              </a:rPr>
                              <m:t>1</m:t>
                            </m:r>
                          </m:sub>
                          <m:sup>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sup>
                          <m:e>
                            <m:d>
                              <m:dPr>
                                <m:begChr m:val="["/>
                                <m:endChr m:val="]"/>
                                <m:ctrlPr>
                                  <a:rPr lang="pt-BR" i="1">
                                    <a:latin typeface="Cambria Math" panose="02040503050406030204" pitchFamily="18" charset="0"/>
                                    <a:cs typeface="Arial" panose="020B0604020202020204" pitchFamily="34" charset="0"/>
                                  </a:rPr>
                                </m:ctrlPr>
                              </m:dPr>
                              <m:e>
                                <m:sSub>
                                  <m:sSubPr>
                                    <m:ctrlPr>
                                      <a:rPr lang="pt-BR" b="1"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𝑹</m:t>
                                    </m:r>
                                  </m:e>
                                  <m:sub>
                                    <m:r>
                                      <a:rPr lang="pt-BR" b="0" i="1" smtClean="0">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r>
                                  <a:rPr lang="pt-BR" i="1">
                                    <a:latin typeface="Cambria Math" panose="02040503050406030204" pitchFamily="18" charset="0"/>
                                    <a:cs typeface="Arial" panose="020B0604020202020204" pitchFamily="34" charset="0"/>
                                  </a:rPr>
                                  <m:t>+</m:t>
                                </m:r>
                                <m:r>
                                  <a:rPr lang="pt-BR" i="1">
                                    <a:latin typeface="Cambria Math" panose="02040503050406030204" pitchFamily="18" charset="0"/>
                                    <a:cs typeface="Arial" panose="020B0604020202020204" pitchFamily="34" charset="0"/>
                                  </a:rPr>
                                  <m:t>𝑗</m:t>
                                </m:r>
                                <m:r>
                                  <a:rPr lang="pt-BR" i="1">
                                    <a:latin typeface="Cambria Math" panose="02040503050406030204" pitchFamily="18" charset="0"/>
                                    <a:cs typeface="Arial" panose="020B0604020202020204" pitchFamily="34" charset="0"/>
                                  </a:rPr>
                                  <m:t>𝜔</m:t>
                                </m:r>
                                <m:sSub>
                                  <m:sSubPr>
                                    <m:ctrlPr>
                                      <a:rPr lang="pt-BR" b="0"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𝑳</m:t>
                                    </m:r>
                                  </m:e>
                                  <m:sub>
                                    <m:r>
                                      <a:rPr lang="pt-BR" i="1">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e>
                            </m:d>
                            <m:sSub>
                              <m:sSubPr>
                                <m:ctrlPr>
                                  <a:rPr lang="pt-BR" b="0" i="1" smtClean="0">
                                    <a:latin typeface="Cambria Math" panose="02040503050406030204" pitchFamily="18" charset="0"/>
                                    <a:cs typeface="Arial" panose="020B0604020202020204" pitchFamily="34" charset="0"/>
                                  </a:rPr>
                                </m:ctrlPr>
                              </m:sSubPr>
                              <m:e>
                                <m:r>
                                  <a:rPr lang="pt-BR" b="0" i="1">
                                    <a:latin typeface="Cambria Math" panose="02040503050406030204" pitchFamily="18" charset="0"/>
                                    <a:cs typeface="Arial" panose="020B0604020202020204" pitchFamily="34" charset="0"/>
                                  </a:rPr>
                                  <m:t>𝐼</m:t>
                                </m:r>
                              </m:e>
                              <m:sub>
                                <m:r>
                                  <a:rPr lang="pt-BR" b="0" i="1" smtClean="0">
                                    <a:latin typeface="Cambria Math" panose="02040503050406030204" pitchFamily="18" charset="0"/>
                                    <a:cs typeface="Arial" panose="020B0604020202020204" pitchFamily="34" charset="0"/>
                                  </a:rPr>
                                  <m:t>𝑞</m:t>
                                </m:r>
                              </m:sub>
                            </m:sSub>
                          </m:e>
                        </m:nary>
                      </m:oMath>
                    </m:oMathPara>
                  </a14:m>
                  <a:endParaRPr lang="en-US"/>
                </a:p>
              </p:txBody>
            </p:sp>
          </mc:Choice>
          <mc:Fallback xmlns="">
            <p:sp>
              <p:nvSpPr>
                <p:cNvPr id="3" name="CaixaDeTexto 2">
                  <a:extLst>
                    <a:ext uri="{FF2B5EF4-FFF2-40B4-BE49-F238E27FC236}">
                      <a16:creationId xmlns:a16="http://schemas.microsoft.com/office/drawing/2014/main" id="{6CE3F873-CFD4-78FC-4F2E-CB254F51C454}"/>
                    </a:ext>
                  </a:extLst>
                </p:cNvPr>
                <p:cNvSpPr txBox="1">
                  <a:spLocks noRot="1" noChangeAspect="1" noMove="1" noResize="1" noEditPoints="1" noAdjustHandles="1" noChangeArrowheads="1" noChangeShapeType="1" noTextEdit="1"/>
                </p:cNvSpPr>
                <p:nvPr/>
              </p:nvSpPr>
              <p:spPr>
                <a:xfrm>
                  <a:off x="464943" y="4010399"/>
                  <a:ext cx="9649072" cy="858761"/>
                </a:xfrm>
                <a:prstGeom prst="rect">
                  <a:avLst/>
                </a:prstGeom>
                <a:blipFill>
                  <a:blip r:embed="rId12"/>
                  <a:stretch>
                    <a:fillRect/>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0184E636-5A23-3165-25D4-51C30B3D8093}"/>
                  </a:ext>
                </a:extLst>
              </p:cNvPr>
              <p:cNvSpPr txBox="1"/>
              <p:nvPr/>
            </p:nvSpPr>
            <p:spPr>
              <a:xfrm>
                <a:off x="8868308" y="4329100"/>
                <a:ext cx="1500178" cy="338554"/>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m:t>
                      </m:r>
                      <m:r>
                        <a:rPr lang="pt-BR" i="1" smtClean="0">
                          <a:latin typeface="Cambria Math" panose="02040503050406030204" pitchFamily="18" charset="0"/>
                        </a:rPr>
                        <m:t>𝑝</m:t>
                      </m:r>
                      <m:r>
                        <a:rPr lang="pt-BR" b="0" i="1" smtClean="0">
                          <a:latin typeface="Cambria Math" panose="02040503050406030204" pitchFamily="18" charset="0"/>
                        </a:rPr>
                        <m:t>=1, …,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r>
                        <a:rPr lang="pt-BR" b="0" i="1" smtClean="0">
                          <a:latin typeface="Cambria Math" panose="02040503050406030204" pitchFamily="18" charset="0"/>
                        </a:rPr>
                        <m:t>)</m:t>
                      </m:r>
                    </m:oMath>
                  </m:oMathPara>
                </a14:m>
                <a:endParaRPr lang="en-US"/>
              </a:p>
            </p:txBody>
          </p:sp>
        </mc:Choice>
        <mc:Fallback xmlns="">
          <p:sp>
            <p:nvSpPr>
              <p:cNvPr id="5" name="CaixaDeTexto 4">
                <a:extLst>
                  <a:ext uri="{FF2B5EF4-FFF2-40B4-BE49-F238E27FC236}">
                    <a16:creationId xmlns:a16="http://schemas.microsoft.com/office/drawing/2014/main" id="{0184E636-5A23-3165-25D4-51C30B3D8093}"/>
                  </a:ext>
                </a:extLst>
              </p:cNvPr>
              <p:cNvSpPr txBox="1">
                <a:spLocks noRot="1" noChangeAspect="1" noMove="1" noResize="1" noEditPoints="1" noAdjustHandles="1" noChangeArrowheads="1" noChangeShapeType="1" noTextEdit="1"/>
              </p:cNvSpPr>
              <p:nvPr/>
            </p:nvSpPr>
            <p:spPr>
              <a:xfrm>
                <a:off x="8868308" y="4329100"/>
                <a:ext cx="1500178" cy="338554"/>
              </a:xfrm>
              <a:prstGeom prst="rect">
                <a:avLst/>
              </a:prstGeom>
              <a:blipFill>
                <a:blip r:embed="rId13"/>
                <a:stretch>
                  <a:fillRect b="-892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F9AF2A7C-B774-306F-33EA-C9DD4537E821}"/>
                  </a:ext>
                </a:extLst>
              </p:cNvPr>
              <p:cNvSpPr txBox="1"/>
              <p:nvPr/>
            </p:nvSpPr>
            <p:spPr>
              <a:xfrm>
                <a:off x="8877563" y="4674140"/>
                <a:ext cx="2628292" cy="641586"/>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left"/>
                    </m:oMathParaPr>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𝛿</m:t>
                          </m:r>
                        </m:e>
                        <m:sub>
                          <m:sSup>
                            <m:sSupPr>
                              <m:ctrlPr>
                                <a:rPr lang="pt-BR" i="1">
                                  <a:latin typeface="Cambria Math" panose="02040503050406030204" pitchFamily="18" charset="0"/>
                                </a:rPr>
                              </m:ctrlPr>
                            </m:sSupPr>
                            <m:e>
                              <m:r>
                                <a:rPr lang="pt-BR" i="1">
                                  <a:latin typeface="Cambria Math" panose="02040503050406030204" pitchFamily="18" charset="0"/>
                                </a:rPr>
                                <m:t>𝑛</m:t>
                              </m:r>
                            </m:e>
                            <m:sup>
                              <m:r>
                                <a:rPr lang="pt-BR" i="1">
                                  <a:latin typeface="Cambria Math" panose="02040503050406030204" pitchFamily="18" charset="0"/>
                                </a:rPr>
                                <m:t>′</m:t>
                              </m:r>
                            </m:sup>
                          </m:sSup>
                          <m:r>
                            <a:rPr lang="pt-BR" i="1">
                              <a:latin typeface="Cambria Math" panose="02040503050406030204" pitchFamily="18" charset="0"/>
                            </a:rPr>
                            <m:t>,  0</m:t>
                          </m:r>
                        </m:sub>
                      </m:sSub>
                      <m:r>
                        <a:rPr lang="pt-BR" b="0" i="1" smtClean="0">
                          <a:latin typeface="Cambria Math" panose="02040503050406030204" pitchFamily="18" charset="0"/>
                        </a:rPr>
                        <m:t>=</m:t>
                      </m:r>
                      <m:d>
                        <m:dPr>
                          <m:begChr m:val="{"/>
                          <m:endChr m:val=""/>
                          <m:ctrlPr>
                            <a:rPr lang="pt-BR" b="0" i="1" smtClean="0">
                              <a:latin typeface="Cambria Math" panose="02040503050406030204" pitchFamily="18" charset="0"/>
                            </a:rPr>
                          </m:ctrlPr>
                        </m:dPr>
                        <m:e>
                          <m:eqArr>
                            <m:eqArrPr>
                              <m:ctrlPr>
                                <a:rPr lang="pt-BR" b="0" i="1" smtClean="0">
                                  <a:latin typeface="Cambria Math" panose="02040503050406030204" pitchFamily="18" charset="0"/>
                                </a:rPr>
                              </m:ctrlPr>
                            </m:eqArrPr>
                            <m:e>
                              <m:r>
                                <a:rPr lang="pt-BR" b="0" i="1" smtClean="0">
                                  <a:latin typeface="Cambria Math" panose="02040503050406030204" pitchFamily="18" charset="0"/>
                                </a:rPr>
                                <m:t>1     </m:t>
                              </m:r>
                              <m:r>
                                <a:rPr lang="pt-BR" b="0" i="1" smtClean="0">
                                  <a:latin typeface="Cambria Math" panose="02040503050406030204" pitchFamily="18" charset="0"/>
                                </a:rPr>
                                <m:t>𝑤h𝑒𝑛</m:t>
                              </m:r>
                              <m:r>
                                <a:rPr lang="pt-BR" b="0" i="1" smtClean="0">
                                  <a:latin typeface="Cambria Math" panose="02040503050406030204" pitchFamily="18" charset="0"/>
                                </a:rPr>
                                <m:t>   </m:t>
                              </m:r>
                              <m:sSup>
                                <m:sSupPr>
                                  <m:ctrlPr>
                                    <a:rPr lang="pt-BR" b="0" i="1" smtClean="0">
                                      <a:latin typeface="Cambria Math" panose="02040503050406030204" pitchFamily="18" charset="0"/>
                                    </a:rPr>
                                  </m:ctrlPr>
                                </m:sSupPr>
                                <m:e>
                                  <m:r>
                                    <a:rPr lang="pt-BR" b="0" i="1" smtClean="0">
                                      <a:latin typeface="Cambria Math" panose="02040503050406030204" pitchFamily="18" charset="0"/>
                                    </a:rPr>
                                    <m:t>𝑛</m:t>
                                  </m:r>
                                </m:e>
                                <m:sup>
                                  <m:r>
                                    <a:rPr lang="pt-BR" b="0" i="1" smtClean="0">
                                      <a:latin typeface="Cambria Math" panose="02040503050406030204" pitchFamily="18" charset="0"/>
                                    </a:rPr>
                                    <m:t>′</m:t>
                                  </m:r>
                                </m:sup>
                              </m:sSup>
                              <m:r>
                                <a:rPr lang="pt-BR" b="0" i="1" smtClean="0">
                                  <a:latin typeface="Cambria Math" panose="02040503050406030204" pitchFamily="18" charset="0"/>
                                </a:rPr>
                                <m:t>=0</m:t>
                              </m:r>
                            </m:e>
                            <m:e>
                              <m:r>
                                <a:rPr lang="pt-BR" b="0" i="1" smtClean="0">
                                  <a:latin typeface="Cambria Math" panose="02040503050406030204" pitchFamily="18" charset="0"/>
                                </a:rPr>
                                <m:t>0     </m:t>
                              </m:r>
                              <m:r>
                                <a:rPr lang="pt-BR" i="1">
                                  <a:latin typeface="Cambria Math" panose="02040503050406030204" pitchFamily="18" charset="0"/>
                                </a:rPr>
                                <m:t>𝑤h𝑒𝑛</m:t>
                              </m:r>
                              <m:r>
                                <a:rPr lang="pt-BR" i="1">
                                  <a:latin typeface="Cambria Math" panose="02040503050406030204" pitchFamily="18" charset="0"/>
                                </a:rPr>
                                <m:t>   </m:t>
                              </m:r>
                              <m:sSup>
                                <m:sSupPr>
                                  <m:ctrlPr>
                                    <a:rPr lang="pt-BR" i="1">
                                      <a:latin typeface="Cambria Math" panose="02040503050406030204" pitchFamily="18" charset="0"/>
                                    </a:rPr>
                                  </m:ctrlPr>
                                </m:sSupPr>
                                <m:e>
                                  <m:r>
                                    <a:rPr lang="pt-BR" i="1">
                                      <a:latin typeface="Cambria Math" panose="02040503050406030204" pitchFamily="18" charset="0"/>
                                    </a:rPr>
                                    <m:t>𝑛</m:t>
                                  </m:r>
                                </m:e>
                                <m:sup>
                                  <m:r>
                                    <a:rPr lang="pt-BR" i="1">
                                      <a:latin typeface="Cambria Math" panose="02040503050406030204" pitchFamily="18" charset="0"/>
                                    </a:rPr>
                                    <m:t>′</m:t>
                                  </m:r>
                                </m:sup>
                              </m:sSup>
                              <m:r>
                                <a:rPr lang="pt-BR" i="1" smtClean="0">
                                  <a:latin typeface="Cambria Math" panose="02040503050406030204" pitchFamily="18" charset="0"/>
                                  <a:ea typeface="Cambria Math" panose="02040503050406030204" pitchFamily="18" charset="0"/>
                                </a:rPr>
                                <m:t>≠</m:t>
                              </m:r>
                              <m:r>
                                <a:rPr lang="pt-BR" i="1">
                                  <a:latin typeface="Cambria Math" panose="02040503050406030204" pitchFamily="18" charset="0"/>
                                </a:rPr>
                                <m:t>0</m:t>
                              </m:r>
                            </m:e>
                          </m:eqArr>
                        </m:e>
                      </m:d>
                      <m:r>
                        <a:rPr lang="pt-BR" b="0" i="1" smtClean="0">
                          <a:latin typeface="Cambria Math" panose="02040503050406030204" pitchFamily="18" charset="0"/>
                        </a:rPr>
                        <m:t> </m:t>
                      </m:r>
                    </m:oMath>
                  </m:oMathPara>
                </a14:m>
                <a:endParaRPr lang="en-US"/>
              </a:p>
            </p:txBody>
          </p:sp>
        </mc:Choice>
        <mc:Fallback xmlns="">
          <p:sp>
            <p:nvSpPr>
              <p:cNvPr id="7" name="CaixaDeTexto 6">
                <a:extLst>
                  <a:ext uri="{FF2B5EF4-FFF2-40B4-BE49-F238E27FC236}">
                    <a16:creationId xmlns:a16="http://schemas.microsoft.com/office/drawing/2014/main" id="{F9AF2A7C-B774-306F-33EA-C9DD4537E821}"/>
                  </a:ext>
                </a:extLst>
              </p:cNvPr>
              <p:cNvSpPr txBox="1">
                <a:spLocks noRot="1" noChangeAspect="1" noMove="1" noResize="1" noEditPoints="1" noAdjustHandles="1" noChangeArrowheads="1" noChangeShapeType="1" noTextEdit="1"/>
              </p:cNvSpPr>
              <p:nvPr/>
            </p:nvSpPr>
            <p:spPr>
              <a:xfrm>
                <a:off x="8877563" y="4674140"/>
                <a:ext cx="2628292" cy="641586"/>
              </a:xfrm>
              <a:prstGeom prst="rect">
                <a:avLst/>
              </a:prstGeom>
              <a:blipFill>
                <a:blip r:embed="rId14"/>
                <a:stretch>
                  <a:fillRect/>
                </a:stretch>
              </a:blipFill>
            </p:spPr>
            <p:txBody>
              <a:bodyPr/>
              <a:lstStyle/>
              <a:p>
                <a:r>
                  <a:rPr lang="pt-BR">
                    <a:noFill/>
                  </a:rPr>
                  <a:t> </a:t>
                </a:r>
              </a:p>
            </p:txBody>
          </p:sp>
        </mc:Fallback>
      </mc:AlternateContent>
      <p:grpSp>
        <p:nvGrpSpPr>
          <p:cNvPr id="13" name="Agrupar 12">
            <a:extLst>
              <a:ext uri="{FF2B5EF4-FFF2-40B4-BE49-F238E27FC236}">
                <a16:creationId xmlns:a16="http://schemas.microsoft.com/office/drawing/2014/main" id="{10AFBC53-7D6A-7905-BF14-2F705BBCE24C}"/>
              </a:ext>
            </a:extLst>
          </p:cNvPr>
          <p:cNvGrpSpPr/>
          <p:nvPr/>
        </p:nvGrpSpPr>
        <p:grpSpPr>
          <a:xfrm>
            <a:off x="497283" y="5265204"/>
            <a:ext cx="11203606" cy="878614"/>
            <a:chOff x="497283" y="5265204"/>
            <a:chExt cx="11203606" cy="878614"/>
          </a:xfrm>
        </p:grpSpPr>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7105BD8F-0BCA-8124-9BC2-99358E877A50}"/>
                    </a:ext>
                  </a:extLst>
                </p:cNvPr>
                <p:cNvSpPr txBox="1"/>
                <p:nvPr/>
              </p:nvSpPr>
              <p:spPr>
                <a:xfrm>
                  <a:off x="545214" y="5805264"/>
                  <a:ext cx="10772074" cy="338554"/>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1" i="1" smtClean="0">
                            <a:latin typeface="Cambria Math" panose="02040503050406030204" pitchFamily="18" charset="0"/>
                          </a:rPr>
                          <m:t>𝑬</m:t>
                        </m:r>
                        <m:r>
                          <a:rPr lang="pt-BR">
                            <a:latin typeface="Cambria Math" panose="02040503050406030204" pitchFamily="18" charset="0"/>
                          </a:rPr>
                          <m:t>=</m:t>
                        </m:r>
                        <m:r>
                          <a:rPr lang="pt-BR" b="0" i="1" smtClean="0">
                            <a:latin typeface="Cambria Math" panose="02040503050406030204" pitchFamily="18" charset="0"/>
                          </a:rPr>
                          <m:t>𝑗</m:t>
                        </m:r>
                        <m:r>
                          <a:rPr lang="pt-BR" b="0" i="1" smtClean="0">
                            <a:latin typeface="Cambria Math" panose="02040503050406030204" pitchFamily="18" charset="0"/>
                          </a:rPr>
                          <m:t>𝜔</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r>
                          <a:rPr lang="pt-BR" b="0" i="1">
                            <a:latin typeface="Cambria Math" panose="02040503050406030204" pitchFamily="18" charset="0"/>
                            <a:ea typeface="Cambria Math" panose="02040503050406030204" pitchFamily="18" charset="0"/>
                          </a:rPr>
                          <m:t>𝔾</m:t>
                        </m:r>
                        <m:r>
                          <a:rPr lang="pt-BR" b="1" i="1" smtClean="0">
                            <a:latin typeface="Cambria Math" panose="02040503050406030204" pitchFamily="18" charset="0"/>
                          </a:rPr>
                          <m:t>𝑱</m:t>
                        </m:r>
                        <m:r>
                          <a:rPr lang="pt-BR" b="1" i="1" smtClean="0">
                            <a:latin typeface="Cambria Math" panose="02040503050406030204" pitchFamily="18" charset="0"/>
                          </a:rPr>
                          <m:t>+</m:t>
                        </m:r>
                        <m:r>
                          <a:rPr lang="pt-BR" b="1" i="1" smtClean="0">
                            <a:latin typeface="Cambria Math" panose="02040503050406030204" pitchFamily="18" charset="0"/>
                          </a:rPr>
                          <m:t>𝕌</m:t>
                        </m:r>
                        <m:d>
                          <m:dPr>
                            <m:begChr m:val="["/>
                            <m:endChr m:val="]"/>
                            <m:ctrlPr>
                              <a:rPr lang="pt-BR" b="1" i="1" smtClean="0">
                                <a:latin typeface="Cambria Math" panose="02040503050406030204" pitchFamily="18" charset="0"/>
                              </a:rPr>
                            </m:ctrlPr>
                          </m:dPr>
                          <m:e>
                            <m:r>
                              <a:rPr lang="pt-BR" b="1" i="1" smtClean="0">
                                <a:latin typeface="Cambria Math" panose="02040503050406030204" pitchFamily="18" charset="0"/>
                              </a:rPr>
                              <m:t>𝑹</m:t>
                            </m:r>
                            <m:d>
                              <m:dPr>
                                <m:ctrlPr>
                                  <a:rPr lang="pt-BR" b="0" i="1" smtClean="0">
                                    <a:latin typeface="Cambria Math" panose="02040503050406030204" pitchFamily="18" charset="0"/>
                                  </a:rPr>
                                </m:ctrlPr>
                              </m:dPr>
                              <m:e>
                                <m:r>
                                  <a:rPr lang="pt-BR" b="0" i="1" smtClean="0">
                                    <a:latin typeface="Cambria Math" panose="02040503050406030204" pitchFamily="18" charset="0"/>
                                  </a:rPr>
                                  <m:t>𝜔</m:t>
                                </m:r>
                              </m:e>
                            </m:d>
                            <m:r>
                              <a:rPr lang="pt-BR" b="0" i="1" smtClean="0">
                                <a:latin typeface="Cambria Math" panose="02040503050406030204" pitchFamily="18" charset="0"/>
                              </a:rPr>
                              <m:t> +</m:t>
                            </m:r>
                            <m:r>
                              <a:rPr lang="pt-BR" b="0" i="1" smtClean="0">
                                <a:latin typeface="Cambria Math" panose="02040503050406030204" pitchFamily="18" charset="0"/>
                              </a:rPr>
                              <m:t>𝑗</m:t>
                            </m:r>
                            <m:r>
                              <a:rPr lang="pt-BR" b="0" i="1" smtClean="0">
                                <a:latin typeface="Cambria Math" panose="02040503050406030204" pitchFamily="18" charset="0"/>
                              </a:rPr>
                              <m:t>𝜔</m:t>
                            </m:r>
                            <m:r>
                              <a:rPr lang="pt-BR" b="1" i="1" smtClean="0">
                                <a:latin typeface="Cambria Math" panose="02040503050406030204" pitchFamily="18" charset="0"/>
                              </a:rPr>
                              <m:t>𝑳</m:t>
                            </m:r>
                            <m:d>
                              <m:dPr>
                                <m:ctrlPr>
                                  <a:rPr lang="pt-BR" b="1" i="1" smtClean="0">
                                    <a:latin typeface="Cambria Math" panose="02040503050406030204" pitchFamily="18" charset="0"/>
                                  </a:rPr>
                                </m:ctrlPr>
                              </m:dPr>
                              <m:e>
                                <m:r>
                                  <a:rPr lang="pt-BR" i="1">
                                    <a:latin typeface="Cambria Math" panose="02040503050406030204" pitchFamily="18" charset="0"/>
                                  </a:rPr>
                                  <m:t>𝜔</m:t>
                                </m:r>
                              </m:e>
                            </m:d>
                          </m:e>
                        </m:d>
                        <m:r>
                          <a:rPr lang="pt-BR" b="1" i="1" smtClean="0">
                            <a:latin typeface="Cambria Math" panose="02040503050406030204" pitchFamily="18" charset="0"/>
                          </a:rPr>
                          <m:t>𝑰</m:t>
                        </m:r>
                      </m:oMath>
                    </m:oMathPara>
                  </a14:m>
                  <a:endParaRPr lang="en-US" b="1" i="1"/>
                </a:p>
              </p:txBody>
            </p:sp>
          </mc:Choice>
          <mc:Fallback xmlns="">
            <p:sp>
              <p:nvSpPr>
                <p:cNvPr id="18" name="CaixaDeTexto 17">
                  <a:extLst>
                    <a:ext uri="{FF2B5EF4-FFF2-40B4-BE49-F238E27FC236}">
                      <a16:creationId xmlns:a16="http://schemas.microsoft.com/office/drawing/2014/main" id="{7105BD8F-0BCA-8124-9BC2-99358E877A50}"/>
                    </a:ext>
                  </a:extLst>
                </p:cNvPr>
                <p:cNvSpPr txBox="1">
                  <a:spLocks noRot="1" noChangeAspect="1" noMove="1" noResize="1" noEditPoints="1" noAdjustHandles="1" noChangeArrowheads="1" noChangeShapeType="1" noTextEdit="1"/>
                </p:cNvSpPr>
                <p:nvPr/>
              </p:nvSpPr>
              <p:spPr>
                <a:xfrm>
                  <a:off x="545214" y="5805264"/>
                  <a:ext cx="10772074" cy="338554"/>
                </a:xfrm>
                <a:prstGeom prst="rect">
                  <a:avLst/>
                </a:prstGeom>
                <a:blipFill>
                  <a:blip r:embed="rId15"/>
                  <a:stretch>
                    <a:fillRect b="-892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6DEF6BC8-5495-6F89-790B-7F154E5FD9F6}"/>
                    </a:ext>
                  </a:extLst>
                </p:cNvPr>
                <p:cNvSpPr txBox="1"/>
                <p:nvPr/>
              </p:nvSpPr>
              <p:spPr>
                <a:xfrm>
                  <a:off x="497283" y="5265204"/>
                  <a:ext cx="5598718" cy="338554"/>
                </a:xfrm>
                <a:prstGeom prst="rect">
                  <a:avLst/>
                </a:prstGeom>
                <a:noFill/>
              </p:spPr>
              <p:txBody>
                <a:bodyPr wrap="square">
                  <a:spAutoFit/>
                </a:bodyPr>
                <a:lstStyle>
                  <a:defPPr>
                    <a:defRPr lang="pt-BR"/>
                  </a:defPPr>
                  <a:lvl1pPr>
                    <a:defRPr sz="1600"/>
                  </a:lvl1pPr>
                </a:lstStyle>
                <a:p>
                  <a:r>
                    <a:rPr lang="en-US"/>
                    <a:t>Using the matrix notation, </a:t>
                  </a:r>
                  <a14:m>
                    <m:oMath xmlns:m="http://schemas.openxmlformats.org/officeDocument/2006/math">
                      <m:r>
                        <a:rPr lang="en-US" i="1" smtClean="0">
                          <a:latin typeface="Cambria Math" panose="02040503050406030204" pitchFamily="18" charset="0"/>
                        </a:rPr>
                        <m:t>(</m:t>
                      </m:r>
                      <m:r>
                        <a:rPr lang="pt-BR" b="0" i="1" smtClean="0">
                          <a:latin typeface="Cambria Math" panose="02040503050406030204" pitchFamily="18" charset="0"/>
                        </a:rPr>
                        <m:t>11</m:t>
                      </m:r>
                      <m:r>
                        <a:rPr lang="en-US" i="1" smtClean="0">
                          <a:latin typeface="Cambria Math" panose="02040503050406030204" pitchFamily="18" charset="0"/>
                        </a:rPr>
                        <m:t>) </m:t>
                      </m:r>
                    </m:oMath>
                  </a14:m>
                  <a:r>
                    <a:rPr lang="en-US"/>
                    <a:t>can be rewrite as</a:t>
                  </a:r>
                  <a:endParaRPr lang="pt-BR"/>
                </a:p>
              </p:txBody>
            </p:sp>
          </mc:Choice>
          <mc:Fallback xmlns="">
            <p:sp>
              <p:nvSpPr>
                <p:cNvPr id="10" name="CaixaDeTexto 9">
                  <a:extLst>
                    <a:ext uri="{FF2B5EF4-FFF2-40B4-BE49-F238E27FC236}">
                      <a16:creationId xmlns:a16="http://schemas.microsoft.com/office/drawing/2014/main" id="{6DEF6BC8-5495-6F89-790B-7F154E5FD9F6}"/>
                    </a:ext>
                  </a:extLst>
                </p:cNvPr>
                <p:cNvSpPr txBox="1">
                  <a:spLocks noRot="1" noChangeAspect="1" noMove="1" noResize="1" noEditPoints="1" noAdjustHandles="1" noChangeArrowheads="1" noChangeShapeType="1" noTextEdit="1"/>
                </p:cNvSpPr>
                <p:nvPr/>
              </p:nvSpPr>
              <p:spPr>
                <a:xfrm>
                  <a:off x="497283" y="5265204"/>
                  <a:ext cx="5598718" cy="338554"/>
                </a:xfrm>
                <a:prstGeom prst="rect">
                  <a:avLst/>
                </a:prstGeom>
                <a:blipFill>
                  <a:blip r:embed="rId16"/>
                  <a:stretch>
                    <a:fillRect l="-654" t="-5455" b="-2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DBDE1482-29EB-D4CA-CC30-B15EF1203BCD}"/>
                    </a:ext>
                  </a:extLst>
                </p:cNvPr>
                <p:cNvSpPr txBox="1"/>
                <p:nvPr/>
              </p:nvSpPr>
              <p:spPr>
                <a:xfrm>
                  <a:off x="11232837" y="5805264"/>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12)</m:t>
                        </m:r>
                      </m:oMath>
                    </m:oMathPara>
                  </a14:m>
                  <a:endParaRPr lang="en-US" sz="1200"/>
                </a:p>
              </p:txBody>
            </p:sp>
          </mc:Choice>
          <mc:Fallback xmlns="">
            <p:sp>
              <p:nvSpPr>
                <p:cNvPr id="11" name="CaixaDeTexto 10">
                  <a:extLst>
                    <a:ext uri="{FF2B5EF4-FFF2-40B4-BE49-F238E27FC236}">
                      <a16:creationId xmlns:a16="http://schemas.microsoft.com/office/drawing/2014/main" id="{DBDE1482-29EB-D4CA-CC30-B15EF1203BCD}"/>
                    </a:ext>
                  </a:extLst>
                </p:cNvPr>
                <p:cNvSpPr txBox="1">
                  <a:spLocks noRot="1" noChangeAspect="1" noMove="1" noResize="1" noEditPoints="1" noAdjustHandles="1" noChangeArrowheads="1" noChangeShapeType="1" noTextEdit="1"/>
                </p:cNvSpPr>
                <p:nvPr/>
              </p:nvSpPr>
              <p:spPr>
                <a:xfrm>
                  <a:off x="11232837" y="5805264"/>
                  <a:ext cx="468052" cy="276999"/>
                </a:xfrm>
                <a:prstGeom prst="rect">
                  <a:avLst/>
                </a:prstGeom>
                <a:blipFill>
                  <a:blip r:embed="rId17"/>
                  <a:stretch>
                    <a:fillRect b="-6522"/>
                  </a:stretch>
                </a:blipFill>
              </p:spPr>
              <p:txBody>
                <a:bodyPr/>
                <a:lstStyle/>
                <a:p>
                  <a:r>
                    <a:rPr lang="pt-BR">
                      <a:noFill/>
                    </a:rPr>
                    <a:t> </a:t>
                  </a:r>
                </a:p>
              </p:txBody>
            </p:sp>
          </mc:Fallback>
        </mc:AlternateContent>
      </p:grpSp>
      <p:sp>
        <p:nvSpPr>
          <p:cNvPr id="15" name="CaixaDeTexto 14">
            <a:extLst>
              <a:ext uri="{FF2B5EF4-FFF2-40B4-BE49-F238E27FC236}">
                <a16:creationId xmlns:a16="http://schemas.microsoft.com/office/drawing/2014/main" id="{ECCB8644-B664-4D9B-46F1-7F32D767AA4A}"/>
              </a:ext>
            </a:extLst>
          </p:cNvPr>
          <p:cNvSpPr txBox="1"/>
          <p:nvPr/>
        </p:nvSpPr>
        <p:spPr>
          <a:xfrm>
            <a:off x="479425" y="544453"/>
            <a:ext cx="5616576"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Discrete Green’s Function</a:t>
            </a:r>
            <a:endParaRPr lang="pt-BR" sz="200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763899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20</a:t>
            </a:fld>
            <a:endParaRPr lang="pt-B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B4F68EDF-C538-EE2A-3DD8-6982F6CFC80C}"/>
                  </a:ext>
                </a:extLst>
              </p:cNvPr>
              <p:cNvSpPr txBox="1"/>
              <p:nvPr/>
            </p:nvSpPr>
            <p:spPr>
              <a:xfrm>
                <a:off x="6092677" y="5243676"/>
                <a:ext cx="5619947" cy="1101648"/>
              </a:xfrm>
              <a:prstGeom prst="rect">
                <a:avLst/>
              </a:prstGeom>
              <a:noFill/>
            </p:spPr>
            <p:txBody>
              <a:bodyPr wrap="square">
                <a:spAutoFit/>
              </a:bodyPr>
              <a:lstStyle>
                <a:defPPr>
                  <a:defRPr lang="pt-BR"/>
                </a:defPPr>
                <a:lvl1pPr>
                  <a:defRPr sz="1600"/>
                </a:lvl1pPr>
              </a:lstStyle>
              <a:p>
                <a:r>
                  <a:rPr lang="en-US"/>
                  <a:t>Equation </a:t>
                </a:r>
                <a14:m>
                  <m:oMath xmlns:m="http://schemas.openxmlformats.org/officeDocument/2006/math">
                    <m:r>
                      <a:rPr lang="en-US" i="1" smtClean="0">
                        <a:latin typeface="Cambria Math" panose="02040503050406030204" pitchFamily="18" charset="0"/>
                      </a:rPr>
                      <m:t>(</m:t>
                    </m:r>
                    <m:r>
                      <a:rPr lang="pt-BR" b="0" i="1" smtClean="0">
                        <a:latin typeface="Cambria Math" panose="02040503050406030204" pitchFamily="18" charset="0"/>
                      </a:rPr>
                      <m:t>12</m:t>
                    </m:r>
                    <m:r>
                      <a:rPr lang="en-US" i="1" smtClean="0">
                        <a:latin typeface="Cambria Math" panose="02040503050406030204" pitchFamily="18" charset="0"/>
                      </a:rPr>
                      <m:t>)</m:t>
                    </m:r>
                  </m:oMath>
                </a14:m>
                <a:r>
                  <a:rPr lang="en-US"/>
                  <a:t> is the discretized EFIE that allows to capture the proximity between the conductors;</a:t>
                </a:r>
              </a:p>
              <a:p>
                <a:r>
                  <a:rPr lang="en-US"/>
                  <a:t>Indeed, the non-diagonal blocks in </a:t>
                </a:r>
                <a14:m>
                  <m:oMath xmlns:m="http://schemas.openxmlformats.org/officeDocument/2006/math">
                    <m:r>
                      <a:rPr lang="pt-BR" sz="1800" i="1">
                        <a:latin typeface="Cambria Math" panose="02040503050406030204" pitchFamily="18" charset="0"/>
                        <a:ea typeface="Cambria Math" panose="02040503050406030204" pitchFamily="18" charset="0"/>
                      </a:rPr>
                      <m:t>𝔾</m:t>
                    </m:r>
                    <m:r>
                      <a:rPr lang="pt-BR" sz="1800" i="1">
                        <a:latin typeface="Cambria Math" panose="02040503050406030204" pitchFamily="18" charset="0"/>
                        <a:ea typeface="Cambria Math" panose="02040503050406030204" pitchFamily="18" charset="0"/>
                      </a:rPr>
                      <m:t> </m:t>
                    </m:r>
                  </m:oMath>
                </a14:m>
                <a:r>
                  <a:rPr lang="en-US"/>
                  <a:t>capture the mutual impedance between the conductors [7].</a:t>
                </a:r>
                <a:endParaRPr lang="pt-BR"/>
              </a:p>
            </p:txBody>
          </p:sp>
        </mc:Choice>
        <mc:Fallback xmlns="">
          <p:sp>
            <p:nvSpPr>
              <p:cNvPr id="10" name="CaixaDeTexto 9">
                <a:extLst>
                  <a:ext uri="{FF2B5EF4-FFF2-40B4-BE49-F238E27FC236}">
                    <a16:creationId xmlns:a16="http://schemas.microsoft.com/office/drawing/2014/main" id="{B4F68EDF-C538-EE2A-3DD8-6982F6CFC80C}"/>
                  </a:ext>
                </a:extLst>
              </p:cNvPr>
              <p:cNvSpPr txBox="1">
                <a:spLocks noRot="1" noChangeAspect="1" noMove="1" noResize="1" noEditPoints="1" noAdjustHandles="1" noChangeArrowheads="1" noChangeShapeType="1" noTextEdit="1"/>
              </p:cNvSpPr>
              <p:nvPr/>
            </p:nvSpPr>
            <p:spPr>
              <a:xfrm>
                <a:off x="6092677" y="5243676"/>
                <a:ext cx="5619947" cy="1101648"/>
              </a:xfrm>
              <a:prstGeom prst="rect">
                <a:avLst/>
              </a:prstGeom>
              <a:blipFill>
                <a:blip r:embed="rId4"/>
                <a:stretch>
                  <a:fillRect l="-542" t="-1657" r="-1193" b="-607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DC422E7E-28A2-EB24-90B9-E1802DEE0B6E}"/>
                  </a:ext>
                </a:extLst>
              </p:cNvPr>
              <p:cNvSpPr txBox="1"/>
              <p:nvPr/>
            </p:nvSpPr>
            <p:spPr>
              <a:xfrm>
                <a:off x="587387" y="1700808"/>
                <a:ext cx="5498911" cy="2466829"/>
              </a:xfrm>
              <a:prstGeom prst="rect">
                <a:avLst/>
              </a:prstGeom>
              <a:noFill/>
            </p:spPr>
            <p:txBody>
              <a:bodyPr wrap="square">
                <a:spAutoFit/>
              </a:bodyPr>
              <a:lstStyle>
                <a:defPPr>
                  <a:defRPr lang="pt-BR"/>
                </a:defPPr>
                <a:lvl1pPr>
                  <a:defRPr sz="1600"/>
                </a:lvl1pPr>
              </a:lstStyle>
              <a:p>
                <a:pPr>
                  <a:spcAft>
                    <a:spcPts val="1200"/>
                  </a:spcAft>
                </a:pPr>
                <a:r>
                  <a:rPr lang="en-US"/>
                  <a:t>Consider </a:t>
                </a:r>
                <a14:m>
                  <m:oMath xmlns:m="http://schemas.openxmlformats.org/officeDocument/2006/math">
                    <m:r>
                      <a:rPr lang="pt-BR" b="0" i="1" smtClean="0">
                        <a:latin typeface="Cambria Math" panose="02040503050406030204" pitchFamily="18" charset="0"/>
                      </a:rPr>
                      <m:t>𝕌</m:t>
                    </m:r>
                  </m:oMath>
                </a14:m>
                <a:r>
                  <a:rPr lang="en-US"/>
                  <a:t> an </a:t>
                </a:r>
                <a14:m>
                  <m:oMath xmlns:m="http://schemas.openxmlformats.org/officeDocument/2006/math">
                    <m:r>
                      <a:rPr lang="en-US" i="1" smtClean="0">
                        <a:latin typeface="Cambria Math" panose="02040503050406030204" pitchFamily="18" charset="0"/>
                      </a:rPr>
                      <m:t>𝑁</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𝑐</m:t>
                        </m:r>
                      </m:sub>
                    </m:sSub>
                  </m:oMath>
                </a14:m>
                <a:r>
                  <a:rPr lang="en-US"/>
                  <a:t> matrix. In the </a:t>
                </a:r>
                <a14:m>
                  <m:oMath xmlns:m="http://schemas.openxmlformats.org/officeDocument/2006/math">
                    <m:r>
                      <a:rPr lang="en-US" i="1">
                        <a:latin typeface="Cambria Math" panose="02040503050406030204" pitchFamily="18" charset="0"/>
                      </a:rPr>
                      <m:t>𝑝</m:t>
                    </m:r>
                  </m:oMath>
                </a14:m>
                <a:r>
                  <a:rPr lang="en-US"/>
                  <a:t>-th column:</a:t>
                </a:r>
              </a:p>
              <a:p>
                <a:pPr marL="285750" indent="-285750">
                  <a:spcAft>
                    <a:spcPts val="1200"/>
                  </a:spcAft>
                  <a:buFont typeface="Arial" panose="020B0604020202020204" pitchFamily="34" charset="0"/>
                  <a:buChar char="•"/>
                </a:pPr>
                <a:r>
                  <a:rPr lang="en-US"/>
                  <a:t>if the </a:t>
                </a:r>
                <a14:m>
                  <m:oMath xmlns:m="http://schemas.openxmlformats.org/officeDocument/2006/math">
                    <m:r>
                      <a:rPr lang="en-US" i="1" smtClean="0">
                        <a:latin typeface="Cambria Math" panose="02040503050406030204" pitchFamily="18" charset="0"/>
                      </a:rPr>
                      <m:t>𝑝</m:t>
                    </m:r>
                  </m:oMath>
                </a14:m>
                <a:r>
                  <a:rPr lang="en-US"/>
                  <a:t>-th conductor is solid (</a:t>
                </a:r>
                <a14:m>
                  <m:oMath xmlns:m="http://schemas.openxmlformats.org/officeDocument/2006/math">
                    <m:r>
                      <a:rPr lang="en-US" sz="1400" i="1" smtClean="0">
                        <a:latin typeface="Cambria Math" panose="02040503050406030204" pitchFamily="18" charset="0"/>
                      </a:rPr>
                      <m:t>𝑝</m:t>
                    </m:r>
                    <m:r>
                      <a:rPr lang="en-US" sz="1400" i="1" smtClean="0">
                        <a:latin typeface="Cambria Math" panose="02040503050406030204" pitchFamily="18" charset="0"/>
                      </a:rPr>
                      <m:t>=1,  2, …,  </m:t>
                    </m:r>
                    <m:sSub>
                      <m:sSubPr>
                        <m:ctrlPr>
                          <a:rPr lang="pt-BR" sz="1400" b="0" i="1" smtClean="0">
                            <a:latin typeface="Cambria Math" panose="02040503050406030204" pitchFamily="18" charset="0"/>
                          </a:rPr>
                        </m:ctrlPr>
                      </m:sSubPr>
                      <m:e>
                        <m:r>
                          <a:rPr lang="en-US" sz="1400" i="1" smtClean="0">
                            <a:latin typeface="Cambria Math" panose="02040503050406030204" pitchFamily="18" charset="0"/>
                          </a:rPr>
                          <m:t>𝑚</m:t>
                        </m:r>
                      </m:e>
                      <m:sub>
                        <m:r>
                          <a:rPr lang="en-US" sz="1400" i="1" smtClean="0">
                            <a:latin typeface="Cambria Math" panose="02040503050406030204" pitchFamily="18" charset="0"/>
                          </a:rPr>
                          <m:t>1</m:t>
                        </m:r>
                      </m:sub>
                    </m:sSub>
                  </m:oMath>
                </a14:m>
                <a:r>
                  <a:rPr lang="en-US"/>
                  <a:t>), the row corresponding to the position of  </a:t>
                </a:r>
                <a14:m>
                  <m:oMath xmlns:m="http://schemas.openxmlformats.org/officeDocument/2006/math">
                    <m:sSubSup>
                      <m:sSubSupPr>
                        <m:ctrlPr>
                          <a:rPr lang="pt-BR" i="1">
                            <a:latin typeface="Cambria Math" panose="02040503050406030204" pitchFamily="18" charset="0"/>
                          </a:rPr>
                        </m:ctrlPr>
                      </m:sSubSupPr>
                      <m:e>
                        <m:r>
                          <a:rPr lang="pt-BR" i="1">
                            <a:latin typeface="Cambria Math" panose="02040503050406030204" pitchFamily="18" charset="0"/>
                          </a:rPr>
                          <m:t>𝐽</m:t>
                        </m:r>
                      </m:e>
                      <m:sub>
                        <m:r>
                          <a:rPr lang="pt-BR" b="0" i="1" smtClean="0">
                            <a:latin typeface="Cambria Math" panose="02040503050406030204" pitchFamily="18" charset="0"/>
                          </a:rPr>
                          <m:t>0</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r>
                      <a:rPr lang="pt-BR" i="1">
                        <a:latin typeface="Cambria Math" panose="02040503050406030204" pitchFamily="18" charset="0"/>
                      </a:rPr>
                      <m:t> </m:t>
                    </m:r>
                  </m:oMath>
                </a14:m>
                <a:r>
                  <a:rPr lang="en-US"/>
                  <a:t>is “1”;</a:t>
                </a:r>
              </a:p>
              <a:p>
                <a:pPr marL="285750" indent="-285750">
                  <a:spcAft>
                    <a:spcPts val="1200"/>
                  </a:spcAft>
                  <a:buFont typeface="Arial" panose="020B0604020202020204" pitchFamily="34" charset="0"/>
                  <a:buChar char="•"/>
                </a:pPr>
                <a:r>
                  <a:rPr lang="en-US"/>
                  <a:t>If the pth conductor is hollow </a:t>
                </a:r>
                <a14:m>
                  <m:oMath xmlns:m="http://schemas.openxmlformats.org/officeDocument/2006/math">
                    <m:d>
                      <m:dPr>
                        <m:ctrlPr>
                          <a:rPr lang="en-US" sz="1400" i="1" smtClean="0">
                            <a:latin typeface="Cambria Math" panose="02040503050406030204" pitchFamily="18" charset="0"/>
                          </a:rPr>
                        </m:ctrlPr>
                      </m:dPr>
                      <m:e>
                        <m:r>
                          <a:rPr lang="en-US" sz="1400" i="1">
                            <a:latin typeface="Cambria Math" panose="02040503050406030204" pitchFamily="18" charset="0"/>
                          </a:rPr>
                          <m:t>𝑝</m:t>
                        </m:r>
                        <m:r>
                          <a:rPr lang="en-US" sz="1400" i="1">
                            <a:latin typeface="Cambria Math" panose="02040503050406030204" pitchFamily="18" charset="0"/>
                          </a:rPr>
                          <m:t>=</m:t>
                        </m:r>
                        <m:sSub>
                          <m:sSubPr>
                            <m:ctrlPr>
                              <a:rPr lang="pt-BR" sz="1400" b="0" i="1" smtClean="0">
                                <a:latin typeface="Cambria Math" panose="02040503050406030204" pitchFamily="18" charset="0"/>
                              </a:rPr>
                            </m:ctrlPr>
                          </m:sSubPr>
                          <m:e>
                            <m:r>
                              <a:rPr lang="en-US" sz="1400" i="1">
                                <a:latin typeface="Cambria Math" panose="02040503050406030204" pitchFamily="18" charset="0"/>
                              </a:rPr>
                              <m:t>𝑚</m:t>
                            </m:r>
                          </m:e>
                          <m:sub>
                            <m:r>
                              <a:rPr lang="en-US" sz="1400" i="1">
                                <a:latin typeface="Cambria Math" panose="02040503050406030204" pitchFamily="18" charset="0"/>
                              </a:rPr>
                              <m:t>1</m:t>
                            </m:r>
                          </m:sub>
                        </m:sSub>
                        <m:r>
                          <a:rPr lang="en-US" sz="1400" i="1">
                            <a:latin typeface="Cambria Math" panose="02040503050406030204" pitchFamily="18" charset="0"/>
                          </a:rPr>
                          <m:t>+1, </m:t>
                        </m:r>
                        <m:r>
                          <a:rPr lang="en-US" sz="1400" b="0" i="1" smtClean="0">
                            <a:latin typeface="Cambria Math" panose="02040503050406030204" pitchFamily="18" charset="0"/>
                          </a:rPr>
                          <m:t> </m:t>
                        </m:r>
                        <m:sSub>
                          <m:sSubPr>
                            <m:ctrlPr>
                              <a:rPr lang="pt-BR" sz="1400" b="0" i="1" smtClean="0">
                                <a:latin typeface="Cambria Math" panose="02040503050406030204" pitchFamily="18" charset="0"/>
                              </a:rPr>
                            </m:ctrlPr>
                          </m:sSubPr>
                          <m:e>
                            <m:r>
                              <a:rPr lang="en-US" sz="1400" i="1">
                                <a:latin typeface="Cambria Math" panose="02040503050406030204" pitchFamily="18" charset="0"/>
                              </a:rPr>
                              <m:t>𝑚</m:t>
                            </m:r>
                          </m:e>
                          <m:sub>
                            <m:r>
                              <a:rPr lang="en-US" sz="1400" i="1">
                                <a:latin typeface="Cambria Math" panose="02040503050406030204" pitchFamily="18" charset="0"/>
                              </a:rPr>
                              <m:t>1</m:t>
                            </m:r>
                          </m:sub>
                        </m:sSub>
                        <m:r>
                          <a:rPr lang="en-US" sz="1400" i="1">
                            <a:latin typeface="Cambria Math" panose="02040503050406030204" pitchFamily="18" charset="0"/>
                          </a:rPr>
                          <m:t>+2, …, </m:t>
                        </m:r>
                        <m:r>
                          <a:rPr lang="en-US" sz="1400" b="0" i="1" smtClean="0">
                            <a:latin typeface="Cambria Math" panose="02040503050406030204" pitchFamily="18" charset="0"/>
                          </a:rPr>
                          <m:t> </m:t>
                        </m:r>
                        <m:sSub>
                          <m:sSubPr>
                            <m:ctrlPr>
                              <a:rPr lang="pt-BR" sz="1400" b="0" i="1" smtClean="0">
                                <a:latin typeface="Cambria Math" panose="02040503050406030204" pitchFamily="18" charset="0"/>
                              </a:rPr>
                            </m:ctrlPr>
                          </m:sSubPr>
                          <m:e>
                            <m:r>
                              <a:rPr lang="en-US" sz="1400" i="1">
                                <a:latin typeface="Cambria Math" panose="02040503050406030204" pitchFamily="18" charset="0"/>
                              </a:rPr>
                              <m:t>𝑚</m:t>
                            </m:r>
                          </m:e>
                          <m:sub>
                            <m:r>
                              <a:rPr lang="en-US" sz="1400" i="1">
                                <a:latin typeface="Cambria Math" panose="02040503050406030204" pitchFamily="18" charset="0"/>
                              </a:rPr>
                              <m:t>𝑐</m:t>
                            </m:r>
                          </m:sub>
                        </m:sSub>
                      </m:e>
                    </m:d>
                  </m:oMath>
                </a14:m>
                <a:r>
                  <a:rPr lang="en-US"/>
                  <a:t>, the rows corresponding to the positions of </a:t>
                </a:r>
                <a14:m>
                  <m:oMath xmlns:m="http://schemas.openxmlformats.org/officeDocument/2006/math">
                    <m:sSubSup>
                      <m:sSubSupPr>
                        <m:ctrlPr>
                          <a:rPr lang="pt-BR" i="1">
                            <a:latin typeface="Cambria Math" panose="02040503050406030204" pitchFamily="18" charset="0"/>
                          </a:rPr>
                        </m:ctrlPr>
                      </m:sSubSupPr>
                      <m:e>
                        <m:r>
                          <a:rPr lang="pt-BR" i="1">
                            <a:latin typeface="Cambria Math" panose="02040503050406030204" pitchFamily="18" charset="0"/>
                          </a:rPr>
                          <m:t>𝐽</m:t>
                        </m:r>
                      </m:e>
                      <m:sub>
                        <m:r>
                          <a:rPr lang="pt-BR" i="1">
                            <a:latin typeface="Cambria Math" panose="02040503050406030204" pitchFamily="18" charset="0"/>
                          </a:rPr>
                          <m:t>0</m:t>
                        </m:r>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m:t>
                        </m:r>
                      </m:sup>
                    </m:sSubSup>
                    <m:r>
                      <a:rPr lang="pt-BR" i="1">
                        <a:latin typeface="Cambria Math" panose="02040503050406030204" pitchFamily="18" charset="0"/>
                      </a:rPr>
                      <m:t> </m:t>
                    </m:r>
                  </m:oMath>
                </a14:m>
                <a:r>
                  <a:rPr lang="en-US"/>
                  <a:t>and </a:t>
                </a:r>
                <a14:m>
                  <m:oMath xmlns:m="http://schemas.openxmlformats.org/officeDocument/2006/math">
                    <m:sSubSup>
                      <m:sSubSupPr>
                        <m:ctrlPr>
                          <a:rPr lang="pt-BR" i="1">
                            <a:latin typeface="Cambria Math" panose="02040503050406030204" pitchFamily="18" charset="0"/>
                          </a:rPr>
                        </m:ctrlPr>
                      </m:sSubSupPr>
                      <m:e>
                        <m:r>
                          <a:rPr lang="pt-BR" i="1">
                            <a:latin typeface="Cambria Math" panose="02040503050406030204" pitchFamily="18" charset="0"/>
                          </a:rPr>
                          <m:t>𝐽</m:t>
                        </m:r>
                      </m:e>
                      <m:sub>
                        <m:r>
                          <a:rPr lang="pt-BR" i="1">
                            <a:latin typeface="Cambria Math" panose="02040503050406030204" pitchFamily="18" charset="0"/>
                          </a:rPr>
                          <m:t>0</m:t>
                        </m:r>
                      </m:sub>
                      <m:sup>
                        <m:r>
                          <a:rPr lang="pt-BR" i="1">
                            <a:latin typeface="Cambria Math" panose="02040503050406030204" pitchFamily="18" charset="0"/>
                          </a:rPr>
                          <m:t>(</m:t>
                        </m:r>
                        <m:r>
                          <a:rPr lang="pt-BR" i="1">
                            <a:latin typeface="Cambria Math" panose="02040503050406030204" pitchFamily="18" charset="0"/>
                          </a:rPr>
                          <m:t>𝑝</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2</m:t>
                            </m:r>
                          </m:sub>
                        </m:sSub>
                        <m:r>
                          <a:rPr lang="pt-BR" i="1">
                            <a:latin typeface="Cambria Math" panose="02040503050406030204" pitchFamily="18" charset="0"/>
                          </a:rPr>
                          <m:t>)</m:t>
                        </m:r>
                      </m:sup>
                    </m:sSubSup>
                  </m:oMath>
                </a14:m>
                <a:r>
                  <a:rPr lang="en-US"/>
                  <a:t> are “1”;</a:t>
                </a:r>
              </a:p>
              <a:p>
                <a:pPr marL="285750" indent="-285750">
                  <a:spcAft>
                    <a:spcPts val="1200"/>
                  </a:spcAft>
                  <a:buFont typeface="Arial" panose="020B0604020202020204" pitchFamily="34" charset="0"/>
                  <a:buChar char="•"/>
                </a:pPr>
                <a:r>
                  <a:rPr lang="en-US"/>
                  <a:t>All other entries of </a:t>
                </a:r>
                <a14:m>
                  <m:oMath xmlns:m="http://schemas.openxmlformats.org/officeDocument/2006/math">
                    <m:r>
                      <a:rPr lang="pt-BR" i="1">
                        <a:latin typeface="Cambria Math" panose="02040503050406030204" pitchFamily="18" charset="0"/>
                      </a:rPr>
                      <m:t>𝕌</m:t>
                    </m:r>
                  </m:oMath>
                </a14:m>
                <a:r>
                  <a:rPr lang="en-US"/>
                  <a:t> are zeros.</a:t>
                </a:r>
                <a:endParaRPr lang="pt-BR"/>
              </a:p>
            </p:txBody>
          </p:sp>
        </mc:Choice>
        <mc:Fallback xmlns="">
          <p:sp>
            <p:nvSpPr>
              <p:cNvPr id="5" name="CaixaDeTexto 4">
                <a:extLst>
                  <a:ext uri="{FF2B5EF4-FFF2-40B4-BE49-F238E27FC236}">
                    <a16:creationId xmlns:a16="http://schemas.microsoft.com/office/drawing/2014/main" id="{DC422E7E-28A2-EB24-90B9-E1802DEE0B6E}"/>
                  </a:ext>
                </a:extLst>
              </p:cNvPr>
              <p:cNvSpPr txBox="1">
                <a:spLocks noRot="1" noChangeAspect="1" noMove="1" noResize="1" noEditPoints="1" noAdjustHandles="1" noChangeArrowheads="1" noChangeShapeType="1" noTextEdit="1"/>
              </p:cNvSpPr>
              <p:nvPr/>
            </p:nvSpPr>
            <p:spPr>
              <a:xfrm>
                <a:off x="587387" y="1700808"/>
                <a:ext cx="5498911" cy="2466829"/>
              </a:xfrm>
              <a:prstGeom prst="rect">
                <a:avLst/>
              </a:prstGeom>
              <a:blipFill>
                <a:blip r:embed="rId5"/>
                <a:stretch>
                  <a:fillRect l="-554" t="-741" r="-1109" b="-2222"/>
                </a:stretch>
              </a:blipFill>
            </p:spPr>
            <p:txBody>
              <a:bodyPr/>
              <a:lstStyle/>
              <a:p>
                <a:r>
                  <a:rPr lang="pt-BR">
                    <a:noFill/>
                  </a:rPr>
                  <a:t> </a:t>
                </a:r>
              </a:p>
            </p:txBody>
          </p:sp>
        </mc:Fallback>
      </mc:AlternateContent>
      <p:grpSp>
        <p:nvGrpSpPr>
          <p:cNvPr id="17" name="Agrupar 16">
            <a:extLst>
              <a:ext uri="{FF2B5EF4-FFF2-40B4-BE49-F238E27FC236}">
                <a16:creationId xmlns:a16="http://schemas.microsoft.com/office/drawing/2014/main" id="{FBAE3100-2AD9-62FD-7AD9-B0D9C5AB8D2D}"/>
              </a:ext>
            </a:extLst>
          </p:cNvPr>
          <p:cNvGrpSpPr/>
          <p:nvPr/>
        </p:nvGrpSpPr>
        <p:grpSpPr>
          <a:xfrm>
            <a:off x="479376" y="4644425"/>
            <a:ext cx="5606922" cy="1247365"/>
            <a:chOff x="479376" y="4644425"/>
            <a:chExt cx="5606922" cy="1247365"/>
          </a:xfrm>
        </p:grpSpPr>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EE9F3953-B771-A257-6B14-70DE73E14F3B}"/>
                    </a:ext>
                  </a:extLst>
                </p:cNvPr>
                <p:cNvSpPr txBox="1"/>
                <p:nvPr/>
              </p:nvSpPr>
              <p:spPr>
                <a:xfrm>
                  <a:off x="479376" y="4644425"/>
                  <a:ext cx="5606922" cy="584775"/>
                </a:xfrm>
                <a:prstGeom prst="rect">
                  <a:avLst/>
                </a:prstGeom>
                <a:noFill/>
              </p:spPr>
              <p:txBody>
                <a:bodyPr wrap="square">
                  <a:spAutoFit/>
                </a:bodyPr>
                <a:lstStyle>
                  <a:defPPr>
                    <a:defRPr lang="pt-BR"/>
                  </a:defPPr>
                  <a:lvl1pPr>
                    <a:defRPr sz="1600"/>
                  </a:lvl1pPr>
                </a:lstStyle>
                <a:p>
                  <a:r>
                    <a:rPr lang="en-US"/>
                    <a:t>Then, one can relate the equivalent currents, </a:t>
                  </a:r>
                  <a14:m>
                    <m:oMath xmlns:m="http://schemas.openxmlformats.org/officeDocument/2006/math">
                      <m:r>
                        <a:rPr lang="en-US" b="1" i="1" smtClean="0">
                          <a:latin typeface="Cambria Math" panose="02040503050406030204" pitchFamily="18" charset="0"/>
                        </a:rPr>
                        <m:t>𝑱</m:t>
                      </m:r>
                    </m:oMath>
                  </a14:m>
                  <a:r>
                    <a:rPr lang="en-US"/>
                    <a:t>, with the conduction currents </a:t>
                  </a:r>
                  <a14:m>
                    <m:oMath xmlns:m="http://schemas.openxmlformats.org/officeDocument/2006/math">
                      <m:r>
                        <a:rPr lang="en-US" b="1" i="1" smtClean="0">
                          <a:latin typeface="Cambria Math" panose="02040503050406030204" pitchFamily="18" charset="0"/>
                        </a:rPr>
                        <m:t>𝑰</m:t>
                      </m:r>
                    </m:oMath>
                  </a14:m>
                  <a:r>
                    <a:rPr lang="en-US"/>
                    <a:t> through:</a:t>
                  </a:r>
                  <a:endParaRPr lang="pt-BR"/>
                </a:p>
              </p:txBody>
            </p:sp>
          </mc:Choice>
          <mc:Fallback xmlns="">
            <p:sp>
              <p:nvSpPr>
                <p:cNvPr id="11" name="CaixaDeTexto 10">
                  <a:extLst>
                    <a:ext uri="{FF2B5EF4-FFF2-40B4-BE49-F238E27FC236}">
                      <a16:creationId xmlns:a16="http://schemas.microsoft.com/office/drawing/2014/main" id="{EE9F3953-B771-A257-6B14-70DE73E14F3B}"/>
                    </a:ext>
                  </a:extLst>
                </p:cNvPr>
                <p:cNvSpPr txBox="1">
                  <a:spLocks noRot="1" noChangeAspect="1" noMove="1" noResize="1" noEditPoints="1" noAdjustHandles="1" noChangeArrowheads="1" noChangeShapeType="1" noTextEdit="1"/>
                </p:cNvSpPr>
                <p:nvPr/>
              </p:nvSpPr>
              <p:spPr>
                <a:xfrm>
                  <a:off x="479376" y="4644425"/>
                  <a:ext cx="5606922" cy="584775"/>
                </a:xfrm>
                <a:prstGeom prst="rect">
                  <a:avLst/>
                </a:prstGeom>
                <a:blipFill>
                  <a:blip r:embed="rId6"/>
                  <a:stretch>
                    <a:fillRect l="-653" t="-3125" b="-125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E44ED59F-5AF4-7BB1-626B-BC117C20EA99}"/>
                    </a:ext>
                  </a:extLst>
                </p:cNvPr>
                <p:cNvSpPr txBox="1"/>
                <p:nvPr/>
              </p:nvSpPr>
              <p:spPr>
                <a:xfrm>
                  <a:off x="2279576" y="5553236"/>
                  <a:ext cx="1500178" cy="338554"/>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𝑰</m:t>
                        </m:r>
                        <m:r>
                          <a:rPr lang="en-US" b="1" i="1" smtClean="0">
                            <a:latin typeface="Cambria Math" panose="02040503050406030204" pitchFamily="18" charset="0"/>
                          </a:rPr>
                          <m:t>=</m:t>
                        </m:r>
                        <m:sSup>
                          <m:sSupPr>
                            <m:ctrlPr>
                              <a:rPr lang="pt-BR" b="1" i="1" smtClean="0">
                                <a:latin typeface="Cambria Math" panose="02040503050406030204" pitchFamily="18" charset="0"/>
                              </a:rPr>
                            </m:ctrlPr>
                          </m:sSupPr>
                          <m:e>
                            <m:r>
                              <a:rPr lang="pt-BR" b="1" i="1" smtClean="0">
                                <a:latin typeface="Cambria Math" panose="02040503050406030204" pitchFamily="18" charset="0"/>
                              </a:rPr>
                              <m:t>𝕌</m:t>
                            </m:r>
                          </m:e>
                          <m:sup>
                            <m:r>
                              <a:rPr lang="pt-BR" b="0" i="1" smtClean="0">
                                <a:latin typeface="Cambria Math" panose="02040503050406030204" pitchFamily="18" charset="0"/>
                              </a:rPr>
                              <m:t>𝑇</m:t>
                            </m:r>
                          </m:sup>
                        </m:sSup>
                        <m:r>
                          <a:rPr lang="pt-BR" b="1" i="1" smtClean="0">
                            <a:latin typeface="Cambria Math" panose="02040503050406030204" pitchFamily="18" charset="0"/>
                          </a:rPr>
                          <m:t>𝑱</m:t>
                        </m:r>
                      </m:oMath>
                    </m:oMathPara>
                  </a14:m>
                  <a:endParaRPr lang="en-US" b="1"/>
                </a:p>
              </p:txBody>
            </p:sp>
          </mc:Choice>
          <mc:Fallback xmlns="">
            <p:sp>
              <p:nvSpPr>
                <p:cNvPr id="12" name="CaixaDeTexto 11">
                  <a:extLst>
                    <a:ext uri="{FF2B5EF4-FFF2-40B4-BE49-F238E27FC236}">
                      <a16:creationId xmlns:a16="http://schemas.microsoft.com/office/drawing/2014/main" id="{E44ED59F-5AF4-7BB1-626B-BC117C20EA99}"/>
                    </a:ext>
                  </a:extLst>
                </p:cNvPr>
                <p:cNvSpPr txBox="1">
                  <a:spLocks noRot="1" noChangeAspect="1" noMove="1" noResize="1" noEditPoints="1" noAdjustHandles="1" noChangeArrowheads="1" noChangeShapeType="1" noTextEdit="1"/>
                </p:cNvSpPr>
                <p:nvPr/>
              </p:nvSpPr>
              <p:spPr>
                <a:xfrm>
                  <a:off x="2279576" y="5553236"/>
                  <a:ext cx="1500178" cy="338554"/>
                </a:xfrm>
                <a:prstGeom prst="rect">
                  <a:avLst/>
                </a:prstGeom>
                <a:blipFill>
                  <a:blip r:embed="rId7"/>
                  <a:stretch>
                    <a:fillRect b="-5357"/>
                  </a:stretch>
                </a:blipFill>
              </p:spPr>
              <p:txBody>
                <a:bodyPr/>
                <a:lstStyle/>
                <a:p>
                  <a:r>
                    <a:rPr lang="pt-BR">
                      <a:noFill/>
                    </a:rPr>
                    <a:t> </a:t>
                  </a:r>
                </a:p>
              </p:txBody>
            </p:sp>
          </mc:Fallback>
        </mc:AlternateContent>
      </p:grpSp>
      <p:sp>
        <p:nvSpPr>
          <p:cNvPr id="14" name="CaixaDeTexto 13">
            <a:extLst>
              <a:ext uri="{FF2B5EF4-FFF2-40B4-BE49-F238E27FC236}">
                <a16:creationId xmlns:a16="http://schemas.microsoft.com/office/drawing/2014/main" id="{15E9442C-91FF-5FDD-0C98-735AD5A16404}"/>
              </a:ext>
            </a:extLst>
          </p:cNvPr>
          <p:cNvSpPr txBox="1"/>
          <p:nvPr/>
        </p:nvSpPr>
        <p:spPr>
          <a:xfrm>
            <a:off x="479425" y="544453"/>
            <a:ext cx="5616576"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Discrete Green’s Function</a:t>
            </a:r>
            <a:endParaRPr lang="pt-BR" sz="2000">
              <a:ln w="0"/>
              <a:effectLst>
                <a:outerShdw blurRad="38100" dist="19050" dir="2700000" algn="tl" rotWithShape="0">
                  <a:schemeClr val="dk1">
                    <a:alpha val="40000"/>
                  </a:schemeClr>
                </a:outerShdw>
              </a:effectLst>
            </a:endParaRPr>
          </a:p>
        </p:txBody>
      </p:sp>
      <p:grpSp>
        <p:nvGrpSpPr>
          <p:cNvPr id="20" name="Agrupar 19">
            <a:extLst>
              <a:ext uri="{FF2B5EF4-FFF2-40B4-BE49-F238E27FC236}">
                <a16:creationId xmlns:a16="http://schemas.microsoft.com/office/drawing/2014/main" id="{F1048E1D-79EF-5422-23D0-FACF8EA1392C}"/>
              </a:ext>
            </a:extLst>
          </p:cNvPr>
          <p:cNvGrpSpPr/>
          <p:nvPr/>
        </p:nvGrpSpPr>
        <p:grpSpPr>
          <a:xfrm>
            <a:off x="6092677" y="3779598"/>
            <a:ext cx="5224611" cy="1288986"/>
            <a:chOff x="6092677" y="3779598"/>
            <a:chExt cx="5224611" cy="1288986"/>
          </a:xfrm>
        </p:grpSpPr>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A8FF83A0-2842-A6AB-38C4-99607C5F3464}"/>
                    </a:ext>
                  </a:extLst>
                </p:cNvPr>
                <p:cNvSpPr txBox="1"/>
                <p:nvPr/>
              </p:nvSpPr>
              <p:spPr>
                <a:xfrm>
                  <a:off x="6092677" y="3779598"/>
                  <a:ext cx="5224611" cy="1053558"/>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a:rPr lang="pt-BR" b="1" i="1">
                                <a:latin typeface="Cambria Math" panose="02040503050406030204" pitchFamily="18" charset="0"/>
                              </a:rPr>
                              <m:t>𝑮</m:t>
                            </m:r>
                          </m:e>
                          <m:sub>
                            <m:r>
                              <a:rPr lang="pt-BR" i="1">
                                <a:latin typeface="Cambria Math" panose="02040503050406030204" pitchFamily="18" charset="0"/>
                              </a:rPr>
                              <m:t> </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   </m:t>
                            </m:r>
                            <m:r>
                              <a:rPr lang="pt-BR" b="0" i="1" smtClean="0">
                                <a:latin typeface="Cambria Math" panose="02040503050406030204" pitchFamily="18" charset="0"/>
                              </a:rPr>
                              <m:t>𝑞</m:t>
                            </m:r>
                            <m:r>
                              <a:rPr lang="pt-BR" i="1">
                                <a:latin typeface="Cambria Math" panose="02040503050406030204" pitchFamily="18" charset="0"/>
                              </a:rPr>
                              <m:t>)</m:t>
                            </m:r>
                          </m:sup>
                        </m:sSubSup>
                        <m:r>
                          <a:rPr lang="pt-BR">
                            <a:latin typeface="Cambria Math" panose="02040503050406030204" pitchFamily="18" charset="0"/>
                          </a:rPr>
                          <m:t>=</m:t>
                        </m:r>
                        <m:d>
                          <m:dPr>
                            <m:ctrlPr>
                              <a:rPr lang="pt-BR" i="1" smtClean="0">
                                <a:latin typeface="Cambria Math" panose="02040503050406030204" pitchFamily="18" charset="0"/>
                              </a:rPr>
                            </m:ctrlPr>
                          </m:dPr>
                          <m:e>
                            <m:m>
                              <m:mPr>
                                <m:mcs>
                                  <m:mc>
                                    <m:mcPr>
                                      <m:count m:val="3"/>
                                      <m:mcJc m:val="center"/>
                                    </m:mcPr>
                                  </m:mc>
                                </m:mcs>
                                <m:ctrlPr>
                                  <a:rPr lang="pt-BR" i="1" smtClean="0">
                                    <a:latin typeface="Cambria Math" panose="02040503050406030204" pitchFamily="18" charset="0"/>
                                  </a:rPr>
                                </m:ctrlPr>
                              </m:mPr>
                              <m:mr>
                                <m:e>
                                  <m:sSubSup>
                                    <m:sSubSupPr>
                                      <m:ctrlPr>
                                        <a:rPr lang="pt-BR" i="1" smtClean="0">
                                          <a:latin typeface="Cambria Math" panose="02040503050406030204" pitchFamily="18" charset="0"/>
                                        </a:rPr>
                                      </m:ctrlPr>
                                    </m:sSubSupPr>
                                    <m:e>
                                      <m:r>
                                        <a:rPr lang="pt-BR" b="0" i="1">
                                          <a:latin typeface="Cambria Math" panose="02040503050406030204" pitchFamily="18" charset="0"/>
                                        </a:rPr>
                                        <m:t>𝐺</m:t>
                                      </m:r>
                                    </m:e>
                                    <m:sub>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𝑁</m:t>
                                          </m:r>
                                        </m:e>
                                        <m:sub>
                                          <m:r>
                                            <a:rPr lang="pt-BR" b="0" i="1" smtClean="0">
                                              <a:latin typeface="Cambria Math" panose="02040503050406030204" pitchFamily="18" charset="0"/>
                                            </a:rPr>
                                            <m:t>𝑝</m:t>
                                          </m:r>
                                        </m:sub>
                                      </m:sSub>
                                      <m:r>
                                        <a:rPr lang="pt-BR" i="1">
                                          <a:latin typeface="Cambria Math" panose="02040503050406030204" pitchFamily="18" charset="0"/>
                                        </a:rPr>
                                        <m:t>,   </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𝑁</m:t>
                                          </m:r>
                                        </m:e>
                                        <m:sub>
                                          <m:r>
                                            <a:rPr lang="pt-BR" b="0" i="1" smtClean="0">
                                              <a:latin typeface="Cambria Math" panose="02040503050406030204" pitchFamily="18" charset="0"/>
                                            </a:rPr>
                                            <m:t>𝑞</m:t>
                                          </m:r>
                                        </m:sub>
                                      </m:sSub>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   </m:t>
                                      </m:r>
                                      <m:r>
                                        <a:rPr lang="pt-BR" i="1">
                                          <a:latin typeface="Cambria Math" panose="02040503050406030204" pitchFamily="18" charset="0"/>
                                        </a:rPr>
                                        <m:t>𝑞</m:t>
                                      </m:r>
                                      <m:r>
                                        <a:rPr lang="pt-BR" i="1">
                                          <a:latin typeface="Cambria Math" panose="02040503050406030204" pitchFamily="18" charset="0"/>
                                        </a:rPr>
                                        <m:t>)</m:t>
                                      </m:r>
                                    </m:sup>
                                  </m:sSubSup>
                                </m:e>
                                <m:e>
                                  <m:r>
                                    <a:rPr lang="pt-BR" i="1" smtClean="0">
                                      <a:latin typeface="Cambria Math" panose="02040503050406030204" pitchFamily="18" charset="0"/>
                                    </a:rPr>
                                    <m:t>⋯</m:t>
                                  </m:r>
                                </m:e>
                                <m:e>
                                  <m:sSubSup>
                                    <m:sSubSupPr>
                                      <m:ctrlPr>
                                        <a:rPr lang="pt-BR" i="1">
                                          <a:latin typeface="Cambria Math" panose="02040503050406030204" pitchFamily="18" charset="0"/>
                                        </a:rPr>
                                      </m:ctrlPr>
                                    </m:sSubSupPr>
                                    <m:e>
                                      <m:r>
                                        <a:rPr lang="pt-BR" i="1">
                                          <a:latin typeface="Cambria Math" panose="02040503050406030204" pitchFamily="18" charset="0"/>
                                        </a:rPr>
                                        <m:t>𝐺</m:t>
                                      </m:r>
                                    </m:e>
                                    <m: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i="1">
                                              <a:latin typeface="Cambria Math" panose="02040503050406030204" pitchFamily="18" charset="0"/>
                                            </a:rPr>
                                            <m:t>𝑝</m:t>
                                          </m:r>
                                        </m:sub>
                                      </m:sSub>
                                      <m:r>
                                        <a:rPr lang="pt-BR" i="1">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i="1">
                                              <a:latin typeface="Cambria Math" panose="02040503050406030204" pitchFamily="18" charset="0"/>
                                            </a:rPr>
                                            <m:t>𝑞</m:t>
                                          </m:r>
                                        </m:sub>
                                      </m:sSub>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   </m:t>
                                      </m:r>
                                      <m:r>
                                        <a:rPr lang="pt-BR" i="1">
                                          <a:latin typeface="Cambria Math" panose="02040503050406030204" pitchFamily="18" charset="0"/>
                                        </a:rPr>
                                        <m:t>𝑞</m:t>
                                      </m:r>
                                      <m:r>
                                        <a:rPr lang="pt-BR" i="1">
                                          <a:latin typeface="Cambria Math" panose="02040503050406030204" pitchFamily="18" charset="0"/>
                                        </a:rPr>
                                        <m:t>)</m:t>
                                      </m:r>
                                    </m:sup>
                                  </m:sSubSup>
                                </m:e>
                              </m:mr>
                              <m:mr>
                                <m:e>
                                  <m:r>
                                    <a:rPr lang="pt-BR" i="1" smtClean="0">
                                      <a:latin typeface="Cambria Math" panose="02040503050406030204" pitchFamily="18" charset="0"/>
                                    </a:rPr>
                                    <m:t>⋮</m:t>
                                  </m:r>
                                </m:e>
                                <m:e>
                                  <m:r>
                                    <a:rPr lang="pt-BR" i="1" smtClean="0">
                                      <a:latin typeface="Cambria Math" panose="02040503050406030204" pitchFamily="18" charset="0"/>
                                    </a:rPr>
                                    <m:t>⋱</m:t>
                                  </m:r>
                                </m:e>
                                <m:e>
                                  <m:r>
                                    <a:rPr lang="pt-BR" i="1" smtClean="0">
                                      <a:latin typeface="Cambria Math" panose="02040503050406030204" pitchFamily="18" charset="0"/>
                                    </a:rPr>
                                    <m:t>⋮</m:t>
                                  </m:r>
                                </m:e>
                              </m:mr>
                              <m:mr>
                                <m:e>
                                  <m:sSubSup>
                                    <m:sSubSupPr>
                                      <m:ctrlPr>
                                        <a:rPr lang="pt-BR" i="1">
                                          <a:latin typeface="Cambria Math" panose="02040503050406030204" pitchFamily="18" charset="0"/>
                                        </a:rPr>
                                      </m:ctrlPr>
                                    </m:sSubSupPr>
                                    <m:e>
                                      <m:r>
                                        <a:rPr lang="pt-BR" i="1">
                                          <a:latin typeface="Cambria Math" panose="02040503050406030204" pitchFamily="18" charset="0"/>
                                        </a:rPr>
                                        <m:t>𝐺</m:t>
                                      </m:r>
                                    </m:e>
                                    <m:sub>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i="1">
                                              <a:latin typeface="Cambria Math" panose="02040503050406030204" pitchFamily="18" charset="0"/>
                                            </a:rPr>
                                            <m:t>𝑝</m:t>
                                          </m:r>
                                        </m:sub>
                                      </m:sSub>
                                      <m:r>
                                        <a:rPr lang="pt-BR" i="1">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i="1">
                                              <a:latin typeface="Cambria Math" panose="02040503050406030204" pitchFamily="18" charset="0"/>
                                            </a:rPr>
                                            <m:t>𝑞</m:t>
                                          </m:r>
                                        </m:sub>
                                      </m:sSub>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   </m:t>
                                      </m:r>
                                      <m:r>
                                        <a:rPr lang="pt-BR" i="1">
                                          <a:latin typeface="Cambria Math" panose="02040503050406030204" pitchFamily="18" charset="0"/>
                                        </a:rPr>
                                        <m:t>𝑞</m:t>
                                      </m:r>
                                      <m:r>
                                        <a:rPr lang="pt-BR" i="1">
                                          <a:latin typeface="Cambria Math" panose="02040503050406030204" pitchFamily="18" charset="0"/>
                                        </a:rPr>
                                        <m:t>)</m:t>
                                      </m:r>
                                    </m:sup>
                                  </m:sSubSup>
                                </m:e>
                                <m:e>
                                  <m:r>
                                    <a:rPr lang="pt-BR" i="1" smtClean="0">
                                      <a:latin typeface="Cambria Math" panose="02040503050406030204" pitchFamily="18" charset="0"/>
                                    </a:rPr>
                                    <m:t>⋯</m:t>
                                  </m:r>
                                </m:e>
                                <m:e>
                                  <m:sSubSup>
                                    <m:sSubSupPr>
                                      <m:ctrlPr>
                                        <a:rPr lang="pt-BR" i="1">
                                          <a:latin typeface="Cambria Math" panose="02040503050406030204" pitchFamily="18" charset="0"/>
                                        </a:rPr>
                                      </m:ctrlPr>
                                    </m:sSubSupPr>
                                    <m:e>
                                      <m:r>
                                        <a:rPr lang="pt-BR" i="1">
                                          <a:latin typeface="Cambria Math" panose="02040503050406030204" pitchFamily="18" charset="0"/>
                                        </a:rPr>
                                        <m:t>𝐺</m:t>
                                      </m:r>
                                    </m:e>
                                    <m:sub>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i="1">
                                              <a:latin typeface="Cambria Math" panose="02040503050406030204" pitchFamily="18" charset="0"/>
                                            </a:rPr>
                                            <m:t>𝑝</m:t>
                                          </m:r>
                                        </m:sub>
                                      </m:sSub>
                                      <m:r>
                                        <a:rPr lang="pt-BR" i="1">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i="1">
                                              <a:latin typeface="Cambria Math" panose="02040503050406030204" pitchFamily="18" charset="0"/>
                                            </a:rPr>
                                            <m:t>𝑞</m:t>
                                          </m:r>
                                        </m:sub>
                                      </m:sSub>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   </m:t>
                                      </m:r>
                                      <m:r>
                                        <a:rPr lang="pt-BR" i="1">
                                          <a:latin typeface="Cambria Math" panose="02040503050406030204" pitchFamily="18" charset="0"/>
                                        </a:rPr>
                                        <m:t>𝑞</m:t>
                                      </m:r>
                                      <m:r>
                                        <a:rPr lang="pt-BR" i="1">
                                          <a:latin typeface="Cambria Math" panose="02040503050406030204" pitchFamily="18" charset="0"/>
                                        </a:rPr>
                                        <m:t>)</m:t>
                                      </m:r>
                                    </m:sup>
                                  </m:sSubSup>
                                </m:e>
                              </m:mr>
                            </m:m>
                          </m:e>
                        </m:d>
                      </m:oMath>
                    </m:oMathPara>
                  </a14:m>
                  <a:endParaRPr lang="en-US" b="1" i="1"/>
                </a:p>
              </p:txBody>
            </p:sp>
          </mc:Choice>
          <mc:Fallback xmlns="">
            <p:sp>
              <p:nvSpPr>
                <p:cNvPr id="7" name="CaixaDeTexto 6">
                  <a:extLst>
                    <a:ext uri="{FF2B5EF4-FFF2-40B4-BE49-F238E27FC236}">
                      <a16:creationId xmlns:a16="http://schemas.microsoft.com/office/drawing/2014/main" id="{A8FF83A0-2842-A6AB-38C4-99607C5F3464}"/>
                    </a:ext>
                  </a:extLst>
                </p:cNvPr>
                <p:cNvSpPr txBox="1">
                  <a:spLocks noRot="1" noChangeAspect="1" noMove="1" noResize="1" noEditPoints="1" noAdjustHandles="1" noChangeArrowheads="1" noChangeShapeType="1" noTextEdit="1"/>
                </p:cNvSpPr>
                <p:nvPr/>
              </p:nvSpPr>
              <p:spPr>
                <a:xfrm>
                  <a:off x="6092677" y="3779598"/>
                  <a:ext cx="5224611" cy="1053558"/>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BCECED92-9F3C-5366-4993-D0EBC2796819}"/>
                    </a:ext>
                  </a:extLst>
                </p:cNvPr>
                <p:cNvSpPr txBox="1"/>
                <p:nvPr/>
              </p:nvSpPr>
              <p:spPr>
                <a:xfrm>
                  <a:off x="10164452" y="4512150"/>
                  <a:ext cx="1008112" cy="556434"/>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left"/>
                      </m:oMathParaPr>
                      <m:oMath xmlns:m="http://schemas.openxmlformats.org/officeDocument/2006/math">
                        <m:r>
                          <a:rPr lang="pt-BR" sz="1400" b="0" i="1" smtClean="0">
                            <a:latin typeface="Cambria Math" panose="02040503050406030204" pitchFamily="18" charset="0"/>
                          </a:rPr>
                          <m:t>2</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𝑁</m:t>
                            </m:r>
                          </m:e>
                          <m:sub>
                            <m:r>
                              <a:rPr lang="pt-BR" sz="1400" b="0" i="1" smtClean="0">
                                <a:latin typeface="Cambria Math" panose="02040503050406030204" pitchFamily="18" charset="0"/>
                              </a:rPr>
                              <m:t>𝑝</m:t>
                            </m:r>
                          </m:sub>
                        </m:sSub>
                        <m:r>
                          <a:rPr lang="pt-BR" sz="1400" b="0" i="1" smtClean="0">
                            <a:latin typeface="Cambria Math" panose="02040503050406030204" pitchFamily="18" charset="0"/>
                          </a:rPr>
                          <m:t>+1×2</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𝑁</m:t>
                            </m:r>
                          </m:e>
                          <m:sub>
                            <m:r>
                              <a:rPr lang="pt-BR" sz="1400" b="0" i="1" smtClean="0">
                                <a:latin typeface="Cambria Math" panose="02040503050406030204" pitchFamily="18" charset="0"/>
                              </a:rPr>
                              <m:t>𝑞</m:t>
                            </m:r>
                          </m:sub>
                        </m:sSub>
                        <m:r>
                          <a:rPr lang="pt-BR" sz="1400" b="0" i="1" smtClean="0">
                            <a:latin typeface="Cambria Math" panose="02040503050406030204" pitchFamily="18" charset="0"/>
                          </a:rPr>
                          <m:t>+1</m:t>
                        </m:r>
                      </m:oMath>
                    </m:oMathPara>
                  </a14:m>
                  <a:endParaRPr lang="en-US" sz="1400" i="1"/>
                </a:p>
              </p:txBody>
            </p:sp>
          </mc:Choice>
          <mc:Fallback xmlns="">
            <p:sp>
              <p:nvSpPr>
                <p:cNvPr id="13" name="CaixaDeTexto 12">
                  <a:extLst>
                    <a:ext uri="{FF2B5EF4-FFF2-40B4-BE49-F238E27FC236}">
                      <a16:creationId xmlns:a16="http://schemas.microsoft.com/office/drawing/2014/main" id="{BCECED92-9F3C-5366-4993-D0EBC2796819}"/>
                    </a:ext>
                  </a:extLst>
                </p:cNvPr>
                <p:cNvSpPr txBox="1">
                  <a:spLocks noRot="1" noChangeAspect="1" noMove="1" noResize="1" noEditPoints="1" noAdjustHandles="1" noChangeArrowheads="1" noChangeShapeType="1" noTextEdit="1"/>
                </p:cNvSpPr>
                <p:nvPr/>
              </p:nvSpPr>
              <p:spPr>
                <a:xfrm>
                  <a:off x="10164452" y="4512150"/>
                  <a:ext cx="1008112" cy="556434"/>
                </a:xfrm>
                <a:prstGeom prst="rect">
                  <a:avLst/>
                </a:prstGeom>
                <a:blipFill>
                  <a:blip r:embed="rId9"/>
                  <a:stretch>
                    <a:fillRect/>
                  </a:stretch>
                </a:blipFill>
              </p:spPr>
              <p:txBody>
                <a:bodyPr/>
                <a:lstStyle/>
                <a:p>
                  <a:r>
                    <a:rPr lang="pt-BR">
                      <a:noFill/>
                    </a:rPr>
                    <a:t> </a:t>
                  </a:r>
                </a:p>
              </p:txBody>
            </p:sp>
          </mc:Fallback>
        </mc:AlternateContent>
      </p:grpSp>
      <p:grpSp>
        <p:nvGrpSpPr>
          <p:cNvPr id="19" name="Agrupar 18">
            <a:extLst>
              <a:ext uri="{FF2B5EF4-FFF2-40B4-BE49-F238E27FC236}">
                <a16:creationId xmlns:a16="http://schemas.microsoft.com/office/drawing/2014/main" id="{07C92B19-4447-6B11-4F8B-3FDCEC7318E5}"/>
              </a:ext>
            </a:extLst>
          </p:cNvPr>
          <p:cNvGrpSpPr/>
          <p:nvPr/>
        </p:nvGrpSpPr>
        <p:grpSpPr>
          <a:xfrm>
            <a:off x="6092677" y="1700808"/>
            <a:ext cx="5224611" cy="1655252"/>
            <a:chOff x="6092677" y="1700808"/>
            <a:chExt cx="5224611" cy="1655252"/>
          </a:xfrm>
        </p:grpSpPr>
        <p:grpSp>
          <p:nvGrpSpPr>
            <p:cNvPr id="18" name="Agrupar 17">
              <a:extLst>
                <a:ext uri="{FF2B5EF4-FFF2-40B4-BE49-F238E27FC236}">
                  <a16:creationId xmlns:a16="http://schemas.microsoft.com/office/drawing/2014/main" id="{EEDA6BE6-6EE3-BE3D-2BC7-5EE9A6A64282}"/>
                </a:ext>
              </a:extLst>
            </p:cNvPr>
            <p:cNvGrpSpPr/>
            <p:nvPr/>
          </p:nvGrpSpPr>
          <p:grpSpPr>
            <a:xfrm>
              <a:off x="6092677" y="1700808"/>
              <a:ext cx="5224611" cy="1655252"/>
              <a:chOff x="6092677" y="1700808"/>
              <a:chExt cx="5224611" cy="1655252"/>
            </a:xfrm>
          </p:grpSpPr>
          <mc:AlternateContent xmlns:mc="http://schemas.openxmlformats.org/markup-compatibility/2006" xmlns:a14="http://schemas.microsoft.com/office/drawing/2010/main">
            <mc:Choice Requires="a14">
              <p:sp>
                <p:nvSpPr>
                  <p:cNvPr id="70" name="CaixaDeTexto 69">
                    <a:extLst>
                      <a:ext uri="{FF2B5EF4-FFF2-40B4-BE49-F238E27FC236}">
                        <a16:creationId xmlns:a16="http://schemas.microsoft.com/office/drawing/2014/main" id="{78B341C4-2B1A-F076-C254-B6068E0B7310}"/>
                      </a:ext>
                    </a:extLst>
                  </p:cNvPr>
                  <p:cNvSpPr txBox="1"/>
                  <p:nvPr/>
                </p:nvSpPr>
                <p:spPr>
                  <a:xfrm>
                    <a:off x="6105702" y="1700808"/>
                    <a:ext cx="5211586" cy="609206"/>
                  </a:xfrm>
                  <a:prstGeom prst="rect">
                    <a:avLst/>
                  </a:prstGeom>
                  <a:noFill/>
                </p:spPr>
                <p:txBody>
                  <a:bodyPr wrap="square">
                    <a:spAutoFit/>
                  </a:bodyPr>
                  <a:lstStyle>
                    <a:defPPr>
                      <a:defRPr lang="pt-BR"/>
                    </a:defPPr>
                    <a:lvl1pPr>
                      <a:defRPr sz="1600"/>
                    </a:lvl1pPr>
                  </a:lstStyle>
                  <a:p>
                    <a:r>
                      <a:rPr lang="en-US"/>
                      <a:t>Global matrix </a:t>
                    </a:r>
                    <a14:m>
                      <m:oMath xmlns:m="http://schemas.openxmlformats.org/officeDocument/2006/math">
                        <m:r>
                          <a:rPr lang="pt-BR" sz="1800" b="0" i="1" smtClean="0">
                            <a:latin typeface="Cambria Math" panose="02040503050406030204" pitchFamily="18" charset="0"/>
                            <a:ea typeface="Cambria Math" panose="02040503050406030204" pitchFamily="18" charset="0"/>
                          </a:rPr>
                          <m:t>𝔾</m:t>
                        </m:r>
                      </m:oMath>
                    </a14:m>
                    <a:r>
                      <a:rPr lang="en-US"/>
                      <a:t> is obtained by the discretization of Green’s function and given by</a:t>
                    </a:r>
                    <a:endParaRPr lang="pt-BR"/>
                  </a:p>
                </p:txBody>
              </p:sp>
            </mc:Choice>
            <mc:Fallback xmlns="">
              <p:sp>
                <p:nvSpPr>
                  <p:cNvPr id="70" name="CaixaDeTexto 69">
                    <a:extLst>
                      <a:ext uri="{FF2B5EF4-FFF2-40B4-BE49-F238E27FC236}">
                        <a16:creationId xmlns:a16="http://schemas.microsoft.com/office/drawing/2014/main" id="{78B341C4-2B1A-F076-C254-B6068E0B7310}"/>
                      </a:ext>
                    </a:extLst>
                  </p:cNvPr>
                  <p:cNvSpPr txBox="1">
                    <a:spLocks noRot="1" noChangeAspect="1" noMove="1" noResize="1" noEditPoints="1" noAdjustHandles="1" noChangeArrowheads="1" noChangeShapeType="1" noTextEdit="1"/>
                  </p:cNvSpPr>
                  <p:nvPr/>
                </p:nvSpPr>
                <p:spPr>
                  <a:xfrm>
                    <a:off x="6105702" y="1700808"/>
                    <a:ext cx="5211586" cy="609206"/>
                  </a:xfrm>
                  <a:prstGeom prst="rect">
                    <a:avLst/>
                  </a:prstGeom>
                  <a:blipFill>
                    <a:blip r:embed="rId10"/>
                    <a:stretch>
                      <a:fillRect l="-702" b="-120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CB21541A-CC20-30C3-9CD1-04E9A6F1E8A5}"/>
                      </a:ext>
                    </a:extLst>
                  </p:cNvPr>
                  <p:cNvSpPr txBox="1"/>
                  <p:nvPr/>
                </p:nvSpPr>
                <p:spPr>
                  <a:xfrm>
                    <a:off x="6092677" y="2471010"/>
                    <a:ext cx="5211586" cy="885050"/>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ea typeface="Cambria Math" panose="02040503050406030204" pitchFamily="18" charset="0"/>
                            </a:rPr>
                            <m:t>𝔾</m:t>
                          </m:r>
                          <m:r>
                            <a:rPr lang="pt-BR">
                              <a:latin typeface="Cambria Math" panose="02040503050406030204" pitchFamily="18" charset="0"/>
                            </a:rPr>
                            <m:t>=</m:t>
                          </m:r>
                          <m:d>
                            <m:dPr>
                              <m:ctrlPr>
                                <a:rPr lang="pt-BR" i="1" smtClean="0">
                                  <a:latin typeface="Cambria Math" panose="02040503050406030204" pitchFamily="18" charset="0"/>
                                </a:rPr>
                              </m:ctrlPr>
                            </m:dPr>
                            <m:e>
                              <m:m>
                                <m:mPr>
                                  <m:mcs>
                                    <m:mc>
                                      <m:mcPr>
                                        <m:count m:val="3"/>
                                        <m:mcJc m:val="center"/>
                                      </m:mcPr>
                                    </m:mc>
                                  </m:mcs>
                                  <m:ctrlPr>
                                    <a:rPr lang="pt-BR" i="1" smtClean="0">
                                      <a:latin typeface="Cambria Math" panose="02040503050406030204" pitchFamily="18" charset="0"/>
                                    </a:rPr>
                                  </m:ctrlPr>
                                </m:mPr>
                                <m:mr>
                                  <m:e>
                                    <m:sSubSup>
                                      <m:sSubSupPr>
                                        <m:ctrlPr>
                                          <a:rPr lang="pt-BR" i="1">
                                            <a:latin typeface="Cambria Math" panose="02040503050406030204" pitchFamily="18" charset="0"/>
                                          </a:rPr>
                                        </m:ctrlPr>
                                      </m:sSubSupPr>
                                      <m:e>
                                        <m:r>
                                          <a:rPr lang="pt-BR" b="1" i="1">
                                            <a:latin typeface="Cambria Math" panose="02040503050406030204" pitchFamily="18" charset="0"/>
                                          </a:rPr>
                                          <m:t>𝑮</m:t>
                                        </m:r>
                                      </m:e>
                                      <m:sub>
                                        <m:r>
                                          <a:rPr lang="pt-BR" i="1">
                                            <a:latin typeface="Cambria Math" panose="02040503050406030204" pitchFamily="18" charset="0"/>
                                          </a:rPr>
                                          <m:t> </m:t>
                                        </m:r>
                                      </m:sub>
                                      <m:sup>
                                        <m:r>
                                          <a:rPr lang="pt-BR" i="1">
                                            <a:latin typeface="Cambria Math" panose="02040503050406030204" pitchFamily="18" charset="0"/>
                                          </a:rPr>
                                          <m:t>(</m:t>
                                        </m:r>
                                        <m:r>
                                          <a:rPr lang="pt-BR" b="0" i="1" smtClean="0">
                                            <a:latin typeface="Cambria Math" panose="02040503050406030204" pitchFamily="18" charset="0"/>
                                          </a:rPr>
                                          <m:t>1,   1</m:t>
                                        </m:r>
                                        <m:r>
                                          <a:rPr lang="pt-BR" i="1">
                                            <a:latin typeface="Cambria Math" panose="02040503050406030204" pitchFamily="18" charset="0"/>
                                          </a:rPr>
                                          <m:t>)</m:t>
                                        </m:r>
                                      </m:sup>
                                    </m:sSubSup>
                                  </m:e>
                                  <m:e>
                                    <m:r>
                                      <a:rPr lang="pt-BR" i="1" smtClean="0">
                                        <a:latin typeface="Cambria Math" panose="02040503050406030204" pitchFamily="18" charset="0"/>
                                      </a:rPr>
                                      <m:t>⋯</m:t>
                                    </m:r>
                                  </m:e>
                                  <m:e>
                                    <m:sSubSup>
                                      <m:sSubSupPr>
                                        <m:ctrlPr>
                                          <a:rPr lang="pt-BR" i="1">
                                            <a:latin typeface="Cambria Math" panose="02040503050406030204" pitchFamily="18" charset="0"/>
                                          </a:rPr>
                                        </m:ctrlPr>
                                      </m:sSubSupPr>
                                      <m:e>
                                        <m:r>
                                          <a:rPr lang="pt-BR" b="1" i="1">
                                            <a:latin typeface="Cambria Math" panose="02040503050406030204" pitchFamily="18" charset="0"/>
                                          </a:rPr>
                                          <m:t>𝑮</m:t>
                                        </m:r>
                                      </m:e>
                                      <m:sub>
                                        <m:r>
                                          <a:rPr lang="pt-BR" i="1">
                                            <a:latin typeface="Cambria Math" panose="02040503050406030204" pitchFamily="18" charset="0"/>
                                          </a:rPr>
                                          <m:t> </m:t>
                                        </m:r>
                                      </m:sub>
                                      <m:sup>
                                        <m:r>
                                          <a:rPr lang="pt-BR" i="1">
                                            <a:latin typeface="Cambria Math" panose="02040503050406030204" pitchFamily="18" charset="0"/>
                                          </a:rPr>
                                          <m:t>(1,</m:t>
                                        </m:r>
                                        <m:sSub>
                                          <m:sSubPr>
                                            <m:ctrlPr>
                                              <a:rPr lang="pt-BR" b="0" i="1" smtClean="0">
                                                <a:latin typeface="Cambria Math" panose="02040503050406030204" pitchFamily="18" charset="0"/>
                                              </a:rPr>
                                            </m:ctrlPr>
                                          </m:sSubPr>
                                          <m:e>
                                            <m:r>
                                              <a:rPr lang="pt-BR" b="0" i="1" smtClean="0">
                                                <a:latin typeface="Cambria Math" panose="02040503050406030204" pitchFamily="18" charset="0"/>
                                              </a:rPr>
                                              <m:t> </m:t>
                                            </m:r>
                                            <m:r>
                                              <a:rPr lang="pt-BR" b="0" i="1" smtClean="0">
                                                <a:latin typeface="Cambria Math" panose="02040503050406030204" pitchFamily="18" charset="0"/>
                                              </a:rPr>
                                              <m:t>𝑚</m:t>
                                            </m:r>
                                          </m:e>
                                          <m:sub>
                                            <m:r>
                                              <a:rPr lang="pt-BR" b="0" i="1" smtClean="0">
                                                <a:latin typeface="Cambria Math" panose="02040503050406030204" pitchFamily="18" charset="0"/>
                                              </a:rPr>
                                              <m:t>𝑠</m:t>
                                            </m:r>
                                          </m:sub>
                                        </m:sSub>
                                        <m:r>
                                          <a:rPr lang="pt-BR" i="1">
                                            <a:latin typeface="Cambria Math" panose="02040503050406030204" pitchFamily="18" charset="0"/>
                                          </a:rPr>
                                          <m:t>)</m:t>
                                        </m:r>
                                      </m:sup>
                                    </m:sSubSup>
                                  </m:e>
                                </m:mr>
                                <m:mr>
                                  <m:e>
                                    <m:r>
                                      <a:rPr lang="pt-BR" i="1" smtClean="0">
                                        <a:latin typeface="Cambria Math" panose="02040503050406030204" pitchFamily="18" charset="0"/>
                                      </a:rPr>
                                      <m:t>⋮</m:t>
                                    </m:r>
                                  </m:e>
                                  <m:e>
                                    <m:r>
                                      <a:rPr lang="pt-BR" i="1" smtClean="0">
                                        <a:latin typeface="Cambria Math" panose="02040503050406030204" pitchFamily="18" charset="0"/>
                                      </a:rPr>
                                      <m:t>⋱</m:t>
                                    </m:r>
                                  </m:e>
                                  <m:e>
                                    <m:r>
                                      <a:rPr lang="pt-BR" i="1" smtClean="0">
                                        <a:latin typeface="Cambria Math" panose="02040503050406030204" pitchFamily="18" charset="0"/>
                                      </a:rPr>
                                      <m:t>⋮</m:t>
                                    </m:r>
                                  </m:e>
                                </m:mr>
                                <m:mr>
                                  <m:e>
                                    <m:sSubSup>
                                      <m:sSubSupPr>
                                        <m:ctrlPr>
                                          <a:rPr lang="pt-BR" i="1">
                                            <a:latin typeface="Cambria Math" panose="02040503050406030204" pitchFamily="18" charset="0"/>
                                          </a:rPr>
                                        </m:ctrlPr>
                                      </m:sSubSupPr>
                                      <m:e>
                                        <m:r>
                                          <a:rPr lang="pt-BR" b="1" i="1">
                                            <a:latin typeface="Cambria Math" panose="02040503050406030204" pitchFamily="18" charset="0"/>
                                          </a:rPr>
                                          <m:t>𝑮</m:t>
                                        </m:r>
                                      </m:e>
                                      <m:sub>
                                        <m:r>
                                          <a:rPr lang="pt-BR" i="1">
                                            <a:latin typeface="Cambria Math" panose="02040503050406030204" pitchFamily="18" charset="0"/>
                                          </a:rPr>
                                          <m:t> </m:t>
                                        </m:r>
                                      </m:sub>
                                      <m:sup>
                                        <m:r>
                                          <a:rPr lang="pt-BR" i="1">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r>
                                          <a:rPr lang="pt-BR" i="1">
                                            <a:latin typeface="Cambria Math" panose="02040503050406030204" pitchFamily="18" charset="0"/>
                                          </a:rPr>
                                          <m:t>,</m:t>
                                        </m:r>
                                        <m:r>
                                          <a:rPr lang="pt-BR" b="0" i="1" smtClean="0">
                                            <a:latin typeface="Cambria Math" panose="02040503050406030204" pitchFamily="18" charset="0"/>
                                          </a:rPr>
                                          <m:t>   </m:t>
                                        </m:r>
                                        <m:r>
                                          <a:rPr lang="pt-BR" i="1">
                                            <a:latin typeface="Cambria Math" panose="02040503050406030204" pitchFamily="18" charset="0"/>
                                          </a:rPr>
                                          <m:t>1)</m:t>
                                        </m:r>
                                      </m:sup>
                                    </m:sSubSup>
                                  </m:e>
                                  <m:e>
                                    <m:r>
                                      <a:rPr lang="pt-BR" i="1" smtClean="0">
                                        <a:latin typeface="Cambria Math" panose="02040503050406030204" pitchFamily="18" charset="0"/>
                                      </a:rPr>
                                      <m:t>⋯</m:t>
                                    </m:r>
                                  </m:e>
                                  <m:e>
                                    <m:sSubSup>
                                      <m:sSubSupPr>
                                        <m:ctrlPr>
                                          <a:rPr lang="pt-BR" i="1">
                                            <a:latin typeface="Cambria Math" panose="02040503050406030204" pitchFamily="18" charset="0"/>
                                          </a:rPr>
                                        </m:ctrlPr>
                                      </m:sSubSupPr>
                                      <m:e>
                                        <m:r>
                                          <a:rPr lang="pt-BR" b="1" i="1">
                                            <a:latin typeface="Cambria Math" panose="02040503050406030204" pitchFamily="18" charset="0"/>
                                          </a:rPr>
                                          <m:t>𝑮</m:t>
                                        </m:r>
                                      </m:e>
                                      <m:sub>
                                        <m:r>
                                          <a:rPr lang="pt-BR" i="1">
                                            <a:latin typeface="Cambria Math" panose="02040503050406030204" pitchFamily="18" charset="0"/>
                                          </a:rPr>
                                          <m:t> </m:t>
                                        </m:r>
                                      </m:sub>
                                      <m:sup>
                                        <m:r>
                                          <a:rPr lang="pt-BR" i="1">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r>
                                          <a:rPr lang="pt-BR" i="1">
                                            <a:latin typeface="Cambria Math" panose="02040503050406030204" pitchFamily="18" charset="0"/>
                                          </a:rPr>
                                          <m:t>)</m:t>
                                        </m:r>
                                      </m:sup>
                                    </m:sSubSup>
                                  </m:e>
                                </m:mr>
                              </m:m>
                            </m:e>
                          </m:d>
                        </m:oMath>
                      </m:oMathPara>
                    </a14:m>
                    <a:endParaRPr lang="en-US" b="1" i="1"/>
                  </a:p>
                </p:txBody>
              </p:sp>
            </mc:Choice>
            <mc:Fallback xmlns="">
              <p:sp>
                <p:nvSpPr>
                  <p:cNvPr id="3" name="CaixaDeTexto 2">
                    <a:extLst>
                      <a:ext uri="{FF2B5EF4-FFF2-40B4-BE49-F238E27FC236}">
                        <a16:creationId xmlns:a16="http://schemas.microsoft.com/office/drawing/2014/main" id="{CB21541A-CC20-30C3-9CD1-04E9A6F1E8A5}"/>
                      </a:ext>
                    </a:extLst>
                  </p:cNvPr>
                  <p:cNvSpPr txBox="1">
                    <a:spLocks noRot="1" noChangeAspect="1" noMove="1" noResize="1" noEditPoints="1" noAdjustHandles="1" noChangeArrowheads="1" noChangeShapeType="1" noTextEdit="1"/>
                  </p:cNvSpPr>
                  <p:nvPr/>
                </p:nvSpPr>
                <p:spPr>
                  <a:xfrm>
                    <a:off x="6092677" y="2471010"/>
                    <a:ext cx="5211586" cy="885050"/>
                  </a:xfrm>
                  <a:prstGeom prst="rect">
                    <a:avLst/>
                  </a:prstGeom>
                  <a:blipFill>
                    <a:blip r:embed="rId11"/>
                    <a:stretch>
                      <a:fillRect/>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id="{56714BC3-94B4-AE53-DBBD-2094D6FC0102}"/>
                    </a:ext>
                  </a:extLst>
                </p:cNvPr>
                <p:cNvSpPr txBox="1"/>
                <p:nvPr/>
              </p:nvSpPr>
              <p:spPr>
                <a:xfrm>
                  <a:off x="9984432" y="3048283"/>
                  <a:ext cx="720080" cy="307777"/>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sz="1400" b="0" i="1" smtClean="0">
                            <a:latin typeface="Cambria Math" panose="02040503050406030204" pitchFamily="18" charset="0"/>
                          </a:rPr>
                          <m:t>𝑁</m:t>
                        </m:r>
                        <m:r>
                          <a:rPr lang="pt-BR" sz="1400" b="0" i="1" smtClean="0">
                            <a:latin typeface="Cambria Math" panose="02040503050406030204" pitchFamily="18" charset="0"/>
                          </a:rPr>
                          <m:t>×</m:t>
                        </m:r>
                        <m:r>
                          <a:rPr lang="pt-BR" sz="1400" b="0" i="1" smtClean="0">
                            <a:latin typeface="Cambria Math" panose="02040503050406030204" pitchFamily="18" charset="0"/>
                          </a:rPr>
                          <m:t>𝑁</m:t>
                        </m:r>
                      </m:oMath>
                    </m:oMathPara>
                  </a14:m>
                  <a:endParaRPr lang="en-US" sz="1400" i="1"/>
                </a:p>
              </p:txBody>
            </p:sp>
          </mc:Choice>
          <mc:Fallback xmlns="">
            <p:sp>
              <p:nvSpPr>
                <p:cNvPr id="15" name="CaixaDeTexto 14">
                  <a:extLst>
                    <a:ext uri="{FF2B5EF4-FFF2-40B4-BE49-F238E27FC236}">
                      <a16:creationId xmlns:a16="http://schemas.microsoft.com/office/drawing/2014/main" id="{56714BC3-94B4-AE53-DBBD-2094D6FC0102}"/>
                    </a:ext>
                  </a:extLst>
                </p:cNvPr>
                <p:cNvSpPr txBox="1">
                  <a:spLocks noRot="1" noChangeAspect="1" noMove="1" noResize="1" noEditPoints="1" noAdjustHandles="1" noChangeArrowheads="1" noChangeShapeType="1" noTextEdit="1"/>
                </p:cNvSpPr>
                <p:nvPr/>
              </p:nvSpPr>
              <p:spPr>
                <a:xfrm>
                  <a:off x="9984432" y="3048283"/>
                  <a:ext cx="720080" cy="307777"/>
                </a:xfrm>
                <a:prstGeom prst="rect">
                  <a:avLst/>
                </a:prstGeom>
                <a:blipFill>
                  <a:blip r:embed="rId12"/>
                  <a:stretch>
                    <a:fillRect/>
                  </a:stretch>
                </a:blipFill>
              </p:spPr>
              <p:txBody>
                <a:bodyPr/>
                <a:lstStyle/>
                <a:p>
                  <a:r>
                    <a:rPr lang="pt-BR">
                      <a:noFill/>
                    </a:rPr>
                    <a:t> </a:t>
                  </a:r>
                </a:p>
              </p:txBody>
            </p:sp>
          </mc:Fallback>
        </mc:AlternateContent>
      </p:grpSp>
      <p:grpSp>
        <p:nvGrpSpPr>
          <p:cNvPr id="22" name="Agrupar 21">
            <a:extLst>
              <a:ext uri="{FF2B5EF4-FFF2-40B4-BE49-F238E27FC236}">
                <a16:creationId xmlns:a16="http://schemas.microsoft.com/office/drawing/2014/main" id="{1D2C48C6-5043-F618-3CBA-2AFEBCAADBFC}"/>
              </a:ext>
            </a:extLst>
          </p:cNvPr>
          <p:cNvGrpSpPr/>
          <p:nvPr/>
        </p:nvGrpSpPr>
        <p:grpSpPr>
          <a:xfrm>
            <a:off x="545214" y="1153408"/>
            <a:ext cx="5406770" cy="338554"/>
            <a:chOff x="545214" y="1153408"/>
            <a:chExt cx="5406770" cy="338554"/>
          </a:xfrm>
        </p:grpSpPr>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C4EE6B54-1A03-B09E-5980-AD2E5543B945}"/>
                    </a:ext>
                  </a:extLst>
                </p:cNvPr>
                <p:cNvSpPr txBox="1"/>
                <p:nvPr/>
              </p:nvSpPr>
              <p:spPr>
                <a:xfrm>
                  <a:off x="545214" y="1153408"/>
                  <a:ext cx="3390546" cy="338554"/>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1" i="1" smtClean="0">
                            <a:latin typeface="Cambria Math" panose="02040503050406030204" pitchFamily="18" charset="0"/>
                          </a:rPr>
                          <m:t>𝑬</m:t>
                        </m:r>
                        <m:r>
                          <a:rPr lang="pt-BR">
                            <a:latin typeface="Cambria Math" panose="02040503050406030204" pitchFamily="18" charset="0"/>
                          </a:rPr>
                          <m:t>=</m:t>
                        </m:r>
                        <m:r>
                          <a:rPr lang="pt-BR" b="0" i="1" smtClean="0">
                            <a:latin typeface="Cambria Math" panose="02040503050406030204" pitchFamily="18" charset="0"/>
                          </a:rPr>
                          <m:t>𝑗</m:t>
                        </m:r>
                        <m:r>
                          <a:rPr lang="pt-BR" b="0" i="1" smtClean="0">
                            <a:latin typeface="Cambria Math" panose="02040503050406030204" pitchFamily="18" charset="0"/>
                          </a:rPr>
                          <m:t>𝜔</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r>
                          <a:rPr lang="pt-BR" b="0" i="1">
                            <a:latin typeface="Cambria Math" panose="02040503050406030204" pitchFamily="18" charset="0"/>
                            <a:ea typeface="Cambria Math" panose="02040503050406030204" pitchFamily="18" charset="0"/>
                          </a:rPr>
                          <m:t>𝔾</m:t>
                        </m:r>
                        <m:r>
                          <a:rPr lang="pt-BR" b="1" i="1" smtClean="0">
                            <a:latin typeface="Cambria Math" panose="02040503050406030204" pitchFamily="18" charset="0"/>
                          </a:rPr>
                          <m:t>𝑱</m:t>
                        </m:r>
                        <m:r>
                          <a:rPr lang="pt-BR" b="1" i="1" smtClean="0">
                            <a:latin typeface="Cambria Math" panose="02040503050406030204" pitchFamily="18" charset="0"/>
                          </a:rPr>
                          <m:t>+</m:t>
                        </m:r>
                        <m:r>
                          <a:rPr lang="pt-BR" b="1" i="1" smtClean="0">
                            <a:latin typeface="Cambria Math" panose="02040503050406030204" pitchFamily="18" charset="0"/>
                          </a:rPr>
                          <m:t>𝕌</m:t>
                        </m:r>
                        <m:d>
                          <m:dPr>
                            <m:begChr m:val="["/>
                            <m:endChr m:val="]"/>
                            <m:ctrlPr>
                              <a:rPr lang="pt-BR" b="1" i="1" smtClean="0">
                                <a:latin typeface="Cambria Math" panose="02040503050406030204" pitchFamily="18" charset="0"/>
                              </a:rPr>
                            </m:ctrlPr>
                          </m:dPr>
                          <m:e>
                            <m:r>
                              <a:rPr lang="pt-BR" b="1" i="1" smtClean="0">
                                <a:latin typeface="Cambria Math" panose="02040503050406030204" pitchFamily="18" charset="0"/>
                              </a:rPr>
                              <m:t>𝑹</m:t>
                            </m:r>
                            <m:d>
                              <m:dPr>
                                <m:ctrlPr>
                                  <a:rPr lang="pt-BR" b="0" i="1" smtClean="0">
                                    <a:latin typeface="Cambria Math" panose="02040503050406030204" pitchFamily="18" charset="0"/>
                                  </a:rPr>
                                </m:ctrlPr>
                              </m:dPr>
                              <m:e>
                                <m:r>
                                  <a:rPr lang="pt-BR" b="0" i="1" smtClean="0">
                                    <a:latin typeface="Cambria Math" panose="02040503050406030204" pitchFamily="18" charset="0"/>
                                  </a:rPr>
                                  <m:t>𝜔</m:t>
                                </m:r>
                              </m:e>
                            </m:d>
                            <m:r>
                              <a:rPr lang="pt-BR" b="0" i="1" smtClean="0">
                                <a:latin typeface="Cambria Math" panose="02040503050406030204" pitchFamily="18" charset="0"/>
                              </a:rPr>
                              <m:t> +</m:t>
                            </m:r>
                            <m:r>
                              <a:rPr lang="pt-BR" b="0" i="1" smtClean="0">
                                <a:latin typeface="Cambria Math" panose="02040503050406030204" pitchFamily="18" charset="0"/>
                              </a:rPr>
                              <m:t>𝑗</m:t>
                            </m:r>
                            <m:r>
                              <a:rPr lang="pt-BR" b="0" i="1" smtClean="0">
                                <a:latin typeface="Cambria Math" panose="02040503050406030204" pitchFamily="18" charset="0"/>
                              </a:rPr>
                              <m:t>𝜔</m:t>
                            </m:r>
                            <m:r>
                              <a:rPr lang="pt-BR" b="1" i="1" smtClean="0">
                                <a:latin typeface="Cambria Math" panose="02040503050406030204" pitchFamily="18" charset="0"/>
                              </a:rPr>
                              <m:t>𝑳</m:t>
                            </m:r>
                            <m:d>
                              <m:dPr>
                                <m:ctrlPr>
                                  <a:rPr lang="pt-BR" b="1" i="1" smtClean="0">
                                    <a:latin typeface="Cambria Math" panose="02040503050406030204" pitchFamily="18" charset="0"/>
                                  </a:rPr>
                                </m:ctrlPr>
                              </m:dPr>
                              <m:e>
                                <m:r>
                                  <a:rPr lang="pt-BR" i="1">
                                    <a:latin typeface="Cambria Math" panose="02040503050406030204" pitchFamily="18" charset="0"/>
                                  </a:rPr>
                                  <m:t>𝜔</m:t>
                                </m:r>
                              </m:e>
                            </m:d>
                          </m:e>
                        </m:d>
                        <m:r>
                          <a:rPr lang="pt-BR" b="1" i="1" smtClean="0">
                            <a:latin typeface="Cambria Math" panose="02040503050406030204" pitchFamily="18" charset="0"/>
                          </a:rPr>
                          <m:t>𝑰</m:t>
                        </m:r>
                      </m:oMath>
                    </m:oMathPara>
                  </a14:m>
                  <a:endParaRPr lang="en-US" b="1" i="1"/>
                </a:p>
              </p:txBody>
            </p:sp>
          </mc:Choice>
          <mc:Fallback xmlns="">
            <p:sp>
              <p:nvSpPr>
                <p:cNvPr id="16" name="CaixaDeTexto 15">
                  <a:extLst>
                    <a:ext uri="{FF2B5EF4-FFF2-40B4-BE49-F238E27FC236}">
                      <a16:creationId xmlns:a16="http://schemas.microsoft.com/office/drawing/2014/main" id="{C4EE6B54-1A03-B09E-5980-AD2E5543B945}"/>
                    </a:ext>
                  </a:extLst>
                </p:cNvPr>
                <p:cNvSpPr txBox="1">
                  <a:spLocks noRot="1" noChangeAspect="1" noMove="1" noResize="1" noEditPoints="1" noAdjustHandles="1" noChangeArrowheads="1" noChangeShapeType="1" noTextEdit="1"/>
                </p:cNvSpPr>
                <p:nvPr/>
              </p:nvSpPr>
              <p:spPr>
                <a:xfrm>
                  <a:off x="545214" y="1153408"/>
                  <a:ext cx="3390546" cy="338554"/>
                </a:xfrm>
                <a:prstGeom prst="rect">
                  <a:avLst/>
                </a:prstGeom>
                <a:blipFill>
                  <a:blip r:embed="rId13"/>
                  <a:stretch>
                    <a:fillRect b="-892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1" name="CaixaDeTexto 20">
                  <a:extLst>
                    <a:ext uri="{FF2B5EF4-FFF2-40B4-BE49-F238E27FC236}">
                      <a16:creationId xmlns:a16="http://schemas.microsoft.com/office/drawing/2014/main" id="{2E850C88-EF1C-68CD-0F29-860C82771E10}"/>
                    </a:ext>
                  </a:extLst>
                </p:cNvPr>
                <p:cNvSpPr txBox="1"/>
                <p:nvPr/>
              </p:nvSpPr>
              <p:spPr>
                <a:xfrm>
                  <a:off x="5483932" y="1184186"/>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12)</m:t>
                        </m:r>
                      </m:oMath>
                    </m:oMathPara>
                  </a14:m>
                  <a:endParaRPr lang="en-US" sz="1200"/>
                </a:p>
              </p:txBody>
            </p:sp>
          </mc:Choice>
          <mc:Fallback xmlns="">
            <p:sp>
              <p:nvSpPr>
                <p:cNvPr id="21" name="CaixaDeTexto 20">
                  <a:extLst>
                    <a:ext uri="{FF2B5EF4-FFF2-40B4-BE49-F238E27FC236}">
                      <a16:creationId xmlns:a16="http://schemas.microsoft.com/office/drawing/2014/main" id="{2E850C88-EF1C-68CD-0F29-860C82771E10}"/>
                    </a:ext>
                  </a:extLst>
                </p:cNvPr>
                <p:cNvSpPr txBox="1">
                  <a:spLocks noRot="1" noChangeAspect="1" noMove="1" noResize="1" noEditPoints="1" noAdjustHandles="1" noChangeArrowheads="1" noChangeShapeType="1" noTextEdit="1"/>
                </p:cNvSpPr>
                <p:nvPr/>
              </p:nvSpPr>
              <p:spPr>
                <a:xfrm>
                  <a:off x="5483932" y="1184186"/>
                  <a:ext cx="468052" cy="276999"/>
                </a:xfrm>
                <a:prstGeom prst="rect">
                  <a:avLst/>
                </a:prstGeom>
                <a:blipFill>
                  <a:blip r:embed="rId14"/>
                  <a:stretch>
                    <a:fillRect b="-6522"/>
                  </a:stretch>
                </a:blipFill>
              </p:spPr>
              <p:txBody>
                <a:bodyPr/>
                <a:lstStyle/>
                <a:p>
                  <a:r>
                    <a:rPr lang="pt-BR">
                      <a:noFill/>
                    </a:rPr>
                    <a:t> </a:t>
                  </a:r>
                </a:p>
              </p:txBody>
            </p:sp>
          </mc:Fallback>
        </mc:AlternateContent>
      </p:grpSp>
    </p:spTree>
    <p:extLst>
      <p:ext uri="{BB962C8B-B14F-4D97-AF65-F5344CB8AC3E}">
        <p14:creationId xmlns:p14="http://schemas.microsoft.com/office/powerpoint/2010/main" val="1716276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21</a:t>
            </a:fld>
            <a:endParaRPr lang="pt-B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p:sp>
        <p:nvSpPr>
          <p:cNvPr id="14" name="CaixaDeTexto 13">
            <a:extLst>
              <a:ext uri="{FF2B5EF4-FFF2-40B4-BE49-F238E27FC236}">
                <a16:creationId xmlns:a16="http://schemas.microsoft.com/office/drawing/2014/main" id="{15E9442C-91FF-5FDD-0C98-735AD5A16404}"/>
              </a:ext>
            </a:extLst>
          </p:cNvPr>
          <p:cNvSpPr txBox="1"/>
          <p:nvPr/>
        </p:nvSpPr>
        <p:spPr>
          <a:xfrm>
            <a:off x="484410" y="554210"/>
            <a:ext cx="3168303"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Discrete Green’s Function</a:t>
            </a:r>
            <a:endParaRPr lang="pt-BR" sz="2000">
              <a:ln w="0"/>
              <a:effectLst>
                <a:outerShdw blurRad="38100" dist="19050" dir="2700000" algn="tl" rotWithShape="0">
                  <a:schemeClr val="dk1">
                    <a:alpha val="40000"/>
                  </a:schemeClr>
                </a:outerShdw>
              </a:effectLst>
            </a:endParaRPr>
          </a:p>
        </p:txBody>
      </p:sp>
      <p:grpSp>
        <p:nvGrpSpPr>
          <p:cNvPr id="88" name="Agrupar 87">
            <a:extLst>
              <a:ext uri="{FF2B5EF4-FFF2-40B4-BE49-F238E27FC236}">
                <a16:creationId xmlns:a16="http://schemas.microsoft.com/office/drawing/2014/main" id="{F0557FCA-2860-904F-747C-3D8323CC7298}"/>
              </a:ext>
            </a:extLst>
          </p:cNvPr>
          <p:cNvGrpSpPr/>
          <p:nvPr/>
        </p:nvGrpSpPr>
        <p:grpSpPr>
          <a:xfrm>
            <a:off x="2934140" y="3006157"/>
            <a:ext cx="8346436" cy="1797876"/>
            <a:chOff x="2082041" y="3006157"/>
            <a:chExt cx="8346436" cy="1797876"/>
          </a:xfrm>
        </p:grpSpPr>
        <p:sp>
          <p:nvSpPr>
            <p:cNvPr id="78" name="Retângulo: Cantos Arredondados 77">
              <a:extLst>
                <a:ext uri="{FF2B5EF4-FFF2-40B4-BE49-F238E27FC236}">
                  <a16:creationId xmlns:a16="http://schemas.microsoft.com/office/drawing/2014/main" id="{50436D93-7110-5429-5BEA-897ABE3F45C9}"/>
                </a:ext>
              </a:extLst>
            </p:cNvPr>
            <p:cNvSpPr/>
            <p:nvPr/>
          </p:nvSpPr>
          <p:spPr>
            <a:xfrm>
              <a:off x="2082041" y="3006157"/>
              <a:ext cx="6764986" cy="1043249"/>
            </a:xfrm>
            <a:prstGeom prst="roundRect">
              <a:avLst/>
            </a:prstGeom>
            <a:noFill/>
            <a:ln w="9525" cap="flat" cmpd="sng" algn="ctr">
              <a:solidFill>
                <a:srgbClr val="FF0000"/>
              </a:solidFill>
              <a:prstDash val="lg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pt-BR">
                <a:solidFill>
                  <a:srgbClr val="FF0000"/>
                </a:solidFill>
              </a:endParaRPr>
            </a:p>
          </p:txBody>
        </p:sp>
        <mc:AlternateContent xmlns:mc="http://schemas.openxmlformats.org/markup-compatibility/2006" xmlns:a14="http://schemas.microsoft.com/office/drawing/2010/main">
          <mc:Choice Requires="a14">
            <p:sp>
              <p:nvSpPr>
                <p:cNvPr id="87" name="CaixaDeTexto 86">
                  <a:extLst>
                    <a:ext uri="{FF2B5EF4-FFF2-40B4-BE49-F238E27FC236}">
                      <a16:creationId xmlns:a16="http://schemas.microsoft.com/office/drawing/2014/main" id="{A894AD91-CD28-1072-65CA-1FAD508ED5C6}"/>
                    </a:ext>
                  </a:extLst>
                </p:cNvPr>
                <p:cNvSpPr txBox="1"/>
                <p:nvPr/>
              </p:nvSpPr>
              <p:spPr>
                <a:xfrm>
                  <a:off x="8056729" y="4097493"/>
                  <a:ext cx="2371748" cy="706540"/>
                </a:xfrm>
                <a:prstGeom prst="rect">
                  <a:avLst/>
                </a:prstGeom>
                <a:noFill/>
              </p:spPr>
              <p:txBody>
                <a:bodyPr wrap="square">
                  <a:spAutoFit/>
                </a:bodyPr>
                <a:lstStyle/>
                <a:p>
                  <a:pPr algn="ctr">
                    <a:lnSpc>
                      <a:spcPct val="150000"/>
                    </a:lnSpc>
                  </a:pPr>
                  <a:r>
                    <a:rPr lang="pt-BR" sz="1400">
                      <a:solidFill>
                        <a:srgbClr val="FF0000"/>
                      </a:solidFill>
                    </a:rPr>
                    <a:t>Unknown Quantities: </a:t>
                  </a:r>
                  <a14:m>
                    <m:oMath xmlns:m="http://schemas.openxmlformats.org/officeDocument/2006/math">
                      <m:r>
                        <a:rPr lang="pt-BR" sz="1400" b="1" i="1" smtClean="0">
                          <a:solidFill>
                            <a:srgbClr val="FF0000"/>
                          </a:solidFill>
                          <a:latin typeface="Cambria Math" panose="02040503050406030204" pitchFamily="18" charset="0"/>
                        </a:rPr>
                        <m:t>𝑬</m:t>
                      </m:r>
                    </m:oMath>
                  </a14:m>
                  <a:r>
                    <a:rPr lang="pt-BR" sz="1400">
                      <a:solidFill>
                        <a:srgbClr val="FF0000"/>
                      </a:solidFill>
                    </a:rPr>
                    <a:t>, </a:t>
                  </a:r>
                  <a14:m>
                    <m:oMath xmlns:m="http://schemas.openxmlformats.org/officeDocument/2006/math">
                      <m:r>
                        <a:rPr lang="pt-BR" sz="1400" b="1" i="1" smtClean="0">
                          <a:solidFill>
                            <a:srgbClr val="FF0000"/>
                          </a:solidFill>
                          <a:latin typeface="Cambria Math" panose="02040503050406030204" pitchFamily="18" charset="0"/>
                        </a:rPr>
                        <m:t>𝑱</m:t>
                      </m:r>
                    </m:oMath>
                  </a14:m>
                  <a:r>
                    <a:rPr lang="pt-BR" sz="1400">
                      <a:solidFill>
                        <a:srgbClr val="FF0000"/>
                      </a:solidFill>
                    </a:rPr>
                    <a:t>, </a:t>
                  </a:r>
                  <a14:m>
                    <m:oMath xmlns:m="http://schemas.openxmlformats.org/officeDocument/2006/math">
                      <m:r>
                        <a:rPr lang="pt-BR" sz="1400" b="1" i="0" smtClean="0">
                          <a:solidFill>
                            <a:srgbClr val="FF0000"/>
                          </a:solidFill>
                          <a:latin typeface="Cambria Math" panose="02040503050406030204" pitchFamily="18" charset="0"/>
                        </a:rPr>
                        <m:t>𝐙</m:t>
                      </m:r>
                      <m:d>
                        <m:dPr>
                          <m:ctrlPr>
                            <a:rPr lang="pt-BR" sz="1400" b="1" i="1" smtClean="0">
                              <a:solidFill>
                                <a:srgbClr val="FF0000"/>
                              </a:solidFill>
                              <a:latin typeface="Cambria Math" panose="02040503050406030204" pitchFamily="18" charset="0"/>
                            </a:rPr>
                          </m:ctrlPr>
                        </m:dPr>
                        <m:e>
                          <m:r>
                            <a:rPr lang="pt-BR" sz="1400" b="0" i="1" smtClean="0">
                              <a:solidFill>
                                <a:srgbClr val="FF0000"/>
                              </a:solidFill>
                              <a:latin typeface="Cambria Math" panose="02040503050406030204" pitchFamily="18" charset="0"/>
                            </a:rPr>
                            <m:t>𝜔</m:t>
                          </m:r>
                        </m:e>
                      </m:d>
                      <m:r>
                        <a:rPr lang="pt-BR" sz="1400" b="1" i="1" smtClean="0">
                          <a:solidFill>
                            <a:srgbClr val="FF0000"/>
                          </a:solidFill>
                          <a:latin typeface="Cambria Math" panose="02040503050406030204" pitchFamily="18" charset="0"/>
                        </a:rPr>
                        <m:t>=</m:t>
                      </m:r>
                      <m:r>
                        <a:rPr lang="pt-BR" sz="1400" b="1" i="1" smtClean="0">
                          <a:solidFill>
                            <a:srgbClr val="FF0000"/>
                          </a:solidFill>
                          <a:latin typeface="Cambria Math" panose="02040503050406030204" pitchFamily="18" charset="0"/>
                        </a:rPr>
                        <m:t>𝑹</m:t>
                      </m:r>
                      <m:d>
                        <m:dPr>
                          <m:ctrlPr>
                            <a:rPr lang="pt-BR" sz="1400" b="0" i="1" smtClean="0">
                              <a:solidFill>
                                <a:srgbClr val="FF0000"/>
                              </a:solidFill>
                              <a:latin typeface="Cambria Math" panose="02040503050406030204" pitchFamily="18" charset="0"/>
                            </a:rPr>
                          </m:ctrlPr>
                        </m:dPr>
                        <m:e>
                          <m:r>
                            <a:rPr lang="pt-BR" sz="1400" b="0" i="1" smtClean="0">
                              <a:solidFill>
                                <a:srgbClr val="FF0000"/>
                              </a:solidFill>
                              <a:latin typeface="Cambria Math" panose="02040503050406030204" pitchFamily="18" charset="0"/>
                            </a:rPr>
                            <m:t>𝜔</m:t>
                          </m:r>
                        </m:e>
                      </m:d>
                      <m:r>
                        <a:rPr lang="pt-BR" sz="1400" b="1" i="1" smtClean="0">
                          <a:solidFill>
                            <a:srgbClr val="FF0000"/>
                          </a:solidFill>
                          <a:latin typeface="Cambria Math" panose="02040503050406030204" pitchFamily="18" charset="0"/>
                        </a:rPr>
                        <m:t>+</m:t>
                      </m:r>
                      <m:r>
                        <a:rPr lang="pt-BR" sz="1400" b="0" i="1" smtClean="0">
                          <a:solidFill>
                            <a:srgbClr val="FF0000"/>
                          </a:solidFill>
                          <a:latin typeface="Cambria Math" panose="02040503050406030204" pitchFamily="18" charset="0"/>
                        </a:rPr>
                        <m:t>𝑗</m:t>
                      </m:r>
                      <m:r>
                        <a:rPr lang="pt-BR" sz="1400" b="0" i="1" smtClean="0">
                          <a:solidFill>
                            <a:srgbClr val="FF0000"/>
                          </a:solidFill>
                          <a:latin typeface="Cambria Math" panose="02040503050406030204" pitchFamily="18" charset="0"/>
                        </a:rPr>
                        <m:t>𝜔</m:t>
                      </m:r>
                      <m:r>
                        <a:rPr lang="pt-BR" sz="1400" b="1" i="1" smtClean="0">
                          <a:solidFill>
                            <a:srgbClr val="FF0000"/>
                          </a:solidFill>
                          <a:latin typeface="Cambria Math" panose="02040503050406030204" pitchFamily="18" charset="0"/>
                        </a:rPr>
                        <m:t>𝑳</m:t>
                      </m:r>
                      <m:r>
                        <a:rPr lang="pt-BR" sz="1400" i="1">
                          <a:solidFill>
                            <a:srgbClr val="FF0000"/>
                          </a:solidFill>
                          <a:latin typeface="Cambria Math" panose="02040503050406030204" pitchFamily="18" charset="0"/>
                        </a:rPr>
                        <m:t>(</m:t>
                      </m:r>
                      <m:r>
                        <a:rPr lang="pt-BR" sz="1400" i="1">
                          <a:solidFill>
                            <a:srgbClr val="FF0000"/>
                          </a:solidFill>
                          <a:latin typeface="Cambria Math" panose="02040503050406030204" pitchFamily="18" charset="0"/>
                        </a:rPr>
                        <m:t>𝜔</m:t>
                      </m:r>
                      <m:r>
                        <a:rPr lang="pt-BR" sz="1400" i="1">
                          <a:solidFill>
                            <a:srgbClr val="FF0000"/>
                          </a:solidFill>
                          <a:latin typeface="Cambria Math" panose="02040503050406030204" pitchFamily="18" charset="0"/>
                        </a:rPr>
                        <m:t>)</m:t>
                      </m:r>
                    </m:oMath>
                  </a14:m>
                  <a:endParaRPr lang="pt-BR" sz="1400">
                    <a:solidFill>
                      <a:srgbClr val="FF0000"/>
                    </a:solidFill>
                  </a:endParaRPr>
                </a:p>
              </p:txBody>
            </p:sp>
          </mc:Choice>
          <mc:Fallback xmlns="">
            <p:sp>
              <p:nvSpPr>
                <p:cNvPr id="87" name="CaixaDeTexto 86">
                  <a:extLst>
                    <a:ext uri="{FF2B5EF4-FFF2-40B4-BE49-F238E27FC236}">
                      <a16:creationId xmlns:a16="http://schemas.microsoft.com/office/drawing/2014/main" id="{A894AD91-CD28-1072-65CA-1FAD508ED5C6}"/>
                    </a:ext>
                  </a:extLst>
                </p:cNvPr>
                <p:cNvSpPr txBox="1">
                  <a:spLocks noRot="1" noChangeAspect="1" noMove="1" noResize="1" noEditPoints="1" noAdjustHandles="1" noChangeArrowheads="1" noChangeShapeType="1" noTextEdit="1"/>
                </p:cNvSpPr>
                <p:nvPr/>
              </p:nvSpPr>
              <p:spPr>
                <a:xfrm>
                  <a:off x="8056729" y="4097493"/>
                  <a:ext cx="2371748" cy="706540"/>
                </a:xfrm>
                <a:prstGeom prst="rect">
                  <a:avLst/>
                </a:prstGeom>
                <a:blipFill>
                  <a:blip r:embed="rId4"/>
                  <a:stretch>
                    <a:fillRect b="-2586"/>
                  </a:stretch>
                </a:blipFill>
              </p:spPr>
              <p:txBody>
                <a:bodyPr/>
                <a:lstStyle/>
                <a:p>
                  <a:r>
                    <a:rPr lang="pt-BR">
                      <a:noFill/>
                    </a:rPr>
                    <a:t> </a:t>
                  </a:r>
                </a:p>
              </p:txBody>
            </p:sp>
          </mc:Fallback>
        </mc:AlternateContent>
      </p:grpSp>
      <p:grpSp>
        <p:nvGrpSpPr>
          <p:cNvPr id="111" name="Agrupar 110">
            <a:extLst>
              <a:ext uri="{FF2B5EF4-FFF2-40B4-BE49-F238E27FC236}">
                <a16:creationId xmlns:a16="http://schemas.microsoft.com/office/drawing/2014/main" id="{E4E2CA2E-3CDC-4157-CB11-9F1ACB364375}"/>
              </a:ext>
            </a:extLst>
          </p:cNvPr>
          <p:cNvGrpSpPr/>
          <p:nvPr/>
        </p:nvGrpSpPr>
        <p:grpSpPr>
          <a:xfrm>
            <a:off x="1127448" y="1388624"/>
            <a:ext cx="4873402" cy="4751067"/>
            <a:chOff x="275349" y="1388624"/>
            <a:chExt cx="4873402" cy="4751067"/>
          </a:xfrm>
        </p:grpSpPr>
        <p:sp>
          <p:nvSpPr>
            <p:cNvPr id="34" name="Fluxograma: Processo 33">
              <a:extLst>
                <a:ext uri="{FF2B5EF4-FFF2-40B4-BE49-F238E27FC236}">
                  <a16:creationId xmlns:a16="http://schemas.microsoft.com/office/drawing/2014/main" id="{91DAB5D4-1CDA-34CB-C9F5-6C3A0B489D10}"/>
                </a:ext>
              </a:extLst>
            </p:cNvPr>
            <p:cNvSpPr/>
            <p:nvPr/>
          </p:nvSpPr>
          <p:spPr>
            <a:xfrm>
              <a:off x="1341074" y="4970451"/>
              <a:ext cx="789171" cy="400111"/>
            </a:xfrm>
            <a:prstGeom prst="flowChartProcess">
              <a:avLst/>
            </a:prstGeom>
            <a:noFill/>
            <a:ln w="9525" cap="flat" cmpd="sng" algn="ctr">
              <a:solidFill>
                <a:srgbClr val="00B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pt-BR" sz="1200" b="0">
                  <a:solidFill>
                    <a:schemeClr val="tx1"/>
                  </a:solidFill>
                </a:rPr>
                <a:t>MoM</a:t>
              </a:r>
              <a:endParaRPr lang="pt-BR" sz="1200">
                <a:solidFill>
                  <a:schemeClr val="tx1"/>
                </a:solidFill>
              </a:endParaRPr>
            </a:p>
          </p:txBody>
        </p:sp>
        <p:sp>
          <p:nvSpPr>
            <p:cNvPr id="53" name="Fluxograma: Processo Predefinido 52">
              <a:extLst>
                <a:ext uri="{FF2B5EF4-FFF2-40B4-BE49-F238E27FC236}">
                  <a16:creationId xmlns:a16="http://schemas.microsoft.com/office/drawing/2014/main" id="{A21F8065-6A42-6FC6-1701-E4D003ADC596}"/>
                </a:ext>
              </a:extLst>
            </p:cNvPr>
            <p:cNvSpPr/>
            <p:nvPr/>
          </p:nvSpPr>
          <p:spPr>
            <a:xfrm>
              <a:off x="2262300" y="2106626"/>
              <a:ext cx="1492184" cy="627769"/>
            </a:xfrm>
            <a:prstGeom prst="flowChartPredefinedProcess">
              <a:avLst/>
            </a:prstGeom>
            <a:noFill/>
            <a:ln w="9525" cap="flat" cmpd="sng" algn="ctr">
              <a:solidFill>
                <a:srgbClr val="00B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en-US" sz="1200">
                  <a:solidFill>
                    <a:schemeClr val="tx1"/>
                  </a:solidFill>
                </a:rPr>
                <a:t>Telegrapher’s equation</a:t>
              </a:r>
              <a:endParaRPr lang="pt-BR" sz="1200">
                <a:solidFill>
                  <a:schemeClr val="tx1"/>
                </a:solidFill>
              </a:endParaRPr>
            </a:p>
          </p:txBody>
        </p:sp>
        <p:cxnSp>
          <p:nvCxnSpPr>
            <p:cNvPr id="55" name="Conector: Angulado 54">
              <a:extLst>
                <a:ext uri="{FF2B5EF4-FFF2-40B4-BE49-F238E27FC236}">
                  <a16:creationId xmlns:a16="http://schemas.microsoft.com/office/drawing/2014/main" id="{18AAC834-BCF2-7C41-C188-60A953C05B04}"/>
                </a:ext>
              </a:extLst>
            </p:cNvPr>
            <p:cNvCxnSpPr>
              <a:cxnSpLocks/>
              <a:stCxn id="18" idx="1"/>
              <a:endCxn id="53" idx="0"/>
            </p:cNvCxnSpPr>
            <p:nvPr/>
          </p:nvCxnSpPr>
          <p:spPr>
            <a:xfrm rot="10800000" flipV="1">
              <a:off x="3008392" y="1388624"/>
              <a:ext cx="2140358" cy="718001"/>
            </a:xfrm>
            <a:prstGeom prst="bentConnector2">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68" name="Conector de Seta Reta 67">
              <a:extLst>
                <a:ext uri="{FF2B5EF4-FFF2-40B4-BE49-F238E27FC236}">
                  <a16:creationId xmlns:a16="http://schemas.microsoft.com/office/drawing/2014/main" id="{66155D89-1231-F95E-C9C7-EED74D0D1A34}"/>
                </a:ext>
              </a:extLst>
            </p:cNvPr>
            <p:cNvCxnSpPr>
              <a:cxnSpLocks/>
              <a:stCxn id="53" idx="2"/>
              <a:endCxn id="72" idx="0"/>
            </p:cNvCxnSpPr>
            <p:nvPr/>
          </p:nvCxnSpPr>
          <p:spPr>
            <a:xfrm>
              <a:off x="3008392" y="2734395"/>
              <a:ext cx="1256" cy="511106"/>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2" name="Fluxograma: Processo 71">
                  <a:extLst>
                    <a:ext uri="{FF2B5EF4-FFF2-40B4-BE49-F238E27FC236}">
                      <a16:creationId xmlns:a16="http://schemas.microsoft.com/office/drawing/2014/main" id="{848CDCD1-D423-7485-E511-7F57E262827D}"/>
                    </a:ext>
                  </a:extLst>
                </p:cNvPr>
                <p:cNvSpPr/>
                <p:nvPr/>
              </p:nvSpPr>
              <p:spPr>
                <a:xfrm>
                  <a:off x="2263556" y="3245501"/>
                  <a:ext cx="1492184" cy="612648"/>
                </a:xfrm>
                <a:prstGeom prst="flowChartProcess">
                  <a:avLst/>
                </a:prstGeom>
                <a:noFill/>
                <a:ln w="9525" cap="flat" cmpd="sng" algn="ctr">
                  <a:solidFill>
                    <a:srgbClr val="00B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pt-BR" sz="1200">
                      <a:solidFill>
                        <a:schemeClr val="tx1"/>
                      </a:solidFill>
                    </a:rPr>
                    <a:t>p.u.l. Impedance</a:t>
                  </a:r>
                </a:p>
                <a:p>
                  <a:pPr algn="ctr"/>
                  <a14:m>
                    <m:oMathPara xmlns:m="http://schemas.openxmlformats.org/officeDocument/2006/math">
                      <m:oMathParaPr>
                        <m:jc m:val="centerGroup"/>
                      </m:oMathParaPr>
                      <m:oMath xmlns:m="http://schemas.openxmlformats.org/officeDocument/2006/math">
                        <m:r>
                          <a:rPr lang="pt-BR" sz="1200" b="1" i="1" kern="1200" smtClean="0">
                            <a:solidFill>
                              <a:srgbClr val="000000"/>
                            </a:solidFill>
                            <a:effectLst/>
                            <a:latin typeface="Cambria Math" panose="02040503050406030204" pitchFamily="18" charset="0"/>
                            <a:ea typeface="+mn-ea"/>
                            <a:cs typeface="+mn-cs"/>
                          </a:rPr>
                          <m:t>𝑹</m:t>
                        </m:r>
                        <m:d>
                          <m:dPr>
                            <m:ctrlPr>
                              <a:rPr lang="pt-BR" sz="1200" b="0" i="1" kern="1200">
                                <a:solidFill>
                                  <a:srgbClr val="000000"/>
                                </a:solidFill>
                                <a:effectLst/>
                                <a:latin typeface="Cambria Math" panose="02040503050406030204" pitchFamily="18" charset="0"/>
                                <a:ea typeface="+mn-ea"/>
                                <a:cs typeface="+mn-cs"/>
                              </a:rPr>
                            </m:ctrlPr>
                          </m:dPr>
                          <m:e>
                            <m:r>
                              <a:rPr lang="pt-BR" sz="1200" b="0" i="1" kern="1200">
                                <a:solidFill>
                                  <a:srgbClr val="000000"/>
                                </a:solidFill>
                                <a:effectLst/>
                                <a:latin typeface="Cambria Math" panose="02040503050406030204" pitchFamily="18" charset="0"/>
                                <a:ea typeface="+mn-ea"/>
                                <a:cs typeface="+mn-cs"/>
                              </a:rPr>
                              <m:t>𝜔</m:t>
                            </m:r>
                          </m:e>
                        </m:d>
                        <m:r>
                          <a:rPr lang="pt-BR" sz="1200" b="0" i="1" kern="1200">
                            <a:solidFill>
                              <a:srgbClr val="000000"/>
                            </a:solidFill>
                            <a:effectLst/>
                            <a:latin typeface="Cambria Math" panose="02040503050406030204" pitchFamily="18" charset="0"/>
                            <a:ea typeface="+mn-ea"/>
                            <a:cs typeface="+mn-cs"/>
                          </a:rPr>
                          <m:t> +</m:t>
                        </m:r>
                        <m:r>
                          <a:rPr lang="pt-BR" sz="1200" b="0" i="1" kern="1200">
                            <a:solidFill>
                              <a:srgbClr val="000000"/>
                            </a:solidFill>
                            <a:effectLst/>
                            <a:latin typeface="Cambria Math" panose="02040503050406030204" pitchFamily="18" charset="0"/>
                            <a:ea typeface="+mn-ea"/>
                            <a:cs typeface="+mn-cs"/>
                          </a:rPr>
                          <m:t>𝑗</m:t>
                        </m:r>
                        <m:r>
                          <a:rPr lang="pt-BR" sz="1200" b="0" i="1" kern="1200">
                            <a:solidFill>
                              <a:srgbClr val="000000"/>
                            </a:solidFill>
                            <a:effectLst/>
                            <a:latin typeface="Cambria Math" panose="02040503050406030204" pitchFamily="18" charset="0"/>
                            <a:ea typeface="+mn-ea"/>
                            <a:cs typeface="+mn-cs"/>
                          </a:rPr>
                          <m:t>𝜔</m:t>
                        </m:r>
                        <m:r>
                          <a:rPr lang="pt-BR" sz="1200" b="1" i="1" kern="1200">
                            <a:solidFill>
                              <a:srgbClr val="000000"/>
                            </a:solidFill>
                            <a:effectLst/>
                            <a:latin typeface="Cambria Math" panose="02040503050406030204" pitchFamily="18" charset="0"/>
                            <a:ea typeface="+mn-ea"/>
                            <a:cs typeface="+mn-cs"/>
                          </a:rPr>
                          <m:t>𝑳</m:t>
                        </m:r>
                        <m:d>
                          <m:dPr>
                            <m:ctrlPr>
                              <a:rPr lang="pt-BR" sz="1200" b="1" i="1" kern="1200">
                                <a:solidFill>
                                  <a:srgbClr val="000000"/>
                                </a:solidFill>
                                <a:effectLst/>
                                <a:latin typeface="Cambria Math" panose="02040503050406030204" pitchFamily="18" charset="0"/>
                                <a:ea typeface="+mn-ea"/>
                                <a:cs typeface="+mn-cs"/>
                              </a:rPr>
                            </m:ctrlPr>
                          </m:dPr>
                          <m:e>
                            <m:r>
                              <a:rPr lang="pt-BR" sz="1200" i="1" kern="1200">
                                <a:solidFill>
                                  <a:srgbClr val="000000"/>
                                </a:solidFill>
                                <a:effectLst/>
                                <a:latin typeface="Cambria Math" panose="02040503050406030204" pitchFamily="18" charset="0"/>
                                <a:ea typeface="+mn-ea"/>
                                <a:cs typeface="+mn-cs"/>
                              </a:rPr>
                              <m:t>𝜔</m:t>
                            </m:r>
                          </m:e>
                        </m:d>
                      </m:oMath>
                    </m:oMathPara>
                  </a14:m>
                  <a:endParaRPr lang="pt-BR" sz="1000">
                    <a:solidFill>
                      <a:schemeClr val="tx1"/>
                    </a:solidFill>
                  </a:endParaRPr>
                </a:p>
              </p:txBody>
            </p:sp>
          </mc:Choice>
          <mc:Fallback xmlns="">
            <p:sp>
              <p:nvSpPr>
                <p:cNvPr id="72" name="Fluxograma: Processo 71">
                  <a:extLst>
                    <a:ext uri="{FF2B5EF4-FFF2-40B4-BE49-F238E27FC236}">
                      <a16:creationId xmlns:a16="http://schemas.microsoft.com/office/drawing/2014/main" id="{848CDCD1-D423-7485-E511-7F57E262827D}"/>
                    </a:ext>
                  </a:extLst>
                </p:cNvPr>
                <p:cNvSpPr>
                  <a:spLocks noRot="1" noChangeAspect="1" noMove="1" noResize="1" noEditPoints="1" noAdjustHandles="1" noChangeArrowheads="1" noChangeShapeType="1" noTextEdit="1"/>
                </p:cNvSpPr>
                <p:nvPr/>
              </p:nvSpPr>
              <p:spPr>
                <a:xfrm>
                  <a:off x="2263556" y="3245501"/>
                  <a:ext cx="1492184" cy="612648"/>
                </a:xfrm>
                <a:prstGeom prst="flowChartProcess">
                  <a:avLst/>
                </a:prstGeom>
                <a:blipFill>
                  <a:blip r:embed="rId5"/>
                  <a:stretch>
                    <a:fillRect/>
                  </a:stretch>
                </a:blipFill>
                <a:ln w="9525" cap="flat" cmpd="sng" algn="ctr">
                  <a:solidFill>
                    <a:srgbClr val="00B050"/>
                  </a:solidFill>
                  <a:prstDash val="solid"/>
                  <a:round/>
                  <a:headEnd type="none" w="med" len="med"/>
                  <a:tailEnd type="none" w="med" len="med"/>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9" name="Fluxograma: Processo Predefinido 118">
                  <a:extLst>
                    <a:ext uri="{FF2B5EF4-FFF2-40B4-BE49-F238E27FC236}">
                      <a16:creationId xmlns:a16="http://schemas.microsoft.com/office/drawing/2014/main" id="{70DA2BCC-488D-68AE-EE2F-3C1CDBFB5230}"/>
                    </a:ext>
                  </a:extLst>
                </p:cNvPr>
                <p:cNvSpPr/>
                <p:nvPr/>
              </p:nvSpPr>
              <p:spPr>
                <a:xfrm>
                  <a:off x="286752" y="2106625"/>
                  <a:ext cx="839055" cy="627769"/>
                </a:xfrm>
                <a:prstGeom prst="flowChartPredefinedProcess">
                  <a:avLst/>
                </a:prstGeom>
                <a:noFill/>
                <a:ln w="9525" cap="flat" cmpd="sng" algn="ctr">
                  <a:solidFill>
                    <a:srgbClr val="00B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14:m>
                    <m:oMathPara xmlns:m="http://schemas.openxmlformats.org/officeDocument/2006/math">
                      <m:oMathParaPr>
                        <m:jc m:val="centerGroup"/>
                      </m:oMathParaPr>
                      <m:oMath xmlns:m="http://schemas.openxmlformats.org/officeDocument/2006/math">
                        <m:r>
                          <a:rPr lang="pt-BR" sz="1600" i="1" smtClean="0">
                            <a:solidFill>
                              <a:schemeClr val="tx1"/>
                            </a:solidFill>
                            <a:latin typeface="Cambria Math" panose="02040503050406030204" pitchFamily="18" charset="0"/>
                            <a:ea typeface="Cambria Math" panose="02040503050406030204" pitchFamily="18" charset="0"/>
                          </a:rPr>
                          <m:t>𝔾</m:t>
                        </m:r>
                        <m:r>
                          <a:rPr lang="pt-BR" sz="1600" b="0" i="1" smtClean="0">
                            <a:solidFill>
                              <a:schemeClr val="tx1"/>
                            </a:solidFill>
                            <a:latin typeface="Cambria Math" panose="02040503050406030204" pitchFamily="18" charset="0"/>
                            <a:ea typeface="Cambria Math" panose="02040503050406030204" pitchFamily="18" charset="0"/>
                          </a:rPr>
                          <m:t>, </m:t>
                        </m:r>
                        <m:r>
                          <a:rPr lang="pt-BR" sz="1600" b="0" i="1" smtClean="0">
                            <a:solidFill>
                              <a:schemeClr val="tx1"/>
                            </a:solidFill>
                            <a:latin typeface="Cambria Math" panose="02040503050406030204" pitchFamily="18" charset="0"/>
                            <a:ea typeface="Cambria Math" panose="02040503050406030204" pitchFamily="18" charset="0"/>
                          </a:rPr>
                          <m:t>𝕌</m:t>
                        </m:r>
                      </m:oMath>
                    </m:oMathPara>
                  </a14:m>
                  <a:endParaRPr lang="pt-BR" sz="1200"/>
                </a:p>
              </p:txBody>
            </p:sp>
          </mc:Choice>
          <mc:Fallback xmlns="">
            <p:sp>
              <p:nvSpPr>
                <p:cNvPr id="119" name="Fluxograma: Processo Predefinido 118">
                  <a:extLst>
                    <a:ext uri="{FF2B5EF4-FFF2-40B4-BE49-F238E27FC236}">
                      <a16:creationId xmlns:a16="http://schemas.microsoft.com/office/drawing/2014/main" id="{70DA2BCC-488D-68AE-EE2F-3C1CDBFB5230}"/>
                    </a:ext>
                  </a:extLst>
                </p:cNvPr>
                <p:cNvSpPr>
                  <a:spLocks noRot="1" noChangeAspect="1" noMove="1" noResize="1" noEditPoints="1" noAdjustHandles="1" noChangeArrowheads="1" noChangeShapeType="1" noTextEdit="1"/>
                </p:cNvSpPr>
                <p:nvPr/>
              </p:nvSpPr>
              <p:spPr>
                <a:xfrm>
                  <a:off x="286752" y="2106625"/>
                  <a:ext cx="839055" cy="627769"/>
                </a:xfrm>
                <a:prstGeom prst="flowChartPredefinedProcess">
                  <a:avLst/>
                </a:prstGeom>
                <a:blipFill>
                  <a:blip r:embed="rId6"/>
                  <a:stretch>
                    <a:fillRect/>
                  </a:stretch>
                </a:blipFill>
                <a:ln w="9525" cap="flat" cmpd="sng" algn="ctr">
                  <a:solidFill>
                    <a:srgbClr val="00B050"/>
                  </a:solidFill>
                  <a:prstDash val="solid"/>
                  <a:round/>
                  <a:headEnd type="none" w="med" len="med"/>
                  <a:tailEnd type="none" w="med" len="med"/>
                </a:ln>
              </p:spPr>
              <p:txBody>
                <a:bodyPr/>
                <a:lstStyle/>
                <a:p>
                  <a:r>
                    <a:rPr lang="pt-BR">
                      <a:noFill/>
                    </a:rPr>
                    <a:t> </a:t>
                  </a:r>
                </a:p>
              </p:txBody>
            </p:sp>
          </mc:Fallback>
        </mc:AlternateContent>
        <p:cxnSp>
          <p:nvCxnSpPr>
            <p:cNvPr id="121" name="Conector: Angulado 120">
              <a:extLst>
                <a:ext uri="{FF2B5EF4-FFF2-40B4-BE49-F238E27FC236}">
                  <a16:creationId xmlns:a16="http://schemas.microsoft.com/office/drawing/2014/main" id="{B0F40FC3-18FB-4474-40EE-ED69E3A7FD2C}"/>
                </a:ext>
              </a:extLst>
            </p:cNvPr>
            <p:cNvCxnSpPr>
              <a:cxnSpLocks/>
              <a:stCxn id="18" idx="1"/>
              <a:endCxn id="119" idx="0"/>
            </p:cNvCxnSpPr>
            <p:nvPr/>
          </p:nvCxnSpPr>
          <p:spPr>
            <a:xfrm rot="10800000" flipV="1">
              <a:off x="706280" y="1388625"/>
              <a:ext cx="4442470" cy="718000"/>
            </a:xfrm>
            <a:prstGeom prst="bentConnector2">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123" name="Fluxograma: Conector 122">
              <a:extLst>
                <a:ext uri="{FF2B5EF4-FFF2-40B4-BE49-F238E27FC236}">
                  <a16:creationId xmlns:a16="http://schemas.microsoft.com/office/drawing/2014/main" id="{A10D267D-BFAE-24C9-601F-3B7E23AAFEF2}"/>
                </a:ext>
              </a:extLst>
            </p:cNvPr>
            <p:cNvSpPr/>
            <p:nvPr/>
          </p:nvSpPr>
          <p:spPr>
            <a:xfrm>
              <a:off x="1601156" y="4205522"/>
              <a:ext cx="274320" cy="274320"/>
            </a:xfrm>
            <a:prstGeom prst="flowChartConnector">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200"/>
            </a:p>
          </p:txBody>
        </p:sp>
        <p:cxnSp>
          <p:nvCxnSpPr>
            <p:cNvPr id="126" name="Conector: Angulado 125">
              <a:extLst>
                <a:ext uri="{FF2B5EF4-FFF2-40B4-BE49-F238E27FC236}">
                  <a16:creationId xmlns:a16="http://schemas.microsoft.com/office/drawing/2014/main" id="{103FC956-3232-A25B-9648-9C11680A3D72}"/>
                </a:ext>
              </a:extLst>
            </p:cNvPr>
            <p:cNvCxnSpPr>
              <a:cxnSpLocks/>
              <a:stCxn id="119" idx="2"/>
              <a:endCxn id="123" idx="2"/>
            </p:cNvCxnSpPr>
            <p:nvPr/>
          </p:nvCxnSpPr>
          <p:spPr>
            <a:xfrm rot="16200000" flipH="1">
              <a:off x="349574" y="3091100"/>
              <a:ext cx="1608288" cy="894876"/>
            </a:xfrm>
            <a:prstGeom prst="bentConnector2">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38" name="Fluxograma: Processo Predefinido 37">
              <a:extLst>
                <a:ext uri="{FF2B5EF4-FFF2-40B4-BE49-F238E27FC236}">
                  <a16:creationId xmlns:a16="http://schemas.microsoft.com/office/drawing/2014/main" id="{3D995C56-D5D5-8A47-E9A8-BC59D38B5835}"/>
                </a:ext>
              </a:extLst>
            </p:cNvPr>
            <p:cNvSpPr/>
            <p:nvPr/>
          </p:nvSpPr>
          <p:spPr>
            <a:xfrm>
              <a:off x="1341074" y="2106625"/>
              <a:ext cx="794485" cy="627769"/>
            </a:xfrm>
            <a:prstGeom prst="flowChartPredefinedProcess">
              <a:avLst/>
            </a:prstGeom>
            <a:noFill/>
            <a:ln w="9525" cap="flat" cmpd="sng" algn="ctr">
              <a:solidFill>
                <a:srgbClr val="00B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en-US" sz="1200">
                  <a:solidFill>
                    <a:schemeClr val="tx1"/>
                  </a:solidFill>
                </a:rPr>
                <a:t>EFIE</a:t>
              </a:r>
              <a:endParaRPr lang="pt-BR" sz="1200">
                <a:solidFill>
                  <a:schemeClr val="tx1"/>
                </a:solidFill>
              </a:endParaRPr>
            </a:p>
          </p:txBody>
        </p:sp>
        <p:cxnSp>
          <p:nvCxnSpPr>
            <p:cNvPr id="48" name="Conector: Angulado 47">
              <a:extLst>
                <a:ext uri="{FF2B5EF4-FFF2-40B4-BE49-F238E27FC236}">
                  <a16:creationId xmlns:a16="http://schemas.microsoft.com/office/drawing/2014/main" id="{C27C2CBC-9CEE-A7BB-536D-C90DD8897A80}"/>
                </a:ext>
              </a:extLst>
            </p:cNvPr>
            <p:cNvCxnSpPr>
              <a:cxnSpLocks/>
              <a:stCxn id="18" idx="1"/>
              <a:endCxn id="38" idx="0"/>
            </p:cNvCxnSpPr>
            <p:nvPr/>
          </p:nvCxnSpPr>
          <p:spPr>
            <a:xfrm rot="10800000" flipV="1">
              <a:off x="1738318" y="1388625"/>
              <a:ext cx="3410433" cy="718000"/>
            </a:xfrm>
            <a:prstGeom prst="bentConnector2">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60" name="Conector de Seta Reta 59">
              <a:extLst>
                <a:ext uri="{FF2B5EF4-FFF2-40B4-BE49-F238E27FC236}">
                  <a16:creationId xmlns:a16="http://schemas.microsoft.com/office/drawing/2014/main" id="{49C27D6B-C511-F881-48A5-76AFC988DFB7}"/>
                </a:ext>
              </a:extLst>
            </p:cNvPr>
            <p:cNvCxnSpPr>
              <a:cxnSpLocks/>
              <a:stCxn id="38" idx="2"/>
              <a:endCxn id="123" idx="0"/>
            </p:cNvCxnSpPr>
            <p:nvPr/>
          </p:nvCxnSpPr>
          <p:spPr>
            <a:xfrm flipH="1">
              <a:off x="1738316" y="2734394"/>
              <a:ext cx="1" cy="1471128"/>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69" name="Conector: Angulado 68">
              <a:extLst>
                <a:ext uri="{FF2B5EF4-FFF2-40B4-BE49-F238E27FC236}">
                  <a16:creationId xmlns:a16="http://schemas.microsoft.com/office/drawing/2014/main" id="{65B9735C-8345-98F7-C973-3695A2076C02}"/>
                </a:ext>
              </a:extLst>
            </p:cNvPr>
            <p:cNvCxnSpPr>
              <a:cxnSpLocks/>
              <a:stCxn id="72" idx="2"/>
              <a:endCxn id="123" idx="6"/>
            </p:cNvCxnSpPr>
            <p:nvPr/>
          </p:nvCxnSpPr>
          <p:spPr>
            <a:xfrm rot="5400000">
              <a:off x="2200296" y="3533329"/>
              <a:ext cx="484533" cy="1134172"/>
            </a:xfrm>
            <a:prstGeom prst="bentConnector2">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73" name="Conector de Seta Reta 72">
              <a:extLst>
                <a:ext uri="{FF2B5EF4-FFF2-40B4-BE49-F238E27FC236}">
                  <a16:creationId xmlns:a16="http://schemas.microsoft.com/office/drawing/2014/main" id="{D7C05529-F035-DAFF-46A1-DD152C091293}"/>
                </a:ext>
              </a:extLst>
            </p:cNvPr>
            <p:cNvCxnSpPr>
              <a:stCxn id="123" idx="4"/>
              <a:endCxn id="34" idx="0"/>
            </p:cNvCxnSpPr>
            <p:nvPr/>
          </p:nvCxnSpPr>
          <p:spPr>
            <a:xfrm flipH="1">
              <a:off x="1735660" y="4479842"/>
              <a:ext cx="2656" cy="490609"/>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75" name="Conector de Seta Reta 74">
              <a:extLst>
                <a:ext uri="{FF2B5EF4-FFF2-40B4-BE49-F238E27FC236}">
                  <a16:creationId xmlns:a16="http://schemas.microsoft.com/office/drawing/2014/main" id="{8297A437-EF5F-2D8C-5C83-49A62B9D20A4}"/>
                </a:ext>
              </a:extLst>
            </p:cNvPr>
            <p:cNvCxnSpPr>
              <a:cxnSpLocks/>
              <a:stCxn id="34" idx="2"/>
              <a:endCxn id="36" idx="0"/>
            </p:cNvCxnSpPr>
            <p:nvPr/>
          </p:nvCxnSpPr>
          <p:spPr>
            <a:xfrm flipH="1">
              <a:off x="1735659" y="5370562"/>
              <a:ext cx="1" cy="391687"/>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36" name="Fluxograma: Terminação 35">
              <a:extLst>
                <a:ext uri="{FF2B5EF4-FFF2-40B4-BE49-F238E27FC236}">
                  <a16:creationId xmlns:a16="http://schemas.microsoft.com/office/drawing/2014/main" id="{E28D8F21-0999-054A-2FF4-502FD287F60E}"/>
                </a:ext>
              </a:extLst>
            </p:cNvPr>
            <p:cNvSpPr/>
            <p:nvPr/>
          </p:nvSpPr>
          <p:spPr>
            <a:xfrm>
              <a:off x="276847" y="5762249"/>
              <a:ext cx="2917623" cy="377442"/>
            </a:xfrm>
            <a:prstGeom prst="flowChartTerminator">
              <a:avLst/>
            </a:prstGeom>
            <a:noFill/>
            <a:ln w="127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200">
                <a:solidFill>
                  <a:schemeClr val="tx1"/>
                </a:solidFill>
              </a:endParaRPr>
            </a:p>
          </p:txBody>
        </p:sp>
        <mc:AlternateContent xmlns:mc="http://schemas.openxmlformats.org/markup-compatibility/2006" xmlns:a14="http://schemas.microsoft.com/office/drawing/2010/main">
          <mc:Choice Requires="a14">
            <p:sp>
              <p:nvSpPr>
                <p:cNvPr id="90" name="CaixaDeTexto 89">
                  <a:extLst>
                    <a:ext uri="{FF2B5EF4-FFF2-40B4-BE49-F238E27FC236}">
                      <a16:creationId xmlns:a16="http://schemas.microsoft.com/office/drawing/2014/main" id="{770792B0-D57E-D4BB-C7B1-141A1EF4FDC9}"/>
                    </a:ext>
                  </a:extLst>
                </p:cNvPr>
                <p:cNvSpPr txBox="1"/>
                <p:nvPr/>
              </p:nvSpPr>
              <p:spPr>
                <a:xfrm>
                  <a:off x="275349" y="5813810"/>
                  <a:ext cx="2920618" cy="307777"/>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sz="1400" b="1" i="1" smtClean="0">
                            <a:latin typeface="Cambria Math" panose="02040503050406030204" pitchFamily="18" charset="0"/>
                          </a:rPr>
                          <m:t>𝑬</m:t>
                        </m:r>
                        <m:r>
                          <a:rPr lang="pt-BR" sz="1400">
                            <a:latin typeface="Cambria Math" panose="02040503050406030204" pitchFamily="18" charset="0"/>
                          </a:rPr>
                          <m:t>=</m:t>
                        </m:r>
                        <m:r>
                          <a:rPr lang="pt-BR" sz="1400" b="0" i="1" smtClean="0">
                            <a:latin typeface="Cambria Math" panose="02040503050406030204" pitchFamily="18" charset="0"/>
                          </a:rPr>
                          <m:t>𝑗</m:t>
                        </m:r>
                        <m:r>
                          <a:rPr lang="pt-BR" sz="1400" b="0" i="1" smtClean="0">
                            <a:latin typeface="Cambria Math" panose="02040503050406030204" pitchFamily="18" charset="0"/>
                          </a:rPr>
                          <m:t>𝜔</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𝜇</m:t>
                            </m:r>
                          </m:e>
                          <m:sub>
                            <m:r>
                              <a:rPr lang="pt-BR" sz="1400" b="0" i="1" smtClean="0">
                                <a:latin typeface="Cambria Math" panose="02040503050406030204" pitchFamily="18" charset="0"/>
                              </a:rPr>
                              <m:t>0</m:t>
                            </m:r>
                          </m:sub>
                        </m:sSub>
                        <m:r>
                          <a:rPr lang="pt-BR" sz="1400" b="0" i="1">
                            <a:latin typeface="Cambria Math" panose="02040503050406030204" pitchFamily="18" charset="0"/>
                            <a:ea typeface="Cambria Math" panose="02040503050406030204" pitchFamily="18" charset="0"/>
                          </a:rPr>
                          <m:t>𝔾</m:t>
                        </m:r>
                        <m:r>
                          <a:rPr lang="pt-BR" sz="1400" b="1" i="1" smtClean="0">
                            <a:latin typeface="Cambria Math" panose="02040503050406030204" pitchFamily="18" charset="0"/>
                          </a:rPr>
                          <m:t>𝑱</m:t>
                        </m:r>
                        <m:r>
                          <a:rPr lang="pt-BR" sz="1400" b="1" i="1" smtClean="0">
                            <a:latin typeface="Cambria Math" panose="02040503050406030204" pitchFamily="18" charset="0"/>
                          </a:rPr>
                          <m:t>+</m:t>
                        </m:r>
                        <m:r>
                          <a:rPr lang="pt-BR" sz="1400" b="1" i="1" smtClean="0">
                            <a:latin typeface="Cambria Math" panose="02040503050406030204" pitchFamily="18" charset="0"/>
                            <a:ea typeface="Cambria Math" panose="02040503050406030204" pitchFamily="18" charset="0"/>
                          </a:rPr>
                          <m:t>𝕌</m:t>
                        </m:r>
                        <m:d>
                          <m:dPr>
                            <m:begChr m:val="["/>
                            <m:endChr m:val="]"/>
                            <m:ctrlPr>
                              <a:rPr lang="pt-BR" sz="1400" b="1" i="1" smtClean="0">
                                <a:latin typeface="Cambria Math" panose="02040503050406030204" pitchFamily="18" charset="0"/>
                              </a:rPr>
                            </m:ctrlPr>
                          </m:dPr>
                          <m:e>
                            <m:r>
                              <a:rPr lang="pt-BR" sz="1400" b="1" i="1" smtClean="0">
                                <a:latin typeface="Cambria Math" panose="02040503050406030204" pitchFamily="18" charset="0"/>
                              </a:rPr>
                              <m:t>𝑹</m:t>
                            </m:r>
                            <m:d>
                              <m:dPr>
                                <m:ctrlPr>
                                  <a:rPr lang="pt-BR" sz="1400" b="0" i="1" smtClean="0">
                                    <a:latin typeface="Cambria Math" panose="02040503050406030204" pitchFamily="18" charset="0"/>
                                  </a:rPr>
                                </m:ctrlPr>
                              </m:dPr>
                              <m:e>
                                <m:r>
                                  <a:rPr lang="pt-BR" sz="1400" b="0" i="1" smtClean="0">
                                    <a:latin typeface="Cambria Math" panose="02040503050406030204" pitchFamily="18" charset="0"/>
                                  </a:rPr>
                                  <m:t>𝜔</m:t>
                                </m:r>
                              </m:e>
                            </m:d>
                            <m:r>
                              <a:rPr lang="pt-BR" sz="1400" b="0" i="1" smtClean="0">
                                <a:latin typeface="Cambria Math" panose="02040503050406030204" pitchFamily="18" charset="0"/>
                              </a:rPr>
                              <m:t> +</m:t>
                            </m:r>
                            <m:r>
                              <a:rPr lang="pt-BR" sz="1400" b="0" i="1" smtClean="0">
                                <a:latin typeface="Cambria Math" panose="02040503050406030204" pitchFamily="18" charset="0"/>
                              </a:rPr>
                              <m:t>𝑗</m:t>
                            </m:r>
                            <m:r>
                              <a:rPr lang="pt-BR" sz="1400" b="0" i="1" smtClean="0">
                                <a:latin typeface="Cambria Math" panose="02040503050406030204" pitchFamily="18" charset="0"/>
                              </a:rPr>
                              <m:t>𝜔</m:t>
                            </m:r>
                            <m:r>
                              <a:rPr lang="pt-BR" sz="1400" b="1" i="1" smtClean="0">
                                <a:latin typeface="Cambria Math" panose="02040503050406030204" pitchFamily="18" charset="0"/>
                              </a:rPr>
                              <m:t>𝑳</m:t>
                            </m:r>
                            <m:d>
                              <m:dPr>
                                <m:ctrlPr>
                                  <a:rPr lang="pt-BR" sz="1400" b="1" i="1" smtClean="0">
                                    <a:latin typeface="Cambria Math" panose="02040503050406030204" pitchFamily="18" charset="0"/>
                                  </a:rPr>
                                </m:ctrlPr>
                              </m:dPr>
                              <m:e>
                                <m:r>
                                  <a:rPr lang="pt-BR" sz="1400" i="1">
                                    <a:latin typeface="Cambria Math" panose="02040503050406030204" pitchFamily="18" charset="0"/>
                                  </a:rPr>
                                  <m:t>𝜔</m:t>
                                </m:r>
                              </m:e>
                            </m:d>
                          </m:e>
                        </m:d>
                        <m:r>
                          <a:rPr lang="pt-BR" sz="1400" b="1" i="1" smtClean="0">
                            <a:latin typeface="Cambria Math" panose="02040503050406030204" pitchFamily="18" charset="0"/>
                          </a:rPr>
                          <m:t>𝑰</m:t>
                        </m:r>
                      </m:oMath>
                    </m:oMathPara>
                  </a14:m>
                  <a:endParaRPr lang="en-US" sz="1400" b="1" i="1"/>
                </a:p>
              </p:txBody>
            </p:sp>
          </mc:Choice>
          <mc:Fallback xmlns="">
            <p:sp>
              <p:nvSpPr>
                <p:cNvPr id="90" name="CaixaDeTexto 89">
                  <a:extLst>
                    <a:ext uri="{FF2B5EF4-FFF2-40B4-BE49-F238E27FC236}">
                      <a16:creationId xmlns:a16="http://schemas.microsoft.com/office/drawing/2014/main" id="{770792B0-D57E-D4BB-C7B1-141A1EF4FDC9}"/>
                    </a:ext>
                  </a:extLst>
                </p:cNvPr>
                <p:cNvSpPr txBox="1">
                  <a:spLocks noRot="1" noChangeAspect="1" noMove="1" noResize="1" noEditPoints="1" noAdjustHandles="1" noChangeArrowheads="1" noChangeShapeType="1" noTextEdit="1"/>
                </p:cNvSpPr>
                <p:nvPr/>
              </p:nvSpPr>
              <p:spPr>
                <a:xfrm>
                  <a:off x="275349" y="5813810"/>
                  <a:ext cx="2920618" cy="307777"/>
                </a:xfrm>
                <a:prstGeom prst="rect">
                  <a:avLst/>
                </a:prstGeom>
                <a:blipFill>
                  <a:blip r:embed="rId7"/>
                  <a:stretch>
                    <a:fillRect b="-8000"/>
                  </a:stretch>
                </a:blipFill>
              </p:spPr>
              <p:txBody>
                <a:bodyPr/>
                <a:lstStyle/>
                <a:p>
                  <a:r>
                    <a:rPr lang="pt-BR">
                      <a:noFill/>
                    </a:rPr>
                    <a:t> </a:t>
                  </a:r>
                </a:p>
              </p:txBody>
            </p:sp>
          </mc:Fallback>
        </mc:AlternateContent>
      </p:grpSp>
      <p:grpSp>
        <p:nvGrpSpPr>
          <p:cNvPr id="110" name="Agrupar 109">
            <a:extLst>
              <a:ext uri="{FF2B5EF4-FFF2-40B4-BE49-F238E27FC236}">
                <a16:creationId xmlns:a16="http://schemas.microsoft.com/office/drawing/2014/main" id="{332131C4-9703-B280-0148-942C12244D63}"/>
              </a:ext>
            </a:extLst>
          </p:cNvPr>
          <p:cNvGrpSpPr/>
          <p:nvPr/>
        </p:nvGrpSpPr>
        <p:grpSpPr>
          <a:xfrm>
            <a:off x="4782972" y="1110526"/>
            <a:ext cx="4613399" cy="5088872"/>
            <a:chOff x="3930873" y="1110526"/>
            <a:chExt cx="4613399" cy="5088872"/>
          </a:xfrm>
        </p:grpSpPr>
        <p:grpSp>
          <p:nvGrpSpPr>
            <p:cNvPr id="3" name="Agrupar 2">
              <a:extLst>
                <a:ext uri="{FF2B5EF4-FFF2-40B4-BE49-F238E27FC236}">
                  <a16:creationId xmlns:a16="http://schemas.microsoft.com/office/drawing/2014/main" id="{52EE70D5-2A73-DBB5-DDE4-769758F77E56}"/>
                </a:ext>
              </a:extLst>
            </p:cNvPr>
            <p:cNvGrpSpPr/>
            <p:nvPr/>
          </p:nvGrpSpPr>
          <p:grpSpPr>
            <a:xfrm>
              <a:off x="3930873" y="1110526"/>
              <a:ext cx="4613399" cy="5088872"/>
              <a:chOff x="3930873" y="1110526"/>
              <a:chExt cx="4613399" cy="5088872"/>
            </a:xfrm>
          </p:grpSpPr>
          <mc:AlternateContent xmlns:mc="http://schemas.openxmlformats.org/markup-compatibility/2006" xmlns:a14="http://schemas.microsoft.com/office/drawing/2010/main">
            <mc:Choice Requires="a14">
              <p:sp>
                <p:nvSpPr>
                  <p:cNvPr id="16" name="Fluxograma: Processo 15">
                    <a:extLst>
                      <a:ext uri="{FF2B5EF4-FFF2-40B4-BE49-F238E27FC236}">
                        <a16:creationId xmlns:a16="http://schemas.microsoft.com/office/drawing/2014/main" id="{AFD9189A-2BE5-D38F-EAC9-897DBB27CB4F}"/>
                      </a:ext>
                    </a:extLst>
                  </p:cNvPr>
                  <p:cNvSpPr/>
                  <p:nvPr/>
                </p:nvSpPr>
                <p:spPr>
                  <a:xfrm>
                    <a:off x="3930873" y="3245501"/>
                    <a:ext cx="2036187" cy="612648"/>
                  </a:xfrm>
                  <a:prstGeom prst="flowChart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pt-BR" sz="1200" b="0">
                        <a:solidFill>
                          <a:schemeClr val="tx1"/>
                        </a:solidFill>
                      </a:rPr>
                      <a:t>Express </a:t>
                    </a:r>
                    <a14:m>
                      <m:oMath xmlns:m="http://schemas.openxmlformats.org/officeDocument/2006/math">
                        <m:sSubSup>
                          <m:sSubSupPr>
                            <m:ctrlPr>
                              <a:rPr lang="pt-BR" sz="1200" b="0" i="1" smtClean="0">
                                <a:solidFill>
                                  <a:schemeClr val="tx1"/>
                                </a:solidFill>
                                <a:latin typeface="Cambria Math" panose="02040503050406030204" pitchFamily="18" charset="0"/>
                              </a:rPr>
                            </m:ctrlPr>
                          </m:sSubSupPr>
                          <m:e>
                            <m:r>
                              <a:rPr lang="en-US" sz="1200" i="1" smtClean="0">
                                <a:solidFill>
                                  <a:schemeClr val="tx1"/>
                                </a:solidFill>
                                <a:latin typeface="Cambria Math" panose="02040503050406030204" pitchFamily="18" charset="0"/>
                              </a:rPr>
                              <m:t>𝐸</m:t>
                            </m:r>
                          </m:e>
                          <m:sub>
                            <m:r>
                              <a:rPr lang="en-US" sz="1200" i="1" smtClean="0">
                                <a:solidFill>
                                  <a:schemeClr val="tx1"/>
                                </a:solidFill>
                                <a:latin typeface="Cambria Math" panose="02040503050406030204" pitchFamily="18" charset="0"/>
                              </a:rPr>
                              <m:t>𝑧</m:t>
                            </m:r>
                          </m:sub>
                          <m:sup>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𝑝</m:t>
                            </m:r>
                            <m:r>
                              <a:rPr lang="pt-BR" sz="1200" b="0" i="1" smtClean="0">
                                <a:solidFill>
                                  <a:schemeClr val="tx1"/>
                                </a:solidFill>
                                <a:latin typeface="Cambria Math" panose="02040503050406030204" pitchFamily="18" charset="0"/>
                              </a:rPr>
                              <m:t>)</m:t>
                            </m:r>
                          </m:sup>
                        </m:sSubSup>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𝜃</m:t>
                        </m:r>
                        <m:r>
                          <a:rPr lang="pt-BR" sz="1200" b="0" i="1" smtClean="0">
                            <a:solidFill>
                              <a:schemeClr val="tx1"/>
                            </a:solidFill>
                            <a:latin typeface="Cambria Math" panose="02040503050406030204" pitchFamily="18" charset="0"/>
                          </a:rPr>
                          <m:t>)</m:t>
                        </m:r>
                      </m:oMath>
                    </a14:m>
                    <a:r>
                      <a:rPr lang="en-US" sz="1200">
                        <a:solidFill>
                          <a:schemeClr val="tx1"/>
                        </a:solidFill>
                      </a:rPr>
                      <a:t> as a truncated Fourier series</a:t>
                    </a:r>
                    <a:endParaRPr lang="pt-BR" sz="1200">
                      <a:solidFill>
                        <a:schemeClr val="tx1"/>
                      </a:solidFill>
                    </a:endParaRPr>
                  </a:p>
                </p:txBody>
              </p:sp>
            </mc:Choice>
            <mc:Fallback xmlns="">
              <p:sp>
                <p:nvSpPr>
                  <p:cNvPr id="16" name="Fluxograma: Processo 15">
                    <a:extLst>
                      <a:ext uri="{FF2B5EF4-FFF2-40B4-BE49-F238E27FC236}">
                        <a16:creationId xmlns:a16="http://schemas.microsoft.com/office/drawing/2014/main" id="{AFD9189A-2BE5-D38F-EAC9-897DBB27CB4F}"/>
                      </a:ext>
                    </a:extLst>
                  </p:cNvPr>
                  <p:cNvSpPr>
                    <a:spLocks noRot="1" noChangeAspect="1" noMove="1" noResize="1" noEditPoints="1" noAdjustHandles="1" noChangeArrowheads="1" noChangeShapeType="1" noTextEdit="1"/>
                  </p:cNvSpPr>
                  <p:nvPr/>
                </p:nvSpPr>
                <p:spPr>
                  <a:xfrm>
                    <a:off x="3930873" y="3245501"/>
                    <a:ext cx="2036187" cy="612648"/>
                  </a:xfrm>
                  <a:prstGeom prst="flowChartProcess">
                    <a:avLst/>
                  </a:prstGeom>
                  <a:blipFill>
                    <a:blip r:embed="rId8"/>
                    <a:stretch>
                      <a:fillRect/>
                    </a:stretch>
                  </a:blipFill>
                  <a:ln w="9525" cap="flat" cmpd="sng" algn="ctr">
                    <a:solidFill>
                      <a:srgbClr val="0070C0"/>
                    </a:solidFill>
                    <a:prstDash val="solid"/>
                    <a:round/>
                    <a:headEnd type="none" w="med" len="med"/>
                    <a:tailEnd type="none" w="med" len="med"/>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 name="Fluxograma: Processo 16">
                    <a:extLst>
                      <a:ext uri="{FF2B5EF4-FFF2-40B4-BE49-F238E27FC236}">
                        <a16:creationId xmlns:a16="http://schemas.microsoft.com/office/drawing/2014/main" id="{0104B427-1942-E8BF-7069-96674B7E32EB}"/>
                      </a:ext>
                    </a:extLst>
                  </p:cNvPr>
                  <p:cNvSpPr/>
                  <p:nvPr/>
                </p:nvSpPr>
                <p:spPr>
                  <a:xfrm>
                    <a:off x="6251277" y="2130012"/>
                    <a:ext cx="2292995" cy="607539"/>
                  </a:xfrm>
                  <a:prstGeom prst="flowChart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pt-BR" sz="1200">
                        <a:solidFill>
                          <a:schemeClr val="tx1"/>
                        </a:solidFill>
                      </a:rPr>
                      <a:t>Apply the Equivalence Principle and introduce an equivalent surface current density, </a:t>
                    </a:r>
                    <a14:m>
                      <m:oMath xmlns:m="http://schemas.openxmlformats.org/officeDocument/2006/math">
                        <m:sSub>
                          <m:sSubPr>
                            <m:ctrlPr>
                              <a:rPr lang="pt-BR" sz="1200" i="1" smtClean="0">
                                <a:solidFill>
                                  <a:schemeClr val="tx1"/>
                                </a:solidFill>
                                <a:latin typeface="Cambria Math" panose="02040503050406030204" pitchFamily="18" charset="0"/>
                              </a:rPr>
                            </m:ctrlPr>
                          </m:sSubPr>
                          <m:e>
                            <m:r>
                              <a:rPr lang="pt-BR" sz="1200" i="1" smtClean="0">
                                <a:solidFill>
                                  <a:schemeClr val="tx1"/>
                                </a:solidFill>
                                <a:latin typeface="Cambria Math" panose="02040503050406030204" pitchFamily="18" charset="0"/>
                              </a:rPr>
                              <m:t>𝑱</m:t>
                            </m:r>
                          </m:e>
                          <m:sub>
                            <m:r>
                              <a:rPr lang="pt-BR" sz="1200" i="1" smtClean="0">
                                <a:solidFill>
                                  <a:schemeClr val="tx1"/>
                                </a:solidFill>
                                <a:latin typeface="Cambria Math" panose="02040503050406030204" pitchFamily="18" charset="0"/>
                              </a:rPr>
                              <m:t>𝑆</m:t>
                            </m:r>
                          </m:sub>
                        </m:sSub>
                      </m:oMath>
                    </a14:m>
                    <a:endParaRPr lang="pt-BR" sz="1200">
                      <a:solidFill>
                        <a:schemeClr val="tx1"/>
                      </a:solidFill>
                    </a:endParaRPr>
                  </a:p>
                </p:txBody>
              </p:sp>
            </mc:Choice>
            <mc:Fallback xmlns="">
              <p:sp>
                <p:nvSpPr>
                  <p:cNvPr id="17" name="Fluxograma: Processo 16">
                    <a:extLst>
                      <a:ext uri="{FF2B5EF4-FFF2-40B4-BE49-F238E27FC236}">
                        <a16:creationId xmlns:a16="http://schemas.microsoft.com/office/drawing/2014/main" id="{0104B427-1942-E8BF-7069-96674B7E32EB}"/>
                      </a:ext>
                    </a:extLst>
                  </p:cNvPr>
                  <p:cNvSpPr>
                    <a:spLocks noRot="1" noChangeAspect="1" noMove="1" noResize="1" noEditPoints="1" noAdjustHandles="1" noChangeArrowheads="1" noChangeShapeType="1" noTextEdit="1"/>
                  </p:cNvSpPr>
                  <p:nvPr/>
                </p:nvSpPr>
                <p:spPr>
                  <a:xfrm>
                    <a:off x="6251277" y="2130012"/>
                    <a:ext cx="2292995" cy="607539"/>
                  </a:xfrm>
                  <a:prstGeom prst="flowChartProcess">
                    <a:avLst/>
                  </a:prstGeom>
                  <a:blipFill>
                    <a:blip r:embed="rId9"/>
                    <a:stretch>
                      <a:fillRect t="-1961" r="-265" b="-9804"/>
                    </a:stretch>
                  </a:blipFill>
                  <a:ln w="9525" cap="flat" cmpd="sng" algn="ctr">
                    <a:solidFill>
                      <a:srgbClr val="0070C0"/>
                    </a:solidFill>
                    <a:prstDash val="solid"/>
                    <a:round/>
                    <a:headEnd type="none" w="med" len="med"/>
                    <a:tailEnd type="none" w="med" len="med"/>
                  </a:ln>
                </p:spPr>
                <p:txBody>
                  <a:bodyPr/>
                  <a:lstStyle/>
                  <a:p>
                    <a:r>
                      <a:rPr lang="pt-BR">
                        <a:noFill/>
                      </a:rPr>
                      <a:t> </a:t>
                    </a:r>
                  </a:p>
                </p:txBody>
              </p:sp>
            </mc:Fallback>
          </mc:AlternateContent>
          <p:sp>
            <p:nvSpPr>
              <p:cNvPr id="18" name="Fluxograma: Terminação 17">
                <a:extLst>
                  <a:ext uri="{FF2B5EF4-FFF2-40B4-BE49-F238E27FC236}">
                    <a16:creationId xmlns:a16="http://schemas.microsoft.com/office/drawing/2014/main" id="{0F83DEF8-2C35-2A05-08F0-167D281AF300}"/>
                  </a:ext>
                </a:extLst>
              </p:cNvPr>
              <p:cNvSpPr/>
              <p:nvPr/>
            </p:nvSpPr>
            <p:spPr>
              <a:xfrm>
                <a:off x="5148750" y="1110526"/>
                <a:ext cx="1908212" cy="556197"/>
              </a:xfrm>
              <a:prstGeom prst="flowChartTerminator">
                <a:avLst/>
              </a:prstGeom>
              <a:noFill/>
              <a:ln w="127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a:solidFill>
                      <a:schemeClr val="tx1"/>
                    </a:solidFill>
                  </a:rPr>
                  <a:t>Multiconductor</a:t>
                </a:r>
              </a:p>
              <a:p>
                <a:pPr algn="ctr"/>
                <a:r>
                  <a:rPr lang="pt-BR" sz="1200">
                    <a:solidFill>
                      <a:schemeClr val="tx1"/>
                    </a:solidFill>
                  </a:rPr>
                  <a:t>Transmission Line</a:t>
                </a:r>
              </a:p>
            </p:txBody>
          </p:sp>
          <mc:AlternateContent xmlns:mc="http://schemas.openxmlformats.org/markup-compatibility/2006" xmlns:a14="http://schemas.microsoft.com/office/drawing/2010/main">
            <mc:Choice Requires="a14">
              <p:sp>
                <p:nvSpPr>
                  <p:cNvPr id="19" name="Fluxograma: Processo Predefinido 18">
                    <a:extLst>
                      <a:ext uri="{FF2B5EF4-FFF2-40B4-BE49-F238E27FC236}">
                        <a16:creationId xmlns:a16="http://schemas.microsoft.com/office/drawing/2014/main" id="{D0A972E1-BB6D-9DFA-F3C4-DCF13D01C7DA}"/>
                      </a:ext>
                    </a:extLst>
                  </p:cNvPr>
                  <p:cNvSpPr/>
                  <p:nvPr/>
                </p:nvSpPr>
                <p:spPr>
                  <a:xfrm>
                    <a:off x="3930873" y="2109782"/>
                    <a:ext cx="2036187" cy="627769"/>
                  </a:xfrm>
                  <a:prstGeom prst="flowChartPredefined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14:m>
                      <m:oMath xmlns:m="http://schemas.openxmlformats.org/officeDocument/2006/math">
                        <m:sSubSup>
                          <m:sSubSupPr>
                            <m:ctrlPr>
                              <a:rPr lang="pt-BR" sz="1200" b="0" i="1" smtClean="0">
                                <a:solidFill>
                                  <a:schemeClr val="tx1"/>
                                </a:solidFill>
                                <a:latin typeface="Cambria Math" panose="02040503050406030204" pitchFamily="18" charset="0"/>
                              </a:rPr>
                            </m:ctrlPr>
                          </m:sSubSupPr>
                          <m:e>
                            <m:r>
                              <a:rPr lang="en-US" sz="1200" i="1" smtClean="0">
                                <a:solidFill>
                                  <a:schemeClr val="tx1"/>
                                </a:solidFill>
                                <a:latin typeface="Cambria Math" panose="02040503050406030204" pitchFamily="18" charset="0"/>
                              </a:rPr>
                              <m:t>𝐸</m:t>
                            </m:r>
                          </m:e>
                          <m:sub>
                            <m:r>
                              <a:rPr lang="en-US" sz="1200" i="1" smtClean="0">
                                <a:solidFill>
                                  <a:schemeClr val="tx1"/>
                                </a:solidFill>
                                <a:latin typeface="Cambria Math" panose="02040503050406030204" pitchFamily="18" charset="0"/>
                              </a:rPr>
                              <m:t>𝑧</m:t>
                            </m:r>
                          </m:sub>
                          <m:sup>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𝑝</m:t>
                            </m:r>
                            <m:r>
                              <a:rPr lang="pt-BR" sz="1200" b="0" i="1" smtClean="0">
                                <a:solidFill>
                                  <a:schemeClr val="tx1"/>
                                </a:solidFill>
                                <a:latin typeface="Cambria Math" panose="02040503050406030204" pitchFamily="18" charset="0"/>
                              </a:rPr>
                              <m:t>)</m:t>
                            </m:r>
                          </m:sup>
                        </m:sSubSup>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𝜃</m:t>
                        </m:r>
                        <m:r>
                          <a:rPr lang="pt-BR" sz="1200" b="0" i="1" smtClean="0">
                            <a:solidFill>
                              <a:schemeClr val="tx1"/>
                            </a:solidFill>
                            <a:latin typeface="Cambria Math" panose="02040503050406030204" pitchFamily="18" charset="0"/>
                          </a:rPr>
                          <m:t>)</m:t>
                        </m:r>
                      </m:oMath>
                    </a14:m>
                    <a:r>
                      <a:rPr lang="en-US" sz="1200">
                        <a:solidFill>
                          <a:schemeClr val="tx1"/>
                        </a:solidFill>
                      </a:rPr>
                      <a:t> subject to a Dirichlet boundary condition</a:t>
                    </a:r>
                    <a:endParaRPr lang="pt-BR" sz="1200">
                      <a:solidFill>
                        <a:schemeClr val="tx1"/>
                      </a:solidFill>
                    </a:endParaRPr>
                  </a:p>
                </p:txBody>
              </p:sp>
            </mc:Choice>
            <mc:Fallback xmlns="">
              <p:sp>
                <p:nvSpPr>
                  <p:cNvPr id="19" name="Fluxograma: Processo Predefinido 18">
                    <a:extLst>
                      <a:ext uri="{FF2B5EF4-FFF2-40B4-BE49-F238E27FC236}">
                        <a16:creationId xmlns:a16="http://schemas.microsoft.com/office/drawing/2014/main" id="{D0A972E1-BB6D-9DFA-F3C4-DCF13D01C7DA}"/>
                      </a:ext>
                    </a:extLst>
                  </p:cNvPr>
                  <p:cNvSpPr>
                    <a:spLocks noRot="1" noChangeAspect="1" noMove="1" noResize="1" noEditPoints="1" noAdjustHandles="1" noChangeArrowheads="1" noChangeShapeType="1" noTextEdit="1"/>
                  </p:cNvSpPr>
                  <p:nvPr/>
                </p:nvSpPr>
                <p:spPr>
                  <a:xfrm>
                    <a:off x="3930873" y="2109782"/>
                    <a:ext cx="2036187" cy="627769"/>
                  </a:xfrm>
                  <a:prstGeom prst="flowChartPredefinedProcess">
                    <a:avLst/>
                  </a:prstGeom>
                  <a:blipFill>
                    <a:blip r:embed="rId10"/>
                    <a:stretch>
                      <a:fillRect b="-10476"/>
                    </a:stretch>
                  </a:blipFill>
                  <a:ln w="9525" cap="flat" cmpd="sng" algn="ctr">
                    <a:solidFill>
                      <a:srgbClr val="0070C0"/>
                    </a:solidFill>
                    <a:prstDash val="solid"/>
                    <a:round/>
                    <a:headEnd type="none" w="med" len="med"/>
                    <a:tailEnd type="none" w="med" len="med"/>
                  </a:ln>
                </p:spPr>
                <p:txBody>
                  <a:bodyPr/>
                  <a:lstStyle/>
                  <a:p>
                    <a:r>
                      <a:rPr lang="pt-BR">
                        <a:noFill/>
                      </a:rPr>
                      <a:t> </a:t>
                    </a:r>
                  </a:p>
                </p:txBody>
              </p:sp>
            </mc:Fallback>
          </mc:AlternateContent>
          <p:cxnSp>
            <p:nvCxnSpPr>
              <p:cNvPr id="20" name="Conector: Angulado 19">
                <a:extLst>
                  <a:ext uri="{FF2B5EF4-FFF2-40B4-BE49-F238E27FC236}">
                    <a16:creationId xmlns:a16="http://schemas.microsoft.com/office/drawing/2014/main" id="{746E3BAF-36B2-8646-BF22-8E465777221A}"/>
                  </a:ext>
                </a:extLst>
              </p:cNvPr>
              <p:cNvCxnSpPr>
                <a:stCxn id="18" idx="1"/>
                <a:endCxn id="19" idx="0"/>
              </p:cNvCxnSpPr>
              <p:nvPr/>
            </p:nvCxnSpPr>
            <p:spPr>
              <a:xfrm rot="10800000" flipV="1">
                <a:off x="4948968" y="1388624"/>
                <a:ext cx="199783" cy="721157"/>
              </a:xfrm>
              <a:prstGeom prst="bentConnector2">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ector: Angulado 20">
                <a:extLst>
                  <a:ext uri="{FF2B5EF4-FFF2-40B4-BE49-F238E27FC236}">
                    <a16:creationId xmlns:a16="http://schemas.microsoft.com/office/drawing/2014/main" id="{FC48719D-9EA2-A4D8-E0C2-3DAB0B1D4C24}"/>
                  </a:ext>
                </a:extLst>
              </p:cNvPr>
              <p:cNvCxnSpPr>
                <a:cxnSpLocks/>
                <a:stCxn id="18" idx="3"/>
                <a:endCxn id="17" idx="0"/>
              </p:cNvCxnSpPr>
              <p:nvPr/>
            </p:nvCxnSpPr>
            <p:spPr>
              <a:xfrm>
                <a:off x="7056962" y="1388625"/>
                <a:ext cx="340813" cy="741387"/>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Fluxograma: Processo 21">
                <a:extLst>
                  <a:ext uri="{FF2B5EF4-FFF2-40B4-BE49-F238E27FC236}">
                    <a16:creationId xmlns:a16="http://schemas.microsoft.com/office/drawing/2014/main" id="{5B0008BA-8F0E-61F9-9492-19AD42C038E6}"/>
                  </a:ext>
                </a:extLst>
              </p:cNvPr>
              <p:cNvSpPr/>
              <p:nvPr/>
            </p:nvSpPr>
            <p:spPr>
              <a:xfrm>
                <a:off x="4563505" y="4818638"/>
                <a:ext cx="3085491" cy="752889"/>
              </a:xfrm>
              <a:prstGeom prst="flowChart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algn="ctr" rtl="0" eaLnBrk="1" latinLnBrk="0" hangingPunct="1">
                  <a:spcBef>
                    <a:spcPts val="0"/>
                  </a:spcBef>
                  <a:spcAft>
                    <a:spcPts val="0"/>
                  </a:spcAft>
                </a:pPr>
                <a:r>
                  <a:rPr lang="en-US" sz="1200" kern="1200">
                    <a:solidFill>
                      <a:srgbClr val="000000"/>
                    </a:solidFill>
                    <a:effectLst/>
                    <a:latin typeface="Aptos" panose="020B0004020202020204" pitchFamily="34" charset="0"/>
                    <a:ea typeface="+mn-ea"/>
                    <a:cs typeface="+mn-cs"/>
                  </a:rPr>
                  <a:t>Apply the boundary conditions to the tangential field components (Uniqueness Theorem)</a:t>
                </a:r>
                <a:endParaRPr lang="pt-BR" sz="1200">
                  <a:solidFill>
                    <a:schemeClr val="tx1"/>
                  </a:solidFill>
                </a:endParaRPr>
              </a:p>
            </p:txBody>
          </p:sp>
          <mc:AlternateContent xmlns:mc="http://schemas.openxmlformats.org/markup-compatibility/2006" xmlns:a14="http://schemas.microsoft.com/office/drawing/2010/main">
            <mc:Choice Requires="a14">
              <p:sp>
                <p:nvSpPr>
                  <p:cNvPr id="23" name="Fluxograma: Processo 22">
                    <a:extLst>
                      <a:ext uri="{FF2B5EF4-FFF2-40B4-BE49-F238E27FC236}">
                        <a16:creationId xmlns:a16="http://schemas.microsoft.com/office/drawing/2014/main" id="{AD8E39AF-5118-CAB2-A315-25A090D01D45}"/>
                      </a:ext>
                    </a:extLst>
                  </p:cNvPr>
                  <p:cNvSpPr/>
                  <p:nvPr/>
                </p:nvSpPr>
                <p:spPr>
                  <a:xfrm>
                    <a:off x="6261918" y="3245501"/>
                    <a:ext cx="2282354" cy="612648"/>
                  </a:xfrm>
                  <a:prstGeom prst="flowChart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pt-BR" sz="1200" b="0">
                        <a:solidFill>
                          <a:schemeClr val="tx1"/>
                        </a:solidFill>
                      </a:rPr>
                      <a:t>Express </a:t>
                    </a:r>
                    <a14:m>
                      <m:oMath xmlns:m="http://schemas.openxmlformats.org/officeDocument/2006/math">
                        <m:sSubSup>
                          <m:sSubSupPr>
                            <m:ctrlPr>
                              <a:rPr lang="pt-BR" sz="1200" i="1">
                                <a:solidFill>
                                  <a:schemeClr val="tx1"/>
                                </a:solidFill>
                                <a:latin typeface="Cambria Math" panose="02040503050406030204" pitchFamily="18" charset="0"/>
                              </a:rPr>
                            </m:ctrlPr>
                          </m:sSubSupPr>
                          <m:e>
                            <m:r>
                              <a:rPr lang="pt-BR" sz="1200" i="1">
                                <a:solidFill>
                                  <a:schemeClr val="tx1"/>
                                </a:solidFill>
                                <a:latin typeface="Cambria Math" panose="02040503050406030204" pitchFamily="18" charset="0"/>
                              </a:rPr>
                              <m:t>𝐽</m:t>
                            </m:r>
                          </m:e>
                          <m:sub>
                            <m:r>
                              <a:rPr lang="pt-BR" sz="1200" i="1">
                                <a:solidFill>
                                  <a:schemeClr val="tx1"/>
                                </a:solidFill>
                                <a:latin typeface="Cambria Math" panose="02040503050406030204" pitchFamily="18" charset="0"/>
                              </a:rPr>
                              <m:t>𝑠</m:t>
                            </m:r>
                          </m:sub>
                          <m:sup>
                            <m:r>
                              <a:rPr lang="pt-BR" sz="1200" i="1">
                                <a:solidFill>
                                  <a:schemeClr val="tx1"/>
                                </a:solidFill>
                                <a:latin typeface="Cambria Math" panose="02040503050406030204" pitchFamily="18" charset="0"/>
                              </a:rPr>
                              <m:t>(</m:t>
                            </m:r>
                            <m:r>
                              <a:rPr lang="pt-BR" sz="1200" i="1">
                                <a:solidFill>
                                  <a:schemeClr val="tx1"/>
                                </a:solidFill>
                                <a:latin typeface="Cambria Math" panose="02040503050406030204" pitchFamily="18" charset="0"/>
                              </a:rPr>
                              <m:t>𝑝</m:t>
                            </m:r>
                            <m:r>
                              <a:rPr lang="pt-BR" sz="1200" i="1">
                                <a:solidFill>
                                  <a:schemeClr val="tx1"/>
                                </a:solidFill>
                                <a:latin typeface="Cambria Math" panose="02040503050406030204" pitchFamily="18" charset="0"/>
                              </a:rPr>
                              <m:t>)</m:t>
                            </m:r>
                          </m:sup>
                        </m:sSubSup>
                        <m:r>
                          <a:rPr lang="pt-BR" sz="1200" i="1">
                            <a:solidFill>
                              <a:schemeClr val="tx1"/>
                            </a:solidFill>
                            <a:latin typeface="Cambria Math" panose="02040503050406030204" pitchFamily="18" charset="0"/>
                          </a:rPr>
                          <m:t>(</m:t>
                        </m:r>
                        <m:r>
                          <a:rPr lang="pt-BR" sz="1200" i="1">
                            <a:solidFill>
                              <a:schemeClr val="tx1"/>
                            </a:solidFill>
                            <a:latin typeface="Cambria Math" panose="02040503050406030204" pitchFamily="18" charset="0"/>
                          </a:rPr>
                          <m:t>𝜃</m:t>
                        </m:r>
                        <m:r>
                          <a:rPr lang="pt-BR" sz="1200" i="1">
                            <a:solidFill>
                              <a:schemeClr val="tx1"/>
                            </a:solidFill>
                            <a:latin typeface="Cambria Math" panose="02040503050406030204" pitchFamily="18" charset="0"/>
                          </a:rPr>
                          <m:t>)</m:t>
                        </m:r>
                      </m:oMath>
                    </a14:m>
                    <a:r>
                      <a:rPr lang="en-US" sz="1200">
                        <a:solidFill>
                          <a:schemeClr val="tx1"/>
                        </a:solidFill>
                      </a:rPr>
                      <a:t> as a truncated Fourier series</a:t>
                    </a:r>
                    <a:endParaRPr lang="pt-BR" sz="1200">
                      <a:solidFill>
                        <a:schemeClr val="tx1"/>
                      </a:solidFill>
                    </a:endParaRPr>
                  </a:p>
                </p:txBody>
              </p:sp>
            </mc:Choice>
            <mc:Fallback xmlns="">
              <p:sp>
                <p:nvSpPr>
                  <p:cNvPr id="23" name="Fluxograma: Processo 22">
                    <a:extLst>
                      <a:ext uri="{FF2B5EF4-FFF2-40B4-BE49-F238E27FC236}">
                        <a16:creationId xmlns:a16="http://schemas.microsoft.com/office/drawing/2014/main" id="{AD8E39AF-5118-CAB2-A315-25A090D01D45}"/>
                      </a:ext>
                    </a:extLst>
                  </p:cNvPr>
                  <p:cNvSpPr>
                    <a:spLocks noRot="1" noChangeAspect="1" noMove="1" noResize="1" noEditPoints="1" noAdjustHandles="1" noChangeArrowheads="1" noChangeShapeType="1" noTextEdit="1"/>
                  </p:cNvSpPr>
                  <p:nvPr/>
                </p:nvSpPr>
                <p:spPr>
                  <a:xfrm>
                    <a:off x="6261918" y="3245501"/>
                    <a:ext cx="2282354" cy="612648"/>
                  </a:xfrm>
                  <a:prstGeom prst="flowChartProcess">
                    <a:avLst/>
                  </a:prstGeom>
                  <a:blipFill>
                    <a:blip r:embed="rId11"/>
                    <a:stretch>
                      <a:fillRect/>
                    </a:stretch>
                  </a:blipFill>
                  <a:ln w="9525" cap="flat" cmpd="sng" algn="ctr">
                    <a:solidFill>
                      <a:srgbClr val="0070C0"/>
                    </a:solidFill>
                    <a:prstDash val="solid"/>
                    <a:round/>
                    <a:headEnd type="none" w="med" len="med"/>
                    <a:tailEnd type="none" w="med" len="med"/>
                  </a:ln>
                </p:spPr>
                <p:txBody>
                  <a:bodyPr/>
                  <a:lstStyle/>
                  <a:p>
                    <a:r>
                      <a:rPr lang="pt-BR">
                        <a:noFill/>
                      </a:rPr>
                      <a:t> </a:t>
                    </a:r>
                  </a:p>
                </p:txBody>
              </p:sp>
            </mc:Fallback>
          </mc:AlternateContent>
          <p:sp>
            <p:nvSpPr>
              <p:cNvPr id="24" name="Fluxograma: Conector 23">
                <a:extLst>
                  <a:ext uri="{FF2B5EF4-FFF2-40B4-BE49-F238E27FC236}">
                    <a16:creationId xmlns:a16="http://schemas.microsoft.com/office/drawing/2014/main" id="{46C0E6ED-E295-2C16-06C3-C85389A36693}"/>
                  </a:ext>
                </a:extLst>
              </p:cNvPr>
              <p:cNvSpPr/>
              <p:nvPr/>
            </p:nvSpPr>
            <p:spPr>
              <a:xfrm>
                <a:off x="5965696" y="4218189"/>
                <a:ext cx="274320" cy="274320"/>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200"/>
              </a:p>
            </p:txBody>
          </p:sp>
          <p:cxnSp>
            <p:nvCxnSpPr>
              <p:cNvPr id="26" name="Conector: Angulado 25">
                <a:extLst>
                  <a:ext uri="{FF2B5EF4-FFF2-40B4-BE49-F238E27FC236}">
                    <a16:creationId xmlns:a16="http://schemas.microsoft.com/office/drawing/2014/main" id="{8D791CCD-7FDA-0C42-F355-0B9A1CB80301}"/>
                  </a:ext>
                </a:extLst>
              </p:cNvPr>
              <p:cNvCxnSpPr>
                <a:stCxn id="16" idx="2"/>
                <a:endCxn id="24" idx="2"/>
              </p:cNvCxnSpPr>
              <p:nvPr/>
            </p:nvCxnSpPr>
            <p:spPr>
              <a:xfrm rot="16200000" flipH="1">
                <a:off x="5208731" y="3598384"/>
                <a:ext cx="497200" cy="101672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Conector: Angulado 26">
                <a:extLst>
                  <a:ext uri="{FF2B5EF4-FFF2-40B4-BE49-F238E27FC236}">
                    <a16:creationId xmlns:a16="http://schemas.microsoft.com/office/drawing/2014/main" id="{43A01D66-8320-1175-11FD-B8A372DD30B5}"/>
                  </a:ext>
                </a:extLst>
              </p:cNvPr>
              <p:cNvCxnSpPr>
                <a:cxnSpLocks/>
                <a:stCxn id="23" idx="2"/>
                <a:endCxn id="24" idx="6"/>
              </p:cNvCxnSpPr>
              <p:nvPr/>
            </p:nvCxnSpPr>
            <p:spPr>
              <a:xfrm rot="5400000">
                <a:off x="6572956" y="3525210"/>
                <a:ext cx="497200" cy="116307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Conector de Seta Reta 27">
                <a:extLst>
                  <a:ext uri="{FF2B5EF4-FFF2-40B4-BE49-F238E27FC236}">
                    <a16:creationId xmlns:a16="http://schemas.microsoft.com/office/drawing/2014/main" id="{247FF784-3A16-CF74-41DC-C844843F8BD6}"/>
                  </a:ext>
                </a:extLst>
              </p:cNvPr>
              <p:cNvCxnSpPr>
                <a:stCxn id="19" idx="2"/>
                <a:endCxn id="16" idx="0"/>
              </p:cNvCxnSpPr>
              <p:nvPr/>
            </p:nvCxnSpPr>
            <p:spPr>
              <a:xfrm>
                <a:off x="4948967" y="2737551"/>
                <a:ext cx="0" cy="5079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Conector de Seta Reta 28">
                <a:extLst>
                  <a:ext uri="{FF2B5EF4-FFF2-40B4-BE49-F238E27FC236}">
                    <a16:creationId xmlns:a16="http://schemas.microsoft.com/office/drawing/2014/main" id="{FB0A4008-2E82-AFD1-616C-A3FAEBFA1739}"/>
                  </a:ext>
                </a:extLst>
              </p:cNvPr>
              <p:cNvCxnSpPr>
                <a:stCxn id="17" idx="2"/>
                <a:endCxn id="23" idx="0"/>
              </p:cNvCxnSpPr>
              <p:nvPr/>
            </p:nvCxnSpPr>
            <p:spPr>
              <a:xfrm>
                <a:off x="7397775" y="2737551"/>
                <a:ext cx="5320" cy="5079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Fluxograma: Terminação 29">
                <a:extLst>
                  <a:ext uri="{FF2B5EF4-FFF2-40B4-BE49-F238E27FC236}">
                    <a16:creationId xmlns:a16="http://schemas.microsoft.com/office/drawing/2014/main" id="{28A9D5B9-AD3A-A006-DAA1-8827878461E5}"/>
                  </a:ext>
                </a:extLst>
              </p:cNvPr>
              <p:cNvSpPr/>
              <p:nvPr/>
            </p:nvSpPr>
            <p:spPr>
              <a:xfrm>
                <a:off x="5610452" y="5830066"/>
                <a:ext cx="989604" cy="369332"/>
              </a:xfrm>
              <a:prstGeom prst="flowChartTerminator">
                <a:avLst/>
              </a:prstGeom>
              <a:noFill/>
              <a:ln w="127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200">
                  <a:solidFill>
                    <a:schemeClr val="tx1"/>
                  </a:solidFill>
                </a:endParaRPr>
              </a:p>
            </p:txBody>
          </p:sp>
          <p:cxnSp>
            <p:nvCxnSpPr>
              <p:cNvPr id="31" name="Conector de Seta Reta 30">
                <a:extLst>
                  <a:ext uri="{FF2B5EF4-FFF2-40B4-BE49-F238E27FC236}">
                    <a16:creationId xmlns:a16="http://schemas.microsoft.com/office/drawing/2014/main" id="{184AF9D8-30FD-9068-6A0A-CA6DAB1A1FBC}"/>
                  </a:ext>
                </a:extLst>
              </p:cNvPr>
              <p:cNvCxnSpPr>
                <a:cxnSpLocks/>
                <a:stCxn id="24" idx="4"/>
                <a:endCxn id="22" idx="0"/>
              </p:cNvCxnSpPr>
              <p:nvPr/>
            </p:nvCxnSpPr>
            <p:spPr>
              <a:xfrm>
                <a:off x="6102856" y="4492509"/>
                <a:ext cx="3395" cy="3261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ector de Seta Reta 31">
                <a:extLst>
                  <a:ext uri="{FF2B5EF4-FFF2-40B4-BE49-F238E27FC236}">
                    <a16:creationId xmlns:a16="http://schemas.microsoft.com/office/drawing/2014/main" id="{D5B12F51-E93D-AEDE-0D01-39D0EF29E2D1}"/>
                  </a:ext>
                </a:extLst>
              </p:cNvPr>
              <p:cNvCxnSpPr>
                <a:cxnSpLocks/>
                <a:stCxn id="22" idx="2"/>
                <a:endCxn id="30" idx="0"/>
              </p:cNvCxnSpPr>
              <p:nvPr/>
            </p:nvCxnSpPr>
            <p:spPr>
              <a:xfrm flipH="1">
                <a:off x="6105254" y="5571527"/>
                <a:ext cx="997" cy="2585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106" name="CaixaDeTexto 105">
                  <a:extLst>
                    <a:ext uri="{FF2B5EF4-FFF2-40B4-BE49-F238E27FC236}">
                      <a16:creationId xmlns:a16="http://schemas.microsoft.com/office/drawing/2014/main" id="{CB54E8F0-8682-9AD9-DE1F-34433F993BA6}"/>
                    </a:ext>
                  </a:extLst>
                </p:cNvPr>
                <p:cNvSpPr txBox="1"/>
                <p:nvPr/>
              </p:nvSpPr>
              <p:spPr>
                <a:xfrm>
                  <a:off x="5699767" y="5867399"/>
                  <a:ext cx="864285"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1400" b="1" i="1" smtClean="0">
                            <a:latin typeface="Cambria Math" panose="02040503050406030204" pitchFamily="18" charset="0"/>
                          </a:rPr>
                          <m:t>𝑱</m:t>
                        </m:r>
                        <m:r>
                          <a:rPr lang="pt-BR" sz="1400" i="1">
                            <a:latin typeface="Cambria Math" panose="02040503050406030204" pitchFamily="18" charset="0"/>
                          </a:rPr>
                          <m:t>=</m:t>
                        </m:r>
                        <m:sSub>
                          <m:sSubPr>
                            <m:ctrlPr>
                              <a:rPr lang="pt-BR" sz="1400" b="1" i="1">
                                <a:latin typeface="Cambria Math" panose="02040503050406030204" pitchFamily="18" charset="0"/>
                                <a:ea typeface="Cambria Math" panose="02040503050406030204" pitchFamily="18" charset="0"/>
                              </a:rPr>
                            </m:ctrlPr>
                          </m:sSubPr>
                          <m:e>
                            <m:r>
                              <a:rPr lang="en-US" sz="1400" b="1" i="1">
                                <a:latin typeface="Cambria Math" panose="02040503050406030204" pitchFamily="18" charset="0"/>
                                <a:ea typeface="Cambria Math" panose="02040503050406030204" pitchFamily="18" charset="0"/>
                              </a:rPr>
                              <m:t>𝕐</m:t>
                            </m:r>
                          </m:e>
                          <m:sub>
                            <m:r>
                              <a:rPr lang="pt-BR" sz="1400" b="1" i="1">
                                <a:latin typeface="Cambria Math" panose="02040503050406030204" pitchFamily="18" charset="0"/>
                                <a:ea typeface="Cambria Math" panose="02040503050406030204" pitchFamily="18" charset="0"/>
                              </a:rPr>
                              <m:t>𝒔</m:t>
                            </m:r>
                          </m:sub>
                        </m:sSub>
                        <m:r>
                          <a:rPr lang="pt-BR" sz="1400" b="1" i="1" smtClean="0">
                            <a:latin typeface="Cambria Math" panose="02040503050406030204" pitchFamily="18" charset="0"/>
                            <a:ea typeface="Cambria Math" panose="02040503050406030204" pitchFamily="18" charset="0"/>
                          </a:rPr>
                          <m:t> </m:t>
                        </m:r>
                        <m:r>
                          <a:rPr lang="pt-BR" sz="1400" b="1" i="1" smtClean="0">
                            <a:latin typeface="Cambria Math" panose="02040503050406030204" pitchFamily="18" charset="0"/>
                            <a:ea typeface="Cambria Math" panose="02040503050406030204" pitchFamily="18" charset="0"/>
                          </a:rPr>
                          <m:t>𝑬</m:t>
                        </m:r>
                      </m:oMath>
                    </m:oMathPara>
                  </a14:m>
                  <a:endParaRPr lang="en-US" sz="1400" i="1"/>
                </a:p>
              </p:txBody>
            </p:sp>
          </mc:Choice>
          <mc:Fallback xmlns="">
            <p:sp>
              <p:nvSpPr>
                <p:cNvPr id="106" name="CaixaDeTexto 105">
                  <a:extLst>
                    <a:ext uri="{FF2B5EF4-FFF2-40B4-BE49-F238E27FC236}">
                      <a16:creationId xmlns:a16="http://schemas.microsoft.com/office/drawing/2014/main" id="{CB54E8F0-8682-9AD9-DE1F-34433F993BA6}"/>
                    </a:ext>
                  </a:extLst>
                </p:cNvPr>
                <p:cNvSpPr txBox="1">
                  <a:spLocks noRot="1" noChangeAspect="1" noMove="1" noResize="1" noEditPoints="1" noAdjustHandles="1" noChangeArrowheads="1" noChangeShapeType="1" noTextEdit="1"/>
                </p:cNvSpPr>
                <p:nvPr/>
              </p:nvSpPr>
              <p:spPr>
                <a:xfrm>
                  <a:off x="5699767" y="5867399"/>
                  <a:ext cx="864285" cy="307777"/>
                </a:xfrm>
                <a:prstGeom prst="rect">
                  <a:avLst/>
                </a:prstGeom>
                <a:blipFill>
                  <a:blip r:embed="rId12"/>
                  <a:stretch>
                    <a:fillRect b="-5882"/>
                  </a:stretch>
                </a:blipFill>
              </p:spPr>
              <p:txBody>
                <a:bodyPr/>
                <a:lstStyle/>
                <a:p>
                  <a:r>
                    <a:rPr lang="pt-BR">
                      <a:noFill/>
                    </a:rPr>
                    <a:t> </a:t>
                  </a:r>
                </a:p>
              </p:txBody>
            </p:sp>
          </mc:Fallback>
        </mc:AlternateContent>
      </p:grpSp>
    </p:spTree>
    <p:extLst>
      <p:ext uri="{BB962C8B-B14F-4D97-AF65-F5344CB8AC3E}">
        <p14:creationId xmlns:p14="http://schemas.microsoft.com/office/powerpoint/2010/main" val="6677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1"/>
                                        </p:tgtEl>
                                        <p:attrNameLst>
                                          <p:attrName>style.visibility</p:attrName>
                                        </p:attrNameLst>
                                      </p:cBhvr>
                                      <p:to>
                                        <p:strVal val="visible"/>
                                      </p:to>
                                    </p:set>
                                    <p:animEffect transition="in" filter="barn(inVertical)">
                                      <p:cBhvr>
                                        <p:cTn id="7" dur="500"/>
                                        <p:tgtEl>
                                          <p:spTgt spid="1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8"/>
                                        </p:tgtEl>
                                        <p:attrNameLst>
                                          <p:attrName>style.visibility</p:attrName>
                                        </p:attrNameLst>
                                      </p:cBhvr>
                                      <p:to>
                                        <p:strVal val="visible"/>
                                      </p:to>
                                    </p:set>
                                    <p:animEffect transition="in" filter="barn(inVertical)">
                                      <p:cBhvr>
                                        <p:cTn id="12"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22</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2880271"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Partial p.u.l. Impedance</a:t>
            </a:r>
            <a:endParaRPr lang="pt-BR" sz="2000">
              <a:ln w="0"/>
              <a:effectLst>
                <a:outerShdw blurRad="38100" dist="19050" dir="2700000" algn="tl" rotWithShape="0">
                  <a:schemeClr val="dk1">
                    <a:alpha val="40000"/>
                  </a:schemeClr>
                </a:outerShdw>
              </a:effectLst>
            </a:endParaRP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1800152" cy="307777"/>
          </a:xfrm>
          <a:prstGeom prst="rect">
            <a:avLst/>
          </a:prstGeom>
          <a:noFill/>
        </p:spPr>
        <p:txBody>
          <a:bodyPr wrap="square">
            <a:spAutoFit/>
          </a:bodyPr>
          <a:lstStyle/>
          <a:p>
            <a:pPr algn="l" rtl="0" eaLnBrk="1" latinLnBrk="0" hangingPunct="1">
              <a:spcBef>
                <a:spcPts val="0"/>
              </a:spcBef>
              <a:spcAft>
                <a:spcPts val="0"/>
              </a:spcAft>
              <a:buClrTx/>
              <a:buSzPts val="1800"/>
            </a:pPr>
            <a:r>
              <a:rPr lang="pt-BR" sz="1400" kern="1200">
                <a:solidFill>
                  <a:srgbClr val="0070C0"/>
                </a:solidFill>
                <a:effectLst/>
                <a:latin typeface="Arial Black" panose="020B0A04020102020204" pitchFamily="34" charset="0"/>
                <a:ea typeface="+mn-ea"/>
                <a:cs typeface="+mn-cs"/>
              </a:rPr>
              <a:t>p.u.l. Impedance</a:t>
            </a:r>
            <a:endParaRPr lang="pt-BR" sz="1400">
              <a:solidFill>
                <a:srgbClr val="0070C0"/>
              </a:solidFill>
              <a:latin typeface="Arial Black" panose="020B0A04020102020204" pitchFamily="34" charset="0"/>
            </a:endParaRPr>
          </a:p>
        </p:txBody>
      </p:sp>
      <p:sp>
        <p:nvSpPr>
          <p:cNvPr id="70" name="CaixaDeTexto 69">
            <a:extLst>
              <a:ext uri="{FF2B5EF4-FFF2-40B4-BE49-F238E27FC236}">
                <a16:creationId xmlns:a16="http://schemas.microsoft.com/office/drawing/2014/main" id="{78B341C4-2B1A-F076-C254-B6068E0B7310}"/>
              </a:ext>
            </a:extLst>
          </p:cNvPr>
          <p:cNvSpPr txBox="1"/>
          <p:nvPr/>
        </p:nvSpPr>
        <p:spPr>
          <a:xfrm>
            <a:off x="463028" y="1367912"/>
            <a:ext cx="5632253" cy="584775"/>
          </a:xfrm>
          <a:prstGeom prst="rect">
            <a:avLst/>
          </a:prstGeom>
          <a:noFill/>
        </p:spPr>
        <p:txBody>
          <a:bodyPr wrap="square">
            <a:spAutoFit/>
          </a:bodyPr>
          <a:lstStyle>
            <a:defPPr>
              <a:defRPr lang="pt-BR"/>
            </a:defPPr>
            <a:lvl1pPr>
              <a:defRPr sz="1600"/>
            </a:lvl1pPr>
          </a:lstStyle>
          <a:p>
            <a:r>
              <a:rPr lang="en-US"/>
              <a:t>The partial p.u.l. parameters can be computed by combining the surface admittance relation and the discretized EFIE.</a:t>
            </a:r>
            <a:endParaRPr lang="pt-BR"/>
          </a:p>
        </p:txBody>
      </p:sp>
      <p:grpSp>
        <p:nvGrpSpPr>
          <p:cNvPr id="12" name="Agrupar 11">
            <a:extLst>
              <a:ext uri="{FF2B5EF4-FFF2-40B4-BE49-F238E27FC236}">
                <a16:creationId xmlns:a16="http://schemas.microsoft.com/office/drawing/2014/main" id="{98EC4917-AA68-1205-1760-374B3E26A41E}"/>
              </a:ext>
            </a:extLst>
          </p:cNvPr>
          <p:cNvGrpSpPr/>
          <p:nvPr/>
        </p:nvGrpSpPr>
        <p:grpSpPr>
          <a:xfrm>
            <a:off x="425553" y="2096852"/>
            <a:ext cx="3438199" cy="872483"/>
            <a:chOff x="425553" y="2129815"/>
            <a:chExt cx="3438199" cy="872483"/>
          </a:xfrm>
        </p:grpSpPr>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BF016A12-F66E-AEE5-7C8F-007EE90B755E}"/>
                    </a:ext>
                  </a:extLst>
                </p:cNvPr>
                <p:cNvSpPr txBox="1"/>
                <p:nvPr/>
              </p:nvSpPr>
              <p:spPr>
                <a:xfrm>
                  <a:off x="489340" y="2129815"/>
                  <a:ext cx="1126334" cy="338554"/>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1" i="1" smtClean="0">
                            <a:latin typeface="Cambria Math" panose="02040503050406030204" pitchFamily="18" charset="0"/>
                          </a:rPr>
                          <m:t>𝑱</m:t>
                        </m:r>
                        <m:r>
                          <a:rPr lang="pt-BR" i="1">
                            <a:latin typeface="Cambria Math" panose="02040503050406030204" pitchFamily="18" charset="0"/>
                          </a:rPr>
                          <m:t>=</m:t>
                        </m:r>
                        <m:sSub>
                          <m:sSubPr>
                            <m:ctrlPr>
                              <a:rPr lang="pt-BR"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𝕐</m:t>
                            </m:r>
                          </m:e>
                          <m:sub>
                            <m:r>
                              <a:rPr lang="pt-BR" b="1" i="1">
                                <a:latin typeface="Cambria Math" panose="02040503050406030204" pitchFamily="18" charset="0"/>
                                <a:ea typeface="Cambria Math" panose="02040503050406030204" pitchFamily="18" charset="0"/>
                              </a:rPr>
                              <m:t>𝒔</m:t>
                            </m:r>
                          </m:sub>
                        </m:sSub>
                        <m:r>
                          <a:rPr lang="pt-BR" b="1" i="1" smtClean="0">
                            <a:latin typeface="Cambria Math" panose="02040503050406030204" pitchFamily="18" charset="0"/>
                            <a:ea typeface="Cambria Math" panose="02040503050406030204" pitchFamily="18" charset="0"/>
                          </a:rPr>
                          <m:t> </m:t>
                        </m:r>
                        <m:r>
                          <a:rPr lang="pt-BR" b="1" i="1" smtClean="0">
                            <a:latin typeface="Cambria Math" panose="02040503050406030204" pitchFamily="18" charset="0"/>
                            <a:ea typeface="Cambria Math" panose="02040503050406030204" pitchFamily="18" charset="0"/>
                          </a:rPr>
                          <m:t>𝑬</m:t>
                        </m:r>
                      </m:oMath>
                    </m:oMathPara>
                  </a14:m>
                  <a:endParaRPr lang="en-US" i="1"/>
                </a:p>
              </p:txBody>
            </p:sp>
          </mc:Choice>
          <mc:Fallback xmlns="">
            <p:sp>
              <p:nvSpPr>
                <p:cNvPr id="3" name="CaixaDeTexto 2">
                  <a:extLst>
                    <a:ext uri="{FF2B5EF4-FFF2-40B4-BE49-F238E27FC236}">
                      <a16:creationId xmlns:a16="http://schemas.microsoft.com/office/drawing/2014/main" id="{BF016A12-F66E-AEE5-7C8F-007EE90B755E}"/>
                    </a:ext>
                  </a:extLst>
                </p:cNvPr>
                <p:cNvSpPr txBox="1">
                  <a:spLocks noRot="1" noChangeAspect="1" noMove="1" noResize="1" noEditPoints="1" noAdjustHandles="1" noChangeArrowheads="1" noChangeShapeType="1" noTextEdit="1"/>
                </p:cNvSpPr>
                <p:nvPr/>
              </p:nvSpPr>
              <p:spPr>
                <a:xfrm>
                  <a:off x="489340" y="2129815"/>
                  <a:ext cx="1126334" cy="338554"/>
                </a:xfrm>
                <a:prstGeom prst="rect">
                  <a:avLst/>
                </a:prstGeom>
                <a:blipFill>
                  <a:blip r:embed="rId4"/>
                  <a:stretch>
                    <a:fillRect b="-535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E784AAF5-8832-C5D8-60B3-3249C187F9C9}"/>
                    </a:ext>
                  </a:extLst>
                </p:cNvPr>
                <p:cNvSpPr txBox="1"/>
                <p:nvPr/>
              </p:nvSpPr>
              <p:spPr>
                <a:xfrm>
                  <a:off x="545214" y="2663744"/>
                  <a:ext cx="3318538" cy="338554"/>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1" i="1" smtClean="0">
                            <a:latin typeface="Cambria Math" panose="02040503050406030204" pitchFamily="18" charset="0"/>
                          </a:rPr>
                          <m:t>𝑬</m:t>
                        </m:r>
                        <m:r>
                          <a:rPr lang="pt-BR">
                            <a:latin typeface="Cambria Math" panose="02040503050406030204" pitchFamily="18" charset="0"/>
                          </a:rPr>
                          <m:t>=</m:t>
                        </m:r>
                        <m:r>
                          <a:rPr lang="pt-BR" b="0" i="1" smtClean="0">
                            <a:latin typeface="Cambria Math" panose="02040503050406030204" pitchFamily="18" charset="0"/>
                          </a:rPr>
                          <m:t>𝑗</m:t>
                        </m:r>
                        <m:r>
                          <a:rPr lang="pt-BR" b="0" i="1" smtClean="0">
                            <a:latin typeface="Cambria Math" panose="02040503050406030204" pitchFamily="18" charset="0"/>
                          </a:rPr>
                          <m:t>𝜔</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r>
                          <a:rPr lang="pt-BR" b="0" i="1">
                            <a:latin typeface="Cambria Math" panose="02040503050406030204" pitchFamily="18" charset="0"/>
                            <a:ea typeface="Cambria Math" panose="02040503050406030204" pitchFamily="18" charset="0"/>
                          </a:rPr>
                          <m:t>𝔾</m:t>
                        </m:r>
                        <m:r>
                          <a:rPr lang="pt-BR" b="1" i="1" smtClean="0">
                            <a:latin typeface="Cambria Math" panose="02040503050406030204" pitchFamily="18" charset="0"/>
                          </a:rPr>
                          <m:t>𝑱</m:t>
                        </m:r>
                        <m:r>
                          <a:rPr lang="pt-BR" b="1" i="1" smtClean="0">
                            <a:latin typeface="Cambria Math" panose="02040503050406030204" pitchFamily="18" charset="0"/>
                          </a:rPr>
                          <m:t>+</m:t>
                        </m:r>
                        <m:r>
                          <a:rPr lang="pt-BR" b="1" i="1">
                            <a:latin typeface="Cambria Math" panose="02040503050406030204" pitchFamily="18" charset="0"/>
                          </a:rPr>
                          <m:t>𝕌</m:t>
                        </m:r>
                        <m:d>
                          <m:dPr>
                            <m:begChr m:val="["/>
                            <m:endChr m:val="]"/>
                            <m:ctrlPr>
                              <a:rPr lang="pt-BR" b="1" i="1" smtClean="0">
                                <a:latin typeface="Cambria Math" panose="02040503050406030204" pitchFamily="18" charset="0"/>
                              </a:rPr>
                            </m:ctrlPr>
                          </m:dPr>
                          <m:e>
                            <m:r>
                              <a:rPr lang="pt-BR" b="1" i="1" smtClean="0">
                                <a:latin typeface="Cambria Math" panose="02040503050406030204" pitchFamily="18" charset="0"/>
                              </a:rPr>
                              <m:t>𝑹</m:t>
                            </m:r>
                            <m:d>
                              <m:dPr>
                                <m:ctrlPr>
                                  <a:rPr lang="pt-BR" b="0" i="1" smtClean="0">
                                    <a:latin typeface="Cambria Math" panose="02040503050406030204" pitchFamily="18" charset="0"/>
                                  </a:rPr>
                                </m:ctrlPr>
                              </m:dPr>
                              <m:e>
                                <m:r>
                                  <a:rPr lang="pt-BR" b="0" i="1" smtClean="0">
                                    <a:latin typeface="Cambria Math" panose="02040503050406030204" pitchFamily="18" charset="0"/>
                                  </a:rPr>
                                  <m:t>𝜔</m:t>
                                </m:r>
                              </m:e>
                            </m:d>
                            <m:r>
                              <a:rPr lang="pt-BR" b="0" i="1" smtClean="0">
                                <a:latin typeface="Cambria Math" panose="02040503050406030204" pitchFamily="18" charset="0"/>
                              </a:rPr>
                              <m:t> +</m:t>
                            </m:r>
                            <m:r>
                              <a:rPr lang="pt-BR" b="0" i="1" smtClean="0">
                                <a:latin typeface="Cambria Math" panose="02040503050406030204" pitchFamily="18" charset="0"/>
                              </a:rPr>
                              <m:t>𝑗</m:t>
                            </m:r>
                            <m:r>
                              <a:rPr lang="pt-BR" b="0" i="1" smtClean="0">
                                <a:latin typeface="Cambria Math" panose="02040503050406030204" pitchFamily="18" charset="0"/>
                              </a:rPr>
                              <m:t>𝜔</m:t>
                            </m:r>
                            <m:r>
                              <a:rPr lang="pt-BR" b="1" i="1" smtClean="0">
                                <a:latin typeface="Cambria Math" panose="02040503050406030204" pitchFamily="18" charset="0"/>
                              </a:rPr>
                              <m:t>𝑳</m:t>
                            </m:r>
                            <m:d>
                              <m:dPr>
                                <m:ctrlPr>
                                  <a:rPr lang="pt-BR" b="1" i="1" smtClean="0">
                                    <a:latin typeface="Cambria Math" panose="02040503050406030204" pitchFamily="18" charset="0"/>
                                  </a:rPr>
                                </m:ctrlPr>
                              </m:dPr>
                              <m:e>
                                <m:r>
                                  <a:rPr lang="pt-BR" i="1">
                                    <a:latin typeface="Cambria Math" panose="02040503050406030204" pitchFamily="18" charset="0"/>
                                  </a:rPr>
                                  <m:t>𝜔</m:t>
                                </m:r>
                              </m:e>
                            </m:d>
                          </m:e>
                        </m:d>
                        <m:r>
                          <a:rPr lang="pt-BR" b="1" i="1" smtClean="0">
                            <a:latin typeface="Cambria Math" panose="02040503050406030204" pitchFamily="18" charset="0"/>
                          </a:rPr>
                          <m:t>𝑰</m:t>
                        </m:r>
                      </m:oMath>
                    </m:oMathPara>
                  </a14:m>
                  <a:endParaRPr lang="en-US" b="1" i="1"/>
                </a:p>
              </p:txBody>
            </p:sp>
          </mc:Choice>
          <mc:Fallback xmlns="">
            <p:sp>
              <p:nvSpPr>
                <p:cNvPr id="5" name="CaixaDeTexto 4">
                  <a:extLst>
                    <a:ext uri="{FF2B5EF4-FFF2-40B4-BE49-F238E27FC236}">
                      <a16:creationId xmlns:a16="http://schemas.microsoft.com/office/drawing/2014/main" id="{E784AAF5-8832-C5D8-60B3-3249C187F9C9}"/>
                    </a:ext>
                  </a:extLst>
                </p:cNvPr>
                <p:cNvSpPr txBox="1">
                  <a:spLocks noRot="1" noChangeAspect="1" noMove="1" noResize="1" noEditPoints="1" noAdjustHandles="1" noChangeArrowheads="1" noChangeShapeType="1" noTextEdit="1"/>
                </p:cNvSpPr>
                <p:nvPr/>
              </p:nvSpPr>
              <p:spPr>
                <a:xfrm>
                  <a:off x="545214" y="2663744"/>
                  <a:ext cx="3318538" cy="338554"/>
                </a:xfrm>
                <a:prstGeom prst="rect">
                  <a:avLst/>
                </a:prstGeom>
                <a:blipFill>
                  <a:blip r:embed="rId5"/>
                  <a:stretch>
                    <a:fillRect b="-9091"/>
                  </a:stretch>
                </a:blipFill>
              </p:spPr>
              <p:txBody>
                <a:bodyPr/>
                <a:lstStyle/>
                <a:p>
                  <a:r>
                    <a:rPr lang="pt-BR">
                      <a:noFill/>
                    </a:rPr>
                    <a:t> </a:t>
                  </a:r>
                </a:p>
              </p:txBody>
            </p:sp>
          </mc:Fallback>
        </mc:AlternateContent>
        <p:sp>
          <p:nvSpPr>
            <p:cNvPr id="7" name="Chave Esquerda 6">
              <a:extLst>
                <a:ext uri="{FF2B5EF4-FFF2-40B4-BE49-F238E27FC236}">
                  <a16:creationId xmlns:a16="http://schemas.microsoft.com/office/drawing/2014/main" id="{A92D6BF7-F173-023F-3B42-5A489AFC3E96}"/>
                </a:ext>
              </a:extLst>
            </p:cNvPr>
            <p:cNvSpPr/>
            <p:nvPr/>
          </p:nvSpPr>
          <p:spPr>
            <a:xfrm>
              <a:off x="425553" y="2169458"/>
              <a:ext cx="127573" cy="793197"/>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id="{D049FD0E-961F-E419-22CB-E6A196D0DFE6}"/>
                  </a:ext>
                </a:extLst>
              </p:cNvPr>
              <p:cNvSpPr txBox="1"/>
              <p:nvPr/>
            </p:nvSpPr>
            <p:spPr>
              <a:xfrm>
                <a:off x="5771964" y="2019049"/>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5)</m:t>
                      </m:r>
                    </m:oMath>
                  </m:oMathPara>
                </a14:m>
                <a:endParaRPr lang="en-US" sz="1200"/>
              </a:p>
            </p:txBody>
          </p:sp>
        </mc:Choice>
        <mc:Fallback xmlns="">
          <p:sp>
            <p:nvSpPr>
              <p:cNvPr id="15" name="CaixaDeTexto 14">
                <a:extLst>
                  <a:ext uri="{FF2B5EF4-FFF2-40B4-BE49-F238E27FC236}">
                    <a16:creationId xmlns:a16="http://schemas.microsoft.com/office/drawing/2014/main" id="{D049FD0E-961F-E419-22CB-E6A196D0DFE6}"/>
                  </a:ext>
                </a:extLst>
              </p:cNvPr>
              <p:cNvSpPr txBox="1">
                <a:spLocks noRot="1" noChangeAspect="1" noMove="1" noResize="1" noEditPoints="1" noAdjustHandles="1" noChangeArrowheads="1" noChangeShapeType="1" noTextEdit="1"/>
              </p:cNvSpPr>
              <p:nvPr/>
            </p:nvSpPr>
            <p:spPr>
              <a:xfrm>
                <a:off x="5771964" y="2019049"/>
                <a:ext cx="468052" cy="276999"/>
              </a:xfrm>
              <a:prstGeom prst="rect">
                <a:avLst/>
              </a:prstGeom>
              <a:blipFill>
                <a:blip r:embed="rId7"/>
                <a:stretch>
                  <a:fillRect b="-652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2E36C808-7139-8359-43C6-D528D3D6FAC7}"/>
                  </a:ext>
                </a:extLst>
              </p:cNvPr>
              <p:cNvSpPr txBox="1"/>
              <p:nvPr/>
            </p:nvSpPr>
            <p:spPr>
              <a:xfrm>
                <a:off x="5735960" y="2617167"/>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12)</m:t>
                      </m:r>
                    </m:oMath>
                  </m:oMathPara>
                </a14:m>
                <a:endParaRPr lang="en-US" sz="1200"/>
              </a:p>
            </p:txBody>
          </p:sp>
        </mc:Choice>
        <mc:Fallback xmlns="">
          <p:sp>
            <p:nvSpPr>
              <p:cNvPr id="16" name="CaixaDeTexto 15">
                <a:extLst>
                  <a:ext uri="{FF2B5EF4-FFF2-40B4-BE49-F238E27FC236}">
                    <a16:creationId xmlns:a16="http://schemas.microsoft.com/office/drawing/2014/main" id="{2E36C808-7139-8359-43C6-D528D3D6FAC7}"/>
                  </a:ext>
                </a:extLst>
              </p:cNvPr>
              <p:cNvSpPr txBox="1">
                <a:spLocks noRot="1" noChangeAspect="1" noMove="1" noResize="1" noEditPoints="1" noAdjustHandles="1" noChangeArrowheads="1" noChangeShapeType="1" noTextEdit="1"/>
              </p:cNvSpPr>
              <p:nvPr/>
            </p:nvSpPr>
            <p:spPr>
              <a:xfrm>
                <a:off x="5735960" y="2617167"/>
                <a:ext cx="468052" cy="276999"/>
              </a:xfrm>
              <a:prstGeom prst="rect">
                <a:avLst/>
              </a:prstGeom>
              <a:blipFill>
                <a:blip r:embed="rId8"/>
                <a:stretch>
                  <a:fillRect b="-6522"/>
                </a:stretch>
              </a:blipFill>
            </p:spPr>
            <p:txBody>
              <a:bodyPr/>
              <a:lstStyle/>
              <a:p>
                <a:r>
                  <a:rPr lang="pt-BR">
                    <a:noFill/>
                  </a:rPr>
                  <a:t> </a:t>
                </a:r>
              </a:p>
            </p:txBody>
          </p:sp>
        </mc:Fallback>
      </mc:AlternateContent>
      <p:grpSp>
        <p:nvGrpSpPr>
          <p:cNvPr id="10" name="Agrupar 9">
            <a:extLst>
              <a:ext uri="{FF2B5EF4-FFF2-40B4-BE49-F238E27FC236}">
                <a16:creationId xmlns:a16="http://schemas.microsoft.com/office/drawing/2014/main" id="{0B915ED7-FD25-B978-B3F8-B057CF33CD56}"/>
              </a:ext>
            </a:extLst>
          </p:cNvPr>
          <p:cNvGrpSpPr/>
          <p:nvPr/>
        </p:nvGrpSpPr>
        <p:grpSpPr>
          <a:xfrm>
            <a:off x="463028" y="3162454"/>
            <a:ext cx="5632972" cy="821124"/>
            <a:chOff x="463028" y="3162454"/>
            <a:chExt cx="5632972" cy="821124"/>
          </a:xfrm>
        </p:grpSpPr>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id="{FF78DFCF-F2D8-3173-8647-1D93A8286BAF}"/>
                    </a:ext>
                  </a:extLst>
                </p:cNvPr>
                <p:cNvSpPr txBox="1"/>
                <p:nvPr/>
              </p:nvSpPr>
              <p:spPr>
                <a:xfrm>
                  <a:off x="463028" y="3162454"/>
                  <a:ext cx="5632972" cy="338554"/>
                </a:xfrm>
                <a:prstGeom prst="rect">
                  <a:avLst/>
                </a:prstGeom>
                <a:noFill/>
              </p:spPr>
              <p:txBody>
                <a:bodyPr wrap="square">
                  <a:spAutoFit/>
                </a:bodyPr>
                <a:lstStyle>
                  <a:defPPr>
                    <a:defRPr lang="pt-BR"/>
                  </a:defPPr>
                  <a:lvl1pPr>
                    <a:defRPr sz="1600"/>
                  </a:lvl1pPr>
                </a:lstStyle>
                <a:p>
                  <a:r>
                    <a:rPr lang="en-US"/>
                    <a:t>First left multiply </a:t>
                  </a:r>
                  <a14:m>
                    <m:oMath xmlns:m="http://schemas.openxmlformats.org/officeDocument/2006/math">
                      <m:r>
                        <a:rPr lang="en-US" i="1" smtClean="0">
                          <a:latin typeface="Cambria Math" panose="02040503050406030204" pitchFamily="18" charset="0"/>
                        </a:rPr>
                        <m:t>(12)</m:t>
                      </m:r>
                    </m:oMath>
                  </a14:m>
                  <a:r>
                    <a:rPr lang="en-US"/>
                    <a:t> by </a:t>
                  </a:r>
                  <a14:m>
                    <m:oMath xmlns:m="http://schemas.openxmlformats.org/officeDocument/2006/math">
                      <m:sSub>
                        <m:sSubPr>
                          <m:ctrlPr>
                            <a:rPr lang="pt-BR"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𝕐</m:t>
                          </m:r>
                        </m:e>
                        <m:sub>
                          <m:r>
                            <a:rPr lang="pt-BR" b="1" i="1">
                              <a:latin typeface="Cambria Math" panose="02040503050406030204" pitchFamily="18" charset="0"/>
                              <a:ea typeface="Cambria Math" panose="02040503050406030204" pitchFamily="18" charset="0"/>
                            </a:rPr>
                            <m:t>𝒔</m:t>
                          </m:r>
                        </m:sub>
                      </m:sSub>
                    </m:oMath>
                  </a14:m>
                  <a:r>
                    <a:rPr lang="en-US"/>
                    <a:t>, and use </a:t>
                  </a:r>
                  <a14:m>
                    <m:oMath xmlns:m="http://schemas.openxmlformats.org/officeDocument/2006/math">
                      <m:r>
                        <a:rPr lang="en-US" i="1" smtClean="0">
                          <a:latin typeface="Cambria Math" panose="02040503050406030204" pitchFamily="18" charset="0"/>
                        </a:rPr>
                        <m:t>(5)</m:t>
                      </m:r>
                    </m:oMath>
                  </a14:m>
                  <a:r>
                    <a:rPr lang="en-US"/>
                    <a:t> to obtain:</a:t>
                  </a:r>
                  <a:endParaRPr lang="pt-BR"/>
                </a:p>
              </p:txBody>
            </p:sp>
          </mc:Choice>
          <mc:Fallback xmlns="">
            <p:sp>
              <p:nvSpPr>
                <p:cNvPr id="14" name="CaixaDeTexto 13">
                  <a:extLst>
                    <a:ext uri="{FF2B5EF4-FFF2-40B4-BE49-F238E27FC236}">
                      <a16:creationId xmlns:a16="http://schemas.microsoft.com/office/drawing/2014/main" id="{FF78DFCF-F2D8-3173-8647-1D93A8286BAF}"/>
                    </a:ext>
                  </a:extLst>
                </p:cNvPr>
                <p:cNvSpPr txBox="1">
                  <a:spLocks noRot="1" noChangeAspect="1" noMove="1" noResize="1" noEditPoints="1" noAdjustHandles="1" noChangeArrowheads="1" noChangeShapeType="1" noTextEdit="1"/>
                </p:cNvSpPr>
                <p:nvPr/>
              </p:nvSpPr>
              <p:spPr>
                <a:xfrm>
                  <a:off x="463028" y="3162454"/>
                  <a:ext cx="5632972" cy="338554"/>
                </a:xfrm>
                <a:prstGeom prst="rect">
                  <a:avLst/>
                </a:prstGeom>
                <a:blipFill>
                  <a:blip r:embed="rId9"/>
                  <a:stretch>
                    <a:fillRect l="-649" t="-5455" b="-2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 name="CaixaDeTexto 16">
                  <a:extLst>
                    <a:ext uri="{FF2B5EF4-FFF2-40B4-BE49-F238E27FC236}">
                      <a16:creationId xmlns:a16="http://schemas.microsoft.com/office/drawing/2014/main" id="{C4CE686B-974E-BB97-5EF9-65EA17FBB029}"/>
                    </a:ext>
                  </a:extLst>
                </p:cNvPr>
                <p:cNvSpPr txBox="1"/>
                <p:nvPr/>
              </p:nvSpPr>
              <p:spPr>
                <a:xfrm>
                  <a:off x="463028" y="3645024"/>
                  <a:ext cx="5632972" cy="338554"/>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1" i="1">
                            <a:latin typeface="Cambria Math" panose="02040503050406030204" pitchFamily="18" charset="0"/>
                          </a:rPr>
                          <m:t>𝑱</m:t>
                        </m:r>
                        <m:r>
                          <a:rPr lang="pt-BR">
                            <a:latin typeface="Cambria Math" panose="02040503050406030204" pitchFamily="18" charset="0"/>
                          </a:rPr>
                          <m:t>=</m:t>
                        </m:r>
                        <m:r>
                          <a:rPr lang="pt-BR" b="0" i="1" smtClean="0">
                            <a:latin typeface="Cambria Math" panose="02040503050406030204" pitchFamily="18" charset="0"/>
                          </a:rPr>
                          <m:t>𝑗</m:t>
                        </m:r>
                        <m:r>
                          <a:rPr lang="pt-BR" b="0" i="1" smtClean="0">
                            <a:latin typeface="Cambria Math" panose="02040503050406030204" pitchFamily="18" charset="0"/>
                          </a:rPr>
                          <m:t>𝜔</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sSub>
                          <m:sSubPr>
                            <m:ctrlPr>
                              <a:rPr lang="pt-BR"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𝕐</m:t>
                            </m:r>
                          </m:e>
                          <m:sub>
                            <m:r>
                              <a:rPr lang="pt-BR" b="1" i="1">
                                <a:latin typeface="Cambria Math" panose="02040503050406030204" pitchFamily="18" charset="0"/>
                                <a:ea typeface="Cambria Math" panose="02040503050406030204" pitchFamily="18" charset="0"/>
                              </a:rPr>
                              <m:t>𝒔</m:t>
                            </m:r>
                          </m:sub>
                        </m:sSub>
                        <m:r>
                          <a:rPr lang="pt-BR" b="0" i="1">
                            <a:latin typeface="Cambria Math" panose="02040503050406030204" pitchFamily="18" charset="0"/>
                            <a:ea typeface="Cambria Math" panose="02040503050406030204" pitchFamily="18" charset="0"/>
                          </a:rPr>
                          <m:t>𝔾</m:t>
                        </m:r>
                        <m:r>
                          <a:rPr lang="pt-BR" b="1" i="1" smtClean="0">
                            <a:latin typeface="Cambria Math" panose="02040503050406030204" pitchFamily="18" charset="0"/>
                          </a:rPr>
                          <m:t>𝑱</m:t>
                        </m:r>
                        <m:r>
                          <a:rPr lang="pt-BR" b="1" i="1" smtClean="0">
                            <a:latin typeface="Cambria Math" panose="02040503050406030204" pitchFamily="18" charset="0"/>
                          </a:rPr>
                          <m:t>+</m:t>
                        </m:r>
                        <m:sSub>
                          <m:sSubPr>
                            <m:ctrlPr>
                              <a:rPr lang="pt-BR"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𝕐</m:t>
                            </m:r>
                          </m:e>
                          <m:sub>
                            <m:r>
                              <a:rPr lang="pt-BR" b="1" i="1">
                                <a:latin typeface="Cambria Math" panose="02040503050406030204" pitchFamily="18" charset="0"/>
                                <a:ea typeface="Cambria Math" panose="02040503050406030204" pitchFamily="18" charset="0"/>
                              </a:rPr>
                              <m:t>𝒔</m:t>
                            </m:r>
                          </m:sub>
                        </m:sSub>
                        <m:r>
                          <a:rPr lang="pt-BR" b="1" i="1">
                            <a:latin typeface="Cambria Math" panose="02040503050406030204" pitchFamily="18" charset="0"/>
                          </a:rPr>
                          <m:t>𝕌</m:t>
                        </m:r>
                        <m:d>
                          <m:dPr>
                            <m:begChr m:val="["/>
                            <m:endChr m:val="]"/>
                            <m:ctrlPr>
                              <a:rPr lang="pt-BR" b="1" i="1" smtClean="0">
                                <a:latin typeface="Cambria Math" panose="02040503050406030204" pitchFamily="18" charset="0"/>
                              </a:rPr>
                            </m:ctrlPr>
                          </m:dPr>
                          <m:e>
                            <m:r>
                              <a:rPr lang="pt-BR" b="1" i="1" smtClean="0">
                                <a:latin typeface="Cambria Math" panose="02040503050406030204" pitchFamily="18" charset="0"/>
                              </a:rPr>
                              <m:t>𝑹</m:t>
                            </m:r>
                            <m:d>
                              <m:dPr>
                                <m:ctrlPr>
                                  <a:rPr lang="pt-BR" b="0" i="1" smtClean="0">
                                    <a:latin typeface="Cambria Math" panose="02040503050406030204" pitchFamily="18" charset="0"/>
                                  </a:rPr>
                                </m:ctrlPr>
                              </m:dPr>
                              <m:e>
                                <m:r>
                                  <a:rPr lang="pt-BR" b="0" i="1" smtClean="0">
                                    <a:latin typeface="Cambria Math" panose="02040503050406030204" pitchFamily="18" charset="0"/>
                                  </a:rPr>
                                  <m:t>𝜔</m:t>
                                </m:r>
                              </m:e>
                            </m:d>
                            <m:r>
                              <a:rPr lang="pt-BR" b="0" i="1" smtClean="0">
                                <a:latin typeface="Cambria Math" panose="02040503050406030204" pitchFamily="18" charset="0"/>
                              </a:rPr>
                              <m:t> +</m:t>
                            </m:r>
                            <m:r>
                              <a:rPr lang="pt-BR" b="0" i="1" smtClean="0">
                                <a:latin typeface="Cambria Math" panose="02040503050406030204" pitchFamily="18" charset="0"/>
                              </a:rPr>
                              <m:t>𝑗</m:t>
                            </m:r>
                            <m:r>
                              <a:rPr lang="pt-BR" b="0" i="1" smtClean="0">
                                <a:latin typeface="Cambria Math" panose="02040503050406030204" pitchFamily="18" charset="0"/>
                              </a:rPr>
                              <m:t>𝜔</m:t>
                            </m:r>
                            <m:r>
                              <a:rPr lang="pt-BR" b="1" i="1" smtClean="0">
                                <a:latin typeface="Cambria Math" panose="02040503050406030204" pitchFamily="18" charset="0"/>
                              </a:rPr>
                              <m:t>𝑳</m:t>
                            </m:r>
                            <m:d>
                              <m:dPr>
                                <m:ctrlPr>
                                  <a:rPr lang="pt-BR" b="1" i="1" smtClean="0">
                                    <a:latin typeface="Cambria Math" panose="02040503050406030204" pitchFamily="18" charset="0"/>
                                  </a:rPr>
                                </m:ctrlPr>
                              </m:dPr>
                              <m:e>
                                <m:r>
                                  <a:rPr lang="pt-BR" i="1">
                                    <a:latin typeface="Cambria Math" panose="02040503050406030204" pitchFamily="18" charset="0"/>
                                  </a:rPr>
                                  <m:t>𝜔</m:t>
                                </m:r>
                              </m:e>
                            </m:d>
                          </m:e>
                        </m:d>
                        <m:r>
                          <a:rPr lang="pt-BR" b="1" i="1" smtClean="0">
                            <a:latin typeface="Cambria Math" panose="02040503050406030204" pitchFamily="18" charset="0"/>
                          </a:rPr>
                          <m:t>𝑰</m:t>
                        </m:r>
                      </m:oMath>
                    </m:oMathPara>
                  </a14:m>
                  <a:endParaRPr lang="en-US" b="1" i="1"/>
                </a:p>
              </p:txBody>
            </p:sp>
          </mc:Choice>
          <mc:Fallback xmlns="">
            <p:sp>
              <p:nvSpPr>
                <p:cNvPr id="17" name="CaixaDeTexto 16">
                  <a:extLst>
                    <a:ext uri="{FF2B5EF4-FFF2-40B4-BE49-F238E27FC236}">
                      <a16:creationId xmlns:a16="http://schemas.microsoft.com/office/drawing/2014/main" id="{C4CE686B-974E-BB97-5EF9-65EA17FBB029}"/>
                    </a:ext>
                  </a:extLst>
                </p:cNvPr>
                <p:cNvSpPr txBox="1">
                  <a:spLocks noRot="1" noChangeAspect="1" noMove="1" noResize="1" noEditPoints="1" noAdjustHandles="1" noChangeArrowheads="1" noChangeShapeType="1" noTextEdit="1"/>
                </p:cNvSpPr>
                <p:nvPr/>
              </p:nvSpPr>
              <p:spPr>
                <a:xfrm>
                  <a:off x="463028" y="3645024"/>
                  <a:ext cx="5632972" cy="338554"/>
                </a:xfrm>
                <a:prstGeom prst="rect">
                  <a:avLst/>
                </a:prstGeom>
                <a:blipFill>
                  <a:blip r:embed="rId10"/>
                  <a:stretch>
                    <a:fillRect b="-9091"/>
                  </a:stretch>
                </a:blipFill>
              </p:spPr>
              <p:txBody>
                <a:bodyPr/>
                <a:lstStyle/>
                <a:p>
                  <a:r>
                    <a:rPr lang="pt-BR">
                      <a:noFill/>
                    </a:rPr>
                    <a:t> </a:t>
                  </a:r>
                </a:p>
              </p:txBody>
            </p:sp>
          </mc:Fallback>
        </mc:AlternateContent>
      </p:grpSp>
      <p:grpSp>
        <p:nvGrpSpPr>
          <p:cNvPr id="11" name="Agrupar 10">
            <a:extLst>
              <a:ext uri="{FF2B5EF4-FFF2-40B4-BE49-F238E27FC236}">
                <a16:creationId xmlns:a16="http://schemas.microsoft.com/office/drawing/2014/main" id="{5C6391A9-7AE7-A7DB-97C7-838D231A8B55}"/>
              </a:ext>
            </a:extLst>
          </p:cNvPr>
          <p:cNvGrpSpPr/>
          <p:nvPr/>
        </p:nvGrpSpPr>
        <p:grpSpPr>
          <a:xfrm>
            <a:off x="463028" y="4149080"/>
            <a:ext cx="5659283" cy="826703"/>
            <a:chOff x="463028" y="4149080"/>
            <a:chExt cx="5659283" cy="826703"/>
          </a:xfrm>
        </p:grpSpPr>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081A7E8F-FBBB-E7B9-1830-A6BF795996E5}"/>
                    </a:ext>
                  </a:extLst>
                </p:cNvPr>
                <p:cNvSpPr txBox="1"/>
                <p:nvPr/>
              </p:nvSpPr>
              <p:spPr>
                <a:xfrm>
                  <a:off x="489339" y="4149080"/>
                  <a:ext cx="5632972" cy="338554"/>
                </a:xfrm>
                <a:prstGeom prst="rect">
                  <a:avLst/>
                </a:prstGeom>
                <a:noFill/>
              </p:spPr>
              <p:txBody>
                <a:bodyPr wrap="square">
                  <a:spAutoFit/>
                </a:bodyPr>
                <a:lstStyle>
                  <a:defPPr>
                    <a:defRPr lang="pt-BR"/>
                  </a:defPPr>
                  <a:lvl1pPr>
                    <a:defRPr sz="1600"/>
                  </a:lvl1pPr>
                </a:lstStyle>
                <a:p>
                  <a:r>
                    <a:rPr lang="en-US"/>
                    <a:t>The equivalent current </a:t>
                  </a:r>
                  <a14:m>
                    <m:oMath xmlns:m="http://schemas.openxmlformats.org/officeDocument/2006/math">
                      <m:r>
                        <a:rPr lang="pt-BR" b="1" i="1" smtClean="0">
                          <a:latin typeface="Cambria Math" panose="02040503050406030204" pitchFamily="18" charset="0"/>
                        </a:rPr>
                        <m:t>𝑱</m:t>
                      </m:r>
                    </m:oMath>
                  </a14:m>
                  <a:r>
                    <a:rPr lang="en-US"/>
                    <a:t> may be expressed as</a:t>
                  </a:r>
                  <a:endParaRPr lang="pt-BR"/>
                </a:p>
              </p:txBody>
            </p:sp>
          </mc:Choice>
          <mc:Fallback xmlns="">
            <p:sp>
              <p:nvSpPr>
                <p:cNvPr id="18" name="CaixaDeTexto 17">
                  <a:extLst>
                    <a:ext uri="{FF2B5EF4-FFF2-40B4-BE49-F238E27FC236}">
                      <a16:creationId xmlns:a16="http://schemas.microsoft.com/office/drawing/2014/main" id="{081A7E8F-FBBB-E7B9-1830-A6BF795996E5}"/>
                    </a:ext>
                  </a:extLst>
                </p:cNvPr>
                <p:cNvSpPr txBox="1">
                  <a:spLocks noRot="1" noChangeAspect="1" noMove="1" noResize="1" noEditPoints="1" noAdjustHandles="1" noChangeArrowheads="1" noChangeShapeType="1" noTextEdit="1"/>
                </p:cNvSpPr>
                <p:nvPr/>
              </p:nvSpPr>
              <p:spPr>
                <a:xfrm>
                  <a:off x="489339" y="4149080"/>
                  <a:ext cx="5632972" cy="338554"/>
                </a:xfrm>
                <a:prstGeom prst="rect">
                  <a:avLst/>
                </a:prstGeom>
                <a:blipFill>
                  <a:blip r:embed="rId11"/>
                  <a:stretch>
                    <a:fillRect l="-541" t="-5455" b="-2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0DCA8E34-A076-A7E0-381D-F3ACA1AE8222}"/>
                    </a:ext>
                  </a:extLst>
                </p:cNvPr>
                <p:cNvSpPr txBox="1"/>
                <p:nvPr/>
              </p:nvSpPr>
              <p:spPr>
                <a:xfrm>
                  <a:off x="463028" y="4631650"/>
                  <a:ext cx="5632972" cy="34413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1" i="1" smtClean="0">
                            <a:latin typeface="Cambria Math" panose="02040503050406030204" pitchFamily="18" charset="0"/>
                          </a:rPr>
                          <m:t>𝑱</m:t>
                        </m:r>
                        <m:r>
                          <a:rPr lang="pt-BR">
                            <a:latin typeface="Cambria Math" panose="02040503050406030204" pitchFamily="18" charset="0"/>
                          </a:rPr>
                          <m:t>=</m:t>
                        </m:r>
                        <m:sSup>
                          <m:sSupPr>
                            <m:ctrlPr>
                              <a:rPr lang="pt-BR" b="1" i="1" smtClean="0">
                                <a:latin typeface="Cambria Math" panose="02040503050406030204" pitchFamily="18" charset="0"/>
                              </a:rPr>
                            </m:ctrlPr>
                          </m:sSupPr>
                          <m:e>
                            <m:d>
                              <m:dPr>
                                <m:ctrlPr>
                                  <a:rPr lang="pt-BR" b="0" i="1" smtClean="0">
                                    <a:latin typeface="Cambria Math" panose="02040503050406030204" pitchFamily="18" charset="0"/>
                                  </a:rPr>
                                </m:ctrlPr>
                              </m:dPr>
                              <m:e>
                                <m:r>
                                  <a:rPr lang="pt-BR" b="1" i="0" smtClean="0">
                                    <a:latin typeface="Cambria Math" panose="02040503050406030204" pitchFamily="18" charset="0"/>
                                  </a:rPr>
                                  <m:t>𝟏</m:t>
                                </m:r>
                                <m:r>
                                  <a:rPr lang="pt-BR" b="0" i="0" smtClean="0">
                                    <a:latin typeface="Cambria Math" panose="02040503050406030204" pitchFamily="18" charset="0"/>
                                  </a:rPr>
                                  <m:t>−</m:t>
                                </m:r>
                                <m:r>
                                  <a:rPr lang="pt-BR" b="0" i="1" smtClean="0">
                                    <a:latin typeface="Cambria Math" panose="02040503050406030204" pitchFamily="18" charset="0"/>
                                  </a:rPr>
                                  <m:t>𝑗</m:t>
                                </m:r>
                                <m:r>
                                  <a:rPr lang="pt-BR" b="0" i="1" smtClean="0">
                                    <a:latin typeface="Cambria Math" panose="02040503050406030204" pitchFamily="18" charset="0"/>
                                  </a:rPr>
                                  <m:t>𝜔</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sSub>
                                  <m:sSubPr>
                                    <m:ctrlPr>
                                      <a:rPr lang="pt-BR"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𝕐</m:t>
                                    </m:r>
                                  </m:e>
                                  <m:sub>
                                    <m:r>
                                      <a:rPr lang="pt-BR" b="1" i="1">
                                        <a:latin typeface="Cambria Math" panose="02040503050406030204" pitchFamily="18" charset="0"/>
                                        <a:ea typeface="Cambria Math" panose="02040503050406030204" pitchFamily="18" charset="0"/>
                                      </a:rPr>
                                      <m:t>𝒔</m:t>
                                    </m:r>
                                  </m:sub>
                                </m:sSub>
                                <m:r>
                                  <a:rPr lang="pt-BR" b="0" i="1">
                                    <a:latin typeface="Cambria Math" panose="02040503050406030204" pitchFamily="18" charset="0"/>
                                    <a:ea typeface="Cambria Math" panose="02040503050406030204" pitchFamily="18" charset="0"/>
                                  </a:rPr>
                                  <m:t>𝔾</m:t>
                                </m:r>
                              </m:e>
                            </m:d>
                          </m:e>
                          <m:sup>
                            <m:r>
                              <a:rPr lang="pt-BR" b="0" i="1" smtClean="0">
                                <a:latin typeface="Cambria Math" panose="02040503050406030204" pitchFamily="18" charset="0"/>
                              </a:rPr>
                              <m:t>−1</m:t>
                            </m:r>
                          </m:sup>
                        </m:sSup>
                        <m:sSub>
                          <m:sSubPr>
                            <m:ctrlPr>
                              <a:rPr lang="pt-BR"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𝕐</m:t>
                            </m:r>
                          </m:e>
                          <m:sub>
                            <m:r>
                              <a:rPr lang="pt-BR" b="1" i="1">
                                <a:latin typeface="Cambria Math" panose="02040503050406030204" pitchFamily="18" charset="0"/>
                                <a:ea typeface="Cambria Math" panose="02040503050406030204" pitchFamily="18" charset="0"/>
                              </a:rPr>
                              <m:t>𝒔</m:t>
                            </m:r>
                          </m:sub>
                        </m:sSub>
                        <m:r>
                          <a:rPr lang="pt-BR" b="1" i="1">
                            <a:latin typeface="Cambria Math" panose="02040503050406030204" pitchFamily="18" charset="0"/>
                          </a:rPr>
                          <m:t>𝕌</m:t>
                        </m:r>
                        <m:d>
                          <m:dPr>
                            <m:begChr m:val="["/>
                            <m:endChr m:val="]"/>
                            <m:ctrlPr>
                              <a:rPr lang="pt-BR" b="1" i="1" smtClean="0">
                                <a:latin typeface="Cambria Math" panose="02040503050406030204" pitchFamily="18" charset="0"/>
                              </a:rPr>
                            </m:ctrlPr>
                          </m:dPr>
                          <m:e>
                            <m:r>
                              <a:rPr lang="pt-BR" b="1" i="1" smtClean="0">
                                <a:latin typeface="Cambria Math" panose="02040503050406030204" pitchFamily="18" charset="0"/>
                              </a:rPr>
                              <m:t>𝑹</m:t>
                            </m:r>
                            <m:d>
                              <m:dPr>
                                <m:ctrlPr>
                                  <a:rPr lang="pt-BR" b="0" i="1" smtClean="0">
                                    <a:latin typeface="Cambria Math" panose="02040503050406030204" pitchFamily="18" charset="0"/>
                                  </a:rPr>
                                </m:ctrlPr>
                              </m:dPr>
                              <m:e>
                                <m:r>
                                  <a:rPr lang="pt-BR" b="0" i="1" smtClean="0">
                                    <a:latin typeface="Cambria Math" panose="02040503050406030204" pitchFamily="18" charset="0"/>
                                  </a:rPr>
                                  <m:t>𝜔</m:t>
                                </m:r>
                              </m:e>
                            </m:d>
                            <m:r>
                              <a:rPr lang="pt-BR" b="0" i="1" smtClean="0">
                                <a:latin typeface="Cambria Math" panose="02040503050406030204" pitchFamily="18" charset="0"/>
                              </a:rPr>
                              <m:t> +</m:t>
                            </m:r>
                            <m:r>
                              <a:rPr lang="pt-BR" b="0" i="1" smtClean="0">
                                <a:latin typeface="Cambria Math" panose="02040503050406030204" pitchFamily="18" charset="0"/>
                              </a:rPr>
                              <m:t>𝑗</m:t>
                            </m:r>
                            <m:r>
                              <a:rPr lang="pt-BR" b="0" i="1" smtClean="0">
                                <a:latin typeface="Cambria Math" panose="02040503050406030204" pitchFamily="18" charset="0"/>
                              </a:rPr>
                              <m:t>𝜔</m:t>
                            </m:r>
                            <m:r>
                              <a:rPr lang="pt-BR" b="1" i="1" smtClean="0">
                                <a:latin typeface="Cambria Math" panose="02040503050406030204" pitchFamily="18" charset="0"/>
                              </a:rPr>
                              <m:t>𝑳</m:t>
                            </m:r>
                            <m:d>
                              <m:dPr>
                                <m:ctrlPr>
                                  <a:rPr lang="pt-BR" b="1" i="1" smtClean="0">
                                    <a:latin typeface="Cambria Math" panose="02040503050406030204" pitchFamily="18" charset="0"/>
                                  </a:rPr>
                                </m:ctrlPr>
                              </m:dPr>
                              <m:e>
                                <m:r>
                                  <a:rPr lang="pt-BR" i="1">
                                    <a:latin typeface="Cambria Math" panose="02040503050406030204" pitchFamily="18" charset="0"/>
                                  </a:rPr>
                                  <m:t>𝜔</m:t>
                                </m:r>
                              </m:e>
                            </m:d>
                          </m:e>
                        </m:d>
                        <m:r>
                          <a:rPr lang="pt-BR" b="1" i="1" smtClean="0">
                            <a:latin typeface="Cambria Math" panose="02040503050406030204" pitchFamily="18" charset="0"/>
                          </a:rPr>
                          <m:t>𝑰</m:t>
                        </m:r>
                      </m:oMath>
                    </m:oMathPara>
                  </a14:m>
                  <a:endParaRPr lang="en-US" b="1" i="1"/>
                </a:p>
              </p:txBody>
            </p:sp>
          </mc:Choice>
          <mc:Fallback xmlns="">
            <p:sp>
              <p:nvSpPr>
                <p:cNvPr id="19" name="CaixaDeTexto 18">
                  <a:extLst>
                    <a:ext uri="{FF2B5EF4-FFF2-40B4-BE49-F238E27FC236}">
                      <a16:creationId xmlns:a16="http://schemas.microsoft.com/office/drawing/2014/main" id="{0DCA8E34-A076-A7E0-381D-F3ACA1AE8222}"/>
                    </a:ext>
                  </a:extLst>
                </p:cNvPr>
                <p:cNvSpPr txBox="1">
                  <a:spLocks noRot="1" noChangeAspect="1" noMove="1" noResize="1" noEditPoints="1" noAdjustHandles="1" noChangeArrowheads="1" noChangeShapeType="1" noTextEdit="1"/>
                </p:cNvSpPr>
                <p:nvPr/>
              </p:nvSpPr>
              <p:spPr>
                <a:xfrm>
                  <a:off x="463028" y="4631650"/>
                  <a:ext cx="5632972" cy="344133"/>
                </a:xfrm>
                <a:prstGeom prst="rect">
                  <a:avLst/>
                </a:prstGeom>
                <a:blipFill>
                  <a:blip r:embed="rId12"/>
                  <a:stretch>
                    <a:fillRect b="-7143"/>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22" name="CaixaDeTexto 21">
                <a:extLst>
                  <a:ext uri="{FF2B5EF4-FFF2-40B4-BE49-F238E27FC236}">
                    <a16:creationId xmlns:a16="http://schemas.microsoft.com/office/drawing/2014/main" id="{BCD9D889-847A-155A-5667-6537BCD0BFAC}"/>
                  </a:ext>
                </a:extLst>
              </p:cNvPr>
              <p:cNvSpPr txBox="1"/>
              <p:nvPr/>
            </p:nvSpPr>
            <p:spPr>
              <a:xfrm>
                <a:off x="6528046" y="1377648"/>
                <a:ext cx="4789241" cy="1815882"/>
              </a:xfrm>
              <a:prstGeom prst="rect">
                <a:avLst/>
              </a:prstGeom>
              <a:noFill/>
            </p:spPr>
            <p:txBody>
              <a:bodyPr wrap="square">
                <a:spAutoFit/>
              </a:bodyPr>
              <a:lstStyle>
                <a:defPPr>
                  <a:defRPr lang="pt-BR"/>
                </a:defPPr>
                <a:lvl1pPr>
                  <a:defRPr sz="1600"/>
                </a:lvl1pPr>
              </a:lstStyle>
              <a:p>
                <a:r>
                  <a:rPr lang="en-US"/>
                  <a:t>Since all materials in the cable are linear, the p.u.l. impedance must be independent from the current flowing in the conductors. </a:t>
                </a:r>
              </a:p>
              <a:p>
                <a:endParaRPr lang="en-US"/>
              </a:p>
              <a:p>
                <a:r>
                  <a:rPr lang="en-US"/>
                  <a:t>Hence, the expression inside the square bracket on the right-hand side of </a:t>
                </a:r>
                <a14:m>
                  <m:oMath xmlns:m="http://schemas.openxmlformats.org/officeDocument/2006/math">
                    <m:r>
                      <a:rPr lang="en-US" i="1" smtClean="0">
                        <a:latin typeface="Cambria Math" panose="02040503050406030204" pitchFamily="18" charset="0"/>
                      </a:rPr>
                      <m:t>(13)</m:t>
                    </m:r>
                  </m:oMath>
                </a14:m>
                <a:r>
                  <a:rPr lang="en-US"/>
                  <a:t> must be equal to the identity matrix.</a:t>
                </a:r>
                <a:endParaRPr lang="pt-BR"/>
              </a:p>
            </p:txBody>
          </p:sp>
        </mc:Choice>
        <mc:Fallback xmlns="">
          <p:sp>
            <p:nvSpPr>
              <p:cNvPr id="22" name="CaixaDeTexto 21">
                <a:extLst>
                  <a:ext uri="{FF2B5EF4-FFF2-40B4-BE49-F238E27FC236}">
                    <a16:creationId xmlns:a16="http://schemas.microsoft.com/office/drawing/2014/main" id="{BCD9D889-847A-155A-5667-6537BCD0BFAC}"/>
                  </a:ext>
                </a:extLst>
              </p:cNvPr>
              <p:cNvSpPr txBox="1">
                <a:spLocks noRot="1" noChangeAspect="1" noMove="1" noResize="1" noEditPoints="1" noAdjustHandles="1" noChangeArrowheads="1" noChangeShapeType="1" noTextEdit="1"/>
              </p:cNvSpPr>
              <p:nvPr/>
            </p:nvSpPr>
            <p:spPr>
              <a:xfrm>
                <a:off x="6528046" y="1377648"/>
                <a:ext cx="4789241" cy="1815882"/>
              </a:xfrm>
              <a:prstGeom prst="rect">
                <a:avLst/>
              </a:prstGeom>
              <a:blipFill>
                <a:blip r:embed="rId15"/>
                <a:stretch>
                  <a:fillRect l="-763" t="-1007" b="-3356"/>
                </a:stretch>
              </a:blipFill>
            </p:spPr>
            <p:txBody>
              <a:bodyPr/>
              <a:lstStyle/>
              <a:p>
                <a:r>
                  <a:rPr lang="pt-BR">
                    <a:noFill/>
                  </a:rPr>
                  <a:t> </a:t>
                </a:r>
              </a:p>
            </p:txBody>
          </p:sp>
        </mc:Fallback>
      </mc:AlternateContent>
      <p:grpSp>
        <p:nvGrpSpPr>
          <p:cNvPr id="28" name="Agrupar 27">
            <a:extLst>
              <a:ext uri="{FF2B5EF4-FFF2-40B4-BE49-F238E27FC236}">
                <a16:creationId xmlns:a16="http://schemas.microsoft.com/office/drawing/2014/main" id="{14F584F9-0C76-FD6A-AC16-77763E17E13C}"/>
              </a:ext>
            </a:extLst>
          </p:cNvPr>
          <p:cNvGrpSpPr/>
          <p:nvPr/>
        </p:nvGrpSpPr>
        <p:grpSpPr>
          <a:xfrm>
            <a:off x="462309" y="5099702"/>
            <a:ext cx="5705699" cy="1052068"/>
            <a:chOff x="462309" y="5099702"/>
            <a:chExt cx="5705699" cy="1052068"/>
          </a:xfrm>
        </p:grpSpPr>
        <p:grpSp>
          <p:nvGrpSpPr>
            <p:cNvPr id="13" name="Agrupar 12">
              <a:extLst>
                <a:ext uri="{FF2B5EF4-FFF2-40B4-BE49-F238E27FC236}">
                  <a16:creationId xmlns:a16="http://schemas.microsoft.com/office/drawing/2014/main" id="{C787F4B9-290A-53BF-6A1D-51EA955FC696}"/>
                </a:ext>
              </a:extLst>
            </p:cNvPr>
            <p:cNvGrpSpPr/>
            <p:nvPr/>
          </p:nvGrpSpPr>
          <p:grpSpPr>
            <a:xfrm>
              <a:off x="462309" y="5099702"/>
              <a:ext cx="5632972" cy="1052068"/>
              <a:chOff x="462309" y="5099702"/>
              <a:chExt cx="5632972" cy="1052068"/>
            </a:xfrm>
          </p:grpSpPr>
          <mc:AlternateContent xmlns:mc="http://schemas.openxmlformats.org/markup-compatibility/2006" xmlns:a14="http://schemas.microsoft.com/office/drawing/2010/main">
            <mc:Choice Requires="a14">
              <p:sp>
                <p:nvSpPr>
                  <p:cNvPr id="20" name="CaixaDeTexto 19">
                    <a:extLst>
                      <a:ext uri="{FF2B5EF4-FFF2-40B4-BE49-F238E27FC236}">
                        <a16:creationId xmlns:a16="http://schemas.microsoft.com/office/drawing/2014/main" id="{9E37712A-FAE9-A84F-271C-3958B38F5E3A}"/>
                      </a:ext>
                    </a:extLst>
                  </p:cNvPr>
                  <p:cNvSpPr txBox="1"/>
                  <p:nvPr/>
                </p:nvSpPr>
                <p:spPr>
                  <a:xfrm>
                    <a:off x="493395" y="5099702"/>
                    <a:ext cx="5386581" cy="584775"/>
                  </a:xfrm>
                  <a:prstGeom prst="rect">
                    <a:avLst/>
                  </a:prstGeom>
                  <a:noFill/>
                </p:spPr>
                <p:txBody>
                  <a:bodyPr wrap="square">
                    <a:spAutoFit/>
                  </a:bodyPr>
                  <a:lstStyle>
                    <a:defPPr>
                      <a:defRPr lang="pt-BR"/>
                    </a:defPPr>
                    <a:lvl1pPr>
                      <a:defRPr sz="1600"/>
                    </a:lvl1pPr>
                  </a:lstStyle>
                  <a:p>
                    <a:r>
                      <a:rPr lang="en-US"/>
                      <a:t>where </a:t>
                    </a:r>
                    <a:r>
                      <a:rPr lang="en-US" b="1"/>
                      <a:t>1</a:t>
                    </a:r>
                    <a:r>
                      <a:rPr lang="en-US"/>
                      <a:t> is the identity matrix. Next, we left multiply equation above by </a:t>
                    </a:r>
                    <a14:m>
                      <m:oMath xmlns:m="http://schemas.openxmlformats.org/officeDocument/2006/math">
                        <m:sSup>
                          <m:sSupPr>
                            <m:ctrlPr>
                              <a:rPr lang="pt-BR" b="0" i="1" smtClean="0">
                                <a:latin typeface="Cambria Math" panose="02040503050406030204" pitchFamily="18" charset="0"/>
                              </a:rPr>
                            </m:ctrlPr>
                          </m:sSupPr>
                          <m:e>
                            <m:r>
                              <a:rPr lang="pt-BR" b="1" i="1">
                                <a:latin typeface="Cambria Math" panose="02040503050406030204" pitchFamily="18" charset="0"/>
                              </a:rPr>
                              <m:t>𝕌</m:t>
                            </m:r>
                          </m:e>
                          <m:sup>
                            <m:r>
                              <a:rPr lang="en-US" i="1" smtClean="0">
                                <a:latin typeface="Cambria Math" panose="02040503050406030204" pitchFamily="18" charset="0"/>
                              </a:rPr>
                              <m:t>𝑇</m:t>
                            </m:r>
                          </m:sup>
                        </m:sSup>
                      </m:oMath>
                    </a14:m>
                    <a:r>
                      <a:rPr lang="en-US"/>
                      <a:t> to get:</a:t>
                    </a:r>
                    <a:endParaRPr lang="pt-BR"/>
                  </a:p>
                </p:txBody>
              </p:sp>
            </mc:Choice>
            <mc:Fallback xmlns="">
              <p:sp>
                <p:nvSpPr>
                  <p:cNvPr id="20" name="CaixaDeTexto 19">
                    <a:extLst>
                      <a:ext uri="{FF2B5EF4-FFF2-40B4-BE49-F238E27FC236}">
                        <a16:creationId xmlns:a16="http://schemas.microsoft.com/office/drawing/2014/main" id="{9E37712A-FAE9-A84F-271C-3958B38F5E3A}"/>
                      </a:ext>
                    </a:extLst>
                  </p:cNvPr>
                  <p:cNvSpPr txBox="1">
                    <a:spLocks noRot="1" noChangeAspect="1" noMove="1" noResize="1" noEditPoints="1" noAdjustHandles="1" noChangeArrowheads="1" noChangeShapeType="1" noTextEdit="1"/>
                  </p:cNvSpPr>
                  <p:nvPr/>
                </p:nvSpPr>
                <p:spPr>
                  <a:xfrm>
                    <a:off x="493395" y="5099702"/>
                    <a:ext cx="5386581" cy="584775"/>
                  </a:xfrm>
                  <a:prstGeom prst="rect">
                    <a:avLst/>
                  </a:prstGeom>
                  <a:blipFill>
                    <a:blip r:embed="rId13"/>
                    <a:stretch>
                      <a:fillRect l="-679" t="-3158" b="-13684"/>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1" name="CaixaDeTexto 20">
                    <a:extLst>
                      <a:ext uri="{FF2B5EF4-FFF2-40B4-BE49-F238E27FC236}">
                        <a16:creationId xmlns:a16="http://schemas.microsoft.com/office/drawing/2014/main" id="{4C942BC6-4908-AF5E-3E5D-339F8C1DCA37}"/>
                      </a:ext>
                    </a:extLst>
                  </p:cNvPr>
                  <p:cNvSpPr txBox="1"/>
                  <p:nvPr/>
                </p:nvSpPr>
                <p:spPr>
                  <a:xfrm>
                    <a:off x="462309" y="5813216"/>
                    <a:ext cx="5632972" cy="338554"/>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1" i="1" smtClean="0">
                              <a:latin typeface="Cambria Math" panose="02040503050406030204" pitchFamily="18" charset="0"/>
                            </a:rPr>
                            <m:t>𝑰</m:t>
                          </m:r>
                          <m:r>
                            <a:rPr lang="pt-BR">
                              <a:latin typeface="Cambria Math" panose="02040503050406030204" pitchFamily="18" charset="0"/>
                            </a:rPr>
                            <m:t>=</m:t>
                          </m:r>
                          <m:r>
                            <a:rPr lang="pt-BR" b="0" i="0" smtClean="0">
                              <a:latin typeface="Cambria Math" panose="02040503050406030204" pitchFamily="18" charset="0"/>
                            </a:rPr>
                            <m:t>[</m:t>
                          </m:r>
                          <m:sSup>
                            <m:sSupPr>
                              <m:ctrlPr>
                                <a:rPr lang="pt-BR" i="1">
                                  <a:latin typeface="Cambria Math" panose="02040503050406030204" pitchFamily="18" charset="0"/>
                                </a:rPr>
                              </m:ctrlPr>
                            </m:sSupPr>
                            <m:e>
                              <m:r>
                                <a:rPr lang="pt-BR" b="1" i="1">
                                  <a:latin typeface="Cambria Math" panose="02040503050406030204" pitchFamily="18" charset="0"/>
                                </a:rPr>
                                <m:t>𝕌</m:t>
                              </m:r>
                            </m:e>
                            <m:sup>
                              <m:r>
                                <a:rPr lang="en-US" i="1">
                                  <a:latin typeface="Cambria Math" panose="02040503050406030204" pitchFamily="18" charset="0"/>
                                </a:rPr>
                                <m:t>𝑇</m:t>
                              </m:r>
                            </m:sup>
                          </m:sSup>
                          <m:sSup>
                            <m:sSupPr>
                              <m:ctrlPr>
                                <a:rPr lang="pt-BR" b="1" i="1" smtClean="0">
                                  <a:latin typeface="Cambria Math" panose="02040503050406030204" pitchFamily="18" charset="0"/>
                                </a:rPr>
                              </m:ctrlPr>
                            </m:sSupPr>
                            <m:e>
                              <m:d>
                                <m:dPr>
                                  <m:ctrlPr>
                                    <a:rPr lang="pt-BR" b="0" i="1" smtClean="0">
                                      <a:latin typeface="Cambria Math" panose="02040503050406030204" pitchFamily="18" charset="0"/>
                                    </a:rPr>
                                  </m:ctrlPr>
                                </m:dPr>
                                <m:e>
                                  <m:r>
                                    <a:rPr lang="pt-BR" b="1" i="0" smtClean="0">
                                      <a:latin typeface="Cambria Math" panose="02040503050406030204" pitchFamily="18" charset="0"/>
                                    </a:rPr>
                                    <m:t>𝟏</m:t>
                                  </m:r>
                                  <m:r>
                                    <a:rPr lang="pt-BR" b="0" i="0" smtClean="0">
                                      <a:latin typeface="Cambria Math" panose="02040503050406030204" pitchFamily="18" charset="0"/>
                                    </a:rPr>
                                    <m:t>−</m:t>
                                  </m:r>
                                  <m:r>
                                    <a:rPr lang="pt-BR" b="0" i="1" smtClean="0">
                                      <a:latin typeface="Cambria Math" panose="02040503050406030204" pitchFamily="18" charset="0"/>
                                    </a:rPr>
                                    <m:t>𝑗</m:t>
                                  </m:r>
                                  <m:r>
                                    <a:rPr lang="pt-BR" b="0" i="1" smtClean="0">
                                      <a:latin typeface="Cambria Math" panose="02040503050406030204" pitchFamily="18" charset="0"/>
                                    </a:rPr>
                                    <m:t>𝜔</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sSub>
                                    <m:sSubPr>
                                      <m:ctrlPr>
                                        <a:rPr lang="pt-BR"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𝕐</m:t>
                                      </m:r>
                                    </m:e>
                                    <m:sub>
                                      <m:r>
                                        <a:rPr lang="pt-BR" b="1" i="1">
                                          <a:latin typeface="Cambria Math" panose="02040503050406030204" pitchFamily="18" charset="0"/>
                                          <a:ea typeface="Cambria Math" panose="02040503050406030204" pitchFamily="18" charset="0"/>
                                        </a:rPr>
                                        <m:t>𝒔</m:t>
                                      </m:r>
                                    </m:sub>
                                  </m:sSub>
                                  <m:r>
                                    <a:rPr lang="pt-BR" b="0" i="1">
                                      <a:latin typeface="Cambria Math" panose="02040503050406030204" pitchFamily="18" charset="0"/>
                                      <a:ea typeface="Cambria Math" panose="02040503050406030204" pitchFamily="18" charset="0"/>
                                    </a:rPr>
                                    <m:t>𝔾</m:t>
                                  </m:r>
                                </m:e>
                              </m:d>
                            </m:e>
                            <m:sup>
                              <m:r>
                                <a:rPr lang="pt-BR" b="0" i="1" smtClean="0">
                                  <a:latin typeface="Cambria Math" panose="02040503050406030204" pitchFamily="18" charset="0"/>
                                </a:rPr>
                                <m:t>−1</m:t>
                              </m:r>
                            </m:sup>
                          </m:sSup>
                          <m:sSub>
                            <m:sSubPr>
                              <m:ctrlPr>
                                <a:rPr lang="pt-BR"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𝕐</m:t>
                              </m:r>
                            </m:e>
                            <m:sub>
                              <m:r>
                                <a:rPr lang="pt-BR" b="1" i="1">
                                  <a:latin typeface="Cambria Math" panose="02040503050406030204" pitchFamily="18" charset="0"/>
                                  <a:ea typeface="Cambria Math" panose="02040503050406030204" pitchFamily="18" charset="0"/>
                                </a:rPr>
                                <m:t>𝒔</m:t>
                              </m:r>
                            </m:sub>
                          </m:sSub>
                          <m:r>
                            <a:rPr lang="pt-BR" b="1" i="1">
                              <a:latin typeface="Cambria Math" panose="02040503050406030204" pitchFamily="18" charset="0"/>
                            </a:rPr>
                            <m:t>𝕌</m:t>
                          </m:r>
                          <m:r>
                            <a:rPr lang="pt-BR" b="1" i="1">
                              <a:latin typeface="Cambria Math" panose="02040503050406030204" pitchFamily="18" charset="0"/>
                            </a:rPr>
                            <m:t>)(</m:t>
                          </m:r>
                          <m:r>
                            <a:rPr lang="pt-BR" b="1" i="1">
                              <a:latin typeface="Cambria Math" panose="02040503050406030204" pitchFamily="18" charset="0"/>
                            </a:rPr>
                            <m:t>𝑹</m:t>
                          </m:r>
                          <m:d>
                            <m:dPr>
                              <m:ctrlPr>
                                <a:rPr lang="pt-BR" i="1">
                                  <a:latin typeface="Cambria Math" panose="02040503050406030204" pitchFamily="18" charset="0"/>
                                </a:rPr>
                              </m:ctrlPr>
                            </m:dPr>
                            <m:e>
                              <m:r>
                                <a:rPr lang="pt-BR" i="1">
                                  <a:latin typeface="Cambria Math" panose="02040503050406030204" pitchFamily="18" charset="0"/>
                                </a:rPr>
                                <m:t>𝜔</m:t>
                              </m:r>
                            </m:e>
                          </m:d>
                          <m:r>
                            <a:rPr lang="pt-BR" i="1">
                              <a:latin typeface="Cambria Math" panose="02040503050406030204" pitchFamily="18" charset="0"/>
                            </a:rPr>
                            <m:t> +</m:t>
                          </m:r>
                          <m:r>
                            <a:rPr lang="pt-BR" i="1">
                              <a:latin typeface="Cambria Math" panose="02040503050406030204" pitchFamily="18" charset="0"/>
                            </a:rPr>
                            <m:t>𝑗</m:t>
                          </m:r>
                          <m:r>
                            <a:rPr lang="pt-BR" i="1">
                              <a:latin typeface="Cambria Math" panose="02040503050406030204" pitchFamily="18" charset="0"/>
                            </a:rPr>
                            <m:t>𝜔</m:t>
                          </m:r>
                          <m:r>
                            <a:rPr lang="pt-BR" b="1" i="1">
                              <a:latin typeface="Cambria Math" panose="02040503050406030204" pitchFamily="18" charset="0"/>
                            </a:rPr>
                            <m:t>𝑳</m:t>
                          </m:r>
                          <m:d>
                            <m:dPr>
                              <m:ctrlPr>
                                <a:rPr lang="pt-BR" b="1" i="1">
                                  <a:latin typeface="Cambria Math" panose="02040503050406030204" pitchFamily="18" charset="0"/>
                                </a:rPr>
                              </m:ctrlPr>
                            </m:dPr>
                            <m:e>
                              <m:r>
                                <a:rPr lang="pt-BR" i="1">
                                  <a:latin typeface="Cambria Math" panose="02040503050406030204" pitchFamily="18" charset="0"/>
                                </a:rPr>
                                <m:t>𝜔</m:t>
                              </m:r>
                            </m:e>
                          </m:d>
                          <m:r>
                            <a:rPr lang="pt-BR" b="1" i="1" smtClean="0">
                              <a:latin typeface="Cambria Math" panose="02040503050406030204" pitchFamily="18" charset="0"/>
                            </a:rPr>
                            <m:t>)] </m:t>
                          </m:r>
                          <m:r>
                            <a:rPr lang="pt-BR" b="1" i="1" smtClean="0">
                              <a:latin typeface="Cambria Math" panose="02040503050406030204" pitchFamily="18" charset="0"/>
                            </a:rPr>
                            <m:t>𝑰</m:t>
                          </m:r>
                        </m:oMath>
                      </m:oMathPara>
                    </a14:m>
                    <a:endParaRPr lang="en-US" b="1" i="1"/>
                  </a:p>
                </p:txBody>
              </p:sp>
            </mc:Choice>
            <mc:Fallback xmlns="">
              <p:sp>
                <p:nvSpPr>
                  <p:cNvPr id="21" name="CaixaDeTexto 20">
                    <a:extLst>
                      <a:ext uri="{FF2B5EF4-FFF2-40B4-BE49-F238E27FC236}">
                        <a16:creationId xmlns:a16="http://schemas.microsoft.com/office/drawing/2014/main" id="{4C942BC6-4908-AF5E-3E5D-339F8C1DCA37}"/>
                      </a:ext>
                    </a:extLst>
                  </p:cNvPr>
                  <p:cNvSpPr txBox="1">
                    <a:spLocks noRot="1" noChangeAspect="1" noMove="1" noResize="1" noEditPoints="1" noAdjustHandles="1" noChangeArrowheads="1" noChangeShapeType="1" noTextEdit="1"/>
                  </p:cNvSpPr>
                  <p:nvPr/>
                </p:nvSpPr>
                <p:spPr>
                  <a:xfrm>
                    <a:off x="462309" y="5813216"/>
                    <a:ext cx="5632972" cy="338554"/>
                  </a:xfrm>
                  <a:prstGeom prst="rect">
                    <a:avLst/>
                  </a:prstGeom>
                  <a:blipFill>
                    <a:blip r:embed="rId14"/>
                    <a:stretch>
                      <a:fillRect b="-10909"/>
                    </a:stretch>
                  </a:blipFill>
                </p:spPr>
                <p:txBody>
                  <a:bodyPr/>
                  <a:lstStyle/>
                  <a:p>
                    <a:r>
                      <a:rPr lang="pt-BR">
                        <a:noFill/>
                      </a:rPr>
                      <a:t> </a:t>
                    </a:r>
                  </a:p>
                </p:txBody>
              </p:sp>
            </mc:Fallback>
          </mc:AlternateContent>
        </p:grpSp>
        <mc:AlternateContent xmlns:mc="http://schemas.openxmlformats.org/markup-compatibility/2006">
          <mc:Choice xmlns:a14="http://schemas.microsoft.com/office/drawing/2010/main" Requires="a14">
            <p:sp>
              <p:nvSpPr>
                <p:cNvPr id="23" name="CaixaDeTexto 22">
                  <a:extLst>
                    <a:ext uri="{FF2B5EF4-FFF2-40B4-BE49-F238E27FC236}">
                      <a16:creationId xmlns:a16="http://schemas.microsoft.com/office/drawing/2014/main" id="{DFBC1D1E-782B-72BB-D769-6A8ABF7FD979}"/>
                    </a:ext>
                  </a:extLst>
                </p:cNvPr>
                <p:cNvSpPr txBox="1"/>
                <p:nvPr/>
              </p:nvSpPr>
              <p:spPr>
                <a:xfrm>
                  <a:off x="5699956" y="5834528"/>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13)</m:t>
                        </m:r>
                      </m:oMath>
                    </m:oMathPara>
                  </a14:m>
                  <a:endParaRPr lang="en-US" sz="1200"/>
                </a:p>
              </p:txBody>
            </p:sp>
          </mc:Choice>
          <mc:Fallback>
            <p:sp>
              <p:nvSpPr>
                <p:cNvPr id="23" name="CaixaDeTexto 22">
                  <a:extLst>
                    <a:ext uri="{FF2B5EF4-FFF2-40B4-BE49-F238E27FC236}">
                      <a16:creationId xmlns:a16="http://schemas.microsoft.com/office/drawing/2014/main" id="{DFBC1D1E-782B-72BB-D769-6A8ABF7FD979}"/>
                    </a:ext>
                  </a:extLst>
                </p:cNvPr>
                <p:cNvSpPr txBox="1">
                  <a:spLocks noRot="1" noChangeAspect="1" noMove="1" noResize="1" noEditPoints="1" noAdjustHandles="1" noChangeArrowheads="1" noChangeShapeType="1" noTextEdit="1"/>
                </p:cNvSpPr>
                <p:nvPr/>
              </p:nvSpPr>
              <p:spPr>
                <a:xfrm>
                  <a:off x="5699956" y="5834528"/>
                  <a:ext cx="468052" cy="276999"/>
                </a:xfrm>
                <a:prstGeom prst="rect">
                  <a:avLst/>
                </a:prstGeom>
                <a:blipFill>
                  <a:blip r:embed="rId16"/>
                  <a:stretch>
                    <a:fillRect b="-6522"/>
                  </a:stretch>
                </a:blipFill>
              </p:spPr>
              <p:txBody>
                <a:bodyPr/>
                <a:lstStyle/>
                <a:p>
                  <a:r>
                    <a:rPr lang="pt-BR">
                      <a:noFill/>
                    </a:rPr>
                    <a:t> </a:t>
                  </a:r>
                </a:p>
              </p:txBody>
            </p:sp>
          </mc:Fallback>
        </mc:AlternateContent>
      </p:grpSp>
      <p:grpSp>
        <p:nvGrpSpPr>
          <p:cNvPr id="27" name="Agrupar 26">
            <a:extLst>
              <a:ext uri="{FF2B5EF4-FFF2-40B4-BE49-F238E27FC236}">
                <a16:creationId xmlns:a16="http://schemas.microsoft.com/office/drawing/2014/main" id="{9EBEACC2-D60B-2C1C-81BF-A861B4958183}"/>
              </a:ext>
            </a:extLst>
          </p:cNvPr>
          <p:cNvGrpSpPr/>
          <p:nvPr/>
        </p:nvGrpSpPr>
        <p:grpSpPr>
          <a:xfrm>
            <a:off x="6528046" y="3442379"/>
            <a:ext cx="5151811" cy="454673"/>
            <a:chOff x="6528046" y="3442379"/>
            <a:chExt cx="5151811" cy="454673"/>
          </a:xfrm>
        </p:grpSpPr>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48E64D3E-E220-823B-0B74-E6CCD9241650}"/>
                    </a:ext>
                  </a:extLst>
                </p:cNvPr>
                <p:cNvSpPr txBox="1"/>
                <p:nvPr/>
              </p:nvSpPr>
              <p:spPr>
                <a:xfrm>
                  <a:off x="6528046" y="3483871"/>
                  <a:ext cx="4428492" cy="34413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1" i="1" smtClean="0">
                            <a:latin typeface="Cambria Math" panose="02040503050406030204" pitchFamily="18" charset="0"/>
                          </a:rPr>
                          <m:t>𝑹</m:t>
                        </m:r>
                        <m:d>
                          <m:dPr>
                            <m:ctrlPr>
                              <a:rPr lang="pt-BR" i="1">
                                <a:latin typeface="Cambria Math" panose="02040503050406030204" pitchFamily="18" charset="0"/>
                              </a:rPr>
                            </m:ctrlPr>
                          </m:dPr>
                          <m:e>
                            <m:r>
                              <a:rPr lang="pt-BR" i="1">
                                <a:latin typeface="Cambria Math" panose="02040503050406030204" pitchFamily="18" charset="0"/>
                              </a:rPr>
                              <m:t>𝜔</m:t>
                            </m:r>
                          </m:e>
                        </m:d>
                        <m:r>
                          <a:rPr lang="pt-BR" i="1">
                            <a:latin typeface="Cambria Math" panose="02040503050406030204" pitchFamily="18" charset="0"/>
                          </a:rPr>
                          <m:t> +</m:t>
                        </m:r>
                        <m:r>
                          <a:rPr lang="pt-BR" i="1">
                            <a:latin typeface="Cambria Math" panose="02040503050406030204" pitchFamily="18" charset="0"/>
                          </a:rPr>
                          <m:t>𝑗</m:t>
                        </m:r>
                        <m:r>
                          <a:rPr lang="pt-BR" i="1">
                            <a:latin typeface="Cambria Math" panose="02040503050406030204" pitchFamily="18" charset="0"/>
                          </a:rPr>
                          <m:t>𝜔</m:t>
                        </m:r>
                        <m:r>
                          <a:rPr lang="pt-BR" b="1" i="1">
                            <a:latin typeface="Cambria Math" panose="02040503050406030204" pitchFamily="18" charset="0"/>
                          </a:rPr>
                          <m:t>𝑳</m:t>
                        </m:r>
                        <m:d>
                          <m:dPr>
                            <m:ctrlPr>
                              <a:rPr lang="pt-BR" b="1" i="1">
                                <a:latin typeface="Cambria Math" panose="02040503050406030204" pitchFamily="18" charset="0"/>
                              </a:rPr>
                            </m:ctrlPr>
                          </m:dPr>
                          <m:e>
                            <m:r>
                              <a:rPr lang="pt-BR" i="1">
                                <a:latin typeface="Cambria Math" panose="02040503050406030204" pitchFamily="18" charset="0"/>
                              </a:rPr>
                              <m:t>𝜔</m:t>
                            </m:r>
                          </m:e>
                        </m:d>
                        <m:r>
                          <a:rPr lang="pt-BR">
                            <a:latin typeface="Cambria Math" panose="02040503050406030204" pitchFamily="18" charset="0"/>
                          </a:rPr>
                          <m:t>=</m:t>
                        </m:r>
                        <m:sSup>
                          <m:sSupPr>
                            <m:ctrlPr>
                              <a:rPr lang="pt-BR" b="1" i="1" smtClean="0">
                                <a:latin typeface="Cambria Math" panose="02040503050406030204" pitchFamily="18" charset="0"/>
                              </a:rPr>
                            </m:ctrlPr>
                          </m:sSupPr>
                          <m:e>
                            <m:d>
                              <m:dPr>
                                <m:begChr m:val="["/>
                                <m:endChr m:val="]"/>
                                <m:ctrlPr>
                                  <a:rPr lang="pt-BR" b="0" i="1" smtClean="0">
                                    <a:latin typeface="Cambria Math" panose="02040503050406030204" pitchFamily="18" charset="0"/>
                                  </a:rPr>
                                </m:ctrlPr>
                              </m:dPr>
                              <m:e>
                                <m:sSup>
                                  <m:sSupPr>
                                    <m:ctrlPr>
                                      <a:rPr lang="pt-BR" i="1">
                                        <a:latin typeface="Cambria Math" panose="02040503050406030204" pitchFamily="18" charset="0"/>
                                      </a:rPr>
                                    </m:ctrlPr>
                                  </m:sSupPr>
                                  <m:e>
                                    <m:r>
                                      <a:rPr lang="pt-BR" b="1" i="1">
                                        <a:latin typeface="Cambria Math" panose="02040503050406030204" pitchFamily="18" charset="0"/>
                                      </a:rPr>
                                      <m:t>𝕌</m:t>
                                    </m:r>
                                  </m:e>
                                  <m:sup>
                                    <m:r>
                                      <a:rPr lang="en-US" i="1">
                                        <a:latin typeface="Cambria Math" panose="02040503050406030204" pitchFamily="18" charset="0"/>
                                      </a:rPr>
                                      <m:t>𝑇</m:t>
                                    </m:r>
                                  </m:sup>
                                </m:sSup>
                                <m:sSup>
                                  <m:sSupPr>
                                    <m:ctrlPr>
                                      <a:rPr lang="pt-BR" b="1" i="1" smtClean="0">
                                        <a:latin typeface="Cambria Math" panose="02040503050406030204" pitchFamily="18" charset="0"/>
                                      </a:rPr>
                                    </m:ctrlPr>
                                  </m:sSupPr>
                                  <m:e>
                                    <m:d>
                                      <m:dPr>
                                        <m:ctrlPr>
                                          <a:rPr lang="pt-BR" b="0" i="1" smtClean="0">
                                            <a:latin typeface="Cambria Math" panose="02040503050406030204" pitchFamily="18" charset="0"/>
                                          </a:rPr>
                                        </m:ctrlPr>
                                      </m:dPr>
                                      <m:e>
                                        <m:r>
                                          <a:rPr lang="pt-BR" b="1" i="0" smtClean="0">
                                            <a:latin typeface="Cambria Math" panose="02040503050406030204" pitchFamily="18" charset="0"/>
                                          </a:rPr>
                                          <m:t>𝟏</m:t>
                                        </m:r>
                                        <m:r>
                                          <a:rPr lang="pt-BR" b="0" i="0" smtClean="0">
                                            <a:latin typeface="Cambria Math" panose="02040503050406030204" pitchFamily="18" charset="0"/>
                                          </a:rPr>
                                          <m:t>−</m:t>
                                        </m:r>
                                        <m:r>
                                          <a:rPr lang="pt-BR" b="0" i="1" smtClean="0">
                                            <a:latin typeface="Cambria Math" panose="02040503050406030204" pitchFamily="18" charset="0"/>
                                          </a:rPr>
                                          <m:t>𝑗</m:t>
                                        </m:r>
                                        <m:r>
                                          <a:rPr lang="pt-BR" b="0" i="1" smtClean="0">
                                            <a:latin typeface="Cambria Math" panose="02040503050406030204" pitchFamily="18" charset="0"/>
                                          </a:rPr>
                                          <m:t>𝜔</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sSub>
                                          <m:sSubPr>
                                            <m:ctrlPr>
                                              <a:rPr lang="pt-BR"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𝕐</m:t>
                                            </m:r>
                                          </m:e>
                                          <m:sub>
                                            <m:r>
                                              <a:rPr lang="pt-BR" b="1" i="1">
                                                <a:latin typeface="Cambria Math" panose="02040503050406030204" pitchFamily="18" charset="0"/>
                                                <a:ea typeface="Cambria Math" panose="02040503050406030204" pitchFamily="18" charset="0"/>
                                              </a:rPr>
                                              <m:t>𝒔</m:t>
                                            </m:r>
                                          </m:sub>
                                        </m:sSub>
                                        <m:r>
                                          <a:rPr lang="pt-BR" b="0" i="1">
                                            <a:latin typeface="Cambria Math" panose="02040503050406030204" pitchFamily="18" charset="0"/>
                                            <a:ea typeface="Cambria Math" panose="02040503050406030204" pitchFamily="18" charset="0"/>
                                          </a:rPr>
                                          <m:t>𝔾</m:t>
                                        </m:r>
                                      </m:e>
                                    </m:d>
                                  </m:e>
                                  <m:sup>
                                    <m:r>
                                      <a:rPr lang="pt-BR" b="0" i="1" smtClean="0">
                                        <a:latin typeface="Cambria Math" panose="02040503050406030204" pitchFamily="18" charset="0"/>
                                      </a:rPr>
                                      <m:t>−1</m:t>
                                    </m:r>
                                  </m:sup>
                                </m:sSup>
                                <m:sSub>
                                  <m:sSubPr>
                                    <m:ctrlPr>
                                      <a:rPr lang="pt-BR"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𝕐</m:t>
                                    </m:r>
                                  </m:e>
                                  <m:sub>
                                    <m:r>
                                      <a:rPr lang="pt-BR" b="1" i="1">
                                        <a:latin typeface="Cambria Math" panose="02040503050406030204" pitchFamily="18" charset="0"/>
                                        <a:ea typeface="Cambria Math" panose="02040503050406030204" pitchFamily="18" charset="0"/>
                                      </a:rPr>
                                      <m:t>𝒔</m:t>
                                    </m:r>
                                  </m:sub>
                                </m:sSub>
                                <m:r>
                                  <a:rPr lang="pt-BR" b="1" i="1">
                                    <a:latin typeface="Cambria Math" panose="02040503050406030204" pitchFamily="18" charset="0"/>
                                  </a:rPr>
                                  <m:t>𝕌</m:t>
                                </m:r>
                              </m:e>
                            </m:d>
                          </m:e>
                          <m:sup>
                            <m:r>
                              <a:rPr lang="pt-BR" b="1" i="1" smtClean="0">
                                <a:latin typeface="Cambria Math" panose="02040503050406030204" pitchFamily="18" charset="0"/>
                              </a:rPr>
                              <m:t>−</m:t>
                            </m:r>
                            <m:r>
                              <a:rPr lang="pt-BR" b="1" i="1" smtClean="0">
                                <a:latin typeface="Cambria Math" panose="02040503050406030204" pitchFamily="18" charset="0"/>
                              </a:rPr>
                              <m:t>𝟏</m:t>
                            </m:r>
                          </m:sup>
                        </m:sSup>
                      </m:oMath>
                    </m:oMathPara>
                  </a14:m>
                  <a:endParaRPr lang="en-US" b="1" i="1"/>
                </a:p>
              </p:txBody>
            </p:sp>
          </mc:Choice>
          <mc:Fallback xmlns="">
            <p:sp>
              <p:nvSpPr>
                <p:cNvPr id="24" name="CaixaDeTexto 23">
                  <a:extLst>
                    <a:ext uri="{FF2B5EF4-FFF2-40B4-BE49-F238E27FC236}">
                      <a16:creationId xmlns:a16="http://schemas.microsoft.com/office/drawing/2014/main" id="{48E64D3E-E220-823B-0B74-E6CCD9241650}"/>
                    </a:ext>
                  </a:extLst>
                </p:cNvPr>
                <p:cNvSpPr txBox="1">
                  <a:spLocks noRot="1" noChangeAspect="1" noMove="1" noResize="1" noEditPoints="1" noAdjustHandles="1" noChangeArrowheads="1" noChangeShapeType="1" noTextEdit="1"/>
                </p:cNvSpPr>
                <p:nvPr/>
              </p:nvSpPr>
              <p:spPr>
                <a:xfrm>
                  <a:off x="6528046" y="3483871"/>
                  <a:ext cx="4428492" cy="344133"/>
                </a:xfrm>
                <a:prstGeom prst="rect">
                  <a:avLst/>
                </a:prstGeom>
                <a:blipFill>
                  <a:blip r:embed="rId17"/>
                  <a:stretch>
                    <a:fillRect b="-892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5" name="CaixaDeTexto 24">
                  <a:extLst>
                    <a:ext uri="{FF2B5EF4-FFF2-40B4-BE49-F238E27FC236}">
                      <a16:creationId xmlns:a16="http://schemas.microsoft.com/office/drawing/2014/main" id="{16B37226-E8E1-B2AF-A9A3-BC5B4BDB13B7}"/>
                    </a:ext>
                  </a:extLst>
                </p:cNvPr>
                <p:cNvSpPr txBox="1"/>
                <p:nvPr/>
              </p:nvSpPr>
              <p:spPr>
                <a:xfrm>
                  <a:off x="11211805" y="3546583"/>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14)</m:t>
                        </m:r>
                      </m:oMath>
                    </m:oMathPara>
                  </a14:m>
                  <a:endParaRPr lang="en-US" sz="1200"/>
                </a:p>
              </p:txBody>
            </p:sp>
          </mc:Choice>
          <mc:Fallback xmlns="">
            <p:sp>
              <p:nvSpPr>
                <p:cNvPr id="25" name="CaixaDeTexto 24">
                  <a:extLst>
                    <a:ext uri="{FF2B5EF4-FFF2-40B4-BE49-F238E27FC236}">
                      <a16:creationId xmlns:a16="http://schemas.microsoft.com/office/drawing/2014/main" id="{16B37226-E8E1-B2AF-A9A3-BC5B4BDB13B7}"/>
                    </a:ext>
                  </a:extLst>
                </p:cNvPr>
                <p:cNvSpPr txBox="1">
                  <a:spLocks noRot="1" noChangeAspect="1" noMove="1" noResize="1" noEditPoints="1" noAdjustHandles="1" noChangeArrowheads="1" noChangeShapeType="1" noTextEdit="1"/>
                </p:cNvSpPr>
                <p:nvPr/>
              </p:nvSpPr>
              <p:spPr>
                <a:xfrm>
                  <a:off x="11211805" y="3546583"/>
                  <a:ext cx="468052" cy="276999"/>
                </a:xfrm>
                <a:prstGeom prst="rect">
                  <a:avLst/>
                </a:prstGeom>
                <a:blipFill>
                  <a:blip r:embed="rId18"/>
                  <a:stretch>
                    <a:fillRect b="-8889"/>
                  </a:stretch>
                </a:blipFill>
              </p:spPr>
              <p:txBody>
                <a:bodyPr/>
                <a:lstStyle/>
                <a:p>
                  <a:r>
                    <a:rPr lang="pt-BR">
                      <a:noFill/>
                    </a:rPr>
                    <a:t> </a:t>
                  </a:r>
                </a:p>
              </p:txBody>
            </p:sp>
          </mc:Fallback>
        </mc:AlternateContent>
        <p:sp>
          <p:nvSpPr>
            <p:cNvPr id="26" name="Retângulo: Cantos Arredondados 25">
              <a:extLst>
                <a:ext uri="{FF2B5EF4-FFF2-40B4-BE49-F238E27FC236}">
                  <a16:creationId xmlns:a16="http://schemas.microsoft.com/office/drawing/2014/main" id="{EF016933-E4EB-4391-1679-52827799F2E8}"/>
                </a:ext>
              </a:extLst>
            </p:cNvPr>
            <p:cNvSpPr/>
            <p:nvPr/>
          </p:nvSpPr>
          <p:spPr>
            <a:xfrm>
              <a:off x="6528048" y="3442379"/>
              <a:ext cx="4428492" cy="454673"/>
            </a:xfrm>
            <a:prstGeom prst="round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pt-BR">
                <a:solidFill>
                  <a:srgbClr val="FF0000"/>
                </a:solidFill>
              </a:endParaRPr>
            </a:p>
          </p:txBody>
        </p:sp>
      </p:grpSp>
      <mc:AlternateContent xmlns:mc="http://schemas.openxmlformats.org/markup-compatibility/2006" xmlns:a14="http://schemas.microsoft.com/office/drawing/2010/main">
        <mc:Choice Requires="a14">
          <p:sp>
            <p:nvSpPr>
              <p:cNvPr id="30" name="CaixaDeTexto 29">
                <a:extLst>
                  <a:ext uri="{FF2B5EF4-FFF2-40B4-BE49-F238E27FC236}">
                    <a16:creationId xmlns:a16="http://schemas.microsoft.com/office/drawing/2014/main" id="{ED600B99-F270-DBBE-DF7E-50A8A35C2F22}"/>
                  </a:ext>
                </a:extLst>
              </p:cNvPr>
              <p:cNvSpPr txBox="1"/>
              <p:nvPr/>
            </p:nvSpPr>
            <p:spPr>
              <a:xfrm>
                <a:off x="6528047" y="4175038"/>
                <a:ext cx="4805599" cy="2081083"/>
              </a:xfrm>
              <a:prstGeom prst="rect">
                <a:avLst/>
              </a:prstGeom>
              <a:noFill/>
            </p:spPr>
            <p:txBody>
              <a:bodyPr wrap="square">
                <a:spAutoFit/>
              </a:bodyPr>
              <a:lstStyle>
                <a:defPPr>
                  <a:defRPr lang="pt-BR"/>
                </a:defPPr>
                <a:lvl1pPr>
                  <a:defRPr sz="1600"/>
                </a:lvl1pPr>
              </a:lstStyle>
              <a:p>
                <a:r>
                  <a:rPr lang="en-US"/>
                  <a:t>The partial p.u.l. impedance relates the scalar potential </a:t>
                </a:r>
                <a14:m>
                  <m:oMath xmlns:m="http://schemas.openxmlformats.org/officeDocument/2006/math">
                    <m:sSub>
                      <m:sSubPr>
                        <m:ctrlPr>
                          <a:rPr lang="pt-BR" b="0" i="1" smtClean="0">
                            <a:latin typeface="Cambria Math" panose="02040503050406030204" pitchFamily="18" charset="0"/>
                          </a:rPr>
                        </m:ctrlPr>
                      </m:sSubPr>
                      <m:e>
                        <m:r>
                          <a:rPr lang="en-US" i="1" smtClean="0">
                            <a:latin typeface="Cambria Math" panose="02040503050406030204" pitchFamily="18" charset="0"/>
                          </a:rPr>
                          <m:t>𝑉</m:t>
                        </m:r>
                      </m:e>
                      <m:sub>
                        <m:r>
                          <a:rPr lang="en-US" i="1" smtClean="0">
                            <a:latin typeface="Cambria Math" panose="02040503050406030204" pitchFamily="18" charset="0"/>
                          </a:rPr>
                          <m:t>𝑝</m:t>
                        </m:r>
                      </m:sub>
                    </m:sSub>
                  </m:oMath>
                </a14:m>
                <a:r>
                  <a:rPr lang="en-US"/>
                  <a:t> and current </a:t>
                </a:r>
                <a14:m>
                  <m:oMath xmlns:m="http://schemas.openxmlformats.org/officeDocument/2006/math">
                    <m:sSub>
                      <m:sSubPr>
                        <m:ctrlPr>
                          <a:rPr lang="pt-BR" b="0" i="1" smtClean="0">
                            <a:latin typeface="Cambria Math" panose="02040503050406030204" pitchFamily="18" charset="0"/>
                          </a:rPr>
                        </m:ctrlPr>
                      </m:sSubPr>
                      <m:e>
                        <m:r>
                          <a:rPr lang="en-US" i="1" smtClean="0">
                            <a:latin typeface="Cambria Math" panose="02040503050406030204" pitchFamily="18" charset="0"/>
                          </a:rPr>
                          <m:t>𝐼</m:t>
                        </m:r>
                      </m:e>
                      <m:sub>
                        <m:r>
                          <a:rPr lang="en-US" i="1" smtClean="0">
                            <a:latin typeface="Cambria Math" panose="02040503050406030204" pitchFamily="18" charset="0"/>
                          </a:rPr>
                          <m:t>𝑝</m:t>
                        </m:r>
                      </m:sub>
                    </m:sSub>
                  </m:oMath>
                </a14:m>
                <a:r>
                  <a:rPr lang="en-US"/>
                  <a:t> in each conductor of a MTL.</a:t>
                </a:r>
              </a:p>
              <a:p>
                <a:endParaRPr lang="en-US"/>
              </a:p>
              <a:p>
                <a:r>
                  <a:rPr lang="en-US"/>
                  <a:t>In order to know the total current in each conductor, it’s possible to perform reduction of the partial p.u.l. impedance on the total p.u.l. impedance parameters.</a:t>
                </a:r>
                <a:endParaRPr lang="pt-BR"/>
              </a:p>
            </p:txBody>
          </p:sp>
        </mc:Choice>
        <mc:Fallback xmlns="">
          <p:sp>
            <p:nvSpPr>
              <p:cNvPr id="30" name="CaixaDeTexto 29">
                <a:extLst>
                  <a:ext uri="{FF2B5EF4-FFF2-40B4-BE49-F238E27FC236}">
                    <a16:creationId xmlns:a16="http://schemas.microsoft.com/office/drawing/2014/main" id="{ED600B99-F270-DBBE-DF7E-50A8A35C2F22}"/>
                  </a:ext>
                </a:extLst>
              </p:cNvPr>
              <p:cNvSpPr txBox="1">
                <a:spLocks noRot="1" noChangeAspect="1" noMove="1" noResize="1" noEditPoints="1" noAdjustHandles="1" noChangeArrowheads="1" noChangeShapeType="1" noTextEdit="1"/>
              </p:cNvSpPr>
              <p:nvPr/>
            </p:nvSpPr>
            <p:spPr>
              <a:xfrm>
                <a:off x="6528047" y="4175038"/>
                <a:ext cx="4805599" cy="2081083"/>
              </a:xfrm>
              <a:prstGeom prst="rect">
                <a:avLst/>
              </a:prstGeom>
              <a:blipFill>
                <a:blip r:embed="rId19"/>
                <a:stretch>
                  <a:fillRect l="-761" t="-880" b="-2933"/>
                </a:stretch>
              </a:blipFill>
            </p:spPr>
            <p:txBody>
              <a:bodyPr/>
              <a:lstStyle/>
              <a:p>
                <a:r>
                  <a:rPr lang="pt-BR">
                    <a:noFill/>
                  </a:rPr>
                  <a:t> </a:t>
                </a:r>
              </a:p>
            </p:txBody>
          </p:sp>
        </mc:Fallback>
      </mc:AlternateContent>
    </p:spTree>
    <p:extLst>
      <p:ext uri="{BB962C8B-B14F-4D97-AF65-F5344CB8AC3E}">
        <p14:creationId xmlns:p14="http://schemas.microsoft.com/office/powerpoint/2010/main" val="580419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uild="p"/>
      <p:bldP spid="30" grpId="0" build="allAtOnce"/>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23</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2880271"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Total p.u.l. Impedance</a:t>
            </a:r>
            <a:endParaRPr lang="pt-BR" sz="2000">
              <a:ln w="0"/>
              <a:effectLst>
                <a:outerShdw blurRad="38100" dist="19050" dir="2700000" algn="tl" rotWithShape="0">
                  <a:schemeClr val="dk1">
                    <a:alpha val="40000"/>
                  </a:schemeClr>
                </a:outerShdw>
              </a:effectLst>
            </a:endParaRP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1800152" cy="307777"/>
          </a:xfrm>
          <a:prstGeom prst="rect">
            <a:avLst/>
          </a:prstGeom>
          <a:noFill/>
        </p:spPr>
        <p:txBody>
          <a:bodyPr wrap="square">
            <a:spAutoFit/>
          </a:bodyPr>
          <a:lstStyle/>
          <a:p>
            <a:pPr algn="l" rtl="0" eaLnBrk="1" latinLnBrk="0" hangingPunct="1">
              <a:spcBef>
                <a:spcPts val="0"/>
              </a:spcBef>
              <a:spcAft>
                <a:spcPts val="0"/>
              </a:spcAft>
              <a:buClrTx/>
              <a:buSzPts val="1800"/>
            </a:pPr>
            <a:r>
              <a:rPr lang="pt-BR" sz="1400" kern="1200">
                <a:solidFill>
                  <a:srgbClr val="0070C0"/>
                </a:solidFill>
                <a:effectLst/>
                <a:latin typeface="Arial Black" panose="020B0A04020102020204" pitchFamily="34" charset="0"/>
                <a:ea typeface="+mn-ea"/>
                <a:cs typeface="+mn-cs"/>
              </a:rPr>
              <a:t>p.u.l. Impedance</a:t>
            </a:r>
            <a:endParaRPr lang="pt-BR" sz="1400">
              <a:solidFill>
                <a:srgbClr val="0070C0"/>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75F1EE07-FF18-5666-6CD3-1C996B921451}"/>
                  </a:ext>
                </a:extLst>
              </p:cNvPr>
              <p:cNvSpPr txBox="1"/>
              <p:nvPr/>
            </p:nvSpPr>
            <p:spPr>
              <a:xfrm>
                <a:off x="489346" y="1389100"/>
                <a:ext cx="4877596" cy="1323439"/>
              </a:xfrm>
              <a:prstGeom prst="rect">
                <a:avLst/>
              </a:prstGeom>
              <a:noFill/>
            </p:spPr>
            <p:txBody>
              <a:bodyPr wrap="square">
                <a:spAutoFit/>
              </a:bodyPr>
              <a:lstStyle>
                <a:defPPr>
                  <a:defRPr lang="pt-BR"/>
                </a:defPPr>
                <a:lvl1pPr>
                  <a:defRPr sz="1600"/>
                </a:lvl1pPr>
              </a:lstStyle>
              <a:p>
                <a:r>
                  <a:rPr lang="en-US"/>
                  <a:t>For a configuration in which multiple conductors are lumped into the same line, is desirable to relate </a:t>
                </a:r>
                <a:r>
                  <a:rPr lang="en-US">
                    <a:solidFill>
                      <a:srgbClr val="0070C0"/>
                    </a:solidFill>
                  </a:rPr>
                  <a:t>line potential</a:t>
                </a:r>
                <a:r>
                  <a:rPr lang="en-US"/>
                  <a:t>, </a:t>
                </a:r>
                <a14:m>
                  <m:oMath xmlns:m="http://schemas.openxmlformats.org/officeDocument/2006/math">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𝑽</m:t>
                        </m:r>
                      </m:e>
                      <m:sub>
                        <m:r>
                          <a:rPr lang="pt-BR" sz="1600" i="1">
                            <a:latin typeface="Cambria Math" panose="02040503050406030204" pitchFamily="18" charset="0"/>
                            <a:cs typeface="Arial" panose="020B0604020202020204" pitchFamily="34" charset="0"/>
                          </a:rPr>
                          <m:t>𝑙</m:t>
                        </m:r>
                      </m:sub>
                    </m:sSub>
                  </m:oMath>
                </a14:m>
                <a:r>
                  <a:rPr lang="en-US"/>
                  <a:t>, with </a:t>
                </a:r>
                <a:r>
                  <a:rPr lang="en-US">
                    <a:solidFill>
                      <a:srgbClr val="0070C0"/>
                    </a:solidFill>
                  </a:rPr>
                  <a:t>line current</a:t>
                </a:r>
                <a:r>
                  <a:rPr lang="en-US"/>
                  <a:t>, </a:t>
                </a:r>
                <a14:m>
                  <m:oMath xmlns:m="http://schemas.openxmlformats.org/officeDocument/2006/math">
                    <m:sSub>
                      <m:sSubPr>
                        <m:ctrlPr>
                          <a:rPr lang="pt-BR" b="1"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𝑰</m:t>
                        </m:r>
                      </m:e>
                      <m:sub>
                        <m:r>
                          <a:rPr lang="pt-BR" i="1">
                            <a:latin typeface="Cambria Math" panose="02040503050406030204" pitchFamily="18" charset="0"/>
                            <a:cs typeface="Arial" panose="020B0604020202020204" pitchFamily="34" charset="0"/>
                          </a:rPr>
                          <m:t>𝑙</m:t>
                        </m:r>
                      </m:sub>
                    </m:sSub>
                  </m:oMath>
                </a14:m>
                <a:r>
                  <a:rPr lang="en-US"/>
                  <a:t>.</a:t>
                </a:r>
              </a:p>
              <a:p>
                <a:endParaRPr lang="en-US"/>
              </a:p>
              <a:p>
                <a14:m>
                  <m:oMath xmlns:m="http://schemas.openxmlformats.org/officeDocument/2006/math">
                    <m:sSub>
                      <m:sSubPr>
                        <m:ctrlPr>
                          <a:rPr lang="pt-BR" b="1"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𝑰</m:t>
                        </m:r>
                      </m:e>
                      <m:sub>
                        <m:r>
                          <a:rPr lang="pt-BR" i="1">
                            <a:latin typeface="Cambria Math" panose="02040503050406030204" pitchFamily="18" charset="0"/>
                            <a:cs typeface="Arial" panose="020B0604020202020204" pitchFamily="34" charset="0"/>
                          </a:rPr>
                          <m:t>𝑙</m:t>
                        </m:r>
                      </m:sub>
                    </m:sSub>
                  </m:oMath>
                </a14:m>
                <a:r>
                  <a:rPr lang="en-US"/>
                  <a:t> relate with conductor current, </a:t>
                </a:r>
                <a14:m>
                  <m:oMath xmlns:m="http://schemas.openxmlformats.org/officeDocument/2006/math">
                    <m:r>
                      <a:rPr lang="en-US" b="1" i="1" smtClean="0">
                        <a:latin typeface="Cambria Math" panose="02040503050406030204" pitchFamily="18" charset="0"/>
                      </a:rPr>
                      <m:t>𝑰</m:t>
                    </m:r>
                  </m:oMath>
                </a14:m>
                <a:r>
                  <a:rPr lang="en-US"/>
                  <a:t>, through:</a:t>
                </a:r>
                <a:endParaRPr lang="pt-BR"/>
              </a:p>
            </p:txBody>
          </p:sp>
        </mc:Choice>
        <mc:Fallback xmlns="">
          <p:sp>
            <p:nvSpPr>
              <p:cNvPr id="10" name="CaixaDeTexto 9">
                <a:extLst>
                  <a:ext uri="{FF2B5EF4-FFF2-40B4-BE49-F238E27FC236}">
                    <a16:creationId xmlns:a16="http://schemas.microsoft.com/office/drawing/2014/main" id="{75F1EE07-FF18-5666-6CD3-1C996B921451}"/>
                  </a:ext>
                </a:extLst>
              </p:cNvPr>
              <p:cNvSpPr txBox="1">
                <a:spLocks noRot="1" noChangeAspect="1" noMove="1" noResize="1" noEditPoints="1" noAdjustHandles="1" noChangeArrowheads="1" noChangeShapeType="1" noTextEdit="1"/>
              </p:cNvSpPr>
              <p:nvPr/>
            </p:nvSpPr>
            <p:spPr>
              <a:xfrm>
                <a:off x="489346" y="1389100"/>
                <a:ext cx="4877596" cy="1323439"/>
              </a:xfrm>
              <a:prstGeom prst="rect">
                <a:avLst/>
              </a:prstGeom>
              <a:blipFill>
                <a:blip r:embed="rId4"/>
                <a:stretch>
                  <a:fillRect l="-625" t="-1382" b="-506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3" name="CaixaDeTexto 32">
                <a:extLst>
                  <a:ext uri="{FF2B5EF4-FFF2-40B4-BE49-F238E27FC236}">
                    <a16:creationId xmlns:a16="http://schemas.microsoft.com/office/drawing/2014/main" id="{4216A76C-0355-3521-1B20-EEC5F6912AA6}"/>
                  </a:ext>
                </a:extLst>
              </p:cNvPr>
              <p:cNvSpPr txBox="1"/>
              <p:nvPr/>
            </p:nvSpPr>
            <p:spPr>
              <a:xfrm>
                <a:off x="476959" y="3629342"/>
                <a:ext cx="5315099" cy="1569660"/>
              </a:xfrm>
              <a:prstGeom prst="rect">
                <a:avLst/>
              </a:prstGeom>
              <a:noFill/>
            </p:spPr>
            <p:txBody>
              <a:bodyPr wrap="square">
                <a:spAutoFit/>
              </a:bodyPr>
              <a:lstStyle>
                <a:defPPr>
                  <a:defRPr lang="pt-BR"/>
                </a:defPPr>
                <a:lvl1pPr>
                  <a:defRPr sz="1600"/>
                </a:lvl1pPr>
              </a:lstStyle>
              <a:p>
                <a:r>
                  <a:rPr lang="en-US"/>
                  <a:t>On the </a:t>
                </a:r>
                <a14:m>
                  <m:oMath xmlns:m="http://schemas.openxmlformats.org/officeDocument/2006/math">
                    <m:r>
                      <a:rPr lang="en-US" i="1" smtClean="0">
                        <a:latin typeface="Cambria Math" panose="02040503050406030204" pitchFamily="18" charset="0"/>
                      </a:rPr>
                      <m:t>𝑖</m:t>
                    </m:r>
                  </m:oMath>
                </a14:m>
                <a:r>
                  <a:rPr lang="en-US"/>
                  <a:t>-th row of </a:t>
                </a:r>
                <a14:m>
                  <m:oMath xmlns:m="http://schemas.openxmlformats.org/officeDocument/2006/math">
                    <m:r>
                      <a:rPr lang="pt-BR" b="1" i="1">
                        <a:latin typeface="Cambria Math" panose="02040503050406030204" pitchFamily="18" charset="0"/>
                      </a:rPr>
                      <m:t>ℚ</m:t>
                    </m:r>
                  </m:oMath>
                </a14:m>
                <a:r>
                  <a:rPr lang="en-US"/>
                  <a:t>, ‘1’s are present in the columns corresponding to the conductors which are part of the </a:t>
                </a:r>
                <a14:m>
                  <m:oMath xmlns:m="http://schemas.openxmlformats.org/officeDocument/2006/math">
                    <m:r>
                      <a:rPr lang="en-US" i="1" smtClean="0">
                        <a:latin typeface="Cambria Math" panose="02040503050406030204" pitchFamily="18" charset="0"/>
                      </a:rPr>
                      <m:t>𝑖</m:t>
                    </m:r>
                  </m:oMath>
                </a14:m>
                <a:r>
                  <a:rPr lang="en-US"/>
                  <a:t>-th line, and all other columns are zero. </a:t>
                </a:r>
              </a:p>
              <a:p>
                <a:endParaRPr lang="en-US"/>
              </a:p>
              <a:p>
                <a:r>
                  <a:rPr lang="en-US" b="1"/>
                  <a:t>Incidence Matrix </a:t>
                </a:r>
                <a14:m>
                  <m:oMath xmlns:m="http://schemas.openxmlformats.org/officeDocument/2006/math">
                    <m:r>
                      <a:rPr lang="pt-BR" b="1" i="1">
                        <a:latin typeface="Cambria Math" panose="02040503050406030204" pitchFamily="18" charset="0"/>
                      </a:rPr>
                      <m:t>ℚ</m:t>
                    </m:r>
                  </m:oMath>
                </a14:m>
                <a:r>
                  <a:rPr lang="en-US" b="1"/>
                  <a:t> state that the </a:t>
                </a:r>
                <a14:m>
                  <m:oMath xmlns:m="http://schemas.openxmlformats.org/officeDocument/2006/math">
                    <m:sSub>
                      <m:sSubPr>
                        <m:ctrlPr>
                          <a:rPr lang="pt-BR" b="1"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𝑰</m:t>
                        </m:r>
                      </m:e>
                      <m:sub>
                        <m:r>
                          <a:rPr lang="pt-BR" i="1">
                            <a:latin typeface="Cambria Math" panose="02040503050406030204" pitchFamily="18" charset="0"/>
                            <a:cs typeface="Arial" panose="020B0604020202020204" pitchFamily="34" charset="0"/>
                          </a:rPr>
                          <m:t>𝑙</m:t>
                        </m:r>
                      </m:sub>
                    </m:sSub>
                    <m:r>
                      <a:rPr lang="pt-BR" b="1" i="1">
                        <a:latin typeface="Cambria Math" panose="02040503050406030204" pitchFamily="18" charset="0"/>
                        <a:cs typeface="Arial" panose="020B0604020202020204" pitchFamily="34" charset="0"/>
                      </a:rPr>
                      <m:t> </m:t>
                    </m:r>
                  </m:oMath>
                </a14:m>
                <a:r>
                  <a:rPr lang="en-US" b="1"/>
                  <a:t>is equal to the sum of currents in conductors of that particular line.</a:t>
                </a:r>
                <a:endParaRPr lang="pt-BR"/>
              </a:p>
            </p:txBody>
          </p:sp>
        </mc:Choice>
        <mc:Fallback xmlns="">
          <p:sp>
            <p:nvSpPr>
              <p:cNvPr id="33" name="CaixaDeTexto 32">
                <a:extLst>
                  <a:ext uri="{FF2B5EF4-FFF2-40B4-BE49-F238E27FC236}">
                    <a16:creationId xmlns:a16="http://schemas.microsoft.com/office/drawing/2014/main" id="{4216A76C-0355-3521-1B20-EEC5F6912AA6}"/>
                  </a:ext>
                </a:extLst>
              </p:cNvPr>
              <p:cNvSpPr txBox="1">
                <a:spLocks noRot="1" noChangeAspect="1" noMove="1" noResize="1" noEditPoints="1" noAdjustHandles="1" noChangeArrowheads="1" noChangeShapeType="1" noTextEdit="1"/>
              </p:cNvSpPr>
              <p:nvPr/>
            </p:nvSpPr>
            <p:spPr>
              <a:xfrm>
                <a:off x="476959" y="3629342"/>
                <a:ext cx="5315099" cy="1569660"/>
              </a:xfrm>
              <a:prstGeom prst="rect">
                <a:avLst/>
              </a:prstGeom>
              <a:blipFill>
                <a:blip r:embed="rId6"/>
                <a:stretch>
                  <a:fillRect l="-573" t="-1163" b="-387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6" name="CaixaDeTexto 35">
                <a:extLst>
                  <a:ext uri="{FF2B5EF4-FFF2-40B4-BE49-F238E27FC236}">
                    <a16:creationId xmlns:a16="http://schemas.microsoft.com/office/drawing/2014/main" id="{21EF64CA-835B-7353-E0E8-898E69F94FD8}"/>
                  </a:ext>
                </a:extLst>
              </p:cNvPr>
              <p:cNvSpPr txBox="1"/>
              <p:nvPr/>
            </p:nvSpPr>
            <p:spPr>
              <a:xfrm>
                <a:off x="6085057" y="4149080"/>
                <a:ext cx="5232231" cy="1077218"/>
              </a:xfrm>
              <a:prstGeom prst="rect">
                <a:avLst/>
              </a:prstGeom>
              <a:noFill/>
            </p:spPr>
            <p:txBody>
              <a:bodyPr wrap="square">
                <a:spAutoFit/>
              </a:bodyPr>
              <a:lstStyle>
                <a:defPPr>
                  <a:defRPr lang="pt-BR"/>
                </a:defPPr>
                <a:lvl1pPr>
                  <a:defRPr sz="1600"/>
                </a:lvl1pPr>
              </a:lstStyle>
              <a:p>
                <a:r>
                  <a:rPr lang="en-US"/>
                  <a:t>where </a:t>
                </a:r>
                <a14:m>
                  <m:oMath xmlns:m="http://schemas.openxmlformats.org/officeDocument/2006/math">
                    <m:r>
                      <a:rPr lang="en-US" b="1" i="1" smtClean="0">
                        <a:latin typeface="Cambria Math" panose="02040503050406030204" pitchFamily="18" charset="0"/>
                      </a:rPr>
                      <m:t>𝒁</m:t>
                    </m:r>
                  </m:oMath>
                </a14:m>
                <a:r>
                  <a:rPr lang="en-US"/>
                  <a:t> is the </a:t>
                </a:r>
                <a:r>
                  <a:rPr lang="en-US" u="sng"/>
                  <a:t>partial p.u.l. impedance</a:t>
                </a:r>
                <a:r>
                  <a:rPr lang="en-US"/>
                  <a:t>, computed by the MoM-SO theory. </a:t>
                </a:r>
              </a:p>
              <a:p>
                <a:endParaRPr lang="en-US"/>
              </a:p>
              <a:p>
                <a:r>
                  <a:rPr lang="en-US"/>
                  <a:t>Replacing </a:t>
                </a:r>
                <a14:m>
                  <m:oMath xmlns:m="http://schemas.openxmlformats.org/officeDocument/2006/math">
                    <m:r>
                      <a:rPr lang="en-US" i="1" smtClean="0">
                        <a:latin typeface="Cambria Math" panose="02040503050406030204" pitchFamily="18" charset="0"/>
                      </a:rPr>
                      <m:t>(15) </m:t>
                    </m:r>
                  </m:oMath>
                </a14:m>
                <a:r>
                  <a:rPr lang="en-US"/>
                  <a:t>and </a:t>
                </a:r>
                <a14:m>
                  <m:oMath xmlns:m="http://schemas.openxmlformats.org/officeDocument/2006/math">
                    <m:r>
                      <a:rPr lang="en-US" i="1" smtClean="0">
                        <a:latin typeface="Cambria Math" panose="02040503050406030204" pitchFamily="18" charset="0"/>
                      </a:rPr>
                      <m:t>(16)</m:t>
                    </m:r>
                  </m:oMath>
                </a14:m>
                <a:r>
                  <a:rPr lang="en-US"/>
                  <a:t> into </a:t>
                </a:r>
                <a14:m>
                  <m:oMath xmlns:m="http://schemas.openxmlformats.org/officeDocument/2006/math">
                    <m:r>
                      <a:rPr lang="en-US" i="1" smtClean="0">
                        <a:latin typeface="Cambria Math" panose="02040503050406030204" pitchFamily="18" charset="0"/>
                      </a:rPr>
                      <m:t>(17)</m:t>
                    </m:r>
                  </m:oMath>
                </a14:m>
                <a:r>
                  <a:rPr lang="en-US"/>
                  <a:t>,</a:t>
                </a:r>
                <a:endParaRPr lang="pt-BR"/>
              </a:p>
            </p:txBody>
          </p:sp>
        </mc:Choice>
        <mc:Fallback xmlns="">
          <p:sp>
            <p:nvSpPr>
              <p:cNvPr id="36" name="CaixaDeTexto 35">
                <a:extLst>
                  <a:ext uri="{FF2B5EF4-FFF2-40B4-BE49-F238E27FC236}">
                    <a16:creationId xmlns:a16="http://schemas.microsoft.com/office/drawing/2014/main" id="{21EF64CA-835B-7353-E0E8-898E69F94FD8}"/>
                  </a:ext>
                </a:extLst>
              </p:cNvPr>
              <p:cNvSpPr txBox="1">
                <a:spLocks noRot="1" noChangeAspect="1" noMove="1" noResize="1" noEditPoints="1" noAdjustHandles="1" noChangeArrowheads="1" noChangeShapeType="1" noTextEdit="1"/>
              </p:cNvSpPr>
              <p:nvPr/>
            </p:nvSpPr>
            <p:spPr>
              <a:xfrm>
                <a:off x="6085057" y="4149080"/>
                <a:ext cx="5232231" cy="1077218"/>
              </a:xfrm>
              <a:prstGeom prst="rect">
                <a:avLst/>
              </a:prstGeom>
              <a:blipFill>
                <a:blip r:embed="rId7"/>
                <a:stretch>
                  <a:fillRect l="-582" t="-1705" b="-6818"/>
                </a:stretch>
              </a:blipFill>
            </p:spPr>
            <p:txBody>
              <a:bodyPr/>
              <a:lstStyle/>
              <a:p>
                <a:r>
                  <a:rPr lang="pt-BR">
                    <a:noFill/>
                  </a:rPr>
                  <a:t> </a:t>
                </a:r>
              </a:p>
            </p:txBody>
          </p:sp>
        </mc:Fallback>
      </mc:AlternateContent>
      <p:sp>
        <p:nvSpPr>
          <p:cNvPr id="39" name="CaixaDeTexto 38">
            <a:extLst>
              <a:ext uri="{FF2B5EF4-FFF2-40B4-BE49-F238E27FC236}">
                <a16:creationId xmlns:a16="http://schemas.microsoft.com/office/drawing/2014/main" id="{5E0AFD97-52BE-A635-6A10-E10C6C915873}"/>
              </a:ext>
            </a:extLst>
          </p:cNvPr>
          <p:cNvSpPr txBox="1"/>
          <p:nvPr/>
        </p:nvSpPr>
        <p:spPr>
          <a:xfrm>
            <a:off x="6085057" y="1976969"/>
            <a:ext cx="5195519" cy="1323439"/>
          </a:xfrm>
          <a:prstGeom prst="rect">
            <a:avLst/>
          </a:prstGeom>
          <a:noFill/>
        </p:spPr>
        <p:txBody>
          <a:bodyPr wrap="square">
            <a:spAutoFit/>
          </a:bodyPr>
          <a:lstStyle>
            <a:defPPr>
              <a:defRPr lang="pt-BR"/>
            </a:defPPr>
            <a:lvl1pPr>
              <a:defRPr sz="1600"/>
            </a:lvl1pPr>
          </a:lstStyle>
          <a:p>
            <a:r>
              <a:rPr lang="en-US"/>
              <a:t>which enforces that the scalar potentials of all conductors in the same line are identical.</a:t>
            </a:r>
          </a:p>
          <a:p>
            <a:endParaRPr lang="en-US"/>
          </a:p>
          <a:p>
            <a:r>
              <a:rPr lang="en-US"/>
              <a:t>Telegrapher’s equation which relates conductor currents and conductor potentials is given by</a:t>
            </a:r>
            <a:endParaRPr lang="pt-BR"/>
          </a:p>
        </p:txBody>
      </p:sp>
      <p:grpSp>
        <p:nvGrpSpPr>
          <p:cNvPr id="13" name="Agrupar 12">
            <a:extLst>
              <a:ext uri="{FF2B5EF4-FFF2-40B4-BE49-F238E27FC236}">
                <a16:creationId xmlns:a16="http://schemas.microsoft.com/office/drawing/2014/main" id="{F03936B8-1F38-2811-D513-D5586FADE405}"/>
              </a:ext>
            </a:extLst>
          </p:cNvPr>
          <p:cNvGrpSpPr/>
          <p:nvPr/>
        </p:nvGrpSpPr>
        <p:grpSpPr>
          <a:xfrm>
            <a:off x="2305894" y="2862833"/>
            <a:ext cx="3320684" cy="451965"/>
            <a:chOff x="2305894" y="2862833"/>
            <a:chExt cx="3320684" cy="451965"/>
          </a:xfrm>
        </p:grpSpPr>
        <mc:AlternateContent xmlns:mc="http://schemas.openxmlformats.org/markup-compatibility/2006">
          <mc:Choice xmlns:a14="http://schemas.microsoft.com/office/drawing/2010/main" Requires="a14">
            <p:sp>
              <p:nvSpPr>
                <p:cNvPr id="32" name="CaixaDeTexto 31">
                  <a:extLst>
                    <a:ext uri="{FF2B5EF4-FFF2-40B4-BE49-F238E27FC236}">
                      <a16:creationId xmlns:a16="http://schemas.microsoft.com/office/drawing/2014/main" id="{F36BB651-0A20-F8B0-CBA7-5217A4A18993}"/>
                    </a:ext>
                  </a:extLst>
                </p:cNvPr>
                <p:cNvSpPr txBox="1"/>
                <p:nvPr/>
              </p:nvSpPr>
              <p:spPr>
                <a:xfrm>
                  <a:off x="2305894" y="2934841"/>
                  <a:ext cx="972108" cy="338554"/>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
                          <m:sSubPr>
                            <m:ctrlPr>
                              <a:rPr lang="pt-BR" b="1" i="1" smtClean="0">
                                <a:latin typeface="Cambria Math" panose="02040503050406030204" pitchFamily="18" charset="0"/>
                              </a:rPr>
                            </m:ctrlPr>
                          </m:sSubPr>
                          <m:e>
                            <m:r>
                              <a:rPr lang="pt-BR" b="1" i="1" smtClean="0">
                                <a:latin typeface="Cambria Math" panose="02040503050406030204" pitchFamily="18" charset="0"/>
                              </a:rPr>
                              <m:t>𝑰</m:t>
                            </m:r>
                          </m:e>
                          <m:sub>
                            <m:r>
                              <a:rPr lang="pt-BR" b="0" i="1" smtClean="0">
                                <a:latin typeface="Cambria Math" panose="02040503050406030204" pitchFamily="18" charset="0"/>
                              </a:rPr>
                              <m:t>𝑙</m:t>
                            </m:r>
                          </m:sub>
                        </m:sSub>
                        <m:r>
                          <a:rPr lang="pt-BR">
                            <a:latin typeface="Cambria Math" panose="02040503050406030204" pitchFamily="18" charset="0"/>
                          </a:rPr>
                          <m:t>=</m:t>
                        </m:r>
                        <m:r>
                          <a:rPr lang="pt-BR" b="1" i="1" smtClean="0">
                            <a:latin typeface="Cambria Math" panose="02040503050406030204" pitchFamily="18" charset="0"/>
                          </a:rPr>
                          <m:t>ℚ</m:t>
                        </m:r>
                        <m:r>
                          <a:rPr lang="pt-BR" b="1" i="1" smtClean="0">
                            <a:latin typeface="Cambria Math" panose="02040503050406030204" pitchFamily="18" charset="0"/>
                          </a:rPr>
                          <m:t>𝑰</m:t>
                        </m:r>
                      </m:oMath>
                    </m:oMathPara>
                  </a14:m>
                  <a:endParaRPr lang="en-US" b="1" i="1"/>
                </a:p>
              </p:txBody>
            </p:sp>
          </mc:Choice>
          <mc:Fallback>
            <p:sp>
              <p:nvSpPr>
                <p:cNvPr id="32" name="CaixaDeTexto 31">
                  <a:extLst>
                    <a:ext uri="{FF2B5EF4-FFF2-40B4-BE49-F238E27FC236}">
                      <a16:creationId xmlns:a16="http://schemas.microsoft.com/office/drawing/2014/main" id="{F36BB651-0A20-F8B0-CBA7-5217A4A18993}"/>
                    </a:ext>
                  </a:extLst>
                </p:cNvPr>
                <p:cNvSpPr txBox="1">
                  <a:spLocks noRot="1" noChangeAspect="1" noMove="1" noResize="1" noEditPoints="1" noAdjustHandles="1" noChangeArrowheads="1" noChangeShapeType="1" noTextEdit="1"/>
                </p:cNvSpPr>
                <p:nvPr/>
              </p:nvSpPr>
              <p:spPr>
                <a:xfrm>
                  <a:off x="2305894" y="2934841"/>
                  <a:ext cx="972108" cy="338554"/>
                </a:xfrm>
                <a:prstGeom prst="rect">
                  <a:avLst/>
                </a:prstGeom>
                <a:blipFill>
                  <a:blip r:embed="rId8"/>
                  <a:stretch>
                    <a:fillRect b="-5357"/>
                  </a:stretch>
                </a:blipFill>
              </p:spPr>
              <p:txBody>
                <a:bodyPr/>
                <a:lstStyle/>
                <a:p>
                  <a:r>
                    <a:rPr lang="pt-BR">
                      <a:noFill/>
                    </a:rPr>
                    <a:t> </a:t>
                  </a:r>
                </a:p>
              </p:txBody>
            </p:sp>
          </mc:Fallback>
        </mc:AlternateContent>
        <p:grpSp>
          <p:nvGrpSpPr>
            <p:cNvPr id="3" name="Agrupar 2">
              <a:extLst>
                <a:ext uri="{FF2B5EF4-FFF2-40B4-BE49-F238E27FC236}">
                  <a16:creationId xmlns:a16="http://schemas.microsoft.com/office/drawing/2014/main" id="{C91CAD22-278E-13D6-46CC-9F6672B25840}"/>
                </a:ext>
              </a:extLst>
            </p:cNvPr>
            <p:cNvGrpSpPr/>
            <p:nvPr/>
          </p:nvGrpSpPr>
          <p:grpSpPr>
            <a:xfrm>
              <a:off x="2305894" y="2862833"/>
              <a:ext cx="3320684" cy="451965"/>
              <a:chOff x="2305894" y="2862833"/>
              <a:chExt cx="3320684" cy="451965"/>
            </a:xfrm>
          </p:grpSpPr>
          <p:sp>
            <p:nvSpPr>
              <p:cNvPr id="35" name="Retângulo: Cantos Arredondados 34">
                <a:extLst>
                  <a:ext uri="{FF2B5EF4-FFF2-40B4-BE49-F238E27FC236}">
                    <a16:creationId xmlns:a16="http://schemas.microsoft.com/office/drawing/2014/main" id="{6F301873-6EA2-77F3-3936-1DFB4D028717}"/>
                  </a:ext>
                </a:extLst>
              </p:cNvPr>
              <p:cNvSpPr/>
              <p:nvPr/>
            </p:nvSpPr>
            <p:spPr>
              <a:xfrm>
                <a:off x="2305894" y="2862833"/>
                <a:ext cx="972108" cy="451965"/>
              </a:xfrm>
              <a:prstGeom prst="round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pt-BR">
                  <a:solidFill>
                    <a:srgbClr val="FF0000"/>
                  </a:solidFill>
                </a:endParaRPr>
              </a:p>
            </p:txBody>
          </p:sp>
          <mc:AlternateContent xmlns:mc="http://schemas.openxmlformats.org/markup-compatibility/2006" xmlns:a14="http://schemas.microsoft.com/office/drawing/2010/main">
            <mc:Choice Requires="a14">
              <p:sp>
                <p:nvSpPr>
                  <p:cNvPr id="42" name="CaixaDeTexto 41">
                    <a:extLst>
                      <a:ext uri="{FF2B5EF4-FFF2-40B4-BE49-F238E27FC236}">
                        <a16:creationId xmlns:a16="http://schemas.microsoft.com/office/drawing/2014/main" id="{C0C4A6AE-F4BF-14BA-0896-3CFA47335EEC}"/>
                      </a:ext>
                    </a:extLst>
                  </p:cNvPr>
                  <p:cNvSpPr txBox="1"/>
                  <p:nvPr/>
                </p:nvSpPr>
                <p:spPr>
                  <a:xfrm>
                    <a:off x="5158526" y="2954723"/>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15)</m:t>
                          </m:r>
                        </m:oMath>
                      </m:oMathPara>
                    </a14:m>
                    <a:endParaRPr lang="en-US" sz="1200"/>
                  </a:p>
                </p:txBody>
              </p:sp>
            </mc:Choice>
            <mc:Fallback xmlns="">
              <p:sp>
                <p:nvSpPr>
                  <p:cNvPr id="42" name="CaixaDeTexto 41">
                    <a:extLst>
                      <a:ext uri="{FF2B5EF4-FFF2-40B4-BE49-F238E27FC236}">
                        <a16:creationId xmlns:a16="http://schemas.microsoft.com/office/drawing/2014/main" id="{C0C4A6AE-F4BF-14BA-0896-3CFA47335EEC}"/>
                      </a:ext>
                    </a:extLst>
                  </p:cNvPr>
                  <p:cNvSpPr txBox="1">
                    <a:spLocks noRot="1" noChangeAspect="1" noMove="1" noResize="1" noEditPoints="1" noAdjustHandles="1" noChangeArrowheads="1" noChangeShapeType="1" noTextEdit="1"/>
                  </p:cNvSpPr>
                  <p:nvPr/>
                </p:nvSpPr>
                <p:spPr>
                  <a:xfrm>
                    <a:off x="5158526" y="2954723"/>
                    <a:ext cx="468052" cy="276999"/>
                  </a:xfrm>
                  <a:prstGeom prst="rect">
                    <a:avLst/>
                  </a:prstGeom>
                  <a:blipFill>
                    <a:blip r:embed="rId9"/>
                    <a:stretch>
                      <a:fillRect b="-8889"/>
                    </a:stretch>
                  </a:blipFill>
                </p:spPr>
                <p:txBody>
                  <a:bodyPr/>
                  <a:lstStyle/>
                  <a:p>
                    <a:r>
                      <a:rPr lang="pt-BR">
                        <a:noFill/>
                      </a:rPr>
                      <a:t> </a:t>
                    </a:r>
                  </a:p>
                </p:txBody>
              </p:sp>
            </mc:Fallback>
          </mc:AlternateContent>
        </p:grpSp>
      </p:grpSp>
      <p:grpSp>
        <p:nvGrpSpPr>
          <p:cNvPr id="12" name="Agrupar 11">
            <a:extLst>
              <a:ext uri="{FF2B5EF4-FFF2-40B4-BE49-F238E27FC236}">
                <a16:creationId xmlns:a16="http://schemas.microsoft.com/office/drawing/2014/main" id="{40C2EFAB-EBF8-AD97-A87A-20EE8A48309C}"/>
              </a:ext>
            </a:extLst>
          </p:cNvPr>
          <p:cNvGrpSpPr/>
          <p:nvPr/>
        </p:nvGrpSpPr>
        <p:grpSpPr>
          <a:xfrm>
            <a:off x="6103626" y="898429"/>
            <a:ext cx="5572994" cy="950158"/>
            <a:chOff x="6103626" y="898429"/>
            <a:chExt cx="5572994" cy="950158"/>
          </a:xfrm>
        </p:grpSpPr>
        <mc:AlternateContent xmlns:mc="http://schemas.openxmlformats.org/markup-compatibility/2006">
          <mc:Choice xmlns:a14="http://schemas.microsoft.com/office/drawing/2010/main" Requires="a14">
            <p:sp>
              <p:nvSpPr>
                <p:cNvPr id="38" name="CaixaDeTexto 37">
                  <a:extLst>
                    <a:ext uri="{FF2B5EF4-FFF2-40B4-BE49-F238E27FC236}">
                      <a16:creationId xmlns:a16="http://schemas.microsoft.com/office/drawing/2014/main" id="{249E7232-84ED-41DD-982A-82835E50CF1F}"/>
                    </a:ext>
                  </a:extLst>
                </p:cNvPr>
                <p:cNvSpPr txBox="1"/>
                <p:nvPr/>
              </p:nvSpPr>
              <p:spPr>
                <a:xfrm>
                  <a:off x="8148228" y="1433453"/>
                  <a:ext cx="1116124" cy="338554"/>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1" i="1" smtClean="0">
                            <a:latin typeface="Cambria Math" panose="02040503050406030204" pitchFamily="18" charset="0"/>
                          </a:rPr>
                          <m:t>𝑽</m:t>
                        </m:r>
                        <m:r>
                          <a:rPr lang="pt-BR">
                            <a:latin typeface="Cambria Math" panose="02040503050406030204" pitchFamily="18" charset="0"/>
                          </a:rPr>
                          <m:t>=</m:t>
                        </m:r>
                        <m:sSup>
                          <m:sSupPr>
                            <m:ctrlPr>
                              <a:rPr lang="pt-BR" b="1" i="1" smtClean="0">
                                <a:latin typeface="Cambria Math" panose="02040503050406030204" pitchFamily="18" charset="0"/>
                              </a:rPr>
                            </m:ctrlPr>
                          </m:sSupPr>
                          <m:e>
                            <m:r>
                              <a:rPr lang="pt-BR" b="1" i="1">
                                <a:latin typeface="Cambria Math" panose="02040503050406030204" pitchFamily="18" charset="0"/>
                              </a:rPr>
                              <m:t>ℚ</m:t>
                            </m:r>
                          </m:e>
                          <m:sup>
                            <m:r>
                              <a:rPr lang="pt-BR" b="0" i="1" smtClean="0">
                                <a:latin typeface="Cambria Math" panose="02040503050406030204" pitchFamily="18" charset="0"/>
                              </a:rPr>
                              <m:t>𝑇</m:t>
                            </m:r>
                          </m:sup>
                        </m:sSup>
                        <m:sSub>
                          <m:sSubPr>
                            <m:ctrlPr>
                              <a:rPr lang="pt-BR" b="1" i="1" smtClean="0">
                                <a:latin typeface="Cambria Math" panose="02040503050406030204" pitchFamily="18" charset="0"/>
                              </a:rPr>
                            </m:ctrlPr>
                          </m:sSubPr>
                          <m:e>
                            <m:r>
                              <a:rPr lang="pt-BR" b="1" i="1" smtClean="0">
                                <a:latin typeface="Cambria Math" panose="02040503050406030204" pitchFamily="18" charset="0"/>
                              </a:rPr>
                              <m:t>𝑽</m:t>
                            </m:r>
                          </m:e>
                          <m:sub>
                            <m:r>
                              <a:rPr lang="pt-BR" b="0" i="1" smtClean="0">
                                <a:latin typeface="Cambria Math" panose="02040503050406030204" pitchFamily="18" charset="0"/>
                              </a:rPr>
                              <m:t>𝑙</m:t>
                            </m:r>
                          </m:sub>
                        </m:sSub>
                      </m:oMath>
                    </m:oMathPara>
                  </a14:m>
                  <a:endParaRPr lang="en-US" b="1" i="1"/>
                </a:p>
              </p:txBody>
            </p:sp>
          </mc:Choice>
          <mc:Fallback>
            <p:sp>
              <p:nvSpPr>
                <p:cNvPr id="38" name="CaixaDeTexto 37">
                  <a:extLst>
                    <a:ext uri="{FF2B5EF4-FFF2-40B4-BE49-F238E27FC236}">
                      <a16:creationId xmlns:a16="http://schemas.microsoft.com/office/drawing/2014/main" id="{249E7232-84ED-41DD-982A-82835E50CF1F}"/>
                    </a:ext>
                  </a:extLst>
                </p:cNvPr>
                <p:cNvSpPr txBox="1">
                  <a:spLocks noRot="1" noChangeAspect="1" noMove="1" noResize="1" noEditPoints="1" noAdjustHandles="1" noChangeArrowheads="1" noChangeShapeType="1" noTextEdit="1"/>
                </p:cNvSpPr>
                <p:nvPr/>
              </p:nvSpPr>
              <p:spPr>
                <a:xfrm>
                  <a:off x="8148228" y="1433453"/>
                  <a:ext cx="1116124" cy="338554"/>
                </a:xfrm>
                <a:prstGeom prst="rect">
                  <a:avLst/>
                </a:prstGeom>
                <a:blipFill>
                  <a:blip r:embed="rId10"/>
                  <a:stretch>
                    <a:fillRect b="-5357"/>
                  </a:stretch>
                </a:blipFill>
              </p:spPr>
              <p:txBody>
                <a:bodyPr/>
                <a:lstStyle/>
                <a:p>
                  <a:r>
                    <a:rPr lang="pt-BR">
                      <a:noFill/>
                    </a:rPr>
                    <a:t> </a:t>
                  </a:r>
                </a:p>
              </p:txBody>
            </p:sp>
          </mc:Fallback>
        </mc:AlternateContent>
        <p:grpSp>
          <p:nvGrpSpPr>
            <p:cNvPr id="5" name="Agrupar 4">
              <a:extLst>
                <a:ext uri="{FF2B5EF4-FFF2-40B4-BE49-F238E27FC236}">
                  <a16:creationId xmlns:a16="http://schemas.microsoft.com/office/drawing/2014/main" id="{A33CBBB6-CB9E-8363-FAAD-FD66474D302C}"/>
                </a:ext>
              </a:extLst>
            </p:cNvPr>
            <p:cNvGrpSpPr/>
            <p:nvPr/>
          </p:nvGrpSpPr>
          <p:grpSpPr>
            <a:xfrm>
              <a:off x="6103626" y="898429"/>
              <a:ext cx="5572994" cy="950158"/>
              <a:chOff x="6103626" y="898429"/>
              <a:chExt cx="5572994" cy="950158"/>
            </a:xfrm>
          </p:grpSpPr>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AB6629BA-34EF-2168-2A73-2CAF29A3F9CD}"/>
                      </a:ext>
                    </a:extLst>
                  </p:cNvPr>
                  <p:cNvSpPr txBox="1"/>
                  <p:nvPr/>
                </p:nvSpPr>
                <p:spPr>
                  <a:xfrm>
                    <a:off x="6103626" y="898429"/>
                    <a:ext cx="5315098" cy="584775"/>
                  </a:xfrm>
                  <a:prstGeom prst="rect">
                    <a:avLst/>
                  </a:prstGeom>
                  <a:noFill/>
                </p:spPr>
                <p:txBody>
                  <a:bodyPr wrap="square">
                    <a:spAutoFit/>
                  </a:bodyPr>
                  <a:lstStyle>
                    <a:defPPr>
                      <a:defRPr lang="pt-BR"/>
                    </a:defPPr>
                    <a:lvl1pPr>
                      <a:defRPr sz="1600"/>
                    </a:lvl1pPr>
                  </a:lstStyle>
                  <a:p>
                    <a:r>
                      <a:rPr lang="pt-BR"/>
                      <a:t>Matrix</a:t>
                    </a:r>
                    <a:r>
                      <a:rPr lang="pt-BR" b="1"/>
                      <a:t> </a:t>
                    </a:r>
                    <a14:m>
                      <m:oMath xmlns:m="http://schemas.openxmlformats.org/officeDocument/2006/math">
                        <m:r>
                          <a:rPr lang="pt-BR" b="1" i="1">
                            <a:latin typeface="Cambria Math" panose="02040503050406030204" pitchFamily="18" charset="0"/>
                          </a:rPr>
                          <m:t>ℚ</m:t>
                        </m:r>
                      </m:oMath>
                    </a14:m>
                    <a:r>
                      <a:rPr lang="en-US"/>
                      <a:t> can also relate line potentials, </a:t>
                    </a:r>
                    <a14:m>
                      <m:oMath xmlns:m="http://schemas.openxmlformats.org/officeDocument/2006/math">
                        <m:sSub>
                          <m:sSubPr>
                            <m:ctrlPr>
                              <a:rPr lang="pt-BR" b="1"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𝑽</m:t>
                            </m:r>
                          </m:e>
                          <m:sub>
                            <m:r>
                              <a:rPr lang="pt-BR" i="1">
                                <a:latin typeface="Cambria Math" panose="02040503050406030204" pitchFamily="18" charset="0"/>
                                <a:cs typeface="Arial" panose="020B0604020202020204" pitchFamily="34" charset="0"/>
                              </a:rPr>
                              <m:t>𝑙</m:t>
                            </m:r>
                          </m:sub>
                        </m:sSub>
                      </m:oMath>
                    </a14:m>
                    <a:r>
                      <a:rPr lang="en-US"/>
                      <a:t>, and conductor potentials, </a:t>
                    </a:r>
                    <a14:m>
                      <m:oMath xmlns:m="http://schemas.openxmlformats.org/officeDocument/2006/math">
                        <m:r>
                          <a:rPr lang="en-US" b="1" i="1" smtClean="0">
                            <a:latin typeface="Cambria Math" panose="02040503050406030204" pitchFamily="18" charset="0"/>
                          </a:rPr>
                          <m:t>𝑽</m:t>
                        </m:r>
                      </m:oMath>
                    </a14:m>
                    <a:r>
                      <a:rPr lang="en-US"/>
                      <a:t>, as</a:t>
                    </a:r>
                    <a:endParaRPr lang="pt-BR"/>
                  </a:p>
                </p:txBody>
              </p:sp>
            </mc:Choice>
            <mc:Fallback xmlns="">
              <p:sp>
                <p:nvSpPr>
                  <p:cNvPr id="37" name="CaixaDeTexto 36">
                    <a:extLst>
                      <a:ext uri="{FF2B5EF4-FFF2-40B4-BE49-F238E27FC236}">
                        <a16:creationId xmlns:a16="http://schemas.microsoft.com/office/drawing/2014/main" id="{AB6629BA-34EF-2168-2A73-2CAF29A3F9CD}"/>
                      </a:ext>
                    </a:extLst>
                  </p:cNvPr>
                  <p:cNvSpPr txBox="1">
                    <a:spLocks noRot="1" noChangeAspect="1" noMove="1" noResize="1" noEditPoints="1" noAdjustHandles="1" noChangeArrowheads="1" noChangeShapeType="1" noTextEdit="1"/>
                  </p:cNvSpPr>
                  <p:nvPr/>
                </p:nvSpPr>
                <p:spPr>
                  <a:xfrm>
                    <a:off x="6103626" y="898429"/>
                    <a:ext cx="5315098" cy="584775"/>
                  </a:xfrm>
                  <a:prstGeom prst="rect">
                    <a:avLst/>
                  </a:prstGeom>
                  <a:blipFill>
                    <a:blip r:embed="rId11"/>
                    <a:stretch>
                      <a:fillRect l="-573" t="-3125" b="-12500"/>
                    </a:stretch>
                  </a:blipFill>
                </p:spPr>
                <p:txBody>
                  <a:bodyPr/>
                  <a:lstStyle/>
                  <a:p>
                    <a:r>
                      <a:rPr lang="pt-BR">
                        <a:noFill/>
                      </a:rPr>
                      <a:t> </a:t>
                    </a:r>
                  </a:p>
                </p:txBody>
              </p:sp>
            </mc:Fallback>
          </mc:AlternateContent>
          <p:sp>
            <p:nvSpPr>
              <p:cNvPr id="41" name="Retângulo: Cantos Arredondados 40">
                <a:extLst>
                  <a:ext uri="{FF2B5EF4-FFF2-40B4-BE49-F238E27FC236}">
                    <a16:creationId xmlns:a16="http://schemas.microsoft.com/office/drawing/2014/main" id="{EEC98B50-5F9B-FE3C-96ED-B158D62DBB3C}"/>
                  </a:ext>
                </a:extLst>
              </p:cNvPr>
              <p:cNvSpPr/>
              <p:nvPr/>
            </p:nvSpPr>
            <p:spPr>
              <a:xfrm>
                <a:off x="8148228" y="1376772"/>
                <a:ext cx="1116124" cy="471815"/>
              </a:xfrm>
              <a:prstGeom prst="round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pt-BR">
                  <a:solidFill>
                    <a:srgbClr val="FF0000"/>
                  </a:solidFill>
                </a:endParaRPr>
              </a:p>
            </p:txBody>
          </p:sp>
          <mc:AlternateContent xmlns:mc="http://schemas.openxmlformats.org/markup-compatibility/2006" xmlns:a14="http://schemas.microsoft.com/office/drawing/2010/main">
            <mc:Choice Requires="a14">
              <p:sp>
                <p:nvSpPr>
                  <p:cNvPr id="43" name="CaixaDeTexto 42">
                    <a:extLst>
                      <a:ext uri="{FF2B5EF4-FFF2-40B4-BE49-F238E27FC236}">
                        <a16:creationId xmlns:a16="http://schemas.microsoft.com/office/drawing/2014/main" id="{69389CBF-9B95-B48C-48B1-CD6A27A34D2A}"/>
                      </a:ext>
                    </a:extLst>
                  </p:cNvPr>
                  <p:cNvSpPr txBox="1"/>
                  <p:nvPr/>
                </p:nvSpPr>
                <p:spPr>
                  <a:xfrm>
                    <a:off x="11208568" y="1495661"/>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16)</m:t>
                          </m:r>
                        </m:oMath>
                      </m:oMathPara>
                    </a14:m>
                    <a:endParaRPr lang="en-US" sz="1200"/>
                  </a:p>
                </p:txBody>
              </p:sp>
            </mc:Choice>
            <mc:Fallback xmlns="">
              <p:sp>
                <p:nvSpPr>
                  <p:cNvPr id="43" name="CaixaDeTexto 42">
                    <a:extLst>
                      <a:ext uri="{FF2B5EF4-FFF2-40B4-BE49-F238E27FC236}">
                        <a16:creationId xmlns:a16="http://schemas.microsoft.com/office/drawing/2014/main" id="{69389CBF-9B95-B48C-48B1-CD6A27A34D2A}"/>
                      </a:ext>
                    </a:extLst>
                  </p:cNvPr>
                  <p:cNvSpPr txBox="1">
                    <a:spLocks noRot="1" noChangeAspect="1" noMove="1" noResize="1" noEditPoints="1" noAdjustHandles="1" noChangeArrowheads="1" noChangeShapeType="1" noTextEdit="1"/>
                  </p:cNvSpPr>
                  <p:nvPr/>
                </p:nvSpPr>
                <p:spPr>
                  <a:xfrm>
                    <a:off x="11208568" y="1495661"/>
                    <a:ext cx="468052" cy="276999"/>
                  </a:xfrm>
                  <a:prstGeom prst="rect">
                    <a:avLst/>
                  </a:prstGeom>
                  <a:blipFill>
                    <a:blip r:embed="rId12"/>
                    <a:stretch>
                      <a:fillRect b="-6522"/>
                    </a:stretch>
                  </a:blipFill>
                </p:spPr>
                <p:txBody>
                  <a:bodyPr/>
                  <a:lstStyle/>
                  <a:p>
                    <a:r>
                      <a:rPr lang="pt-BR">
                        <a:noFill/>
                      </a:rPr>
                      <a:t> </a:t>
                    </a:r>
                  </a:p>
                </p:txBody>
              </p:sp>
            </mc:Fallback>
          </mc:AlternateContent>
        </p:grpSp>
      </p:grpSp>
      <p:grpSp>
        <p:nvGrpSpPr>
          <p:cNvPr id="7" name="Agrupar 6">
            <a:extLst>
              <a:ext uri="{FF2B5EF4-FFF2-40B4-BE49-F238E27FC236}">
                <a16:creationId xmlns:a16="http://schemas.microsoft.com/office/drawing/2014/main" id="{A23834C0-CB55-9B56-1997-8F8A68AFA1F7}"/>
              </a:ext>
            </a:extLst>
          </p:cNvPr>
          <p:cNvGrpSpPr/>
          <p:nvPr/>
        </p:nvGrpSpPr>
        <p:grpSpPr>
          <a:xfrm>
            <a:off x="6188060" y="3521378"/>
            <a:ext cx="5488560" cy="571118"/>
            <a:chOff x="6188060" y="3521378"/>
            <a:chExt cx="5488560" cy="571118"/>
          </a:xfrm>
        </p:grpSpPr>
        <mc:AlternateContent xmlns:mc="http://schemas.openxmlformats.org/markup-compatibility/2006" xmlns:a14="http://schemas.microsoft.com/office/drawing/2010/main">
          <mc:Choice Requires="a14">
            <p:sp>
              <p:nvSpPr>
                <p:cNvPr id="40" name="CaixaDeTexto 39">
                  <a:extLst>
                    <a:ext uri="{FF2B5EF4-FFF2-40B4-BE49-F238E27FC236}">
                      <a16:creationId xmlns:a16="http://schemas.microsoft.com/office/drawing/2014/main" id="{C7CDA22E-5F75-C07B-4026-CF7AF6ED30D4}"/>
                    </a:ext>
                  </a:extLst>
                </p:cNvPr>
                <p:cNvSpPr txBox="1"/>
                <p:nvPr/>
              </p:nvSpPr>
              <p:spPr>
                <a:xfrm>
                  <a:off x="6188060" y="3521378"/>
                  <a:ext cx="5273756" cy="5711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pt-BR" sz="1600" b="0" i="1" smtClean="0">
                                <a:latin typeface="Cambria Math" panose="02040503050406030204" pitchFamily="18" charset="0"/>
                                <a:cs typeface="Arial" panose="020B0604020202020204" pitchFamily="34" charset="0"/>
                              </a:rPr>
                            </m:ctrlPr>
                          </m:fPr>
                          <m:num>
                            <m:r>
                              <a:rPr lang="pt-BR" sz="1600" b="0" i="1" smtClean="0">
                                <a:latin typeface="Cambria Math" panose="02040503050406030204" pitchFamily="18" charset="0"/>
                                <a:cs typeface="Arial" panose="020B0604020202020204" pitchFamily="34" charset="0"/>
                              </a:rPr>
                              <m:t>𝜕</m:t>
                            </m:r>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𝑽</m:t>
                                </m:r>
                              </m:e>
                              <m:sub>
                                <m:r>
                                  <a:rPr lang="pt-BR" sz="1600" b="0" i="1" smtClean="0">
                                    <a:latin typeface="Cambria Math" panose="02040503050406030204" pitchFamily="18" charset="0"/>
                                    <a:cs typeface="Arial" panose="020B0604020202020204" pitchFamily="34" charset="0"/>
                                  </a:rPr>
                                  <m:t> </m:t>
                                </m:r>
                              </m:sub>
                            </m:sSub>
                          </m:num>
                          <m:den>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𝑧</m:t>
                            </m:r>
                          </m:den>
                        </m:f>
                        <m:r>
                          <a:rPr lang="pt-BR" sz="1600" b="0" i="1" smtClean="0">
                            <a:latin typeface="Cambria Math" panose="02040503050406030204" pitchFamily="18" charset="0"/>
                            <a:cs typeface="Arial" panose="020B0604020202020204" pitchFamily="34" charset="0"/>
                          </a:rPr>
                          <m:t>=−</m:t>
                        </m:r>
                        <m:sSub>
                          <m:sSubPr>
                            <m:ctrlPr>
                              <a:rPr lang="pt-BR" sz="1600" b="0"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𝒁</m:t>
                            </m:r>
                          </m:e>
                          <m:sub>
                            <m:r>
                              <a:rPr lang="pt-BR" sz="1600" b="0" i="1" smtClean="0">
                                <a:latin typeface="Cambria Math" panose="02040503050406030204" pitchFamily="18" charset="0"/>
                                <a:cs typeface="Arial" panose="020B0604020202020204" pitchFamily="34" charset="0"/>
                              </a:rPr>
                              <m:t> </m:t>
                            </m:r>
                          </m:sub>
                        </m:sSub>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𝑰</m:t>
                            </m:r>
                          </m:e>
                          <m:sub>
                            <m:r>
                              <a:rPr lang="pt-BR" sz="1600" b="1" i="1" smtClean="0">
                                <a:latin typeface="Cambria Math" panose="02040503050406030204" pitchFamily="18" charset="0"/>
                                <a:cs typeface="Arial" panose="020B0604020202020204" pitchFamily="34" charset="0"/>
                              </a:rPr>
                              <m:t> </m:t>
                            </m:r>
                          </m:sub>
                        </m:sSub>
                      </m:oMath>
                    </m:oMathPara>
                  </a14:m>
                  <a:endParaRPr lang="pt-BR" sz="1600" b="1">
                    <a:latin typeface="Arial" panose="020B0604020202020204" pitchFamily="34" charset="0"/>
                    <a:cs typeface="Arial" panose="020B0604020202020204" pitchFamily="34" charset="0"/>
                  </a:endParaRPr>
                </a:p>
              </p:txBody>
            </p:sp>
          </mc:Choice>
          <mc:Fallback xmlns="">
            <p:sp>
              <p:nvSpPr>
                <p:cNvPr id="40" name="CaixaDeTexto 39">
                  <a:extLst>
                    <a:ext uri="{FF2B5EF4-FFF2-40B4-BE49-F238E27FC236}">
                      <a16:creationId xmlns:a16="http://schemas.microsoft.com/office/drawing/2014/main" id="{C7CDA22E-5F75-C07B-4026-CF7AF6ED30D4}"/>
                    </a:ext>
                  </a:extLst>
                </p:cNvPr>
                <p:cNvSpPr txBox="1">
                  <a:spLocks noRot="1" noChangeAspect="1" noMove="1" noResize="1" noEditPoints="1" noAdjustHandles="1" noChangeArrowheads="1" noChangeShapeType="1" noTextEdit="1"/>
                </p:cNvSpPr>
                <p:nvPr/>
              </p:nvSpPr>
              <p:spPr>
                <a:xfrm>
                  <a:off x="6188060" y="3521378"/>
                  <a:ext cx="5273756" cy="571118"/>
                </a:xfrm>
                <a:prstGeom prst="rect">
                  <a:avLst/>
                </a:prstGeom>
                <a:blipFill>
                  <a:blip r:embed="rId1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0044D90A-A02D-A1F8-91F5-CCE89695DB5E}"/>
                    </a:ext>
                  </a:extLst>
                </p:cNvPr>
                <p:cNvSpPr txBox="1"/>
                <p:nvPr/>
              </p:nvSpPr>
              <p:spPr>
                <a:xfrm>
                  <a:off x="11208568" y="3696452"/>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17)</m:t>
                        </m:r>
                      </m:oMath>
                    </m:oMathPara>
                  </a14:m>
                  <a:endParaRPr lang="en-US" sz="1200"/>
                </a:p>
              </p:txBody>
            </p:sp>
          </mc:Choice>
          <mc:Fallback xmlns="">
            <p:sp>
              <p:nvSpPr>
                <p:cNvPr id="44" name="CaixaDeTexto 43">
                  <a:extLst>
                    <a:ext uri="{FF2B5EF4-FFF2-40B4-BE49-F238E27FC236}">
                      <a16:creationId xmlns:a16="http://schemas.microsoft.com/office/drawing/2014/main" id="{0044D90A-A02D-A1F8-91F5-CCE89695DB5E}"/>
                    </a:ext>
                  </a:extLst>
                </p:cNvPr>
                <p:cNvSpPr txBox="1">
                  <a:spLocks noRot="1" noChangeAspect="1" noMove="1" noResize="1" noEditPoints="1" noAdjustHandles="1" noChangeArrowheads="1" noChangeShapeType="1" noTextEdit="1"/>
                </p:cNvSpPr>
                <p:nvPr/>
              </p:nvSpPr>
              <p:spPr>
                <a:xfrm>
                  <a:off x="11208568" y="3696452"/>
                  <a:ext cx="468052" cy="276999"/>
                </a:xfrm>
                <a:prstGeom prst="rect">
                  <a:avLst/>
                </a:prstGeom>
                <a:blipFill>
                  <a:blip r:embed="rId14"/>
                  <a:stretch>
                    <a:fillRect b="-6522"/>
                  </a:stretch>
                </a:blipFill>
              </p:spPr>
              <p:txBody>
                <a:bodyPr/>
                <a:lstStyle/>
                <a:p>
                  <a:r>
                    <a:rPr lang="pt-BR">
                      <a:noFill/>
                    </a:rPr>
                    <a:t> </a:t>
                  </a:r>
                </a:p>
              </p:txBody>
            </p:sp>
          </mc:Fallback>
        </mc:AlternateContent>
      </p:grpSp>
      <p:grpSp>
        <p:nvGrpSpPr>
          <p:cNvPr id="11" name="Agrupar 10">
            <a:extLst>
              <a:ext uri="{FF2B5EF4-FFF2-40B4-BE49-F238E27FC236}">
                <a16:creationId xmlns:a16="http://schemas.microsoft.com/office/drawing/2014/main" id="{FCC0ED5F-7D01-2B27-4A8C-98DF7D49813B}"/>
              </a:ext>
            </a:extLst>
          </p:cNvPr>
          <p:cNvGrpSpPr/>
          <p:nvPr/>
        </p:nvGrpSpPr>
        <p:grpSpPr>
          <a:xfrm>
            <a:off x="6096000" y="5333727"/>
            <a:ext cx="5595052" cy="1047601"/>
            <a:chOff x="6096000" y="5333727"/>
            <a:chExt cx="5595052" cy="1047601"/>
          </a:xfrm>
        </p:grpSpPr>
        <mc:AlternateContent xmlns:mc="http://schemas.openxmlformats.org/markup-compatibility/2006" xmlns:a14="http://schemas.microsoft.com/office/drawing/2010/main">
          <mc:Choice Requires="a14">
            <p:sp>
              <p:nvSpPr>
                <p:cNvPr id="45" name="CaixaDeTexto 44">
                  <a:extLst>
                    <a:ext uri="{FF2B5EF4-FFF2-40B4-BE49-F238E27FC236}">
                      <a16:creationId xmlns:a16="http://schemas.microsoft.com/office/drawing/2014/main" id="{8161928A-540D-B66D-6403-D84E56C57AA9}"/>
                    </a:ext>
                  </a:extLst>
                </p:cNvPr>
                <p:cNvSpPr txBox="1"/>
                <p:nvPr/>
              </p:nvSpPr>
              <p:spPr>
                <a:xfrm>
                  <a:off x="6124297" y="5333727"/>
                  <a:ext cx="5273756"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b="0"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𝒁</m:t>
                            </m:r>
                          </m:e>
                          <m:sub>
                            <m:r>
                              <a:rPr lang="pt-BR" sz="1600" b="0" i="1" smtClean="0">
                                <a:latin typeface="Cambria Math" panose="02040503050406030204" pitchFamily="18" charset="0"/>
                                <a:cs typeface="Arial" panose="020B0604020202020204" pitchFamily="34" charset="0"/>
                              </a:rPr>
                              <m:t>𝑙</m:t>
                            </m:r>
                          </m:sub>
                        </m:sSub>
                        <m:r>
                          <a:rPr lang="pt-BR" sz="1600" b="0" i="1" smtClean="0">
                            <a:latin typeface="Cambria Math" panose="02040503050406030204" pitchFamily="18" charset="0"/>
                            <a:cs typeface="Arial" panose="020B0604020202020204" pitchFamily="34" charset="0"/>
                          </a:rPr>
                          <m:t>=</m:t>
                        </m:r>
                        <m:sSup>
                          <m:sSupPr>
                            <m:ctrlPr>
                              <a:rPr lang="pt-BR" sz="1600" b="0" i="1" smtClean="0">
                                <a:latin typeface="Cambria Math" panose="02040503050406030204" pitchFamily="18" charset="0"/>
                                <a:cs typeface="Arial" panose="020B0604020202020204" pitchFamily="34" charset="0"/>
                              </a:rPr>
                            </m:ctrlPr>
                          </m:sSupPr>
                          <m:e>
                            <m:d>
                              <m:dPr>
                                <m:begChr m:val="["/>
                                <m:endChr m:val="]"/>
                                <m:ctrlPr>
                                  <a:rPr lang="pt-BR" sz="1600" b="0" i="1" smtClean="0">
                                    <a:latin typeface="Cambria Math" panose="02040503050406030204" pitchFamily="18" charset="0"/>
                                    <a:cs typeface="Arial" panose="020B0604020202020204" pitchFamily="34" charset="0"/>
                                  </a:rPr>
                                </m:ctrlPr>
                              </m:dPr>
                              <m:e>
                                <m:r>
                                  <a:rPr lang="pt-BR" sz="1600" b="1" i="1">
                                    <a:latin typeface="Cambria Math" panose="02040503050406030204" pitchFamily="18" charset="0"/>
                                  </a:rPr>
                                  <m:t>ℚ</m:t>
                                </m:r>
                                <m:sSup>
                                  <m:sSupPr>
                                    <m:ctrlPr>
                                      <a:rPr lang="pt-BR" sz="1600" b="0" i="1" smtClean="0">
                                        <a:latin typeface="Cambria Math" panose="02040503050406030204" pitchFamily="18" charset="0"/>
                                        <a:cs typeface="Arial" panose="020B0604020202020204" pitchFamily="34" charset="0"/>
                                      </a:rPr>
                                    </m:ctrlPr>
                                  </m:sSupPr>
                                  <m:e>
                                    <m:r>
                                      <a:rPr lang="pt-BR" sz="1600" b="1" i="1" smtClean="0">
                                        <a:latin typeface="Cambria Math" panose="02040503050406030204" pitchFamily="18" charset="0"/>
                                        <a:cs typeface="Arial" panose="020B0604020202020204" pitchFamily="34" charset="0"/>
                                      </a:rPr>
                                      <m:t>𝒁</m:t>
                                    </m:r>
                                  </m:e>
                                  <m:sup>
                                    <m:r>
                                      <a:rPr lang="pt-BR" sz="1600" b="0" i="1" smtClean="0">
                                        <a:latin typeface="Cambria Math" panose="02040503050406030204" pitchFamily="18" charset="0"/>
                                        <a:cs typeface="Arial" panose="020B0604020202020204" pitchFamily="34" charset="0"/>
                                      </a:rPr>
                                      <m:t>−1</m:t>
                                    </m:r>
                                  </m:sup>
                                </m:sSup>
                                <m:sSup>
                                  <m:sSupPr>
                                    <m:ctrlPr>
                                      <a:rPr lang="pt-BR" sz="1600" b="0" i="1" smtClean="0">
                                        <a:latin typeface="Cambria Math" panose="02040503050406030204" pitchFamily="18" charset="0"/>
                                        <a:cs typeface="Arial" panose="020B0604020202020204" pitchFamily="34" charset="0"/>
                                      </a:rPr>
                                    </m:ctrlPr>
                                  </m:sSupPr>
                                  <m:e>
                                    <m:r>
                                      <a:rPr lang="pt-BR" sz="1600" b="1" i="1">
                                        <a:latin typeface="Cambria Math" panose="02040503050406030204" pitchFamily="18" charset="0"/>
                                      </a:rPr>
                                      <m:t>ℚ</m:t>
                                    </m:r>
                                  </m:e>
                                  <m:sup>
                                    <m:r>
                                      <a:rPr lang="pt-BR" sz="1600" b="0" i="1" smtClean="0">
                                        <a:latin typeface="Cambria Math" panose="02040503050406030204" pitchFamily="18" charset="0"/>
                                        <a:cs typeface="Arial" panose="020B0604020202020204" pitchFamily="34" charset="0"/>
                                      </a:rPr>
                                      <m:t>𝑇</m:t>
                                    </m:r>
                                  </m:sup>
                                </m:sSup>
                              </m:e>
                            </m:d>
                          </m:e>
                          <m:sup>
                            <m:r>
                              <a:rPr lang="pt-BR" sz="1600" b="0" i="1" smtClean="0">
                                <a:latin typeface="Cambria Math" panose="02040503050406030204" pitchFamily="18" charset="0"/>
                                <a:cs typeface="Arial" panose="020B0604020202020204" pitchFamily="34" charset="0"/>
                              </a:rPr>
                              <m:t>−1</m:t>
                            </m:r>
                          </m:sup>
                        </m:sSup>
                      </m:oMath>
                    </m:oMathPara>
                  </a14:m>
                  <a:endParaRPr lang="pt-BR" sz="1600" b="1">
                    <a:latin typeface="Arial" panose="020B0604020202020204" pitchFamily="34" charset="0"/>
                    <a:cs typeface="Arial" panose="020B0604020202020204" pitchFamily="34" charset="0"/>
                  </a:endParaRPr>
                </a:p>
              </p:txBody>
            </p:sp>
          </mc:Choice>
          <mc:Fallback xmlns="">
            <p:sp>
              <p:nvSpPr>
                <p:cNvPr id="45" name="CaixaDeTexto 44">
                  <a:extLst>
                    <a:ext uri="{FF2B5EF4-FFF2-40B4-BE49-F238E27FC236}">
                      <a16:creationId xmlns:a16="http://schemas.microsoft.com/office/drawing/2014/main" id="{8161928A-540D-B66D-6403-D84E56C57AA9}"/>
                    </a:ext>
                  </a:extLst>
                </p:cNvPr>
                <p:cNvSpPr txBox="1">
                  <a:spLocks noRot="1" noChangeAspect="1" noMove="1" noResize="1" noEditPoints="1" noAdjustHandles="1" noChangeArrowheads="1" noChangeShapeType="1" noTextEdit="1"/>
                </p:cNvSpPr>
                <p:nvPr/>
              </p:nvSpPr>
              <p:spPr>
                <a:xfrm>
                  <a:off x="6124297" y="5333727"/>
                  <a:ext cx="5273756" cy="338554"/>
                </a:xfrm>
                <a:prstGeom prst="rect">
                  <a:avLst/>
                </a:prstGeom>
                <a:blipFill>
                  <a:blip r:embed="rId15"/>
                  <a:stretch>
                    <a:fillRect b="-909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6" name="CaixaDeTexto 45">
                  <a:extLst>
                    <a:ext uri="{FF2B5EF4-FFF2-40B4-BE49-F238E27FC236}">
                      <a16:creationId xmlns:a16="http://schemas.microsoft.com/office/drawing/2014/main" id="{06ABEA69-54A2-08D5-3E67-341F8D7017BF}"/>
                    </a:ext>
                  </a:extLst>
                </p:cNvPr>
                <p:cNvSpPr txBox="1"/>
                <p:nvPr/>
              </p:nvSpPr>
              <p:spPr>
                <a:xfrm>
                  <a:off x="11223000" y="5420253"/>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18)</m:t>
                        </m:r>
                      </m:oMath>
                    </m:oMathPara>
                  </a14:m>
                  <a:endParaRPr lang="en-US" sz="1200"/>
                </a:p>
              </p:txBody>
            </p:sp>
          </mc:Choice>
          <mc:Fallback xmlns="">
            <p:sp>
              <p:nvSpPr>
                <p:cNvPr id="46" name="CaixaDeTexto 45">
                  <a:extLst>
                    <a:ext uri="{FF2B5EF4-FFF2-40B4-BE49-F238E27FC236}">
                      <a16:creationId xmlns:a16="http://schemas.microsoft.com/office/drawing/2014/main" id="{06ABEA69-54A2-08D5-3E67-341F8D7017BF}"/>
                    </a:ext>
                  </a:extLst>
                </p:cNvPr>
                <p:cNvSpPr txBox="1">
                  <a:spLocks noRot="1" noChangeAspect="1" noMove="1" noResize="1" noEditPoints="1" noAdjustHandles="1" noChangeArrowheads="1" noChangeShapeType="1" noTextEdit="1"/>
                </p:cNvSpPr>
                <p:nvPr/>
              </p:nvSpPr>
              <p:spPr>
                <a:xfrm>
                  <a:off x="11223000" y="5420253"/>
                  <a:ext cx="468052" cy="276999"/>
                </a:xfrm>
                <a:prstGeom prst="rect">
                  <a:avLst/>
                </a:prstGeom>
                <a:blipFill>
                  <a:blip r:embed="rId16"/>
                  <a:stretch>
                    <a:fillRect b="-652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7" name="CaixaDeTexto 46">
                  <a:extLst>
                    <a:ext uri="{FF2B5EF4-FFF2-40B4-BE49-F238E27FC236}">
                      <a16:creationId xmlns:a16="http://schemas.microsoft.com/office/drawing/2014/main" id="{4EBC944D-0E05-7253-41E1-B990233A5F50}"/>
                    </a:ext>
                  </a:extLst>
                </p:cNvPr>
                <p:cNvSpPr txBox="1"/>
                <p:nvPr/>
              </p:nvSpPr>
              <p:spPr>
                <a:xfrm>
                  <a:off x="6096000" y="5796553"/>
                  <a:ext cx="5232231" cy="584775"/>
                </a:xfrm>
                <a:prstGeom prst="rect">
                  <a:avLst/>
                </a:prstGeom>
                <a:noFill/>
              </p:spPr>
              <p:txBody>
                <a:bodyPr wrap="square">
                  <a:spAutoFit/>
                </a:bodyPr>
                <a:lstStyle>
                  <a:defPPr>
                    <a:defRPr lang="pt-BR"/>
                  </a:defPPr>
                  <a:lvl1pPr>
                    <a:defRPr sz="1600"/>
                  </a:lvl1pPr>
                </a:lstStyle>
                <a:p>
                  <a:r>
                    <a:rPr lang="en-US"/>
                    <a:t>where </a:t>
                  </a:r>
                  <a14:m>
                    <m:oMath xmlns:m="http://schemas.openxmlformats.org/officeDocument/2006/math">
                      <m:sSub>
                        <m:sSubPr>
                          <m:ctrlPr>
                            <a:rPr lang="pt-BR" sz="1600" b="0"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𝒁</m:t>
                          </m:r>
                        </m:e>
                        <m:sub>
                          <m:r>
                            <a:rPr lang="pt-BR" sz="1600" b="0" i="1" smtClean="0">
                              <a:latin typeface="Cambria Math" panose="02040503050406030204" pitchFamily="18" charset="0"/>
                              <a:cs typeface="Arial" panose="020B0604020202020204" pitchFamily="34" charset="0"/>
                            </a:rPr>
                            <m:t>𝑙</m:t>
                          </m:r>
                        </m:sub>
                      </m:sSub>
                    </m:oMath>
                  </a14:m>
                  <a:r>
                    <a:rPr lang="en-US"/>
                    <a:t> is the impedance matrix of dimension equal to number of lines (active and reference). </a:t>
                  </a:r>
                  <a:endParaRPr lang="pt-BR"/>
                </a:p>
              </p:txBody>
            </p:sp>
          </mc:Choice>
          <mc:Fallback xmlns="">
            <p:sp>
              <p:nvSpPr>
                <p:cNvPr id="47" name="CaixaDeTexto 46">
                  <a:extLst>
                    <a:ext uri="{FF2B5EF4-FFF2-40B4-BE49-F238E27FC236}">
                      <a16:creationId xmlns:a16="http://schemas.microsoft.com/office/drawing/2014/main" id="{4EBC944D-0E05-7253-41E1-B990233A5F50}"/>
                    </a:ext>
                  </a:extLst>
                </p:cNvPr>
                <p:cNvSpPr txBox="1">
                  <a:spLocks noRot="1" noChangeAspect="1" noMove="1" noResize="1" noEditPoints="1" noAdjustHandles="1" noChangeArrowheads="1" noChangeShapeType="1" noTextEdit="1"/>
                </p:cNvSpPr>
                <p:nvPr/>
              </p:nvSpPr>
              <p:spPr>
                <a:xfrm>
                  <a:off x="6096000" y="5796553"/>
                  <a:ext cx="5232231" cy="584775"/>
                </a:xfrm>
                <a:prstGeom prst="rect">
                  <a:avLst/>
                </a:prstGeom>
                <a:blipFill>
                  <a:blip r:embed="rId17"/>
                  <a:stretch>
                    <a:fillRect l="-583" t="-3125" b="-12500"/>
                  </a:stretch>
                </a:blipFill>
              </p:spPr>
              <p:txBody>
                <a:bodyPr/>
                <a:lstStyle/>
                <a:p>
                  <a:r>
                    <a:rPr lang="pt-BR">
                      <a:noFill/>
                    </a:rPr>
                    <a:t> </a:t>
                  </a:r>
                </a:p>
              </p:txBody>
            </p:sp>
          </mc:Fallback>
        </mc:AlternateContent>
      </p:grpSp>
    </p:spTree>
    <p:extLst>
      <p:ext uri="{BB962C8B-B14F-4D97-AF65-F5344CB8AC3E}">
        <p14:creationId xmlns:p14="http://schemas.microsoft.com/office/powerpoint/2010/main" val="1995195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9">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6">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6">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33" grpId="0" build="p"/>
      <p:bldP spid="36" grpId="0" build="p"/>
      <p:bldP spid="39"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24</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2880271"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Total p.u.l. Impedance</a:t>
            </a:r>
            <a:endParaRPr lang="pt-BR" sz="2000">
              <a:ln w="0"/>
              <a:effectLst>
                <a:outerShdw blurRad="38100" dist="19050" dir="2700000" algn="tl" rotWithShape="0">
                  <a:schemeClr val="dk1">
                    <a:alpha val="40000"/>
                  </a:schemeClr>
                </a:outerShdw>
              </a:effectLst>
            </a:endParaRP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1800152" cy="307777"/>
          </a:xfrm>
          <a:prstGeom prst="rect">
            <a:avLst/>
          </a:prstGeom>
          <a:noFill/>
        </p:spPr>
        <p:txBody>
          <a:bodyPr wrap="square">
            <a:spAutoFit/>
          </a:bodyPr>
          <a:lstStyle/>
          <a:p>
            <a:pPr algn="l" rtl="0" eaLnBrk="1" latinLnBrk="0" hangingPunct="1">
              <a:spcBef>
                <a:spcPts val="0"/>
              </a:spcBef>
              <a:spcAft>
                <a:spcPts val="0"/>
              </a:spcAft>
              <a:buClrTx/>
              <a:buSzPts val="1800"/>
            </a:pPr>
            <a:r>
              <a:rPr lang="pt-BR" sz="1400" kern="1200">
                <a:solidFill>
                  <a:srgbClr val="0070C0"/>
                </a:solidFill>
                <a:effectLst/>
                <a:latin typeface="Arial Black" panose="020B0A04020102020204" pitchFamily="34" charset="0"/>
                <a:ea typeface="+mn-ea"/>
                <a:cs typeface="+mn-cs"/>
              </a:rPr>
              <a:t>p.u.l. Impedance</a:t>
            </a:r>
            <a:endParaRPr lang="pt-BR" sz="1400">
              <a:solidFill>
                <a:srgbClr val="0070C0"/>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75F1EE07-FF18-5666-6CD3-1C996B921451}"/>
                  </a:ext>
                </a:extLst>
              </p:cNvPr>
              <p:cNvSpPr txBox="1"/>
              <p:nvPr/>
            </p:nvSpPr>
            <p:spPr>
              <a:xfrm>
                <a:off x="6438154" y="1379203"/>
                <a:ext cx="4877596" cy="1609671"/>
              </a:xfrm>
              <a:prstGeom prst="rect">
                <a:avLst/>
              </a:prstGeom>
              <a:noFill/>
            </p:spPr>
            <p:txBody>
              <a:bodyPr wrap="square">
                <a:spAutoFit/>
              </a:bodyPr>
              <a:lstStyle>
                <a:defPPr>
                  <a:defRPr lang="pt-BR"/>
                </a:defPPr>
                <a:lvl1pPr>
                  <a:defRPr sz="1600"/>
                </a:lvl1pPr>
              </a:lstStyle>
              <a:p>
                <a:r>
                  <a:rPr lang="en-US" b="1"/>
                  <a:t>Procedure to Calculate the Total P.u.l. Impedance</a:t>
                </a:r>
              </a:p>
              <a:p>
                <a:endParaRPr lang="en-US"/>
              </a:p>
              <a:p>
                <a:r>
                  <a:rPr lang="en-US"/>
                  <a:t>1. Store </a:t>
                </a:r>
                <a:r>
                  <a:rPr lang="en-US">
                    <a:solidFill>
                      <a:srgbClr val="0070C0"/>
                    </a:solidFill>
                  </a:rPr>
                  <a:t>line voltages </a:t>
                </a:r>
                <a:r>
                  <a:rPr lang="en-US"/>
                  <a:t>of each active line with respect to the reference line in vector </a:t>
                </a:r>
                <a14:m>
                  <m:oMath xmlns:m="http://schemas.openxmlformats.org/officeDocument/2006/math">
                    <m:sSub>
                      <m:sSubPr>
                        <m:ctrlPr>
                          <a:rPr lang="pt-BR" b="0" i="1" smtClean="0">
                            <a:latin typeface="Cambria Math" panose="02040503050406030204" pitchFamily="18" charset="0"/>
                          </a:rPr>
                        </m:ctrlPr>
                      </m:sSubPr>
                      <m:e>
                        <m:r>
                          <a:rPr lang="en-US" b="1" i="1" smtClean="0">
                            <a:latin typeface="Cambria Math" panose="02040503050406030204" pitchFamily="18" charset="0"/>
                          </a:rPr>
                          <m:t>𝑽</m:t>
                        </m:r>
                      </m:e>
                      <m:sub>
                        <m:r>
                          <a:rPr lang="pt-BR" b="1" i="1" smtClean="0">
                            <a:latin typeface="Cambria Math" panose="02040503050406030204" pitchFamily="18" charset="0"/>
                          </a:rPr>
                          <m:t>𝒏</m:t>
                        </m:r>
                      </m:sub>
                    </m:sSub>
                  </m:oMath>
                </a14:m>
                <a:r>
                  <a:rPr lang="en-US"/>
                  <a:t>. Likewise, the </a:t>
                </a:r>
                <a:r>
                  <a:rPr lang="en-US">
                    <a:solidFill>
                      <a:srgbClr val="0070C0"/>
                    </a:solidFill>
                  </a:rPr>
                  <a:t>line currents</a:t>
                </a:r>
                <a:r>
                  <a:rPr lang="en-US"/>
                  <a:t> of all active lines are stored in vector </a:t>
                </a:r>
                <a14:m>
                  <m:oMath xmlns:m="http://schemas.openxmlformats.org/officeDocument/2006/math">
                    <m:sSub>
                      <m:sSubPr>
                        <m:ctrlPr>
                          <a:rPr lang="pt-BR" b="0" i="1" smtClean="0">
                            <a:latin typeface="Cambria Math" panose="02040503050406030204" pitchFamily="18" charset="0"/>
                          </a:rPr>
                        </m:ctrlPr>
                      </m:sSubPr>
                      <m:e>
                        <m:r>
                          <a:rPr lang="en-US" b="1" i="1" smtClean="0">
                            <a:latin typeface="Cambria Math" panose="02040503050406030204" pitchFamily="18" charset="0"/>
                          </a:rPr>
                          <m:t>𝑰</m:t>
                        </m:r>
                      </m:e>
                      <m:sub>
                        <m:r>
                          <a:rPr lang="pt-BR" b="0" i="1" smtClean="0">
                            <a:latin typeface="Cambria Math" panose="02040503050406030204" pitchFamily="18" charset="0"/>
                          </a:rPr>
                          <m:t>𝑛</m:t>
                        </m:r>
                      </m:sub>
                    </m:sSub>
                  </m:oMath>
                </a14:m>
                <a:r>
                  <a:rPr lang="en-US"/>
                  <a:t>.</a:t>
                </a:r>
                <a:br>
                  <a:rPr lang="en-US"/>
                </a:br>
                <a:r>
                  <a:rPr lang="en-US"/>
                  <a:t>The Telegrapher’s equation</a:t>
                </a:r>
                <a:endParaRPr lang="pt-BR"/>
              </a:p>
            </p:txBody>
          </p:sp>
        </mc:Choice>
        <mc:Fallback xmlns="">
          <p:sp>
            <p:nvSpPr>
              <p:cNvPr id="10" name="CaixaDeTexto 9">
                <a:extLst>
                  <a:ext uri="{FF2B5EF4-FFF2-40B4-BE49-F238E27FC236}">
                    <a16:creationId xmlns:a16="http://schemas.microsoft.com/office/drawing/2014/main" id="{75F1EE07-FF18-5666-6CD3-1C996B921451}"/>
                  </a:ext>
                </a:extLst>
              </p:cNvPr>
              <p:cNvSpPr txBox="1">
                <a:spLocks noRot="1" noChangeAspect="1" noMove="1" noResize="1" noEditPoints="1" noAdjustHandles="1" noChangeArrowheads="1" noChangeShapeType="1" noTextEdit="1"/>
              </p:cNvSpPr>
              <p:nvPr/>
            </p:nvSpPr>
            <p:spPr>
              <a:xfrm>
                <a:off x="6438154" y="1379203"/>
                <a:ext cx="4877596" cy="1609671"/>
              </a:xfrm>
              <a:prstGeom prst="rect">
                <a:avLst/>
              </a:prstGeom>
              <a:blipFill>
                <a:blip r:embed="rId4"/>
                <a:stretch>
                  <a:fillRect l="-625" t="-1136" b="-1515"/>
                </a:stretch>
              </a:blipFill>
            </p:spPr>
            <p:txBody>
              <a:bodyPr/>
              <a:lstStyle/>
              <a:p>
                <a:r>
                  <a:rPr lang="pt-BR">
                    <a:noFill/>
                  </a:rPr>
                  <a:t> </a:t>
                </a:r>
              </a:p>
            </p:txBody>
          </p:sp>
        </mc:Fallback>
      </mc:AlternateContent>
      <p:grpSp>
        <p:nvGrpSpPr>
          <p:cNvPr id="3" name="Agrupar 2">
            <a:extLst>
              <a:ext uri="{FF2B5EF4-FFF2-40B4-BE49-F238E27FC236}">
                <a16:creationId xmlns:a16="http://schemas.microsoft.com/office/drawing/2014/main" id="{C4B550B5-1642-3B87-A414-ADBA39F95AB7}"/>
              </a:ext>
            </a:extLst>
          </p:cNvPr>
          <p:cNvGrpSpPr/>
          <p:nvPr/>
        </p:nvGrpSpPr>
        <p:grpSpPr>
          <a:xfrm>
            <a:off x="6438154" y="3145914"/>
            <a:ext cx="4879134" cy="1247472"/>
            <a:chOff x="6438154" y="3145914"/>
            <a:chExt cx="4879134" cy="1247472"/>
          </a:xfrm>
        </p:grpSpPr>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96F4F071-F7BA-F817-D815-3DBB2A7FC13F}"/>
                    </a:ext>
                  </a:extLst>
                </p:cNvPr>
                <p:cNvSpPr txBox="1"/>
                <p:nvPr/>
              </p:nvSpPr>
              <p:spPr>
                <a:xfrm>
                  <a:off x="6438154" y="3145914"/>
                  <a:ext cx="4877596" cy="5711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pt-BR" sz="1600" b="0" i="1" smtClean="0">
                                <a:latin typeface="Cambria Math" panose="02040503050406030204" pitchFamily="18" charset="0"/>
                                <a:cs typeface="Arial" panose="020B0604020202020204" pitchFamily="34" charset="0"/>
                              </a:rPr>
                            </m:ctrlPr>
                          </m:fPr>
                          <m:num>
                            <m:r>
                              <a:rPr lang="pt-BR" sz="1600" b="0" i="1" smtClean="0">
                                <a:latin typeface="Cambria Math" panose="02040503050406030204" pitchFamily="18" charset="0"/>
                                <a:cs typeface="Arial" panose="020B0604020202020204" pitchFamily="34" charset="0"/>
                              </a:rPr>
                              <m:t>𝜕</m:t>
                            </m:r>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𝑽</m:t>
                                </m:r>
                              </m:e>
                              <m:sub>
                                <m:r>
                                  <a:rPr lang="pt-BR" sz="1600" b="0" i="1" smtClean="0">
                                    <a:latin typeface="Cambria Math" panose="02040503050406030204" pitchFamily="18" charset="0"/>
                                    <a:cs typeface="Arial" panose="020B0604020202020204" pitchFamily="34" charset="0"/>
                                  </a:rPr>
                                  <m:t>𝑛</m:t>
                                </m:r>
                              </m:sub>
                            </m:sSub>
                          </m:num>
                          <m:den>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𝑧</m:t>
                            </m:r>
                          </m:den>
                        </m:f>
                        <m:r>
                          <a:rPr lang="pt-BR" sz="1600" b="0" i="1" smtClean="0">
                            <a:latin typeface="Cambria Math" panose="02040503050406030204" pitchFamily="18" charset="0"/>
                            <a:cs typeface="Arial" panose="020B0604020202020204" pitchFamily="34" charset="0"/>
                          </a:rPr>
                          <m:t>=−</m:t>
                        </m:r>
                        <m:sSub>
                          <m:sSubPr>
                            <m:ctrlPr>
                              <a:rPr lang="pt-BR" sz="1600" i="1">
                                <a:latin typeface="Cambria Math" panose="02040503050406030204" pitchFamily="18" charset="0"/>
                              </a:rPr>
                            </m:ctrlPr>
                          </m:sSubPr>
                          <m:e>
                            <m:r>
                              <a:rPr lang="en-US" sz="1600" b="1" i="1">
                                <a:latin typeface="Cambria Math" panose="02040503050406030204" pitchFamily="18" charset="0"/>
                              </a:rPr>
                              <m:t>𝒁</m:t>
                            </m:r>
                          </m:e>
                          <m:sub>
                            <m:r>
                              <a:rPr lang="pt-BR" sz="1600" i="1">
                                <a:latin typeface="Cambria Math" panose="02040503050406030204" pitchFamily="18" charset="0"/>
                                <a:cs typeface="Arial" panose="020B0604020202020204" pitchFamily="34" charset="0"/>
                              </a:rPr>
                              <m:t>𝑛</m:t>
                            </m:r>
                          </m:sub>
                        </m:sSub>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𝑰</m:t>
                            </m:r>
                          </m:e>
                          <m:sub>
                            <m:r>
                              <a:rPr lang="pt-BR" sz="1600" b="0" i="1" smtClean="0">
                                <a:latin typeface="Cambria Math" panose="02040503050406030204" pitchFamily="18" charset="0"/>
                                <a:cs typeface="Arial" panose="020B0604020202020204" pitchFamily="34" charset="0"/>
                              </a:rPr>
                              <m:t>𝑛</m:t>
                            </m:r>
                          </m:sub>
                        </m:sSub>
                      </m:oMath>
                    </m:oMathPara>
                  </a14:m>
                  <a:endParaRPr lang="pt-BR" sz="1600" b="1">
                    <a:latin typeface="Arial" panose="020B0604020202020204" pitchFamily="34" charset="0"/>
                    <a:cs typeface="Arial" panose="020B0604020202020204" pitchFamily="34" charset="0"/>
                  </a:endParaRPr>
                </a:p>
              </p:txBody>
            </p:sp>
          </mc:Choice>
          <mc:Fallback xmlns="">
            <p:sp>
              <p:nvSpPr>
                <p:cNvPr id="11" name="CaixaDeTexto 10">
                  <a:extLst>
                    <a:ext uri="{FF2B5EF4-FFF2-40B4-BE49-F238E27FC236}">
                      <a16:creationId xmlns:a16="http://schemas.microsoft.com/office/drawing/2014/main" id="{96F4F071-F7BA-F817-D815-3DBB2A7FC13F}"/>
                    </a:ext>
                  </a:extLst>
                </p:cNvPr>
                <p:cNvSpPr txBox="1">
                  <a:spLocks noRot="1" noChangeAspect="1" noMove="1" noResize="1" noEditPoints="1" noAdjustHandles="1" noChangeArrowheads="1" noChangeShapeType="1" noTextEdit="1"/>
                </p:cNvSpPr>
                <p:nvPr/>
              </p:nvSpPr>
              <p:spPr>
                <a:xfrm>
                  <a:off x="6438154" y="3145914"/>
                  <a:ext cx="4877596" cy="571118"/>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3CD90516-EDDF-D128-3535-353C70C31494}"/>
                    </a:ext>
                  </a:extLst>
                </p:cNvPr>
                <p:cNvSpPr txBox="1"/>
                <p:nvPr/>
              </p:nvSpPr>
              <p:spPr>
                <a:xfrm>
                  <a:off x="6438154" y="3789631"/>
                  <a:ext cx="4879134" cy="603755"/>
                </a:xfrm>
                <a:prstGeom prst="rect">
                  <a:avLst/>
                </a:prstGeom>
                <a:noFill/>
              </p:spPr>
              <p:txBody>
                <a:bodyPr wrap="square">
                  <a:spAutoFit/>
                </a:bodyPr>
                <a:lstStyle>
                  <a:defPPr>
                    <a:defRPr lang="pt-BR"/>
                  </a:defPPr>
                  <a:lvl1pPr>
                    <a:defRPr sz="1600"/>
                  </a:lvl1pPr>
                </a:lstStyle>
                <a:p>
                  <a:r>
                    <a:rPr lang="en-US"/>
                    <a:t>relates the line voltages and currents by the </a:t>
                  </a:r>
                  <a:r>
                    <a:rPr lang="en-US" u="sng"/>
                    <a:t>total p.u.l. impedance matrix</a:t>
                  </a:r>
                  <a:r>
                    <a:rPr lang="en-US"/>
                    <a:t>, </a:t>
                  </a:r>
                  <a14:m>
                    <m:oMath xmlns:m="http://schemas.openxmlformats.org/officeDocument/2006/math">
                      <m:sSub>
                        <m:sSubPr>
                          <m:ctrlPr>
                            <a:rPr lang="pt-BR" b="0" i="1" smtClean="0">
                              <a:latin typeface="Cambria Math" panose="02040503050406030204" pitchFamily="18" charset="0"/>
                            </a:rPr>
                          </m:ctrlPr>
                        </m:sSubPr>
                        <m:e>
                          <m:r>
                            <a:rPr lang="en-US" b="1" i="1" smtClean="0">
                              <a:latin typeface="Cambria Math" panose="02040503050406030204" pitchFamily="18" charset="0"/>
                            </a:rPr>
                            <m:t>𝒁</m:t>
                          </m:r>
                        </m:e>
                        <m:sub>
                          <m:r>
                            <a:rPr lang="pt-BR" b="0" i="1" smtClean="0">
                              <a:latin typeface="Cambria Math" panose="02040503050406030204" pitchFamily="18" charset="0"/>
                              <a:cs typeface="Arial" panose="020B0604020202020204" pitchFamily="34" charset="0"/>
                            </a:rPr>
                            <m:t>𝑛</m:t>
                          </m:r>
                        </m:sub>
                      </m:sSub>
                    </m:oMath>
                  </a14:m>
                  <a:r>
                    <a:rPr lang="en-US"/>
                    <a:t>.</a:t>
                  </a:r>
                  <a:endParaRPr lang="pt-BR"/>
                </a:p>
              </p:txBody>
            </p:sp>
          </mc:Choice>
          <mc:Fallback xmlns="">
            <p:sp>
              <p:nvSpPr>
                <p:cNvPr id="13" name="CaixaDeTexto 12">
                  <a:extLst>
                    <a:ext uri="{FF2B5EF4-FFF2-40B4-BE49-F238E27FC236}">
                      <a16:creationId xmlns:a16="http://schemas.microsoft.com/office/drawing/2014/main" id="{3CD90516-EDDF-D128-3535-353C70C31494}"/>
                    </a:ext>
                  </a:extLst>
                </p:cNvPr>
                <p:cNvSpPr txBox="1">
                  <a:spLocks noRot="1" noChangeAspect="1" noMove="1" noResize="1" noEditPoints="1" noAdjustHandles="1" noChangeArrowheads="1" noChangeShapeType="1" noTextEdit="1"/>
                </p:cNvSpPr>
                <p:nvPr/>
              </p:nvSpPr>
              <p:spPr>
                <a:xfrm>
                  <a:off x="6438154" y="3789631"/>
                  <a:ext cx="4879134" cy="603755"/>
                </a:xfrm>
                <a:prstGeom prst="rect">
                  <a:avLst/>
                </a:prstGeom>
                <a:blipFill>
                  <a:blip r:embed="rId6"/>
                  <a:stretch>
                    <a:fillRect l="-624" t="-3030" b="-9091"/>
                  </a:stretch>
                </a:blipFill>
              </p:spPr>
              <p:txBody>
                <a:bodyPr/>
                <a:lstStyle/>
                <a:p>
                  <a:r>
                    <a:rPr lang="pt-BR">
                      <a:noFill/>
                    </a:rPr>
                    <a:t> </a:t>
                  </a:r>
                </a:p>
              </p:txBody>
            </p:sp>
          </mc:Fallback>
        </mc:AlternateContent>
      </p:grpSp>
      <p:grpSp>
        <p:nvGrpSpPr>
          <p:cNvPr id="5" name="Agrupar 4">
            <a:extLst>
              <a:ext uri="{FF2B5EF4-FFF2-40B4-BE49-F238E27FC236}">
                <a16:creationId xmlns:a16="http://schemas.microsoft.com/office/drawing/2014/main" id="{AE305179-D69B-9174-1B01-3A439D0B1733}"/>
              </a:ext>
            </a:extLst>
          </p:cNvPr>
          <p:cNvGrpSpPr/>
          <p:nvPr/>
        </p:nvGrpSpPr>
        <p:grpSpPr>
          <a:xfrm>
            <a:off x="6438154" y="4571863"/>
            <a:ext cx="5273080" cy="1737457"/>
            <a:chOff x="6438154" y="4571863"/>
            <a:chExt cx="5273080" cy="1737457"/>
          </a:xfrm>
        </p:grpSpPr>
        <mc:AlternateContent xmlns:mc="http://schemas.openxmlformats.org/markup-compatibility/2006" xmlns:a14="http://schemas.microsoft.com/office/drawing/2010/main">
          <mc:Choice Requires="a14">
            <p:sp>
              <p:nvSpPr>
                <p:cNvPr id="27" name="CaixaDeTexto 26">
                  <a:extLst>
                    <a:ext uri="{FF2B5EF4-FFF2-40B4-BE49-F238E27FC236}">
                      <a16:creationId xmlns:a16="http://schemas.microsoft.com/office/drawing/2014/main" id="{987B891E-5411-A661-E7C3-3495A51E130B}"/>
                    </a:ext>
                  </a:extLst>
                </p:cNvPr>
                <p:cNvSpPr txBox="1"/>
                <p:nvPr/>
              </p:nvSpPr>
              <p:spPr>
                <a:xfrm>
                  <a:off x="6438154" y="4571863"/>
                  <a:ext cx="4877596" cy="584775"/>
                </a:xfrm>
                <a:prstGeom prst="rect">
                  <a:avLst/>
                </a:prstGeom>
                <a:noFill/>
              </p:spPr>
              <p:txBody>
                <a:bodyPr wrap="square">
                  <a:spAutoFit/>
                </a:bodyPr>
                <a:lstStyle>
                  <a:defPPr>
                    <a:defRPr lang="pt-BR"/>
                  </a:defPPr>
                  <a:lvl1pPr>
                    <a:defRPr sz="1600"/>
                  </a:lvl1pPr>
                </a:lstStyle>
                <a:p>
                  <a:r>
                    <a:rPr lang="en-US"/>
                    <a:t>2. Relate voltages </a:t>
                  </a:r>
                  <a14:m>
                    <m:oMath xmlns:m="http://schemas.openxmlformats.org/officeDocument/2006/math">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𝑽</m:t>
                          </m:r>
                        </m:e>
                        <m:sub>
                          <m:r>
                            <a:rPr lang="pt-BR" sz="1600" b="0" i="1" smtClean="0">
                              <a:latin typeface="Cambria Math" panose="02040503050406030204" pitchFamily="18" charset="0"/>
                              <a:cs typeface="Arial" panose="020B0604020202020204" pitchFamily="34" charset="0"/>
                            </a:rPr>
                            <m:t>𝑛</m:t>
                          </m:r>
                        </m:sub>
                      </m:sSub>
                    </m:oMath>
                  </a14:m>
                  <a:r>
                    <a:rPr lang="en-US"/>
                    <a:t> and line potentials </a:t>
                  </a:r>
                  <a14:m>
                    <m:oMath xmlns:m="http://schemas.openxmlformats.org/officeDocument/2006/math">
                      <m:sSub>
                        <m:sSubPr>
                          <m:ctrlPr>
                            <a:rPr lang="pt-BR" b="1"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𝑽</m:t>
                          </m:r>
                        </m:e>
                        <m:sub>
                          <m:r>
                            <a:rPr lang="pt-BR" i="1">
                              <a:latin typeface="Cambria Math" panose="02040503050406030204" pitchFamily="18" charset="0"/>
                              <a:cs typeface="Arial" panose="020B0604020202020204" pitchFamily="34" charset="0"/>
                            </a:rPr>
                            <m:t>𝑙</m:t>
                          </m:r>
                        </m:sub>
                      </m:sSub>
                    </m:oMath>
                  </a14:m>
                  <a:r>
                    <a:rPr lang="en-US"/>
                    <a:t>, and currents </a:t>
                  </a:r>
                  <a14:m>
                    <m:oMath xmlns:m="http://schemas.openxmlformats.org/officeDocument/2006/math">
                      <m:sSub>
                        <m:sSubPr>
                          <m:ctrlPr>
                            <a:rPr lang="pt-BR" b="1"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𝑰</m:t>
                          </m:r>
                        </m:e>
                        <m:sub>
                          <m:r>
                            <a:rPr lang="pt-BR" b="0" i="1" smtClean="0">
                              <a:latin typeface="Cambria Math" panose="02040503050406030204" pitchFamily="18" charset="0"/>
                              <a:cs typeface="Arial" panose="020B0604020202020204" pitchFamily="34" charset="0"/>
                            </a:rPr>
                            <m:t>𝑛</m:t>
                          </m:r>
                        </m:sub>
                      </m:sSub>
                    </m:oMath>
                  </a14:m>
                  <a:r>
                    <a:rPr lang="en-US"/>
                    <a:t> and </a:t>
                  </a:r>
                  <a14:m>
                    <m:oMath xmlns:m="http://schemas.openxmlformats.org/officeDocument/2006/math">
                      <m:sSub>
                        <m:sSubPr>
                          <m:ctrlPr>
                            <a:rPr lang="pt-BR" b="1"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𝑰</m:t>
                          </m:r>
                        </m:e>
                        <m:sub>
                          <m:r>
                            <a:rPr lang="pt-BR" i="1">
                              <a:latin typeface="Cambria Math" panose="02040503050406030204" pitchFamily="18" charset="0"/>
                              <a:cs typeface="Arial" panose="020B0604020202020204" pitchFamily="34" charset="0"/>
                            </a:rPr>
                            <m:t>𝑙</m:t>
                          </m:r>
                        </m:sub>
                      </m:sSub>
                    </m:oMath>
                  </a14:m>
                  <a:r>
                    <a:rPr lang="en-US"/>
                    <a:t> through a incidence matrix </a:t>
                  </a:r>
                  <a14:m>
                    <m:oMath xmlns:m="http://schemas.openxmlformats.org/officeDocument/2006/math">
                      <m:r>
                        <a:rPr lang="pt-BR" b="0" i="1" smtClean="0">
                          <a:latin typeface="Cambria Math" panose="02040503050406030204" pitchFamily="18" charset="0"/>
                        </a:rPr>
                        <m:t>𝕊</m:t>
                      </m:r>
                    </m:oMath>
                  </a14:m>
                  <a:r>
                    <a:rPr lang="en-US"/>
                    <a:t>:</a:t>
                  </a:r>
                  <a:endParaRPr lang="pt-BR"/>
                </a:p>
              </p:txBody>
            </p:sp>
          </mc:Choice>
          <mc:Fallback xmlns="">
            <p:sp>
              <p:nvSpPr>
                <p:cNvPr id="27" name="CaixaDeTexto 26">
                  <a:extLst>
                    <a:ext uri="{FF2B5EF4-FFF2-40B4-BE49-F238E27FC236}">
                      <a16:creationId xmlns:a16="http://schemas.microsoft.com/office/drawing/2014/main" id="{987B891E-5411-A661-E7C3-3495A51E130B}"/>
                    </a:ext>
                  </a:extLst>
                </p:cNvPr>
                <p:cNvSpPr txBox="1">
                  <a:spLocks noRot="1" noChangeAspect="1" noMove="1" noResize="1" noEditPoints="1" noAdjustHandles="1" noChangeArrowheads="1" noChangeShapeType="1" noTextEdit="1"/>
                </p:cNvSpPr>
                <p:nvPr/>
              </p:nvSpPr>
              <p:spPr>
                <a:xfrm>
                  <a:off x="6438154" y="4571863"/>
                  <a:ext cx="4877596" cy="584775"/>
                </a:xfrm>
                <a:prstGeom prst="rect">
                  <a:avLst/>
                </a:prstGeom>
                <a:blipFill>
                  <a:blip r:embed="rId7"/>
                  <a:stretch>
                    <a:fillRect l="-625" t="-3125" b="-125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66100F78-C5D7-A403-419C-93047F709B4F}"/>
                    </a:ext>
                  </a:extLst>
                </p:cNvPr>
                <p:cNvSpPr txBox="1"/>
                <p:nvPr/>
              </p:nvSpPr>
              <p:spPr>
                <a:xfrm>
                  <a:off x="7967909" y="5481159"/>
                  <a:ext cx="172819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b="1" i="1" smtClean="0">
                                <a:latin typeface="Cambria Math" panose="02040503050406030204" pitchFamily="18" charset="0"/>
                                <a:cs typeface="Arial" panose="020B0604020202020204" pitchFamily="34" charset="0"/>
                              </a:rPr>
                            </m:ctrlPr>
                          </m:sSubPr>
                          <m:e>
                            <m:r>
                              <a:rPr lang="pt-BR" sz="1600" b="1" i="1">
                                <a:latin typeface="Cambria Math" panose="02040503050406030204" pitchFamily="18" charset="0"/>
                                <a:cs typeface="Arial" panose="020B0604020202020204" pitchFamily="34" charset="0"/>
                              </a:rPr>
                              <m:t>𝑽</m:t>
                            </m:r>
                          </m:e>
                          <m:sub>
                            <m:r>
                              <a:rPr lang="pt-BR" sz="1600" b="1" i="1" smtClean="0">
                                <a:latin typeface="Cambria Math" panose="02040503050406030204" pitchFamily="18" charset="0"/>
                                <a:cs typeface="Arial" panose="020B0604020202020204" pitchFamily="34" charset="0"/>
                              </a:rPr>
                              <m:t>𝒏</m:t>
                            </m:r>
                          </m:sub>
                        </m:sSub>
                        <m:r>
                          <a:rPr lang="pt-BR" sz="1600" b="0" i="1" smtClean="0">
                            <a:latin typeface="Cambria Math" panose="02040503050406030204" pitchFamily="18" charset="0"/>
                            <a:cs typeface="Arial" panose="020B0604020202020204" pitchFamily="34" charset="0"/>
                          </a:rPr>
                          <m:t>=</m:t>
                        </m:r>
                        <m:sSup>
                          <m:sSupPr>
                            <m:ctrlPr>
                              <a:rPr lang="pt-BR" sz="1600" b="0" i="1" smtClean="0">
                                <a:latin typeface="Cambria Math" panose="02040503050406030204" pitchFamily="18" charset="0"/>
                                <a:cs typeface="Arial" panose="020B0604020202020204" pitchFamily="34" charset="0"/>
                              </a:rPr>
                            </m:ctrlPr>
                          </m:sSupPr>
                          <m:e>
                            <m:r>
                              <a:rPr lang="pt-BR" sz="1600" i="1">
                                <a:latin typeface="Cambria Math" panose="02040503050406030204" pitchFamily="18" charset="0"/>
                              </a:rPr>
                              <m:t>𝕊</m:t>
                            </m:r>
                          </m:e>
                          <m:sup>
                            <m:r>
                              <a:rPr lang="pt-BR" sz="1600" b="0" i="1" smtClean="0">
                                <a:latin typeface="Cambria Math" panose="02040503050406030204" pitchFamily="18" charset="0"/>
                                <a:cs typeface="Arial" panose="020B0604020202020204" pitchFamily="34" charset="0"/>
                              </a:rPr>
                              <m:t>𝑇</m:t>
                            </m:r>
                          </m:sup>
                        </m:sSup>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𝑽</m:t>
                            </m:r>
                          </m:e>
                          <m:sub>
                            <m:r>
                              <a:rPr lang="pt-BR" sz="1600" i="1">
                                <a:latin typeface="Cambria Math" panose="02040503050406030204" pitchFamily="18" charset="0"/>
                                <a:cs typeface="Arial" panose="020B0604020202020204" pitchFamily="34" charset="0"/>
                              </a:rPr>
                              <m:t>𝑙</m:t>
                            </m:r>
                          </m:sub>
                        </m:sSub>
                      </m:oMath>
                    </m:oMathPara>
                  </a14:m>
                  <a:endParaRPr lang="pt-BR" sz="1600" b="1">
                    <a:latin typeface="Arial" panose="020B0604020202020204" pitchFamily="34" charset="0"/>
                    <a:cs typeface="Arial" panose="020B0604020202020204" pitchFamily="34" charset="0"/>
                  </a:endParaRPr>
                </a:p>
              </p:txBody>
            </p:sp>
          </mc:Choice>
          <mc:Fallback xmlns="">
            <p:sp>
              <p:nvSpPr>
                <p:cNvPr id="28" name="CaixaDeTexto 27">
                  <a:extLst>
                    <a:ext uri="{FF2B5EF4-FFF2-40B4-BE49-F238E27FC236}">
                      <a16:creationId xmlns:a16="http://schemas.microsoft.com/office/drawing/2014/main" id="{66100F78-C5D7-A403-419C-93047F709B4F}"/>
                    </a:ext>
                  </a:extLst>
                </p:cNvPr>
                <p:cNvSpPr txBox="1">
                  <a:spLocks noRot="1" noChangeAspect="1" noMove="1" noResize="1" noEditPoints="1" noAdjustHandles="1" noChangeArrowheads="1" noChangeShapeType="1" noTextEdit="1"/>
                </p:cNvSpPr>
                <p:nvPr/>
              </p:nvSpPr>
              <p:spPr>
                <a:xfrm>
                  <a:off x="7967909" y="5481159"/>
                  <a:ext cx="1728192" cy="338554"/>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9" name="CaixaDeTexto 28">
                  <a:extLst>
                    <a:ext uri="{FF2B5EF4-FFF2-40B4-BE49-F238E27FC236}">
                      <a16:creationId xmlns:a16="http://schemas.microsoft.com/office/drawing/2014/main" id="{E67362DF-34E7-DAA4-D24F-40FB780979F5}"/>
                    </a:ext>
                  </a:extLst>
                </p:cNvPr>
                <p:cNvSpPr txBox="1"/>
                <p:nvPr/>
              </p:nvSpPr>
              <p:spPr>
                <a:xfrm>
                  <a:off x="7967909" y="5858376"/>
                  <a:ext cx="172819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𝑰</m:t>
                            </m:r>
                          </m:e>
                          <m:sub>
                            <m:r>
                              <a:rPr lang="pt-BR" sz="1600" i="1">
                                <a:latin typeface="Cambria Math" panose="02040503050406030204" pitchFamily="18" charset="0"/>
                                <a:cs typeface="Arial" panose="020B0604020202020204" pitchFamily="34" charset="0"/>
                              </a:rPr>
                              <m:t>𝑙</m:t>
                            </m:r>
                          </m:sub>
                        </m:sSub>
                        <m:r>
                          <a:rPr lang="pt-BR" sz="1600" b="0" i="1" smtClean="0">
                            <a:latin typeface="Cambria Math" panose="02040503050406030204" pitchFamily="18" charset="0"/>
                            <a:cs typeface="Arial" panose="020B0604020202020204" pitchFamily="34" charset="0"/>
                          </a:rPr>
                          <m:t>=</m:t>
                        </m:r>
                        <m:sSup>
                          <m:sSupPr>
                            <m:ctrlPr>
                              <a:rPr lang="pt-BR" sz="1600" b="0" i="1" smtClean="0">
                                <a:latin typeface="Cambria Math" panose="02040503050406030204" pitchFamily="18" charset="0"/>
                                <a:cs typeface="Arial" panose="020B0604020202020204" pitchFamily="34" charset="0"/>
                              </a:rPr>
                            </m:ctrlPr>
                          </m:sSupPr>
                          <m:e>
                            <m:r>
                              <a:rPr lang="pt-BR" sz="1600" i="1">
                                <a:latin typeface="Cambria Math" panose="02040503050406030204" pitchFamily="18" charset="0"/>
                              </a:rPr>
                              <m:t>𝕊</m:t>
                            </m:r>
                          </m:e>
                          <m:sup>
                            <m:r>
                              <a:rPr lang="pt-BR" sz="1600" b="0" i="1" smtClean="0">
                                <a:latin typeface="Cambria Math" panose="02040503050406030204" pitchFamily="18" charset="0"/>
                                <a:cs typeface="Arial" panose="020B0604020202020204" pitchFamily="34" charset="0"/>
                              </a:rPr>
                              <m:t> </m:t>
                            </m:r>
                          </m:sup>
                        </m:sSup>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𝑰</m:t>
                            </m:r>
                          </m:e>
                          <m:sub>
                            <m:r>
                              <a:rPr lang="pt-BR" sz="1600" b="0" i="1" smtClean="0">
                                <a:latin typeface="Cambria Math" panose="02040503050406030204" pitchFamily="18" charset="0"/>
                                <a:cs typeface="Arial" panose="020B0604020202020204" pitchFamily="34" charset="0"/>
                              </a:rPr>
                              <m:t>𝑛</m:t>
                            </m:r>
                          </m:sub>
                        </m:sSub>
                      </m:oMath>
                    </m:oMathPara>
                  </a14:m>
                  <a:endParaRPr lang="pt-BR" sz="1600" b="1">
                    <a:latin typeface="Arial" panose="020B0604020202020204" pitchFamily="34" charset="0"/>
                    <a:cs typeface="Arial" panose="020B0604020202020204" pitchFamily="34" charset="0"/>
                  </a:endParaRPr>
                </a:p>
              </p:txBody>
            </p:sp>
          </mc:Choice>
          <mc:Fallback xmlns="">
            <p:sp>
              <p:nvSpPr>
                <p:cNvPr id="29" name="CaixaDeTexto 28">
                  <a:extLst>
                    <a:ext uri="{FF2B5EF4-FFF2-40B4-BE49-F238E27FC236}">
                      <a16:creationId xmlns:a16="http://schemas.microsoft.com/office/drawing/2014/main" id="{E67362DF-34E7-DAA4-D24F-40FB780979F5}"/>
                    </a:ext>
                  </a:extLst>
                </p:cNvPr>
                <p:cNvSpPr txBox="1">
                  <a:spLocks noRot="1" noChangeAspect="1" noMove="1" noResize="1" noEditPoints="1" noAdjustHandles="1" noChangeArrowheads="1" noChangeShapeType="1" noTextEdit="1"/>
                </p:cNvSpPr>
                <p:nvPr/>
              </p:nvSpPr>
              <p:spPr>
                <a:xfrm>
                  <a:off x="7967909" y="5858376"/>
                  <a:ext cx="1728192" cy="338554"/>
                </a:xfrm>
                <a:prstGeom prst="rect">
                  <a:avLst/>
                </a:prstGeom>
                <a:blipFill>
                  <a:blip r:embed="rId9"/>
                  <a:stretch>
                    <a:fillRect/>
                  </a:stretch>
                </a:blipFill>
              </p:spPr>
              <p:txBody>
                <a:bodyPr/>
                <a:lstStyle/>
                <a:p>
                  <a:r>
                    <a:rPr lang="pt-BR">
                      <a:noFill/>
                    </a:rPr>
                    <a:t> </a:t>
                  </a:r>
                </a:p>
              </p:txBody>
            </p:sp>
          </mc:Fallback>
        </mc:AlternateContent>
        <p:sp>
          <p:nvSpPr>
            <p:cNvPr id="30" name="Retângulo: Cantos Arredondados 29">
              <a:extLst>
                <a:ext uri="{FF2B5EF4-FFF2-40B4-BE49-F238E27FC236}">
                  <a16:creationId xmlns:a16="http://schemas.microsoft.com/office/drawing/2014/main" id="{E00E947C-A73E-5306-ED37-459668394D34}"/>
                </a:ext>
              </a:extLst>
            </p:cNvPr>
            <p:cNvSpPr/>
            <p:nvPr/>
          </p:nvSpPr>
          <p:spPr>
            <a:xfrm>
              <a:off x="7967909" y="5378195"/>
              <a:ext cx="1728192" cy="931125"/>
            </a:xfrm>
            <a:prstGeom prst="round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pt-BR">
                <a:solidFill>
                  <a:srgbClr val="FF0000"/>
                </a:solidFill>
              </a:endParaRPr>
            </a:p>
          </p:txBody>
        </p:sp>
        <mc:AlternateContent xmlns:mc="http://schemas.openxmlformats.org/markup-compatibility/2006" xmlns:a14="http://schemas.microsoft.com/office/drawing/2010/main">
          <mc:Choice Requires="a14">
            <p:sp>
              <p:nvSpPr>
                <p:cNvPr id="31" name="CaixaDeTexto 30">
                  <a:extLst>
                    <a:ext uri="{FF2B5EF4-FFF2-40B4-BE49-F238E27FC236}">
                      <a16:creationId xmlns:a16="http://schemas.microsoft.com/office/drawing/2014/main" id="{C2CE47C6-DEAC-571D-C9FC-94BDEB1C73DE}"/>
                    </a:ext>
                  </a:extLst>
                </p:cNvPr>
                <p:cNvSpPr txBox="1"/>
                <p:nvPr/>
              </p:nvSpPr>
              <p:spPr>
                <a:xfrm>
                  <a:off x="11243182" y="5689870"/>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19)</m:t>
                        </m:r>
                      </m:oMath>
                    </m:oMathPara>
                  </a14:m>
                  <a:endParaRPr lang="en-US" sz="1200"/>
                </a:p>
              </p:txBody>
            </p:sp>
          </mc:Choice>
          <mc:Fallback xmlns="">
            <p:sp>
              <p:nvSpPr>
                <p:cNvPr id="31" name="CaixaDeTexto 30">
                  <a:extLst>
                    <a:ext uri="{FF2B5EF4-FFF2-40B4-BE49-F238E27FC236}">
                      <a16:creationId xmlns:a16="http://schemas.microsoft.com/office/drawing/2014/main" id="{C2CE47C6-DEAC-571D-C9FC-94BDEB1C73DE}"/>
                    </a:ext>
                  </a:extLst>
                </p:cNvPr>
                <p:cNvSpPr txBox="1">
                  <a:spLocks noRot="1" noChangeAspect="1" noMove="1" noResize="1" noEditPoints="1" noAdjustHandles="1" noChangeArrowheads="1" noChangeShapeType="1" noTextEdit="1"/>
                </p:cNvSpPr>
                <p:nvPr/>
              </p:nvSpPr>
              <p:spPr>
                <a:xfrm>
                  <a:off x="11243182" y="5689870"/>
                  <a:ext cx="468052" cy="276999"/>
                </a:xfrm>
                <a:prstGeom prst="rect">
                  <a:avLst/>
                </a:prstGeom>
                <a:blipFill>
                  <a:blip r:embed="rId10"/>
                  <a:stretch>
                    <a:fillRect b="-6522"/>
                  </a:stretch>
                </a:blipFill>
              </p:spPr>
              <p:txBody>
                <a:bodyPr/>
                <a:lstStyle/>
                <a:p>
                  <a:r>
                    <a:rPr lang="pt-BR">
                      <a:noFill/>
                    </a:rPr>
                    <a:t> </a:t>
                  </a:r>
                </a:p>
              </p:txBody>
            </p:sp>
          </mc:Fallback>
        </mc:AlternateContent>
      </p:grpSp>
      <p:sp>
        <p:nvSpPr>
          <p:cNvPr id="12" name="CaixaDeTexto 11">
            <a:extLst>
              <a:ext uri="{FF2B5EF4-FFF2-40B4-BE49-F238E27FC236}">
                <a16:creationId xmlns:a16="http://schemas.microsoft.com/office/drawing/2014/main" id="{EB3CCF7E-DD5B-74CD-F977-70679BB003E4}"/>
              </a:ext>
            </a:extLst>
          </p:cNvPr>
          <p:cNvSpPr txBox="1"/>
          <p:nvPr/>
        </p:nvSpPr>
        <p:spPr>
          <a:xfrm>
            <a:off x="490302" y="1376363"/>
            <a:ext cx="5092912" cy="4031873"/>
          </a:xfrm>
          <a:prstGeom prst="rect">
            <a:avLst/>
          </a:prstGeom>
          <a:noFill/>
        </p:spPr>
        <p:txBody>
          <a:bodyPr wrap="square">
            <a:spAutoFit/>
          </a:bodyPr>
          <a:lstStyle>
            <a:defPPr>
              <a:defRPr lang="pt-BR"/>
            </a:defPPr>
            <a:lvl1pPr>
              <a:defRPr sz="1600"/>
            </a:lvl1pPr>
          </a:lstStyle>
          <a:p>
            <a:r>
              <a:rPr lang="en-US"/>
              <a:t>For practical applications, the total p.u.l. impedance relates </a:t>
            </a:r>
            <a:r>
              <a:rPr lang="en-US" i="1"/>
              <a:t>voltages</a:t>
            </a:r>
            <a:r>
              <a:rPr lang="en-US"/>
              <a:t> with </a:t>
            </a:r>
            <a:r>
              <a:rPr lang="en-US" i="1"/>
              <a:t>currents</a:t>
            </a:r>
            <a:r>
              <a:rPr lang="en-US"/>
              <a:t> of all active lines. </a:t>
            </a:r>
          </a:p>
          <a:p>
            <a:endParaRPr lang="en-US"/>
          </a:p>
          <a:p>
            <a:r>
              <a:rPr lang="en-US"/>
              <a:t>Fot this reduction procedure, set any conductor as reference for the voltages and as return path for the currents. </a:t>
            </a:r>
          </a:p>
          <a:p>
            <a:endParaRPr lang="en-US"/>
          </a:p>
          <a:p>
            <a:r>
              <a:rPr lang="en-US" b="1"/>
              <a:t>Line</a:t>
            </a:r>
            <a:r>
              <a:rPr lang="en-US"/>
              <a:t> is a group of one or more conductors which are kept at the same potential and carry the same signal;</a:t>
            </a:r>
          </a:p>
          <a:p>
            <a:endParaRPr lang="en-US"/>
          </a:p>
          <a:p>
            <a:r>
              <a:rPr lang="en-US" b="1"/>
              <a:t>Return line</a:t>
            </a:r>
            <a:r>
              <a:rPr lang="en-US"/>
              <a:t> is used as reference for the voltage of the corresponding line, and carries the return current.</a:t>
            </a:r>
          </a:p>
          <a:p>
            <a:endParaRPr lang="en-US"/>
          </a:p>
          <a:p>
            <a:r>
              <a:rPr lang="en-US" b="1"/>
              <a:t>Line voltages </a:t>
            </a:r>
            <a:r>
              <a:rPr lang="en-US"/>
              <a:t>are defined as the difference between the potential of an active line and its corresponding return line.</a:t>
            </a:r>
            <a:endParaRPr lang="pt-BR"/>
          </a:p>
        </p:txBody>
      </p:sp>
    </p:spTree>
    <p:extLst>
      <p:ext uri="{BB962C8B-B14F-4D97-AF65-F5344CB8AC3E}">
        <p14:creationId xmlns:p14="http://schemas.microsoft.com/office/powerpoint/2010/main" val="609989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25</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2880271"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Total p.u.l. Impedance</a:t>
            </a:r>
            <a:endParaRPr lang="pt-BR" sz="2000">
              <a:ln w="0"/>
              <a:effectLst>
                <a:outerShdw blurRad="38100" dist="19050" dir="2700000" algn="tl" rotWithShape="0">
                  <a:schemeClr val="dk1">
                    <a:alpha val="40000"/>
                  </a:schemeClr>
                </a:outerShdw>
              </a:effectLst>
            </a:endParaRP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1800152" cy="307777"/>
          </a:xfrm>
          <a:prstGeom prst="rect">
            <a:avLst/>
          </a:prstGeom>
          <a:noFill/>
        </p:spPr>
        <p:txBody>
          <a:bodyPr wrap="square">
            <a:spAutoFit/>
          </a:bodyPr>
          <a:lstStyle/>
          <a:p>
            <a:pPr algn="l" rtl="0" eaLnBrk="1" latinLnBrk="0" hangingPunct="1">
              <a:spcBef>
                <a:spcPts val="0"/>
              </a:spcBef>
              <a:spcAft>
                <a:spcPts val="0"/>
              </a:spcAft>
              <a:buClrTx/>
              <a:buSzPts val="1800"/>
            </a:pPr>
            <a:r>
              <a:rPr lang="pt-BR" sz="1400" kern="1200">
                <a:solidFill>
                  <a:srgbClr val="0070C0"/>
                </a:solidFill>
                <a:effectLst/>
                <a:latin typeface="Arial Black" panose="020B0A04020102020204" pitchFamily="34" charset="0"/>
                <a:ea typeface="+mn-ea"/>
                <a:cs typeface="+mn-cs"/>
              </a:rPr>
              <a:t>p.u.l. Impedance</a:t>
            </a:r>
            <a:endParaRPr lang="pt-BR" sz="1400">
              <a:solidFill>
                <a:srgbClr val="0070C0"/>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EB3CCF7E-DD5B-74CD-F977-70679BB003E4}"/>
                  </a:ext>
                </a:extLst>
              </p:cNvPr>
              <p:cNvSpPr txBox="1"/>
              <p:nvPr/>
            </p:nvSpPr>
            <p:spPr>
              <a:xfrm>
                <a:off x="490302" y="1376363"/>
                <a:ext cx="5209654" cy="1631216"/>
              </a:xfrm>
              <a:prstGeom prst="rect">
                <a:avLst/>
              </a:prstGeom>
              <a:noFill/>
            </p:spPr>
            <p:txBody>
              <a:bodyPr wrap="square">
                <a:spAutoFit/>
              </a:bodyPr>
              <a:lstStyle>
                <a:defPPr>
                  <a:defRPr lang="pt-BR"/>
                </a:defPPr>
                <a:lvl1pPr>
                  <a:defRPr sz="1600"/>
                </a:lvl1pPr>
              </a:lstStyle>
              <a:p>
                <a14:m>
                  <m:oMath xmlns:m="http://schemas.openxmlformats.org/officeDocument/2006/math">
                    <m:sSup>
                      <m:sSupPr>
                        <m:ctrlPr>
                          <a:rPr lang="pt-BR" b="1" i="1" smtClean="0">
                            <a:latin typeface="Cambria Math" panose="02040503050406030204" pitchFamily="18" charset="0"/>
                          </a:rPr>
                        </m:ctrlPr>
                      </m:sSupPr>
                      <m:e>
                        <m:r>
                          <a:rPr lang="pt-BR" i="1">
                            <a:latin typeface="Cambria Math" panose="02040503050406030204" pitchFamily="18" charset="0"/>
                          </a:rPr>
                          <m:t>𝕊</m:t>
                        </m:r>
                      </m:e>
                      <m:sup>
                        <m:r>
                          <a:rPr lang="pt-BR" b="0" i="1" smtClean="0">
                            <a:latin typeface="Cambria Math" panose="02040503050406030204" pitchFamily="18" charset="0"/>
                          </a:rPr>
                          <m:t>𝑇</m:t>
                        </m:r>
                      </m:sup>
                    </m:sSup>
                  </m:oMath>
                </a14:m>
                <a:r>
                  <a:rPr lang="en-US"/>
                  <a:t> is made up of ‘1’s, ‘0’s, and ‘-1’s:</a:t>
                </a:r>
              </a:p>
              <a:p>
                <a:pPr marL="514350" indent="-285750">
                  <a:spcBef>
                    <a:spcPts val="1200"/>
                  </a:spcBef>
                  <a:buFont typeface="Arial" panose="020B0604020202020204" pitchFamily="34" charset="0"/>
                  <a:buChar char="•"/>
                </a:pPr>
                <a:r>
                  <a:rPr lang="en-US"/>
                  <a:t>In the </a:t>
                </a:r>
                <a14:m>
                  <m:oMath xmlns:m="http://schemas.openxmlformats.org/officeDocument/2006/math">
                    <m:r>
                      <a:rPr lang="en-US" i="1" smtClean="0">
                        <a:latin typeface="Cambria Math" panose="02040503050406030204" pitchFamily="18" charset="0"/>
                      </a:rPr>
                      <m:t>𝑖</m:t>
                    </m:r>
                  </m:oMath>
                </a14:m>
                <a:r>
                  <a:rPr lang="en-US"/>
                  <a:t>-th row, there is a “1” in the column corresponding to the active line’s line number; and</a:t>
                </a:r>
              </a:p>
              <a:p>
                <a:pPr marL="514350" indent="-285750">
                  <a:spcBef>
                    <a:spcPts val="1200"/>
                  </a:spcBef>
                  <a:buFont typeface="Arial" panose="020B0604020202020204" pitchFamily="34" charset="0"/>
                  <a:buChar char="•"/>
                </a:pPr>
                <a:r>
                  <a:rPr lang="en-US"/>
                  <a:t> “-1” in the column corresponding to the line number of its return line.</a:t>
                </a:r>
                <a:endParaRPr lang="pt-BR"/>
              </a:p>
            </p:txBody>
          </p:sp>
        </mc:Choice>
        <mc:Fallback xmlns="">
          <p:sp>
            <p:nvSpPr>
              <p:cNvPr id="12" name="CaixaDeTexto 11">
                <a:extLst>
                  <a:ext uri="{FF2B5EF4-FFF2-40B4-BE49-F238E27FC236}">
                    <a16:creationId xmlns:a16="http://schemas.microsoft.com/office/drawing/2014/main" id="{EB3CCF7E-DD5B-74CD-F977-70679BB003E4}"/>
                  </a:ext>
                </a:extLst>
              </p:cNvPr>
              <p:cNvSpPr txBox="1">
                <a:spLocks noRot="1" noChangeAspect="1" noMove="1" noResize="1" noEditPoints="1" noAdjustHandles="1" noChangeArrowheads="1" noChangeShapeType="1" noTextEdit="1"/>
              </p:cNvSpPr>
              <p:nvPr/>
            </p:nvSpPr>
            <p:spPr>
              <a:xfrm>
                <a:off x="490302" y="1376363"/>
                <a:ext cx="5209654" cy="1631216"/>
              </a:xfrm>
              <a:prstGeom prst="rect">
                <a:avLst/>
              </a:prstGeom>
              <a:blipFill>
                <a:blip r:embed="rId4"/>
                <a:stretch>
                  <a:fillRect t="-1124" b="-4120"/>
                </a:stretch>
              </a:blipFill>
            </p:spPr>
            <p:txBody>
              <a:bodyPr/>
              <a:lstStyle/>
              <a:p>
                <a:r>
                  <a:rPr lang="pt-BR">
                    <a:noFill/>
                  </a:rPr>
                  <a:t> </a:t>
                </a:r>
              </a:p>
            </p:txBody>
          </p:sp>
        </mc:Fallback>
      </mc:AlternateContent>
      <p:grpSp>
        <p:nvGrpSpPr>
          <p:cNvPr id="22" name="Agrupar 21">
            <a:extLst>
              <a:ext uri="{FF2B5EF4-FFF2-40B4-BE49-F238E27FC236}">
                <a16:creationId xmlns:a16="http://schemas.microsoft.com/office/drawing/2014/main" id="{4D3C42CD-F291-9C6C-827A-CED6200FA338}"/>
              </a:ext>
            </a:extLst>
          </p:cNvPr>
          <p:cNvGrpSpPr/>
          <p:nvPr/>
        </p:nvGrpSpPr>
        <p:grpSpPr>
          <a:xfrm>
            <a:off x="479425" y="3429000"/>
            <a:ext cx="5635800" cy="1638410"/>
            <a:chOff x="479425" y="3429000"/>
            <a:chExt cx="5635800" cy="1638410"/>
          </a:xfrm>
        </p:grpSpPr>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72809E10-80A8-13F9-1702-A91766264365}"/>
                    </a:ext>
                  </a:extLst>
                </p:cNvPr>
                <p:cNvSpPr txBox="1"/>
                <p:nvPr/>
              </p:nvSpPr>
              <p:spPr>
                <a:xfrm>
                  <a:off x="536042" y="3429000"/>
                  <a:ext cx="5525542" cy="338554"/>
                </a:xfrm>
                <a:prstGeom prst="rect">
                  <a:avLst/>
                </a:prstGeom>
                <a:noFill/>
              </p:spPr>
              <p:txBody>
                <a:bodyPr wrap="square">
                  <a:spAutoFit/>
                </a:bodyPr>
                <a:lstStyle>
                  <a:defPPr>
                    <a:defRPr lang="pt-BR"/>
                  </a:defPPr>
                  <a:lvl1pPr>
                    <a:defRPr sz="1600"/>
                  </a:lvl1pPr>
                </a:lstStyle>
                <a:p>
                  <a:r>
                    <a:rPr lang="en-US"/>
                    <a:t>3. Replacing </a:t>
                  </a:r>
                  <a14:m>
                    <m:oMath xmlns:m="http://schemas.openxmlformats.org/officeDocument/2006/math">
                      <m:r>
                        <a:rPr lang="en-US" i="1">
                          <a:latin typeface="Cambria Math" panose="02040503050406030204" pitchFamily="18" charset="0"/>
                        </a:rPr>
                        <m:t>(15) </m:t>
                      </m:r>
                    </m:oMath>
                  </a14:m>
                  <a:r>
                    <a:rPr lang="en-US"/>
                    <a:t>and </a:t>
                  </a:r>
                  <a14:m>
                    <m:oMath xmlns:m="http://schemas.openxmlformats.org/officeDocument/2006/math">
                      <m:r>
                        <a:rPr lang="en-US" i="1">
                          <a:latin typeface="Cambria Math" panose="02040503050406030204" pitchFamily="18" charset="0"/>
                        </a:rPr>
                        <m:t>(16)</m:t>
                      </m:r>
                    </m:oMath>
                  </a14:m>
                  <a:r>
                    <a:rPr lang="en-US"/>
                    <a:t> into Telegrapher’s equation </a:t>
                  </a:r>
                  <a14:m>
                    <m:oMath xmlns:m="http://schemas.openxmlformats.org/officeDocument/2006/math">
                      <m:r>
                        <a:rPr lang="en-US" i="1">
                          <a:latin typeface="Cambria Math" panose="02040503050406030204" pitchFamily="18" charset="0"/>
                        </a:rPr>
                        <m:t>(17)</m:t>
                      </m:r>
                    </m:oMath>
                  </a14:m>
                  <a:r>
                    <a:rPr lang="en-US"/>
                    <a:t>,</a:t>
                  </a:r>
                  <a:endParaRPr lang="pt-BR"/>
                </a:p>
              </p:txBody>
            </p:sp>
          </mc:Choice>
          <mc:Fallback xmlns="">
            <p:sp>
              <p:nvSpPr>
                <p:cNvPr id="3" name="CaixaDeTexto 2">
                  <a:extLst>
                    <a:ext uri="{FF2B5EF4-FFF2-40B4-BE49-F238E27FC236}">
                      <a16:creationId xmlns:a16="http://schemas.microsoft.com/office/drawing/2014/main" id="{72809E10-80A8-13F9-1702-A91766264365}"/>
                    </a:ext>
                  </a:extLst>
                </p:cNvPr>
                <p:cNvSpPr txBox="1">
                  <a:spLocks noRot="1" noChangeAspect="1" noMove="1" noResize="1" noEditPoints="1" noAdjustHandles="1" noChangeArrowheads="1" noChangeShapeType="1" noTextEdit="1"/>
                </p:cNvSpPr>
                <p:nvPr/>
              </p:nvSpPr>
              <p:spPr>
                <a:xfrm>
                  <a:off x="536042" y="3429000"/>
                  <a:ext cx="5525542" cy="338554"/>
                </a:xfrm>
                <a:prstGeom prst="rect">
                  <a:avLst/>
                </a:prstGeom>
                <a:blipFill>
                  <a:blip r:embed="rId5"/>
                  <a:stretch>
                    <a:fillRect l="-662" t="-5455" b="-2181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9EF378B8-E408-D35D-3908-9C32E9D35CFF}"/>
                    </a:ext>
                  </a:extLst>
                </p:cNvPr>
                <p:cNvSpPr txBox="1"/>
                <p:nvPr/>
              </p:nvSpPr>
              <p:spPr>
                <a:xfrm>
                  <a:off x="479425" y="3849955"/>
                  <a:ext cx="5616575" cy="5711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pt-BR" sz="1600" b="0" i="1" smtClean="0">
                                <a:latin typeface="Cambria Math" panose="02040503050406030204" pitchFamily="18" charset="0"/>
                                <a:cs typeface="Arial" panose="020B0604020202020204" pitchFamily="34" charset="0"/>
                              </a:rPr>
                            </m:ctrlPr>
                          </m:fPr>
                          <m:num>
                            <m:r>
                              <a:rPr lang="pt-BR" sz="1600" b="0" i="1" smtClean="0">
                                <a:latin typeface="Cambria Math" panose="02040503050406030204" pitchFamily="18" charset="0"/>
                                <a:cs typeface="Arial" panose="020B0604020202020204" pitchFamily="34" charset="0"/>
                              </a:rPr>
                              <m:t>𝜕</m:t>
                            </m:r>
                          </m:num>
                          <m:den>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𝑧</m:t>
                            </m:r>
                          </m:den>
                        </m:f>
                        <m:r>
                          <a:rPr lang="pt-BR" sz="1600" b="0" i="1" smtClean="0">
                            <a:latin typeface="Cambria Math" panose="02040503050406030204" pitchFamily="18" charset="0"/>
                            <a:cs typeface="Arial" panose="020B0604020202020204" pitchFamily="34" charset="0"/>
                          </a:rPr>
                          <m:t>[</m:t>
                        </m:r>
                        <m:sSup>
                          <m:sSupPr>
                            <m:ctrlPr>
                              <a:rPr lang="pt-BR" sz="1600" b="1" i="1">
                                <a:latin typeface="Cambria Math" panose="02040503050406030204" pitchFamily="18" charset="0"/>
                              </a:rPr>
                            </m:ctrlPr>
                          </m:sSupPr>
                          <m:e>
                            <m:r>
                              <a:rPr lang="pt-BR" sz="1600" b="1" i="1" smtClean="0">
                                <a:latin typeface="Cambria Math" panose="02040503050406030204" pitchFamily="18" charset="0"/>
                              </a:rPr>
                              <m:t>ℚ</m:t>
                            </m:r>
                          </m:e>
                          <m:sup>
                            <m:r>
                              <a:rPr lang="pt-BR" sz="1600" i="1">
                                <a:latin typeface="Cambria Math" panose="02040503050406030204" pitchFamily="18" charset="0"/>
                              </a:rPr>
                              <m:t>𝑇</m:t>
                            </m:r>
                          </m:sup>
                        </m:sSup>
                        <m:sSub>
                          <m:sSubPr>
                            <m:ctrlPr>
                              <a:rPr lang="pt-BR" sz="1600" b="1" i="1">
                                <a:latin typeface="Cambria Math" panose="02040503050406030204" pitchFamily="18" charset="0"/>
                              </a:rPr>
                            </m:ctrlPr>
                          </m:sSubPr>
                          <m:e>
                            <m:r>
                              <a:rPr lang="pt-BR" sz="1600" b="1" i="1">
                                <a:latin typeface="Cambria Math" panose="02040503050406030204" pitchFamily="18" charset="0"/>
                              </a:rPr>
                              <m:t>𝑽</m:t>
                            </m:r>
                          </m:e>
                          <m:sub>
                            <m:r>
                              <a:rPr lang="pt-BR" sz="1600" i="1">
                                <a:latin typeface="Cambria Math" panose="02040503050406030204" pitchFamily="18" charset="0"/>
                              </a:rPr>
                              <m:t>𝑙</m:t>
                            </m:r>
                          </m:sub>
                        </m:sSub>
                        <m:r>
                          <a:rPr lang="pt-BR" sz="1600" b="0" i="1" smtClean="0">
                            <a:latin typeface="Cambria Math" panose="02040503050406030204" pitchFamily="18" charset="0"/>
                          </a:rPr>
                          <m:t>]</m:t>
                        </m:r>
                        <m:r>
                          <a:rPr lang="pt-BR" sz="1600" b="0" i="1" smtClean="0">
                            <a:latin typeface="Cambria Math" panose="02040503050406030204" pitchFamily="18" charset="0"/>
                            <a:cs typeface="Arial" panose="020B0604020202020204" pitchFamily="34" charset="0"/>
                          </a:rPr>
                          <m:t>=−</m:t>
                        </m:r>
                        <m:sSub>
                          <m:sSubPr>
                            <m:ctrlPr>
                              <a:rPr lang="pt-BR" sz="1600" b="0"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𝒁</m:t>
                            </m:r>
                          </m:e>
                          <m:sub>
                            <m:r>
                              <a:rPr lang="pt-BR" sz="1600" b="0" i="1" smtClean="0">
                                <a:latin typeface="Cambria Math" panose="02040503050406030204" pitchFamily="18" charset="0"/>
                                <a:cs typeface="Arial" panose="020B0604020202020204" pitchFamily="34" charset="0"/>
                              </a:rPr>
                              <m:t> </m:t>
                            </m:r>
                          </m:sub>
                        </m:sSub>
                        <m:r>
                          <a:rPr lang="pt-BR" sz="1600" b="0" i="1" smtClean="0">
                            <a:latin typeface="Cambria Math" panose="02040503050406030204" pitchFamily="18" charset="0"/>
                            <a:cs typeface="Arial" panose="020B0604020202020204" pitchFamily="34" charset="0"/>
                          </a:rPr>
                          <m:t>[</m:t>
                        </m:r>
                        <m:sSubSup>
                          <m:sSubSupPr>
                            <m:ctrlPr>
                              <a:rPr lang="pt-BR" sz="1600" b="1" i="1" smtClean="0">
                                <a:latin typeface="Cambria Math" panose="02040503050406030204" pitchFamily="18" charset="0"/>
                                <a:cs typeface="Arial" panose="020B0604020202020204" pitchFamily="34" charset="0"/>
                              </a:rPr>
                            </m:ctrlPr>
                          </m:sSubSupPr>
                          <m:e>
                            <m:r>
                              <a:rPr lang="pt-BR" sz="1600" b="1" i="1">
                                <a:latin typeface="Cambria Math" panose="02040503050406030204" pitchFamily="18" charset="0"/>
                              </a:rPr>
                              <m:t>ℚ</m:t>
                            </m:r>
                          </m:e>
                          <m:sub>
                            <m:r>
                              <a:rPr lang="pt-BR" sz="1600" b="1" i="1" smtClean="0">
                                <a:latin typeface="Cambria Math" panose="02040503050406030204" pitchFamily="18" charset="0"/>
                                <a:cs typeface="Arial" panose="020B0604020202020204" pitchFamily="34" charset="0"/>
                              </a:rPr>
                              <m:t> </m:t>
                            </m:r>
                          </m:sub>
                          <m:sup>
                            <m:r>
                              <a:rPr lang="pt-BR" sz="1600" b="0" i="1" smtClean="0">
                                <a:latin typeface="Cambria Math" panose="02040503050406030204" pitchFamily="18" charset="0"/>
                                <a:cs typeface="Arial" panose="020B0604020202020204" pitchFamily="34" charset="0"/>
                              </a:rPr>
                              <m:t>−1</m:t>
                            </m:r>
                          </m:sup>
                        </m:sSubSup>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𝑰</m:t>
                            </m:r>
                          </m:e>
                          <m:sub>
                            <m:r>
                              <a:rPr lang="pt-BR" sz="1600" b="1" i="1" smtClean="0">
                                <a:latin typeface="Cambria Math" panose="02040503050406030204" pitchFamily="18" charset="0"/>
                                <a:cs typeface="Arial" panose="020B0604020202020204" pitchFamily="34" charset="0"/>
                              </a:rPr>
                              <m:t>𝒍</m:t>
                            </m:r>
                          </m:sub>
                        </m:sSub>
                        <m:r>
                          <a:rPr lang="pt-BR" sz="1600" b="1" i="1" smtClean="0">
                            <a:latin typeface="Cambria Math" panose="02040503050406030204" pitchFamily="18" charset="0"/>
                            <a:cs typeface="Arial" panose="020B0604020202020204" pitchFamily="34" charset="0"/>
                          </a:rPr>
                          <m:t>]</m:t>
                        </m:r>
                      </m:oMath>
                    </m:oMathPara>
                  </a14:m>
                  <a:endParaRPr lang="pt-BR" sz="1600" b="1">
                    <a:latin typeface="Arial" panose="020B0604020202020204" pitchFamily="34" charset="0"/>
                    <a:cs typeface="Arial" panose="020B0604020202020204" pitchFamily="34" charset="0"/>
                  </a:endParaRPr>
                </a:p>
              </p:txBody>
            </p:sp>
          </mc:Choice>
          <mc:Fallback xmlns="">
            <p:sp>
              <p:nvSpPr>
                <p:cNvPr id="5" name="CaixaDeTexto 4">
                  <a:extLst>
                    <a:ext uri="{FF2B5EF4-FFF2-40B4-BE49-F238E27FC236}">
                      <a16:creationId xmlns:a16="http://schemas.microsoft.com/office/drawing/2014/main" id="{9EF378B8-E408-D35D-3908-9C32E9D35CFF}"/>
                    </a:ext>
                  </a:extLst>
                </p:cNvPr>
                <p:cNvSpPr txBox="1">
                  <a:spLocks noRot="1" noChangeAspect="1" noMove="1" noResize="1" noEditPoints="1" noAdjustHandles="1" noChangeArrowheads="1" noChangeShapeType="1" noTextEdit="1"/>
                </p:cNvSpPr>
                <p:nvPr/>
              </p:nvSpPr>
              <p:spPr>
                <a:xfrm>
                  <a:off x="479425" y="3849955"/>
                  <a:ext cx="5616575" cy="571118"/>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3FF62544-298F-18A1-2B7D-075A3D6C0966}"/>
                    </a:ext>
                  </a:extLst>
                </p:cNvPr>
                <p:cNvSpPr txBox="1"/>
                <p:nvPr/>
              </p:nvSpPr>
              <p:spPr>
                <a:xfrm>
                  <a:off x="498650" y="4496292"/>
                  <a:ext cx="5616575" cy="5711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pt-BR" sz="1600" b="1" i="1">
                                <a:latin typeface="Cambria Math" panose="02040503050406030204" pitchFamily="18" charset="0"/>
                              </a:rPr>
                            </m:ctrlPr>
                          </m:sSupPr>
                          <m:e>
                            <m:r>
                              <a:rPr lang="pt-BR" sz="1600" b="1" i="1">
                                <a:latin typeface="Cambria Math" panose="02040503050406030204" pitchFamily="18" charset="0"/>
                              </a:rPr>
                              <m:t>ℚ</m:t>
                            </m:r>
                          </m:e>
                          <m:sup>
                            <m:r>
                              <a:rPr lang="pt-BR" sz="1600" i="1">
                                <a:latin typeface="Cambria Math" panose="02040503050406030204" pitchFamily="18" charset="0"/>
                              </a:rPr>
                              <m:t>𝑇</m:t>
                            </m:r>
                          </m:sup>
                        </m:sSup>
                        <m:f>
                          <m:fPr>
                            <m:ctrlPr>
                              <a:rPr lang="pt-BR" sz="1600" b="0" i="1" smtClean="0">
                                <a:latin typeface="Cambria Math" panose="02040503050406030204" pitchFamily="18" charset="0"/>
                                <a:cs typeface="Arial" panose="020B0604020202020204" pitchFamily="34" charset="0"/>
                              </a:rPr>
                            </m:ctrlPr>
                          </m:fPr>
                          <m:num>
                            <m:r>
                              <a:rPr lang="pt-BR" sz="1600" b="0" i="1" smtClean="0">
                                <a:latin typeface="Cambria Math" panose="02040503050406030204" pitchFamily="18" charset="0"/>
                                <a:cs typeface="Arial" panose="020B0604020202020204" pitchFamily="34" charset="0"/>
                              </a:rPr>
                              <m:t>𝜕</m:t>
                            </m:r>
                          </m:num>
                          <m:den>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𝑧</m:t>
                            </m:r>
                          </m:den>
                        </m:f>
                        <m:sSub>
                          <m:sSubPr>
                            <m:ctrlPr>
                              <a:rPr lang="pt-BR" sz="1600" b="1" i="1">
                                <a:latin typeface="Cambria Math" panose="02040503050406030204" pitchFamily="18" charset="0"/>
                              </a:rPr>
                            </m:ctrlPr>
                          </m:sSubPr>
                          <m:e>
                            <m:r>
                              <a:rPr lang="pt-BR" sz="1600" b="1" i="1">
                                <a:latin typeface="Cambria Math" panose="02040503050406030204" pitchFamily="18" charset="0"/>
                              </a:rPr>
                              <m:t>𝑽</m:t>
                            </m:r>
                          </m:e>
                          <m:sub>
                            <m:r>
                              <a:rPr lang="pt-BR" sz="1600" i="1">
                                <a:latin typeface="Cambria Math" panose="02040503050406030204" pitchFamily="18" charset="0"/>
                              </a:rPr>
                              <m:t>𝑙</m:t>
                            </m:r>
                          </m:sub>
                        </m:sSub>
                        <m:r>
                          <a:rPr lang="pt-BR" sz="1600" b="0" i="1" smtClean="0">
                            <a:latin typeface="Cambria Math" panose="02040503050406030204" pitchFamily="18" charset="0"/>
                            <a:cs typeface="Arial" panose="020B0604020202020204" pitchFamily="34" charset="0"/>
                          </a:rPr>
                          <m:t>=−</m:t>
                        </m:r>
                        <m:sSub>
                          <m:sSubPr>
                            <m:ctrlPr>
                              <a:rPr lang="pt-BR" sz="1600" b="0"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𝒁</m:t>
                            </m:r>
                          </m:e>
                          <m:sub>
                            <m:r>
                              <a:rPr lang="pt-BR" sz="1600" b="0" i="1" smtClean="0">
                                <a:latin typeface="Cambria Math" panose="02040503050406030204" pitchFamily="18" charset="0"/>
                                <a:cs typeface="Arial" panose="020B0604020202020204" pitchFamily="34" charset="0"/>
                              </a:rPr>
                              <m:t> </m:t>
                            </m:r>
                          </m:sub>
                        </m:sSub>
                        <m:sSubSup>
                          <m:sSubSupPr>
                            <m:ctrlPr>
                              <a:rPr lang="pt-BR" sz="1600" b="1" i="1" smtClean="0">
                                <a:latin typeface="Cambria Math" panose="02040503050406030204" pitchFamily="18" charset="0"/>
                                <a:cs typeface="Arial" panose="020B0604020202020204" pitchFamily="34" charset="0"/>
                              </a:rPr>
                            </m:ctrlPr>
                          </m:sSubSupPr>
                          <m:e>
                            <m:r>
                              <a:rPr lang="pt-BR" sz="1600" b="1" i="1">
                                <a:latin typeface="Cambria Math" panose="02040503050406030204" pitchFamily="18" charset="0"/>
                              </a:rPr>
                              <m:t>ℚ</m:t>
                            </m:r>
                          </m:e>
                          <m:sub>
                            <m:r>
                              <a:rPr lang="pt-BR" sz="1600" b="1" i="1" smtClean="0">
                                <a:latin typeface="Cambria Math" panose="02040503050406030204" pitchFamily="18" charset="0"/>
                                <a:cs typeface="Arial" panose="020B0604020202020204" pitchFamily="34" charset="0"/>
                              </a:rPr>
                              <m:t> </m:t>
                            </m:r>
                          </m:sub>
                          <m:sup>
                            <m:r>
                              <a:rPr lang="pt-BR" sz="1600" b="0" i="1" smtClean="0">
                                <a:latin typeface="Cambria Math" panose="02040503050406030204" pitchFamily="18" charset="0"/>
                                <a:cs typeface="Arial" panose="020B0604020202020204" pitchFamily="34" charset="0"/>
                              </a:rPr>
                              <m:t>−1</m:t>
                            </m:r>
                          </m:sup>
                        </m:sSubSup>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𝑰</m:t>
                            </m:r>
                          </m:e>
                          <m:sub>
                            <m:r>
                              <a:rPr lang="pt-BR" sz="1600" b="1" i="1" smtClean="0">
                                <a:latin typeface="Cambria Math" panose="02040503050406030204" pitchFamily="18" charset="0"/>
                                <a:cs typeface="Arial" panose="020B0604020202020204" pitchFamily="34" charset="0"/>
                              </a:rPr>
                              <m:t>𝒍</m:t>
                            </m:r>
                          </m:sub>
                        </m:sSub>
                      </m:oMath>
                    </m:oMathPara>
                  </a14:m>
                  <a:endParaRPr lang="pt-BR" sz="1600" b="1">
                    <a:latin typeface="Arial" panose="020B0604020202020204" pitchFamily="34" charset="0"/>
                    <a:cs typeface="Arial" panose="020B0604020202020204" pitchFamily="34" charset="0"/>
                  </a:endParaRPr>
                </a:p>
              </p:txBody>
            </p:sp>
          </mc:Choice>
          <mc:Fallback xmlns="">
            <p:sp>
              <p:nvSpPr>
                <p:cNvPr id="7" name="CaixaDeTexto 6">
                  <a:extLst>
                    <a:ext uri="{FF2B5EF4-FFF2-40B4-BE49-F238E27FC236}">
                      <a16:creationId xmlns:a16="http://schemas.microsoft.com/office/drawing/2014/main" id="{3FF62544-298F-18A1-2B7D-075A3D6C0966}"/>
                    </a:ext>
                  </a:extLst>
                </p:cNvPr>
                <p:cNvSpPr txBox="1">
                  <a:spLocks noRot="1" noChangeAspect="1" noMove="1" noResize="1" noEditPoints="1" noAdjustHandles="1" noChangeArrowheads="1" noChangeShapeType="1" noTextEdit="1"/>
                </p:cNvSpPr>
                <p:nvPr/>
              </p:nvSpPr>
              <p:spPr>
                <a:xfrm>
                  <a:off x="498650" y="4496292"/>
                  <a:ext cx="5616575" cy="571118"/>
                </a:xfrm>
                <a:prstGeom prst="rect">
                  <a:avLst/>
                </a:prstGeom>
                <a:blipFill>
                  <a:blip r:embed="rId7"/>
                  <a:stretch>
                    <a:fillRect/>
                  </a:stretch>
                </a:blipFill>
              </p:spPr>
              <p:txBody>
                <a:bodyPr/>
                <a:lstStyle/>
                <a:p>
                  <a:r>
                    <a:rPr lang="pt-BR">
                      <a:noFill/>
                    </a:rPr>
                    <a:t> </a:t>
                  </a:r>
                </a:p>
              </p:txBody>
            </p:sp>
          </mc:Fallback>
        </mc:AlternateContent>
      </p:grpSp>
      <p:grpSp>
        <p:nvGrpSpPr>
          <p:cNvPr id="27" name="Agrupar 26">
            <a:extLst>
              <a:ext uri="{FF2B5EF4-FFF2-40B4-BE49-F238E27FC236}">
                <a16:creationId xmlns:a16="http://schemas.microsoft.com/office/drawing/2014/main" id="{514C6F51-DF2B-0C85-A96B-CADD22087283}"/>
              </a:ext>
            </a:extLst>
          </p:cNvPr>
          <p:cNvGrpSpPr/>
          <p:nvPr/>
        </p:nvGrpSpPr>
        <p:grpSpPr>
          <a:xfrm>
            <a:off x="475032" y="5250686"/>
            <a:ext cx="5697259" cy="975878"/>
            <a:chOff x="475032" y="5250686"/>
            <a:chExt cx="5697259" cy="975878"/>
          </a:xfrm>
        </p:grpSpPr>
        <p:grpSp>
          <p:nvGrpSpPr>
            <p:cNvPr id="24" name="Agrupar 23">
              <a:extLst>
                <a:ext uri="{FF2B5EF4-FFF2-40B4-BE49-F238E27FC236}">
                  <a16:creationId xmlns:a16="http://schemas.microsoft.com/office/drawing/2014/main" id="{8993033A-7173-3841-094D-902002142E23}"/>
                </a:ext>
              </a:extLst>
            </p:cNvPr>
            <p:cNvGrpSpPr/>
            <p:nvPr/>
          </p:nvGrpSpPr>
          <p:grpSpPr>
            <a:xfrm>
              <a:off x="475032" y="5250686"/>
              <a:ext cx="5620968" cy="975878"/>
              <a:chOff x="475032" y="5250686"/>
              <a:chExt cx="5620968" cy="975878"/>
            </a:xfrm>
          </p:grpSpPr>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1D302527-BF7D-5B8F-9410-1CB22D4C5DF2}"/>
                      </a:ext>
                    </a:extLst>
                  </p:cNvPr>
                  <p:cNvSpPr txBox="1"/>
                  <p:nvPr/>
                </p:nvSpPr>
                <p:spPr>
                  <a:xfrm>
                    <a:off x="490302" y="5250686"/>
                    <a:ext cx="5605698" cy="338554"/>
                  </a:xfrm>
                  <a:prstGeom prst="rect">
                    <a:avLst/>
                  </a:prstGeom>
                  <a:noFill/>
                </p:spPr>
                <p:txBody>
                  <a:bodyPr wrap="square">
                    <a:spAutoFit/>
                  </a:bodyPr>
                  <a:lstStyle>
                    <a:defPPr>
                      <a:defRPr lang="pt-BR"/>
                    </a:defPPr>
                    <a:lvl1pPr>
                      <a:defRPr sz="1600"/>
                    </a:lvl1pPr>
                  </a:lstStyle>
                  <a:p>
                    <a:r>
                      <a:rPr lang="pt-BR"/>
                      <a:t>Multiplying both sides by </a:t>
                    </a:r>
                    <a14:m>
                      <m:oMath xmlns:m="http://schemas.openxmlformats.org/officeDocument/2006/math">
                        <m:sSup>
                          <m:sSupPr>
                            <m:ctrlPr>
                              <a:rPr lang="pt-BR" sz="1600" b="0" i="1" smtClean="0">
                                <a:latin typeface="Cambria Math" panose="02040503050406030204" pitchFamily="18" charset="0"/>
                                <a:cs typeface="Arial" panose="020B0604020202020204" pitchFamily="34" charset="0"/>
                              </a:rPr>
                            </m:ctrlPr>
                          </m:sSupPr>
                          <m:e>
                            <m:d>
                              <m:dPr>
                                <m:begChr m:val="["/>
                                <m:endChr m:val="]"/>
                                <m:ctrlPr>
                                  <a:rPr lang="pt-BR" sz="1600" b="0" i="1" smtClean="0">
                                    <a:latin typeface="Cambria Math" panose="02040503050406030204" pitchFamily="18" charset="0"/>
                                    <a:cs typeface="Arial" panose="020B0604020202020204" pitchFamily="34" charset="0"/>
                                  </a:rPr>
                                </m:ctrlPr>
                              </m:dPr>
                              <m:e>
                                <m:sSup>
                                  <m:sSupPr>
                                    <m:ctrlPr>
                                      <a:rPr lang="pt-BR" sz="1600" b="1" i="1">
                                        <a:latin typeface="Cambria Math" panose="02040503050406030204" pitchFamily="18" charset="0"/>
                                      </a:rPr>
                                    </m:ctrlPr>
                                  </m:sSupPr>
                                  <m:e>
                                    <m:r>
                                      <a:rPr lang="pt-BR" b="1" i="1">
                                        <a:latin typeface="Cambria Math" panose="02040503050406030204" pitchFamily="18" charset="0"/>
                                      </a:rPr>
                                      <m:t>ℚ</m:t>
                                    </m:r>
                                  </m:e>
                                  <m:sup>
                                    <m:r>
                                      <a:rPr lang="pt-BR" sz="1600" i="1">
                                        <a:latin typeface="Cambria Math" panose="02040503050406030204" pitchFamily="18" charset="0"/>
                                      </a:rPr>
                                      <m:t>𝑇</m:t>
                                    </m:r>
                                  </m:sup>
                                </m:sSup>
                              </m:e>
                            </m:d>
                          </m:e>
                          <m:sup>
                            <m:r>
                              <a:rPr lang="pt-BR" sz="1600" b="0" i="1" smtClean="0">
                                <a:latin typeface="Cambria Math" panose="02040503050406030204" pitchFamily="18" charset="0"/>
                              </a:rPr>
                              <m:t>−1</m:t>
                            </m:r>
                          </m:sup>
                        </m:sSup>
                      </m:oMath>
                    </a14:m>
                    <a:endParaRPr lang="pt-BR"/>
                  </a:p>
                </p:txBody>
              </p:sp>
            </mc:Choice>
            <mc:Fallback xmlns="">
              <p:sp>
                <p:nvSpPr>
                  <p:cNvPr id="10" name="CaixaDeTexto 9">
                    <a:extLst>
                      <a:ext uri="{FF2B5EF4-FFF2-40B4-BE49-F238E27FC236}">
                        <a16:creationId xmlns:a16="http://schemas.microsoft.com/office/drawing/2014/main" id="{1D302527-BF7D-5B8F-9410-1CB22D4C5DF2}"/>
                      </a:ext>
                    </a:extLst>
                  </p:cNvPr>
                  <p:cNvSpPr txBox="1">
                    <a:spLocks noRot="1" noChangeAspect="1" noMove="1" noResize="1" noEditPoints="1" noAdjustHandles="1" noChangeArrowheads="1" noChangeShapeType="1" noTextEdit="1"/>
                  </p:cNvSpPr>
                  <p:nvPr/>
                </p:nvSpPr>
                <p:spPr>
                  <a:xfrm>
                    <a:off x="490302" y="5250686"/>
                    <a:ext cx="5605698" cy="338554"/>
                  </a:xfrm>
                  <a:prstGeom prst="rect">
                    <a:avLst/>
                  </a:prstGeom>
                  <a:blipFill>
                    <a:blip r:embed="rId8"/>
                    <a:stretch>
                      <a:fillRect l="-543" t="-5357" b="-2142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C9202CEC-ECC0-77F1-B0FA-5599A3A9FE55}"/>
                      </a:ext>
                    </a:extLst>
                  </p:cNvPr>
                  <p:cNvSpPr txBox="1"/>
                  <p:nvPr/>
                </p:nvSpPr>
                <p:spPr>
                  <a:xfrm>
                    <a:off x="475032" y="5655446"/>
                    <a:ext cx="5616575" cy="5711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pt-BR" sz="1600" b="0" i="1" smtClean="0">
                                  <a:latin typeface="Cambria Math" panose="02040503050406030204" pitchFamily="18" charset="0"/>
                                  <a:cs typeface="Arial" panose="020B0604020202020204" pitchFamily="34" charset="0"/>
                                </a:rPr>
                              </m:ctrlPr>
                            </m:fPr>
                            <m:num>
                              <m:r>
                                <a:rPr lang="pt-BR" sz="1600" b="0" i="1" smtClean="0">
                                  <a:latin typeface="Cambria Math" panose="02040503050406030204" pitchFamily="18" charset="0"/>
                                  <a:cs typeface="Arial" panose="020B0604020202020204" pitchFamily="34" charset="0"/>
                                </a:rPr>
                                <m:t>𝜕</m:t>
                              </m:r>
                            </m:num>
                            <m:den>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𝑧</m:t>
                              </m:r>
                            </m:den>
                          </m:f>
                          <m:sSub>
                            <m:sSubPr>
                              <m:ctrlPr>
                                <a:rPr lang="pt-BR" sz="1600" b="1" i="1">
                                  <a:latin typeface="Cambria Math" panose="02040503050406030204" pitchFamily="18" charset="0"/>
                                </a:rPr>
                              </m:ctrlPr>
                            </m:sSubPr>
                            <m:e>
                              <m:r>
                                <a:rPr lang="pt-BR" sz="1600" b="1" i="1">
                                  <a:latin typeface="Cambria Math" panose="02040503050406030204" pitchFamily="18" charset="0"/>
                                </a:rPr>
                                <m:t>𝑽</m:t>
                              </m:r>
                            </m:e>
                            <m:sub>
                              <m:r>
                                <a:rPr lang="pt-BR" sz="1600" i="1">
                                  <a:latin typeface="Cambria Math" panose="02040503050406030204" pitchFamily="18" charset="0"/>
                                </a:rPr>
                                <m:t>𝑙</m:t>
                              </m:r>
                            </m:sub>
                          </m:sSub>
                          <m:r>
                            <a:rPr lang="pt-BR" sz="1600" b="0" i="1" smtClean="0">
                              <a:latin typeface="Cambria Math" panose="02040503050406030204" pitchFamily="18" charset="0"/>
                              <a:cs typeface="Arial" panose="020B0604020202020204" pitchFamily="34" charset="0"/>
                            </a:rPr>
                            <m:t>=−</m:t>
                          </m:r>
                          <m:sSup>
                            <m:sSupPr>
                              <m:ctrlPr>
                                <a:rPr lang="pt-BR" sz="1600" i="1">
                                  <a:latin typeface="Cambria Math" panose="02040503050406030204" pitchFamily="18" charset="0"/>
                                  <a:cs typeface="Arial" panose="020B0604020202020204" pitchFamily="34" charset="0"/>
                                </a:rPr>
                              </m:ctrlPr>
                            </m:sSupPr>
                            <m:e>
                              <m:d>
                                <m:dPr>
                                  <m:begChr m:val="["/>
                                  <m:endChr m:val="]"/>
                                  <m:ctrlPr>
                                    <a:rPr lang="pt-BR" sz="1600" i="1">
                                      <a:latin typeface="Cambria Math" panose="02040503050406030204" pitchFamily="18" charset="0"/>
                                      <a:cs typeface="Arial" panose="020B0604020202020204" pitchFamily="34" charset="0"/>
                                    </a:rPr>
                                  </m:ctrlPr>
                                </m:dPr>
                                <m:e>
                                  <m:sSup>
                                    <m:sSupPr>
                                      <m:ctrlPr>
                                        <a:rPr lang="pt-BR" sz="1600" b="1" i="1">
                                          <a:latin typeface="Cambria Math" panose="02040503050406030204" pitchFamily="18" charset="0"/>
                                        </a:rPr>
                                      </m:ctrlPr>
                                    </m:sSupPr>
                                    <m:e>
                                      <m:r>
                                        <a:rPr lang="pt-BR" sz="1600" b="1" i="1" smtClean="0">
                                          <a:latin typeface="Cambria Math" panose="02040503050406030204" pitchFamily="18" charset="0"/>
                                        </a:rPr>
                                        <m:t>ℚ</m:t>
                                      </m:r>
                                    </m:e>
                                    <m:sup>
                                      <m:r>
                                        <a:rPr lang="pt-BR" sz="1600" i="1">
                                          <a:latin typeface="Cambria Math" panose="02040503050406030204" pitchFamily="18" charset="0"/>
                                        </a:rPr>
                                        <m:t>𝑇</m:t>
                                      </m:r>
                                    </m:sup>
                                  </m:sSup>
                                </m:e>
                              </m:d>
                            </m:e>
                            <m:sup>
                              <m:r>
                                <a:rPr lang="pt-BR" sz="1600" i="1">
                                  <a:latin typeface="Cambria Math" panose="02040503050406030204" pitchFamily="18" charset="0"/>
                                </a:rPr>
                                <m:t>−1</m:t>
                              </m:r>
                            </m:sup>
                          </m:sSup>
                          <m:sSub>
                            <m:sSubPr>
                              <m:ctrlPr>
                                <a:rPr lang="pt-BR" sz="1600" b="0"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𝒁</m:t>
                              </m:r>
                            </m:e>
                            <m:sub>
                              <m:r>
                                <a:rPr lang="pt-BR" sz="1600" b="0" i="1" smtClean="0">
                                  <a:latin typeface="Cambria Math" panose="02040503050406030204" pitchFamily="18" charset="0"/>
                                  <a:cs typeface="Arial" panose="020B0604020202020204" pitchFamily="34" charset="0"/>
                                </a:rPr>
                                <m:t> </m:t>
                              </m:r>
                            </m:sub>
                          </m:sSub>
                          <m:sSubSup>
                            <m:sSubSupPr>
                              <m:ctrlPr>
                                <a:rPr lang="pt-BR" sz="1600" b="1" i="1" smtClean="0">
                                  <a:latin typeface="Cambria Math" panose="02040503050406030204" pitchFamily="18" charset="0"/>
                                  <a:cs typeface="Arial" panose="020B0604020202020204" pitchFamily="34" charset="0"/>
                                </a:rPr>
                              </m:ctrlPr>
                            </m:sSubSupPr>
                            <m:e>
                              <m:r>
                                <a:rPr lang="pt-BR" sz="1600" b="1" i="1">
                                  <a:latin typeface="Cambria Math" panose="02040503050406030204" pitchFamily="18" charset="0"/>
                                </a:rPr>
                                <m:t>ℚ</m:t>
                              </m:r>
                            </m:e>
                            <m:sub>
                              <m:r>
                                <a:rPr lang="pt-BR" sz="1600" b="1" i="1" smtClean="0">
                                  <a:latin typeface="Cambria Math" panose="02040503050406030204" pitchFamily="18" charset="0"/>
                                  <a:cs typeface="Arial" panose="020B0604020202020204" pitchFamily="34" charset="0"/>
                                </a:rPr>
                                <m:t> </m:t>
                              </m:r>
                            </m:sub>
                            <m:sup>
                              <m:r>
                                <a:rPr lang="pt-BR" sz="1600" b="0" i="1" smtClean="0">
                                  <a:latin typeface="Cambria Math" panose="02040503050406030204" pitchFamily="18" charset="0"/>
                                  <a:cs typeface="Arial" panose="020B0604020202020204" pitchFamily="34" charset="0"/>
                                </a:rPr>
                                <m:t>−1</m:t>
                              </m:r>
                            </m:sup>
                          </m:sSubSup>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𝑰</m:t>
                              </m:r>
                            </m:e>
                            <m:sub>
                              <m:r>
                                <a:rPr lang="pt-BR" sz="1600" b="1" i="1" smtClean="0">
                                  <a:latin typeface="Cambria Math" panose="02040503050406030204" pitchFamily="18" charset="0"/>
                                  <a:cs typeface="Arial" panose="020B0604020202020204" pitchFamily="34" charset="0"/>
                                </a:rPr>
                                <m:t>𝒍</m:t>
                              </m:r>
                            </m:sub>
                          </m:sSub>
                        </m:oMath>
                      </m:oMathPara>
                    </a14:m>
                    <a:endParaRPr lang="pt-BR" sz="1600" b="1">
                      <a:latin typeface="Arial" panose="020B0604020202020204" pitchFamily="34" charset="0"/>
                      <a:cs typeface="Arial" panose="020B0604020202020204" pitchFamily="34" charset="0"/>
                    </a:endParaRPr>
                  </a:p>
                </p:txBody>
              </p:sp>
            </mc:Choice>
            <mc:Fallback xmlns="">
              <p:sp>
                <p:nvSpPr>
                  <p:cNvPr id="11" name="CaixaDeTexto 10">
                    <a:extLst>
                      <a:ext uri="{FF2B5EF4-FFF2-40B4-BE49-F238E27FC236}">
                        <a16:creationId xmlns:a16="http://schemas.microsoft.com/office/drawing/2014/main" id="{C9202CEC-ECC0-77F1-B0FA-5599A3A9FE55}"/>
                      </a:ext>
                    </a:extLst>
                  </p:cNvPr>
                  <p:cNvSpPr txBox="1">
                    <a:spLocks noRot="1" noChangeAspect="1" noMove="1" noResize="1" noEditPoints="1" noAdjustHandles="1" noChangeArrowheads="1" noChangeShapeType="1" noTextEdit="1"/>
                  </p:cNvSpPr>
                  <p:nvPr/>
                </p:nvSpPr>
                <p:spPr>
                  <a:xfrm>
                    <a:off x="475032" y="5655446"/>
                    <a:ext cx="5616575" cy="571118"/>
                  </a:xfrm>
                  <a:prstGeom prst="rect">
                    <a:avLst/>
                  </a:prstGeom>
                  <a:blipFill>
                    <a:blip r:embed="rId9"/>
                    <a:stretch>
                      <a:fillRect/>
                    </a:stretch>
                  </a:blipFill>
                </p:spPr>
                <p:txBody>
                  <a:bodyPr/>
                  <a:lstStyle/>
                  <a:p>
                    <a:r>
                      <a:rPr lang="pt-BR">
                        <a:noFill/>
                      </a:rPr>
                      <a:t> </a:t>
                    </a:r>
                  </a:p>
                </p:txBody>
              </p:sp>
            </mc:Fallback>
          </mc:AlternateContent>
        </p:grpSp>
        <mc:AlternateContent xmlns:mc="http://schemas.openxmlformats.org/markup-compatibility/2006">
          <mc:Choice xmlns:a14="http://schemas.microsoft.com/office/drawing/2010/main" Requires="a14">
            <p:sp>
              <p:nvSpPr>
                <p:cNvPr id="18" name="CaixaDeTexto 17">
                  <a:extLst>
                    <a:ext uri="{FF2B5EF4-FFF2-40B4-BE49-F238E27FC236}">
                      <a16:creationId xmlns:a16="http://schemas.microsoft.com/office/drawing/2014/main" id="{21FC8F52-485B-95A5-E69E-5EFD58811C77}"/>
                    </a:ext>
                  </a:extLst>
                </p:cNvPr>
                <p:cNvSpPr txBox="1"/>
                <p:nvPr/>
              </p:nvSpPr>
              <p:spPr>
                <a:xfrm>
                  <a:off x="5704239" y="5843002"/>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20)</m:t>
                        </m:r>
                      </m:oMath>
                    </m:oMathPara>
                  </a14:m>
                  <a:endParaRPr lang="en-US" sz="1200"/>
                </a:p>
              </p:txBody>
            </p:sp>
          </mc:Choice>
          <mc:Fallback>
            <p:sp>
              <p:nvSpPr>
                <p:cNvPr id="18" name="CaixaDeTexto 17">
                  <a:extLst>
                    <a:ext uri="{FF2B5EF4-FFF2-40B4-BE49-F238E27FC236}">
                      <a16:creationId xmlns:a16="http://schemas.microsoft.com/office/drawing/2014/main" id="{21FC8F52-485B-95A5-E69E-5EFD58811C77}"/>
                    </a:ext>
                  </a:extLst>
                </p:cNvPr>
                <p:cNvSpPr txBox="1">
                  <a:spLocks noRot="1" noChangeAspect="1" noMove="1" noResize="1" noEditPoints="1" noAdjustHandles="1" noChangeArrowheads="1" noChangeShapeType="1" noTextEdit="1"/>
                </p:cNvSpPr>
                <p:nvPr/>
              </p:nvSpPr>
              <p:spPr>
                <a:xfrm>
                  <a:off x="5704239" y="5843002"/>
                  <a:ext cx="468052" cy="276999"/>
                </a:xfrm>
                <a:prstGeom prst="rect">
                  <a:avLst/>
                </a:prstGeom>
                <a:blipFill>
                  <a:blip r:embed="rId10"/>
                  <a:stretch>
                    <a:fillRect b="-6522"/>
                  </a:stretch>
                </a:blipFill>
              </p:spPr>
              <p:txBody>
                <a:bodyPr/>
                <a:lstStyle/>
                <a:p>
                  <a:r>
                    <a:rPr lang="pt-BR">
                      <a:noFill/>
                    </a:rPr>
                    <a:t> </a:t>
                  </a:r>
                </a:p>
              </p:txBody>
            </p:sp>
          </mc:Fallback>
        </mc:AlternateContent>
      </p:grpSp>
      <p:grpSp>
        <p:nvGrpSpPr>
          <p:cNvPr id="28" name="Agrupar 27">
            <a:extLst>
              <a:ext uri="{FF2B5EF4-FFF2-40B4-BE49-F238E27FC236}">
                <a16:creationId xmlns:a16="http://schemas.microsoft.com/office/drawing/2014/main" id="{D9090D7D-4398-FD8E-6FDF-B45A6AE313F6}"/>
              </a:ext>
            </a:extLst>
          </p:cNvPr>
          <p:cNvGrpSpPr/>
          <p:nvPr/>
        </p:nvGrpSpPr>
        <p:grpSpPr>
          <a:xfrm>
            <a:off x="6061584" y="1376363"/>
            <a:ext cx="5617793" cy="1373626"/>
            <a:chOff x="6061584" y="1376363"/>
            <a:chExt cx="5617793" cy="1373626"/>
          </a:xfrm>
        </p:grpSpPr>
        <p:grpSp>
          <p:nvGrpSpPr>
            <p:cNvPr id="25" name="Agrupar 24">
              <a:extLst>
                <a:ext uri="{FF2B5EF4-FFF2-40B4-BE49-F238E27FC236}">
                  <a16:creationId xmlns:a16="http://schemas.microsoft.com/office/drawing/2014/main" id="{349F87CF-38AD-811F-7724-A68E6E77BCB1}"/>
                </a:ext>
              </a:extLst>
            </p:cNvPr>
            <p:cNvGrpSpPr/>
            <p:nvPr/>
          </p:nvGrpSpPr>
          <p:grpSpPr>
            <a:xfrm>
              <a:off x="6061584" y="1376363"/>
              <a:ext cx="5343992" cy="1373626"/>
              <a:chOff x="6061584" y="1376363"/>
              <a:chExt cx="5343992" cy="1373626"/>
            </a:xfrm>
          </p:grpSpPr>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id="{673027A3-9382-CCD6-909A-C8D1B4686248}"/>
                      </a:ext>
                    </a:extLst>
                  </p:cNvPr>
                  <p:cNvSpPr txBox="1"/>
                  <p:nvPr/>
                </p:nvSpPr>
                <p:spPr>
                  <a:xfrm>
                    <a:off x="6061584" y="1376363"/>
                    <a:ext cx="5343992" cy="830997"/>
                  </a:xfrm>
                  <a:prstGeom prst="rect">
                    <a:avLst/>
                  </a:prstGeom>
                  <a:noFill/>
                </p:spPr>
                <p:txBody>
                  <a:bodyPr wrap="square">
                    <a:spAutoFit/>
                  </a:bodyPr>
                  <a:lstStyle>
                    <a:defPPr>
                      <a:defRPr lang="pt-BR"/>
                    </a:defPPr>
                    <a:lvl1pPr>
                      <a:defRPr sz="1600"/>
                    </a:lvl1pPr>
                  </a:lstStyle>
                  <a:p>
                    <a:r>
                      <a:rPr lang="pt-BR"/>
                      <a:t>Using the fact that </a:t>
                    </a:r>
                    <a14:m>
                      <m:oMath xmlns:m="http://schemas.openxmlformats.org/officeDocument/2006/math">
                        <m:sSup>
                          <m:sSupPr>
                            <m:ctrlPr>
                              <a:rPr lang="pt-BR" sz="1600" b="0" i="1" smtClean="0">
                                <a:latin typeface="Cambria Math" panose="02040503050406030204" pitchFamily="18" charset="0"/>
                                <a:cs typeface="Arial" panose="020B0604020202020204" pitchFamily="34" charset="0"/>
                              </a:rPr>
                            </m:ctrlPr>
                          </m:sSupPr>
                          <m:e>
                            <m:d>
                              <m:dPr>
                                <m:begChr m:val="["/>
                                <m:endChr m:val="]"/>
                                <m:ctrlPr>
                                  <a:rPr lang="pt-BR" sz="1600" b="0" i="1" smtClean="0">
                                    <a:latin typeface="Cambria Math" panose="02040503050406030204" pitchFamily="18" charset="0"/>
                                    <a:cs typeface="Arial" panose="020B0604020202020204" pitchFamily="34" charset="0"/>
                                  </a:rPr>
                                </m:ctrlPr>
                              </m:dPr>
                              <m:e>
                                <m:r>
                                  <a:rPr lang="pt-BR" sz="1600" b="1" i="1" smtClean="0">
                                    <a:latin typeface="Cambria Math" panose="02040503050406030204" pitchFamily="18" charset="0"/>
                                  </a:rPr>
                                  <m:t>𝑨𝑩</m:t>
                                </m:r>
                              </m:e>
                            </m:d>
                          </m:e>
                          <m:sup>
                            <m:r>
                              <a:rPr lang="pt-BR" sz="1600" b="0" i="1" smtClean="0">
                                <a:latin typeface="Cambria Math" panose="02040503050406030204" pitchFamily="18" charset="0"/>
                              </a:rPr>
                              <m:t>−1</m:t>
                            </m:r>
                          </m:sup>
                        </m:sSup>
                        <m:r>
                          <a:rPr lang="pt-BR" sz="1600" b="0" i="1" smtClean="0">
                            <a:latin typeface="Cambria Math" panose="02040503050406030204" pitchFamily="18" charset="0"/>
                          </a:rPr>
                          <m:t>=</m:t>
                        </m:r>
                        <m:sSup>
                          <m:sSupPr>
                            <m:ctrlPr>
                              <a:rPr lang="pt-BR" sz="1600" b="0" i="1" smtClean="0">
                                <a:latin typeface="Cambria Math" panose="02040503050406030204" pitchFamily="18" charset="0"/>
                              </a:rPr>
                            </m:ctrlPr>
                          </m:sSupPr>
                          <m:e>
                            <m:r>
                              <a:rPr lang="pt-BR" sz="1600" b="1" i="1" smtClean="0">
                                <a:latin typeface="Cambria Math" panose="02040503050406030204" pitchFamily="18" charset="0"/>
                              </a:rPr>
                              <m:t>𝑩</m:t>
                            </m:r>
                          </m:e>
                          <m:sup>
                            <m:r>
                              <a:rPr lang="pt-BR" sz="1600" b="0" i="1" smtClean="0">
                                <a:latin typeface="Cambria Math" panose="02040503050406030204" pitchFamily="18" charset="0"/>
                              </a:rPr>
                              <m:t>−1</m:t>
                            </m:r>
                          </m:sup>
                        </m:sSup>
                        <m:sSup>
                          <m:sSupPr>
                            <m:ctrlPr>
                              <a:rPr lang="pt-BR" i="1">
                                <a:latin typeface="Cambria Math" panose="02040503050406030204" pitchFamily="18" charset="0"/>
                              </a:rPr>
                            </m:ctrlPr>
                          </m:sSupPr>
                          <m:e>
                            <m:r>
                              <a:rPr lang="pt-BR" b="1" i="1" smtClean="0">
                                <a:latin typeface="Cambria Math" panose="02040503050406030204" pitchFamily="18" charset="0"/>
                              </a:rPr>
                              <m:t>𝑨</m:t>
                            </m:r>
                          </m:e>
                          <m:sup>
                            <m:r>
                              <a:rPr lang="pt-BR" i="1">
                                <a:latin typeface="Cambria Math" panose="02040503050406030204" pitchFamily="18" charset="0"/>
                              </a:rPr>
                              <m:t>−1</m:t>
                            </m:r>
                          </m:sup>
                        </m:sSup>
                      </m:oMath>
                    </a14:m>
                    <a:r>
                      <a:rPr lang="pt-BR"/>
                      <a:t> and </a:t>
                    </a:r>
                    <a14:m>
                      <m:oMath xmlns:m="http://schemas.openxmlformats.org/officeDocument/2006/math">
                        <m:sSup>
                          <m:sSupPr>
                            <m:ctrlPr>
                              <a:rPr lang="pt-BR" i="1">
                                <a:latin typeface="Cambria Math" panose="02040503050406030204" pitchFamily="18" charset="0"/>
                                <a:cs typeface="Arial" panose="020B0604020202020204" pitchFamily="34" charset="0"/>
                              </a:rPr>
                            </m:ctrlPr>
                          </m:sSupPr>
                          <m:e>
                            <m:d>
                              <m:dPr>
                                <m:begChr m:val="["/>
                                <m:endChr m:val="]"/>
                                <m:ctrlPr>
                                  <a:rPr lang="pt-BR" i="1">
                                    <a:latin typeface="Cambria Math" panose="02040503050406030204" pitchFamily="18" charset="0"/>
                                    <a:cs typeface="Arial" panose="020B0604020202020204" pitchFamily="34" charset="0"/>
                                  </a:rPr>
                                </m:ctrlPr>
                              </m:dPr>
                              <m:e>
                                <m:sSup>
                                  <m:sSupPr>
                                    <m:ctrlPr>
                                      <a:rPr lang="pt-BR" b="0" i="1" smtClean="0">
                                        <a:latin typeface="Cambria Math" panose="02040503050406030204" pitchFamily="18" charset="0"/>
                                      </a:rPr>
                                    </m:ctrlPr>
                                  </m:sSupPr>
                                  <m:e>
                                    <m:r>
                                      <a:rPr lang="pt-BR" b="1" i="1">
                                        <a:latin typeface="Cambria Math" panose="02040503050406030204" pitchFamily="18" charset="0"/>
                                      </a:rPr>
                                      <m:t>𝑨</m:t>
                                    </m:r>
                                  </m:e>
                                  <m:sup>
                                    <m:r>
                                      <a:rPr lang="pt-BR" b="0" i="1" smtClean="0">
                                        <a:latin typeface="Cambria Math" panose="02040503050406030204" pitchFamily="18" charset="0"/>
                                      </a:rPr>
                                      <m:t>𝑇</m:t>
                                    </m:r>
                                  </m:sup>
                                </m:sSup>
                              </m:e>
                            </m:d>
                          </m:e>
                          <m:sup>
                            <m:r>
                              <a:rPr lang="pt-BR" i="1">
                                <a:latin typeface="Cambria Math" panose="02040503050406030204" pitchFamily="18" charset="0"/>
                              </a:rPr>
                              <m:t>−1</m:t>
                            </m:r>
                          </m:sup>
                        </m:sSup>
                        <m:r>
                          <a:rPr lang="pt-BR" i="1">
                            <a:latin typeface="Cambria Math" panose="02040503050406030204" pitchFamily="18" charset="0"/>
                          </a:rPr>
                          <m:t>=</m:t>
                        </m:r>
                        <m:sSup>
                          <m:sSupPr>
                            <m:ctrlPr>
                              <a:rPr lang="pt-BR" b="0" i="1" smtClean="0">
                                <a:latin typeface="Cambria Math" panose="02040503050406030204" pitchFamily="18" charset="0"/>
                              </a:rPr>
                            </m:ctrlPr>
                          </m:sSupPr>
                          <m:e>
                            <m:d>
                              <m:dPr>
                                <m:begChr m:val="["/>
                                <m:endChr m:val="]"/>
                                <m:ctrlPr>
                                  <a:rPr lang="pt-BR" b="0" i="1" smtClean="0">
                                    <a:latin typeface="Cambria Math" panose="02040503050406030204" pitchFamily="18" charset="0"/>
                                  </a:rPr>
                                </m:ctrlPr>
                              </m:dPr>
                              <m:e>
                                <m:sSup>
                                  <m:sSupPr>
                                    <m:ctrlPr>
                                      <a:rPr lang="pt-BR" i="1">
                                        <a:latin typeface="Cambria Math" panose="02040503050406030204" pitchFamily="18" charset="0"/>
                                      </a:rPr>
                                    </m:ctrlPr>
                                  </m:sSupPr>
                                  <m:e>
                                    <m:r>
                                      <a:rPr lang="pt-BR" b="1" i="1">
                                        <a:latin typeface="Cambria Math" panose="02040503050406030204" pitchFamily="18" charset="0"/>
                                      </a:rPr>
                                      <m:t>𝑨</m:t>
                                    </m:r>
                                  </m:e>
                                  <m:sup>
                                    <m:r>
                                      <a:rPr lang="pt-BR" i="1">
                                        <a:latin typeface="Cambria Math" panose="02040503050406030204" pitchFamily="18" charset="0"/>
                                      </a:rPr>
                                      <m:t>−1</m:t>
                                    </m:r>
                                  </m:sup>
                                </m:sSup>
                              </m:e>
                            </m:d>
                          </m:e>
                          <m:sup>
                            <m:r>
                              <a:rPr lang="pt-BR" b="0" i="1" smtClean="0">
                                <a:latin typeface="Cambria Math" panose="02040503050406030204" pitchFamily="18" charset="0"/>
                              </a:rPr>
                              <m:t>𝑇</m:t>
                            </m:r>
                          </m:sup>
                        </m:sSup>
                      </m:oMath>
                    </a14:m>
                    <a:r>
                      <a:rPr lang="pt-BR"/>
                      <a:t>, it’s possible to </a:t>
                    </a:r>
                    <a:r>
                      <a:rPr lang="en-US"/>
                      <a:t>grouping terms in right-hand of </a:t>
                    </a:r>
                    <a14:m>
                      <m:oMath xmlns:m="http://schemas.openxmlformats.org/officeDocument/2006/math">
                        <m:r>
                          <a:rPr lang="en-US" sz="1400" i="1" smtClean="0">
                            <a:latin typeface="Cambria Math" panose="02040503050406030204" pitchFamily="18" charset="0"/>
                          </a:rPr>
                          <m:t>(20)</m:t>
                        </m:r>
                      </m:oMath>
                    </a14:m>
                    <a:r>
                      <a:rPr lang="en-US"/>
                      <a:t> into a single inverse:</a:t>
                    </a:r>
                    <a:endParaRPr lang="pt-BR"/>
                  </a:p>
                </p:txBody>
              </p:sp>
            </mc:Choice>
            <mc:Fallback xmlns="">
              <p:sp>
                <p:nvSpPr>
                  <p:cNvPr id="15" name="CaixaDeTexto 14">
                    <a:extLst>
                      <a:ext uri="{FF2B5EF4-FFF2-40B4-BE49-F238E27FC236}">
                        <a16:creationId xmlns:a16="http://schemas.microsoft.com/office/drawing/2014/main" id="{673027A3-9382-CCD6-909A-C8D1B4686248}"/>
                      </a:ext>
                    </a:extLst>
                  </p:cNvPr>
                  <p:cNvSpPr txBox="1">
                    <a:spLocks noRot="1" noChangeAspect="1" noMove="1" noResize="1" noEditPoints="1" noAdjustHandles="1" noChangeArrowheads="1" noChangeShapeType="1" noTextEdit="1"/>
                  </p:cNvSpPr>
                  <p:nvPr/>
                </p:nvSpPr>
                <p:spPr>
                  <a:xfrm>
                    <a:off x="6061584" y="1376363"/>
                    <a:ext cx="5343992" cy="830997"/>
                  </a:xfrm>
                  <a:prstGeom prst="rect">
                    <a:avLst/>
                  </a:prstGeom>
                  <a:blipFill>
                    <a:blip r:embed="rId11"/>
                    <a:stretch>
                      <a:fillRect l="-570" t="-2206" r="-684" b="-8824"/>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E4FC19CD-5A1A-FE9F-4E22-FC2AF04F2C2F}"/>
                      </a:ext>
                    </a:extLst>
                  </p:cNvPr>
                  <p:cNvSpPr txBox="1"/>
                  <p:nvPr/>
                </p:nvSpPr>
                <p:spPr>
                  <a:xfrm>
                    <a:off x="6157129" y="2173806"/>
                    <a:ext cx="5160159" cy="5761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pt-BR" sz="1600" b="0" i="1" smtClean="0">
                                  <a:latin typeface="Cambria Math" panose="02040503050406030204" pitchFamily="18" charset="0"/>
                                  <a:cs typeface="Arial" panose="020B0604020202020204" pitchFamily="34" charset="0"/>
                                </a:rPr>
                              </m:ctrlPr>
                            </m:fPr>
                            <m:num>
                              <m:r>
                                <a:rPr lang="pt-BR" sz="1600" b="0" i="1" smtClean="0">
                                  <a:latin typeface="Cambria Math" panose="02040503050406030204" pitchFamily="18" charset="0"/>
                                  <a:cs typeface="Arial" panose="020B0604020202020204" pitchFamily="34" charset="0"/>
                                </a:rPr>
                                <m:t>𝜕</m:t>
                              </m:r>
                            </m:num>
                            <m:den>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𝑧</m:t>
                              </m:r>
                            </m:den>
                          </m:f>
                          <m:sSub>
                            <m:sSubPr>
                              <m:ctrlPr>
                                <a:rPr lang="pt-BR" sz="1600" b="1" i="1">
                                  <a:latin typeface="Cambria Math" panose="02040503050406030204" pitchFamily="18" charset="0"/>
                                </a:rPr>
                              </m:ctrlPr>
                            </m:sSubPr>
                            <m:e>
                              <m:r>
                                <a:rPr lang="pt-BR" sz="1600" b="1" i="1">
                                  <a:latin typeface="Cambria Math" panose="02040503050406030204" pitchFamily="18" charset="0"/>
                                </a:rPr>
                                <m:t>𝑽</m:t>
                              </m:r>
                            </m:e>
                            <m:sub>
                              <m:r>
                                <a:rPr lang="pt-BR" sz="1600" i="1">
                                  <a:latin typeface="Cambria Math" panose="02040503050406030204" pitchFamily="18" charset="0"/>
                                </a:rPr>
                                <m:t>𝑙</m:t>
                              </m:r>
                            </m:sub>
                          </m:sSub>
                          <m:r>
                            <a:rPr lang="pt-BR" sz="1600" b="0" i="1" smtClean="0">
                              <a:latin typeface="Cambria Math" panose="02040503050406030204" pitchFamily="18" charset="0"/>
                              <a:cs typeface="Arial" panose="020B0604020202020204" pitchFamily="34" charset="0"/>
                            </a:rPr>
                            <m:t>=−</m:t>
                          </m:r>
                          <m:sSup>
                            <m:sSupPr>
                              <m:ctrlPr>
                                <a:rPr lang="pt-BR" sz="1600" i="1">
                                  <a:latin typeface="Cambria Math" panose="02040503050406030204" pitchFamily="18" charset="0"/>
                                  <a:cs typeface="Arial" panose="020B0604020202020204" pitchFamily="34" charset="0"/>
                                </a:rPr>
                              </m:ctrlPr>
                            </m:sSupPr>
                            <m:e>
                              <m:d>
                                <m:dPr>
                                  <m:begChr m:val="["/>
                                  <m:endChr m:val="]"/>
                                  <m:ctrlPr>
                                    <a:rPr lang="pt-BR" sz="1600" i="1">
                                      <a:latin typeface="Cambria Math" panose="02040503050406030204" pitchFamily="18" charset="0"/>
                                      <a:cs typeface="Arial" panose="020B0604020202020204" pitchFamily="34" charset="0"/>
                                    </a:rPr>
                                  </m:ctrlPr>
                                </m:dPr>
                                <m:e>
                                  <m:r>
                                    <a:rPr lang="pt-BR" sz="1600" b="1" i="1">
                                      <a:latin typeface="Cambria Math" panose="02040503050406030204" pitchFamily="18" charset="0"/>
                                    </a:rPr>
                                    <m:t>ℚ</m:t>
                                  </m:r>
                                  <m:sSup>
                                    <m:sSupPr>
                                      <m:ctrlPr>
                                        <a:rPr lang="pt-BR" sz="1600" b="1" i="1" smtClean="0">
                                          <a:latin typeface="Cambria Math" panose="02040503050406030204" pitchFamily="18" charset="0"/>
                                          <a:cs typeface="Arial" panose="020B0604020202020204" pitchFamily="34" charset="0"/>
                                        </a:rPr>
                                      </m:ctrlPr>
                                    </m:sSupPr>
                                    <m:e>
                                      <m:r>
                                        <a:rPr lang="pt-BR" sz="1600" b="1" i="1" smtClean="0">
                                          <a:latin typeface="Cambria Math" panose="02040503050406030204" pitchFamily="18" charset="0"/>
                                          <a:cs typeface="Arial" panose="020B0604020202020204" pitchFamily="34" charset="0"/>
                                        </a:rPr>
                                        <m:t>𝒁</m:t>
                                      </m:r>
                                    </m:e>
                                    <m:sup>
                                      <m:r>
                                        <a:rPr lang="pt-BR" sz="1600" b="0" i="1" smtClean="0">
                                          <a:latin typeface="Cambria Math" panose="02040503050406030204" pitchFamily="18" charset="0"/>
                                          <a:cs typeface="Arial" panose="020B0604020202020204" pitchFamily="34" charset="0"/>
                                        </a:rPr>
                                        <m:t>−1</m:t>
                                      </m:r>
                                    </m:sup>
                                  </m:sSup>
                                  <m:sSup>
                                    <m:sSupPr>
                                      <m:ctrlPr>
                                        <a:rPr lang="pt-BR" sz="1600" b="1" i="1">
                                          <a:latin typeface="Cambria Math" panose="02040503050406030204" pitchFamily="18" charset="0"/>
                                        </a:rPr>
                                      </m:ctrlPr>
                                    </m:sSupPr>
                                    <m:e>
                                      <m:r>
                                        <a:rPr lang="pt-BR" sz="1600" b="1" i="1">
                                          <a:latin typeface="Cambria Math" panose="02040503050406030204" pitchFamily="18" charset="0"/>
                                        </a:rPr>
                                        <m:t>ℚ</m:t>
                                      </m:r>
                                    </m:e>
                                    <m:sup>
                                      <m:r>
                                        <a:rPr lang="pt-BR" sz="1600" b="1" i="1" smtClean="0">
                                          <a:latin typeface="Cambria Math" panose="02040503050406030204" pitchFamily="18" charset="0"/>
                                        </a:rPr>
                                        <m:t>𝑻</m:t>
                                      </m:r>
                                    </m:sup>
                                  </m:sSup>
                                </m:e>
                              </m:d>
                            </m:e>
                            <m:sup>
                              <m:r>
                                <a:rPr lang="pt-BR" sz="1600" b="0" i="1" smtClean="0">
                                  <a:latin typeface="Cambria Math" panose="02040503050406030204" pitchFamily="18" charset="0"/>
                                </a:rPr>
                                <m:t>−1</m:t>
                              </m:r>
                            </m:sup>
                          </m:sSup>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𝑰</m:t>
                              </m:r>
                            </m:e>
                            <m:sub>
                              <m:r>
                                <a:rPr lang="pt-BR" sz="1600" b="1" i="1" smtClean="0">
                                  <a:latin typeface="Cambria Math" panose="02040503050406030204" pitchFamily="18" charset="0"/>
                                  <a:cs typeface="Arial" panose="020B0604020202020204" pitchFamily="34" charset="0"/>
                                </a:rPr>
                                <m:t>𝒍</m:t>
                              </m:r>
                            </m:sub>
                          </m:sSub>
                        </m:oMath>
                      </m:oMathPara>
                    </a14:m>
                    <a:endParaRPr lang="pt-BR" sz="1600" b="1">
                      <a:latin typeface="Arial" panose="020B0604020202020204" pitchFamily="34" charset="0"/>
                      <a:cs typeface="Arial" panose="020B0604020202020204" pitchFamily="34" charset="0"/>
                    </a:endParaRPr>
                  </a:p>
                </p:txBody>
              </p:sp>
            </mc:Choice>
            <mc:Fallback xmlns="">
              <p:sp>
                <p:nvSpPr>
                  <p:cNvPr id="16" name="CaixaDeTexto 15">
                    <a:extLst>
                      <a:ext uri="{FF2B5EF4-FFF2-40B4-BE49-F238E27FC236}">
                        <a16:creationId xmlns:a16="http://schemas.microsoft.com/office/drawing/2014/main" id="{E4FC19CD-5A1A-FE9F-4E22-FC2AF04F2C2F}"/>
                      </a:ext>
                    </a:extLst>
                  </p:cNvPr>
                  <p:cNvSpPr txBox="1">
                    <a:spLocks noRot="1" noChangeAspect="1" noMove="1" noResize="1" noEditPoints="1" noAdjustHandles="1" noChangeArrowheads="1" noChangeShapeType="1" noTextEdit="1"/>
                  </p:cNvSpPr>
                  <p:nvPr/>
                </p:nvSpPr>
                <p:spPr>
                  <a:xfrm>
                    <a:off x="6157129" y="2173806"/>
                    <a:ext cx="5160159" cy="576183"/>
                  </a:xfrm>
                  <a:prstGeom prst="rect">
                    <a:avLst/>
                  </a:prstGeom>
                  <a:blipFill>
                    <a:blip r:embed="rId12"/>
                    <a:stretch>
                      <a:fillRect/>
                    </a:stretch>
                  </a:blipFill>
                </p:spPr>
                <p:txBody>
                  <a:bodyPr/>
                  <a:lstStyle/>
                  <a:p>
                    <a:r>
                      <a:rPr lang="pt-BR">
                        <a:noFill/>
                      </a:rPr>
                      <a:t> </a:t>
                    </a:r>
                  </a:p>
                </p:txBody>
              </p:sp>
            </mc:Fallback>
          </mc:AlternateContent>
        </p:grpSp>
        <mc:AlternateContent xmlns:mc="http://schemas.openxmlformats.org/markup-compatibility/2006">
          <mc:Choice xmlns:a14="http://schemas.microsoft.com/office/drawing/2010/main" Requires="a14">
            <p:sp>
              <p:nvSpPr>
                <p:cNvPr id="20" name="CaixaDeTexto 19">
                  <a:extLst>
                    <a:ext uri="{FF2B5EF4-FFF2-40B4-BE49-F238E27FC236}">
                      <a16:creationId xmlns:a16="http://schemas.microsoft.com/office/drawing/2014/main" id="{249E3CEE-2677-41A4-6039-831AF2204F01}"/>
                    </a:ext>
                  </a:extLst>
                </p:cNvPr>
                <p:cNvSpPr txBox="1"/>
                <p:nvPr/>
              </p:nvSpPr>
              <p:spPr>
                <a:xfrm>
                  <a:off x="11211325" y="2316947"/>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21)</m:t>
                        </m:r>
                      </m:oMath>
                    </m:oMathPara>
                  </a14:m>
                  <a:endParaRPr lang="en-US" sz="1200"/>
                </a:p>
              </p:txBody>
            </p:sp>
          </mc:Choice>
          <mc:Fallback>
            <p:sp>
              <p:nvSpPr>
                <p:cNvPr id="20" name="CaixaDeTexto 19">
                  <a:extLst>
                    <a:ext uri="{FF2B5EF4-FFF2-40B4-BE49-F238E27FC236}">
                      <a16:creationId xmlns:a16="http://schemas.microsoft.com/office/drawing/2014/main" id="{249E3CEE-2677-41A4-6039-831AF2204F01}"/>
                    </a:ext>
                  </a:extLst>
                </p:cNvPr>
                <p:cNvSpPr txBox="1">
                  <a:spLocks noRot="1" noChangeAspect="1" noMove="1" noResize="1" noEditPoints="1" noAdjustHandles="1" noChangeArrowheads="1" noChangeShapeType="1" noTextEdit="1"/>
                </p:cNvSpPr>
                <p:nvPr/>
              </p:nvSpPr>
              <p:spPr>
                <a:xfrm>
                  <a:off x="11211325" y="2316947"/>
                  <a:ext cx="468052" cy="276999"/>
                </a:xfrm>
                <a:prstGeom prst="rect">
                  <a:avLst/>
                </a:prstGeom>
                <a:blipFill>
                  <a:blip r:embed="rId13"/>
                  <a:stretch>
                    <a:fillRect b="-6522"/>
                  </a:stretch>
                </a:blipFill>
              </p:spPr>
              <p:txBody>
                <a:bodyPr/>
                <a:lstStyle/>
                <a:p>
                  <a:r>
                    <a:rPr lang="pt-BR">
                      <a:noFill/>
                    </a:rPr>
                    <a:t> </a:t>
                  </a:r>
                </a:p>
              </p:txBody>
            </p:sp>
          </mc:Fallback>
        </mc:AlternateContent>
      </p:grpSp>
      <p:grpSp>
        <p:nvGrpSpPr>
          <p:cNvPr id="26" name="Agrupar 25">
            <a:extLst>
              <a:ext uri="{FF2B5EF4-FFF2-40B4-BE49-F238E27FC236}">
                <a16:creationId xmlns:a16="http://schemas.microsoft.com/office/drawing/2014/main" id="{393A9FD2-3C95-3592-39FB-75CA149C7B03}"/>
              </a:ext>
            </a:extLst>
          </p:cNvPr>
          <p:cNvGrpSpPr/>
          <p:nvPr/>
        </p:nvGrpSpPr>
        <p:grpSpPr>
          <a:xfrm>
            <a:off x="6096000" y="3483279"/>
            <a:ext cx="5605698" cy="1817929"/>
            <a:chOff x="6096000" y="3483279"/>
            <a:chExt cx="5605698" cy="1817929"/>
          </a:xfrm>
        </p:grpSpPr>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D40163AE-2615-A371-567C-44892AD388C1}"/>
                    </a:ext>
                  </a:extLst>
                </p:cNvPr>
                <p:cNvSpPr txBox="1"/>
                <p:nvPr/>
              </p:nvSpPr>
              <p:spPr>
                <a:xfrm>
                  <a:off x="6096000" y="3483279"/>
                  <a:ext cx="5605698" cy="338554"/>
                </a:xfrm>
                <a:prstGeom prst="rect">
                  <a:avLst/>
                </a:prstGeom>
                <a:noFill/>
              </p:spPr>
              <p:txBody>
                <a:bodyPr wrap="square">
                  <a:spAutoFit/>
                </a:bodyPr>
                <a:lstStyle>
                  <a:defPPr>
                    <a:defRPr lang="pt-BR"/>
                  </a:defPPr>
                  <a:lvl1pPr>
                    <a:defRPr sz="1600"/>
                  </a:lvl1pPr>
                </a:lstStyle>
                <a:p>
                  <a:r>
                    <a:rPr lang="en-US"/>
                    <a:t>4. Replacing both equations </a:t>
                  </a:r>
                  <a14:m>
                    <m:oMath xmlns:m="http://schemas.openxmlformats.org/officeDocument/2006/math">
                      <m:r>
                        <a:rPr lang="en-US" i="1" smtClean="0">
                          <a:latin typeface="Cambria Math" panose="02040503050406030204" pitchFamily="18" charset="0"/>
                        </a:rPr>
                        <m:t>(</m:t>
                      </m:r>
                      <m:r>
                        <a:rPr lang="pt-BR" b="0" i="1" smtClean="0">
                          <a:latin typeface="Cambria Math" panose="02040503050406030204" pitchFamily="18" charset="0"/>
                        </a:rPr>
                        <m:t>19</m:t>
                      </m:r>
                      <m:r>
                        <a:rPr lang="en-US" i="1" smtClean="0">
                          <a:latin typeface="Cambria Math" panose="02040503050406030204" pitchFamily="18" charset="0"/>
                        </a:rPr>
                        <m:t>)</m:t>
                      </m:r>
                    </m:oMath>
                  </a14:m>
                  <a:r>
                    <a:rPr lang="en-US"/>
                    <a:t> into </a:t>
                  </a:r>
                  <a14:m>
                    <m:oMath xmlns:m="http://schemas.openxmlformats.org/officeDocument/2006/math">
                      <m:r>
                        <a:rPr lang="en-US" i="1" smtClean="0">
                          <a:latin typeface="Cambria Math" panose="02040503050406030204" pitchFamily="18" charset="0"/>
                        </a:rPr>
                        <m:t>(</m:t>
                      </m:r>
                      <m:r>
                        <a:rPr lang="pt-BR" b="0" i="1" smtClean="0">
                          <a:latin typeface="Cambria Math" panose="02040503050406030204" pitchFamily="18" charset="0"/>
                        </a:rPr>
                        <m:t>21</m:t>
                      </m:r>
                      <m:r>
                        <a:rPr lang="en-US" i="1" smtClean="0">
                          <a:latin typeface="Cambria Math" panose="02040503050406030204" pitchFamily="18" charset="0"/>
                        </a:rPr>
                        <m:t>)</m:t>
                      </m:r>
                    </m:oMath>
                  </a14:m>
                  <a:r>
                    <a:rPr lang="en-US"/>
                    <a:t>,</a:t>
                  </a:r>
                  <a:endParaRPr lang="pt-BR"/>
                </a:p>
              </p:txBody>
            </p:sp>
          </mc:Choice>
          <mc:Fallback xmlns="">
            <p:sp>
              <p:nvSpPr>
                <p:cNvPr id="19" name="CaixaDeTexto 18">
                  <a:extLst>
                    <a:ext uri="{FF2B5EF4-FFF2-40B4-BE49-F238E27FC236}">
                      <a16:creationId xmlns:a16="http://schemas.microsoft.com/office/drawing/2014/main" id="{D40163AE-2615-A371-567C-44892AD388C1}"/>
                    </a:ext>
                  </a:extLst>
                </p:cNvPr>
                <p:cNvSpPr txBox="1">
                  <a:spLocks noRot="1" noChangeAspect="1" noMove="1" noResize="1" noEditPoints="1" noAdjustHandles="1" noChangeArrowheads="1" noChangeShapeType="1" noTextEdit="1"/>
                </p:cNvSpPr>
                <p:nvPr/>
              </p:nvSpPr>
              <p:spPr>
                <a:xfrm>
                  <a:off x="6096000" y="3483279"/>
                  <a:ext cx="5605698" cy="338554"/>
                </a:xfrm>
                <a:prstGeom prst="rect">
                  <a:avLst/>
                </a:prstGeom>
                <a:blipFill>
                  <a:blip r:embed="rId15"/>
                  <a:stretch>
                    <a:fillRect l="-543" t="-5357" b="-21429"/>
                  </a:stretch>
                </a:blipFill>
              </p:spPr>
              <p:txBody>
                <a:bodyPr/>
                <a:lstStyle/>
                <a:p>
                  <a:r>
                    <a:rPr lang="pt-BR">
                      <a:noFill/>
                    </a:rPr>
                    <a:t> </a:t>
                  </a:r>
                </a:p>
              </p:txBody>
            </p:sp>
          </mc:Fallback>
        </mc:AlternateContent>
        <p:grpSp>
          <p:nvGrpSpPr>
            <p:cNvPr id="17" name="Agrupar 16">
              <a:extLst>
                <a:ext uri="{FF2B5EF4-FFF2-40B4-BE49-F238E27FC236}">
                  <a16:creationId xmlns:a16="http://schemas.microsoft.com/office/drawing/2014/main" id="{80537584-8832-29CB-6496-5AC45A3959FB}"/>
                </a:ext>
              </a:extLst>
            </p:cNvPr>
            <p:cNvGrpSpPr/>
            <p:nvPr/>
          </p:nvGrpSpPr>
          <p:grpSpPr>
            <a:xfrm>
              <a:off x="7680176" y="4787238"/>
              <a:ext cx="2017810" cy="513970"/>
              <a:chOff x="7680176" y="4303953"/>
              <a:chExt cx="2017810" cy="513970"/>
            </a:xfrm>
          </p:grpSpPr>
          <mc:AlternateContent xmlns:mc="http://schemas.openxmlformats.org/markup-compatibility/2006" xmlns:a14="http://schemas.microsoft.com/office/drawing/2010/main">
            <mc:Choice Requires="a14">
              <p:sp>
                <p:nvSpPr>
                  <p:cNvPr id="21" name="CaixaDeTexto 20">
                    <a:extLst>
                      <a:ext uri="{FF2B5EF4-FFF2-40B4-BE49-F238E27FC236}">
                        <a16:creationId xmlns:a16="http://schemas.microsoft.com/office/drawing/2014/main" id="{5ABB60D7-0C03-674A-E12A-F88B9DAB2207}"/>
                      </a:ext>
                    </a:extLst>
                  </p:cNvPr>
                  <p:cNvSpPr txBox="1"/>
                  <p:nvPr/>
                </p:nvSpPr>
                <p:spPr>
                  <a:xfrm>
                    <a:off x="7680176" y="4365104"/>
                    <a:ext cx="2017810" cy="34297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b="1" i="1" smtClean="0">
                                  <a:latin typeface="Cambria Math" panose="02040503050406030204" pitchFamily="18" charset="0"/>
                                </a:rPr>
                              </m:ctrlPr>
                            </m:sSubPr>
                            <m:e>
                              <m:r>
                                <a:rPr lang="pt-BR" sz="1600" b="1" i="1" smtClean="0">
                                  <a:latin typeface="Cambria Math" panose="02040503050406030204" pitchFamily="18" charset="0"/>
                                </a:rPr>
                                <m:t>𝒁</m:t>
                              </m:r>
                            </m:e>
                            <m:sub>
                              <m:r>
                                <a:rPr lang="pt-BR" sz="1600" b="1" i="1" smtClean="0">
                                  <a:latin typeface="Cambria Math" panose="02040503050406030204" pitchFamily="18" charset="0"/>
                                </a:rPr>
                                <m:t>𝒏</m:t>
                              </m:r>
                            </m:sub>
                          </m:sSub>
                          <m:r>
                            <a:rPr lang="pt-BR" sz="1600" b="0" i="1" smtClean="0">
                              <a:latin typeface="Cambria Math" panose="02040503050406030204" pitchFamily="18" charset="0"/>
                              <a:cs typeface="Arial" panose="020B0604020202020204" pitchFamily="34" charset="0"/>
                            </a:rPr>
                            <m:t>=</m:t>
                          </m:r>
                          <m:sSup>
                            <m:sSupPr>
                              <m:ctrlPr>
                                <a:rPr lang="pt-BR" sz="1600" b="0" i="1" smtClean="0">
                                  <a:latin typeface="Cambria Math" panose="02040503050406030204" pitchFamily="18" charset="0"/>
                                  <a:cs typeface="Arial" panose="020B0604020202020204" pitchFamily="34" charset="0"/>
                                </a:rPr>
                              </m:ctrlPr>
                            </m:sSupPr>
                            <m:e>
                              <m:r>
                                <a:rPr lang="pt-BR" sz="1600" b="1" i="1" smtClean="0">
                                  <a:latin typeface="Cambria Math" panose="02040503050406030204" pitchFamily="18" charset="0"/>
                                  <a:cs typeface="Arial" panose="020B0604020202020204" pitchFamily="34" charset="0"/>
                                </a:rPr>
                                <m:t>𝕊</m:t>
                              </m:r>
                            </m:e>
                            <m:sup>
                              <m:r>
                                <a:rPr lang="pt-BR" sz="1600" b="0" i="1" smtClean="0">
                                  <a:latin typeface="Cambria Math" panose="02040503050406030204" pitchFamily="18" charset="0"/>
                                  <a:cs typeface="Arial" panose="020B0604020202020204" pitchFamily="34" charset="0"/>
                                </a:rPr>
                                <m:t>𝑇</m:t>
                              </m:r>
                            </m:sup>
                          </m:sSup>
                          <m:d>
                            <m:dPr>
                              <m:begChr m:val="["/>
                              <m:endChr m:val="]"/>
                              <m:ctrlPr>
                                <a:rPr lang="pt-BR" sz="1600" i="1">
                                  <a:latin typeface="Cambria Math" panose="02040503050406030204" pitchFamily="18" charset="0"/>
                                  <a:cs typeface="Arial" panose="020B0604020202020204" pitchFamily="34" charset="0"/>
                                </a:rPr>
                              </m:ctrlPr>
                            </m:dPr>
                            <m:e>
                              <m:r>
                                <a:rPr lang="pt-BR" sz="1600" b="1" i="1" smtClean="0">
                                  <a:latin typeface="Cambria Math" panose="02040503050406030204" pitchFamily="18" charset="0"/>
                                  <a:cs typeface="Arial" panose="020B0604020202020204" pitchFamily="34" charset="0"/>
                                </a:rPr>
                                <m:t>ℚ</m:t>
                              </m:r>
                              <m:sSup>
                                <m:sSupPr>
                                  <m:ctrlPr>
                                    <a:rPr lang="pt-BR" sz="1600" b="1" i="1">
                                      <a:latin typeface="Cambria Math" panose="02040503050406030204" pitchFamily="18" charset="0"/>
                                      <a:cs typeface="Arial" panose="020B0604020202020204" pitchFamily="34" charset="0"/>
                                    </a:rPr>
                                  </m:ctrlPr>
                                </m:sSupPr>
                                <m:e>
                                  <m:r>
                                    <a:rPr lang="pt-BR" sz="1600" b="1" i="1">
                                      <a:latin typeface="Cambria Math" panose="02040503050406030204" pitchFamily="18" charset="0"/>
                                      <a:cs typeface="Arial" panose="020B0604020202020204" pitchFamily="34" charset="0"/>
                                    </a:rPr>
                                    <m:t>𝒁</m:t>
                                  </m:r>
                                </m:e>
                                <m:sup>
                                  <m:r>
                                    <a:rPr lang="pt-BR" sz="1600" i="1">
                                      <a:latin typeface="Cambria Math" panose="02040503050406030204" pitchFamily="18" charset="0"/>
                                      <a:cs typeface="Arial" panose="020B0604020202020204" pitchFamily="34" charset="0"/>
                                    </a:rPr>
                                    <m:t>−1</m:t>
                                  </m:r>
                                </m:sup>
                              </m:sSup>
                              <m:sSup>
                                <m:sSupPr>
                                  <m:ctrlPr>
                                    <a:rPr lang="pt-BR" sz="1600" b="1" i="1">
                                      <a:latin typeface="Cambria Math" panose="02040503050406030204" pitchFamily="18" charset="0"/>
                                    </a:rPr>
                                  </m:ctrlPr>
                                </m:sSupPr>
                                <m:e>
                                  <m:r>
                                    <a:rPr lang="pt-BR" sz="1600" b="1" i="1">
                                      <a:latin typeface="Cambria Math" panose="02040503050406030204" pitchFamily="18" charset="0"/>
                                      <a:cs typeface="Arial" panose="020B0604020202020204" pitchFamily="34" charset="0"/>
                                    </a:rPr>
                                    <m:t>ℚ</m:t>
                                  </m:r>
                                </m:e>
                                <m:sup>
                                  <m:r>
                                    <a:rPr lang="pt-BR" sz="1600" b="1" i="1">
                                      <a:latin typeface="Cambria Math" panose="02040503050406030204" pitchFamily="18" charset="0"/>
                                    </a:rPr>
                                    <m:t>𝑻</m:t>
                                  </m:r>
                                </m:sup>
                              </m:sSup>
                            </m:e>
                          </m:d>
                          <m:r>
                            <a:rPr lang="pt-BR" sz="1600" b="1" i="1">
                              <a:latin typeface="Cambria Math" panose="02040503050406030204" pitchFamily="18" charset="0"/>
                              <a:cs typeface="Arial" panose="020B0604020202020204" pitchFamily="34" charset="0"/>
                            </a:rPr>
                            <m:t>𝕊</m:t>
                          </m:r>
                        </m:oMath>
                      </m:oMathPara>
                    </a14:m>
                    <a:endParaRPr lang="pt-BR" sz="1600" b="1">
                      <a:latin typeface="Arial" panose="020B0604020202020204" pitchFamily="34" charset="0"/>
                      <a:cs typeface="Arial" panose="020B0604020202020204" pitchFamily="34" charset="0"/>
                    </a:endParaRPr>
                  </a:p>
                </p:txBody>
              </p:sp>
            </mc:Choice>
            <mc:Fallback xmlns="">
              <p:sp>
                <p:nvSpPr>
                  <p:cNvPr id="21" name="CaixaDeTexto 20">
                    <a:extLst>
                      <a:ext uri="{FF2B5EF4-FFF2-40B4-BE49-F238E27FC236}">
                        <a16:creationId xmlns:a16="http://schemas.microsoft.com/office/drawing/2014/main" id="{5ABB60D7-0C03-674A-E12A-F88B9DAB2207}"/>
                      </a:ext>
                    </a:extLst>
                  </p:cNvPr>
                  <p:cNvSpPr txBox="1">
                    <a:spLocks noRot="1" noChangeAspect="1" noMove="1" noResize="1" noEditPoints="1" noAdjustHandles="1" noChangeArrowheads="1" noChangeShapeType="1" noTextEdit="1"/>
                  </p:cNvSpPr>
                  <p:nvPr/>
                </p:nvSpPr>
                <p:spPr>
                  <a:xfrm>
                    <a:off x="7680176" y="4365104"/>
                    <a:ext cx="2017810" cy="342979"/>
                  </a:xfrm>
                  <a:prstGeom prst="rect">
                    <a:avLst/>
                  </a:prstGeom>
                  <a:blipFill>
                    <a:blip r:embed="rId16"/>
                    <a:stretch>
                      <a:fillRect b="-7018"/>
                    </a:stretch>
                  </a:blipFill>
                </p:spPr>
                <p:txBody>
                  <a:bodyPr/>
                  <a:lstStyle/>
                  <a:p>
                    <a:r>
                      <a:rPr lang="pt-BR">
                        <a:noFill/>
                      </a:rPr>
                      <a:t> </a:t>
                    </a:r>
                  </a:p>
                </p:txBody>
              </p:sp>
            </mc:Fallback>
          </mc:AlternateContent>
          <p:sp>
            <p:nvSpPr>
              <p:cNvPr id="23" name="Retângulo: Cantos Arredondados 22">
                <a:extLst>
                  <a:ext uri="{FF2B5EF4-FFF2-40B4-BE49-F238E27FC236}">
                    <a16:creationId xmlns:a16="http://schemas.microsoft.com/office/drawing/2014/main" id="{BB0DCD58-3160-7A1F-2D85-BF7B18360147}"/>
                  </a:ext>
                </a:extLst>
              </p:cNvPr>
              <p:cNvSpPr/>
              <p:nvPr/>
            </p:nvSpPr>
            <p:spPr>
              <a:xfrm>
                <a:off x="7716180" y="4303953"/>
                <a:ext cx="1945802" cy="513970"/>
              </a:xfrm>
              <a:prstGeom prst="round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pt-BR">
                  <a:solidFill>
                    <a:srgbClr val="FF0000"/>
                  </a:solidFill>
                </a:endParaRPr>
              </a:p>
            </p:txBody>
          </p:sp>
        </p:grpSp>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6198EC52-3C6E-1766-22F5-B8EBFA7F661E}"/>
                    </a:ext>
                  </a:extLst>
                </p:cNvPr>
                <p:cNvSpPr txBox="1"/>
                <p:nvPr/>
              </p:nvSpPr>
              <p:spPr>
                <a:xfrm>
                  <a:off x="7824192" y="3965166"/>
                  <a:ext cx="172819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b="1" i="1" smtClean="0">
                                <a:latin typeface="Cambria Math" panose="02040503050406030204" pitchFamily="18" charset="0"/>
                                <a:cs typeface="Arial" panose="020B0604020202020204" pitchFamily="34" charset="0"/>
                              </a:rPr>
                            </m:ctrlPr>
                          </m:sSubPr>
                          <m:e>
                            <m:r>
                              <a:rPr lang="pt-BR" sz="1600" b="1" i="1">
                                <a:latin typeface="Cambria Math" panose="02040503050406030204" pitchFamily="18" charset="0"/>
                                <a:cs typeface="Arial" panose="020B0604020202020204" pitchFamily="34" charset="0"/>
                              </a:rPr>
                              <m:t>𝑽</m:t>
                            </m:r>
                          </m:e>
                          <m:sub>
                            <m:r>
                              <a:rPr lang="pt-BR" sz="1600" b="1" i="1" smtClean="0">
                                <a:latin typeface="Cambria Math" panose="02040503050406030204" pitchFamily="18" charset="0"/>
                                <a:cs typeface="Arial" panose="020B0604020202020204" pitchFamily="34" charset="0"/>
                              </a:rPr>
                              <m:t>𝒏</m:t>
                            </m:r>
                          </m:sub>
                        </m:sSub>
                        <m:r>
                          <a:rPr lang="pt-BR" sz="1600" b="0" i="1" smtClean="0">
                            <a:latin typeface="Cambria Math" panose="02040503050406030204" pitchFamily="18" charset="0"/>
                            <a:cs typeface="Arial" panose="020B0604020202020204" pitchFamily="34" charset="0"/>
                          </a:rPr>
                          <m:t>=</m:t>
                        </m:r>
                        <m:sSup>
                          <m:sSupPr>
                            <m:ctrlPr>
                              <a:rPr lang="pt-BR" sz="1600" b="0" i="1" smtClean="0">
                                <a:latin typeface="Cambria Math" panose="02040503050406030204" pitchFamily="18" charset="0"/>
                                <a:cs typeface="Arial" panose="020B0604020202020204" pitchFamily="34" charset="0"/>
                              </a:rPr>
                            </m:ctrlPr>
                          </m:sSupPr>
                          <m:e>
                            <m:r>
                              <a:rPr lang="pt-BR" sz="1600" i="1">
                                <a:latin typeface="Cambria Math" panose="02040503050406030204" pitchFamily="18" charset="0"/>
                              </a:rPr>
                              <m:t>𝕊</m:t>
                            </m:r>
                          </m:e>
                          <m:sup>
                            <m:r>
                              <a:rPr lang="pt-BR" sz="1600" b="0" i="1" smtClean="0">
                                <a:latin typeface="Cambria Math" panose="02040503050406030204" pitchFamily="18" charset="0"/>
                                <a:cs typeface="Arial" panose="020B0604020202020204" pitchFamily="34" charset="0"/>
                              </a:rPr>
                              <m:t>𝑇</m:t>
                            </m:r>
                          </m:sup>
                        </m:sSup>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𝑽</m:t>
                            </m:r>
                          </m:e>
                          <m:sub>
                            <m:r>
                              <a:rPr lang="pt-BR" sz="1600" i="1">
                                <a:latin typeface="Cambria Math" panose="02040503050406030204" pitchFamily="18" charset="0"/>
                                <a:cs typeface="Arial" panose="020B0604020202020204" pitchFamily="34" charset="0"/>
                              </a:rPr>
                              <m:t>𝑙</m:t>
                            </m:r>
                          </m:sub>
                        </m:sSub>
                      </m:oMath>
                    </m:oMathPara>
                  </a14:m>
                  <a:endParaRPr lang="pt-BR" sz="1600" b="1">
                    <a:latin typeface="Arial" panose="020B0604020202020204" pitchFamily="34" charset="0"/>
                    <a:cs typeface="Arial" panose="020B0604020202020204" pitchFamily="34" charset="0"/>
                  </a:endParaRPr>
                </a:p>
              </p:txBody>
            </p:sp>
          </mc:Choice>
          <mc:Fallback xmlns="">
            <p:sp>
              <p:nvSpPr>
                <p:cNvPr id="13" name="CaixaDeTexto 12">
                  <a:extLst>
                    <a:ext uri="{FF2B5EF4-FFF2-40B4-BE49-F238E27FC236}">
                      <a16:creationId xmlns:a16="http://schemas.microsoft.com/office/drawing/2014/main" id="{6198EC52-3C6E-1766-22F5-B8EBFA7F661E}"/>
                    </a:ext>
                  </a:extLst>
                </p:cNvPr>
                <p:cNvSpPr txBox="1">
                  <a:spLocks noRot="1" noChangeAspect="1" noMove="1" noResize="1" noEditPoints="1" noAdjustHandles="1" noChangeArrowheads="1" noChangeShapeType="1" noTextEdit="1"/>
                </p:cNvSpPr>
                <p:nvPr/>
              </p:nvSpPr>
              <p:spPr>
                <a:xfrm>
                  <a:off x="7824192" y="3965166"/>
                  <a:ext cx="1728192" cy="338554"/>
                </a:xfrm>
                <a:prstGeom prst="rect">
                  <a:avLst/>
                </a:prstGeom>
                <a:blipFill>
                  <a:blip r:embed="rId1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id="{2989AF3E-FE4B-553F-9303-C84BB5988A9A}"/>
                    </a:ext>
                  </a:extLst>
                </p:cNvPr>
                <p:cNvSpPr txBox="1"/>
                <p:nvPr/>
              </p:nvSpPr>
              <p:spPr>
                <a:xfrm>
                  <a:off x="7824192" y="4378387"/>
                  <a:ext cx="172819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𝑰</m:t>
                            </m:r>
                          </m:e>
                          <m:sub>
                            <m:r>
                              <a:rPr lang="pt-BR" sz="1600" i="1">
                                <a:latin typeface="Cambria Math" panose="02040503050406030204" pitchFamily="18" charset="0"/>
                                <a:cs typeface="Arial" panose="020B0604020202020204" pitchFamily="34" charset="0"/>
                              </a:rPr>
                              <m:t>𝑙</m:t>
                            </m:r>
                          </m:sub>
                        </m:sSub>
                        <m:r>
                          <a:rPr lang="pt-BR" sz="1600" b="0" i="1" smtClean="0">
                            <a:latin typeface="Cambria Math" panose="02040503050406030204" pitchFamily="18" charset="0"/>
                            <a:cs typeface="Arial" panose="020B0604020202020204" pitchFamily="34" charset="0"/>
                          </a:rPr>
                          <m:t>=</m:t>
                        </m:r>
                        <m:sSup>
                          <m:sSupPr>
                            <m:ctrlPr>
                              <a:rPr lang="pt-BR" sz="1600" b="0" i="1" smtClean="0">
                                <a:latin typeface="Cambria Math" panose="02040503050406030204" pitchFamily="18" charset="0"/>
                                <a:cs typeface="Arial" panose="020B0604020202020204" pitchFamily="34" charset="0"/>
                              </a:rPr>
                            </m:ctrlPr>
                          </m:sSupPr>
                          <m:e>
                            <m:r>
                              <a:rPr lang="pt-BR" sz="1600" i="1">
                                <a:latin typeface="Cambria Math" panose="02040503050406030204" pitchFamily="18" charset="0"/>
                              </a:rPr>
                              <m:t>𝕊</m:t>
                            </m:r>
                          </m:e>
                          <m:sup>
                            <m:r>
                              <a:rPr lang="pt-BR" sz="1600" b="0" i="1" smtClean="0">
                                <a:latin typeface="Cambria Math" panose="02040503050406030204" pitchFamily="18" charset="0"/>
                                <a:cs typeface="Arial" panose="020B0604020202020204" pitchFamily="34" charset="0"/>
                              </a:rPr>
                              <m:t> </m:t>
                            </m:r>
                          </m:sup>
                        </m:sSup>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𝑰</m:t>
                            </m:r>
                          </m:e>
                          <m:sub>
                            <m:r>
                              <a:rPr lang="pt-BR" sz="1600" b="0" i="1" smtClean="0">
                                <a:latin typeface="Cambria Math" panose="02040503050406030204" pitchFamily="18" charset="0"/>
                                <a:cs typeface="Arial" panose="020B0604020202020204" pitchFamily="34" charset="0"/>
                              </a:rPr>
                              <m:t>𝑛</m:t>
                            </m:r>
                          </m:sub>
                        </m:sSub>
                      </m:oMath>
                    </m:oMathPara>
                  </a14:m>
                  <a:endParaRPr lang="pt-BR" sz="1600" b="1">
                    <a:latin typeface="Arial" panose="020B0604020202020204" pitchFamily="34" charset="0"/>
                    <a:cs typeface="Arial" panose="020B0604020202020204" pitchFamily="34" charset="0"/>
                  </a:endParaRPr>
                </a:p>
              </p:txBody>
            </p:sp>
          </mc:Choice>
          <mc:Fallback xmlns="">
            <p:sp>
              <p:nvSpPr>
                <p:cNvPr id="14" name="CaixaDeTexto 13">
                  <a:extLst>
                    <a:ext uri="{FF2B5EF4-FFF2-40B4-BE49-F238E27FC236}">
                      <a16:creationId xmlns:a16="http://schemas.microsoft.com/office/drawing/2014/main" id="{2989AF3E-FE4B-553F-9303-C84BB5988A9A}"/>
                    </a:ext>
                  </a:extLst>
                </p:cNvPr>
                <p:cNvSpPr txBox="1">
                  <a:spLocks noRot="1" noChangeAspect="1" noMove="1" noResize="1" noEditPoints="1" noAdjustHandles="1" noChangeArrowheads="1" noChangeShapeType="1" noTextEdit="1"/>
                </p:cNvSpPr>
                <p:nvPr/>
              </p:nvSpPr>
              <p:spPr>
                <a:xfrm>
                  <a:off x="7824192" y="4378387"/>
                  <a:ext cx="1728192" cy="338554"/>
                </a:xfrm>
                <a:prstGeom prst="rect">
                  <a:avLst/>
                </a:prstGeom>
                <a:blipFill>
                  <a:blip r:embed="rId18"/>
                  <a:stretch>
                    <a:fillRect/>
                  </a:stretch>
                </a:blipFill>
              </p:spPr>
              <p:txBody>
                <a:bodyPr/>
                <a:lstStyle/>
                <a:p>
                  <a:r>
                    <a:rPr lang="pt-BR">
                      <a:noFill/>
                    </a:rPr>
                    <a:t> </a:t>
                  </a:r>
                </a:p>
              </p:txBody>
            </p:sp>
          </mc:Fallback>
        </mc:AlternateContent>
      </p:grpSp>
    </p:spTree>
    <p:extLst>
      <p:ext uri="{BB962C8B-B14F-4D97-AF65-F5344CB8AC3E}">
        <p14:creationId xmlns:p14="http://schemas.microsoft.com/office/powerpoint/2010/main" val="3309868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26</a:t>
            </a:fld>
            <a:endParaRPr lang="pt-B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p:sp>
        <p:nvSpPr>
          <p:cNvPr id="14" name="CaixaDeTexto 13">
            <a:extLst>
              <a:ext uri="{FF2B5EF4-FFF2-40B4-BE49-F238E27FC236}">
                <a16:creationId xmlns:a16="http://schemas.microsoft.com/office/drawing/2014/main" id="{15E9442C-91FF-5FDD-0C98-735AD5A16404}"/>
              </a:ext>
            </a:extLst>
          </p:cNvPr>
          <p:cNvSpPr txBox="1"/>
          <p:nvPr/>
        </p:nvSpPr>
        <p:spPr>
          <a:xfrm>
            <a:off x="484410" y="554210"/>
            <a:ext cx="3168303"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Total p.u.l. Impedance</a:t>
            </a:r>
            <a:endParaRPr lang="pt-BR" sz="2000">
              <a:ln w="0"/>
              <a:effectLst>
                <a:outerShdw blurRad="38100" dist="19050" dir="2700000" algn="tl" rotWithShape="0">
                  <a:schemeClr val="dk1">
                    <a:alpha val="40000"/>
                  </a:schemeClr>
                </a:outerShdw>
              </a:effectLst>
            </a:endParaRPr>
          </a:p>
        </p:txBody>
      </p:sp>
      <p:sp>
        <p:nvSpPr>
          <p:cNvPr id="78" name="Retângulo: Cantos Arredondados 77">
            <a:extLst>
              <a:ext uri="{FF2B5EF4-FFF2-40B4-BE49-F238E27FC236}">
                <a16:creationId xmlns:a16="http://schemas.microsoft.com/office/drawing/2014/main" id="{50436D93-7110-5429-5BEA-897ABE3F45C9}"/>
              </a:ext>
            </a:extLst>
          </p:cNvPr>
          <p:cNvSpPr/>
          <p:nvPr/>
        </p:nvSpPr>
        <p:spPr>
          <a:xfrm>
            <a:off x="5412542" y="3057096"/>
            <a:ext cx="6610330" cy="822172"/>
          </a:xfrm>
          <a:prstGeom prst="roundRect">
            <a:avLst/>
          </a:prstGeom>
          <a:noFill/>
          <a:ln w="9525" cap="flat" cmpd="sng" algn="ctr">
            <a:solidFill>
              <a:srgbClr val="FF0000"/>
            </a:solidFill>
            <a:prstDash val="lg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pt-BR">
              <a:solidFill>
                <a:srgbClr val="FF0000"/>
              </a:solidFill>
            </a:endParaRPr>
          </a:p>
        </p:txBody>
      </p:sp>
      <p:grpSp>
        <p:nvGrpSpPr>
          <p:cNvPr id="111" name="Agrupar 110">
            <a:extLst>
              <a:ext uri="{FF2B5EF4-FFF2-40B4-BE49-F238E27FC236}">
                <a16:creationId xmlns:a16="http://schemas.microsoft.com/office/drawing/2014/main" id="{E4E2CA2E-3CDC-4157-CB11-9F1ACB364375}"/>
              </a:ext>
            </a:extLst>
          </p:cNvPr>
          <p:cNvGrpSpPr/>
          <p:nvPr/>
        </p:nvGrpSpPr>
        <p:grpSpPr>
          <a:xfrm>
            <a:off x="3572572" y="1323788"/>
            <a:ext cx="4906680" cy="4751067"/>
            <a:chOff x="275349" y="1388624"/>
            <a:chExt cx="4906680" cy="4751067"/>
          </a:xfrm>
        </p:grpSpPr>
        <p:sp>
          <p:nvSpPr>
            <p:cNvPr id="34" name="Fluxograma: Processo 33">
              <a:extLst>
                <a:ext uri="{FF2B5EF4-FFF2-40B4-BE49-F238E27FC236}">
                  <a16:creationId xmlns:a16="http://schemas.microsoft.com/office/drawing/2014/main" id="{91DAB5D4-1CDA-34CB-C9F5-6C3A0B489D10}"/>
                </a:ext>
              </a:extLst>
            </p:cNvPr>
            <p:cNvSpPr/>
            <p:nvPr/>
          </p:nvSpPr>
          <p:spPr>
            <a:xfrm>
              <a:off x="1341074" y="4970451"/>
              <a:ext cx="789171" cy="400111"/>
            </a:xfrm>
            <a:prstGeom prst="flowChartProcess">
              <a:avLst/>
            </a:prstGeom>
            <a:noFill/>
            <a:ln w="9525" cap="flat" cmpd="sng" algn="ctr">
              <a:solidFill>
                <a:srgbClr val="00B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pt-BR" sz="1200" b="0">
                  <a:solidFill>
                    <a:schemeClr val="tx1"/>
                  </a:solidFill>
                </a:rPr>
                <a:t>MoM</a:t>
              </a:r>
              <a:endParaRPr lang="pt-BR" sz="1200">
                <a:solidFill>
                  <a:schemeClr val="tx1"/>
                </a:solidFill>
              </a:endParaRPr>
            </a:p>
          </p:txBody>
        </p:sp>
        <p:sp>
          <p:nvSpPr>
            <p:cNvPr id="53" name="Fluxograma: Processo Predefinido 52">
              <a:extLst>
                <a:ext uri="{FF2B5EF4-FFF2-40B4-BE49-F238E27FC236}">
                  <a16:creationId xmlns:a16="http://schemas.microsoft.com/office/drawing/2014/main" id="{A21F8065-6A42-6FC6-1701-E4D003ADC596}"/>
                </a:ext>
              </a:extLst>
            </p:cNvPr>
            <p:cNvSpPr/>
            <p:nvPr/>
          </p:nvSpPr>
          <p:spPr>
            <a:xfrm>
              <a:off x="2262300" y="2106626"/>
              <a:ext cx="1492184" cy="627769"/>
            </a:xfrm>
            <a:prstGeom prst="flowChartPredefinedProcess">
              <a:avLst/>
            </a:prstGeom>
            <a:noFill/>
            <a:ln w="9525" cap="flat" cmpd="sng" algn="ctr">
              <a:solidFill>
                <a:srgbClr val="00B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en-US" sz="1200">
                  <a:solidFill>
                    <a:schemeClr val="tx1"/>
                  </a:solidFill>
                </a:rPr>
                <a:t>Telegrapher’s equation</a:t>
              </a:r>
              <a:endParaRPr lang="pt-BR" sz="1200">
                <a:solidFill>
                  <a:schemeClr val="tx1"/>
                </a:solidFill>
              </a:endParaRPr>
            </a:p>
          </p:txBody>
        </p:sp>
        <p:cxnSp>
          <p:nvCxnSpPr>
            <p:cNvPr id="55" name="Conector: Angulado 54">
              <a:extLst>
                <a:ext uri="{FF2B5EF4-FFF2-40B4-BE49-F238E27FC236}">
                  <a16:creationId xmlns:a16="http://schemas.microsoft.com/office/drawing/2014/main" id="{18AAC834-BCF2-7C41-C188-60A953C05B04}"/>
                </a:ext>
              </a:extLst>
            </p:cNvPr>
            <p:cNvCxnSpPr>
              <a:cxnSpLocks/>
              <a:stCxn id="18" idx="1"/>
              <a:endCxn id="53" idx="0"/>
            </p:cNvCxnSpPr>
            <p:nvPr/>
          </p:nvCxnSpPr>
          <p:spPr>
            <a:xfrm rot="10800000" flipV="1">
              <a:off x="3008392" y="1388624"/>
              <a:ext cx="2173636" cy="718001"/>
            </a:xfrm>
            <a:prstGeom prst="bentConnector2">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68" name="Conector de Seta Reta 67">
              <a:extLst>
                <a:ext uri="{FF2B5EF4-FFF2-40B4-BE49-F238E27FC236}">
                  <a16:creationId xmlns:a16="http://schemas.microsoft.com/office/drawing/2014/main" id="{66155D89-1231-F95E-C9C7-EED74D0D1A34}"/>
                </a:ext>
              </a:extLst>
            </p:cNvPr>
            <p:cNvCxnSpPr>
              <a:cxnSpLocks/>
              <a:stCxn id="53" idx="2"/>
              <a:endCxn id="72" idx="0"/>
            </p:cNvCxnSpPr>
            <p:nvPr/>
          </p:nvCxnSpPr>
          <p:spPr>
            <a:xfrm>
              <a:off x="3008392" y="2734395"/>
              <a:ext cx="1256" cy="511106"/>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2" name="Fluxograma: Processo 71">
                  <a:extLst>
                    <a:ext uri="{FF2B5EF4-FFF2-40B4-BE49-F238E27FC236}">
                      <a16:creationId xmlns:a16="http://schemas.microsoft.com/office/drawing/2014/main" id="{848CDCD1-D423-7485-E511-7F57E262827D}"/>
                    </a:ext>
                  </a:extLst>
                </p:cNvPr>
                <p:cNvSpPr/>
                <p:nvPr/>
              </p:nvSpPr>
              <p:spPr>
                <a:xfrm>
                  <a:off x="2263556" y="3245501"/>
                  <a:ext cx="1492184" cy="612648"/>
                </a:xfrm>
                <a:prstGeom prst="flowChartProcess">
                  <a:avLst/>
                </a:prstGeom>
                <a:noFill/>
                <a:ln w="9525" cap="flat" cmpd="sng" algn="ctr">
                  <a:solidFill>
                    <a:srgbClr val="00B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pt-BR" sz="1200">
                      <a:solidFill>
                        <a:schemeClr val="tx1"/>
                      </a:solidFill>
                    </a:rPr>
                    <a:t>p.u.l. Impedance</a:t>
                  </a:r>
                </a:p>
                <a:p>
                  <a:pPr algn="ctr"/>
                  <a14:m>
                    <m:oMathPara xmlns:m="http://schemas.openxmlformats.org/officeDocument/2006/math">
                      <m:oMathParaPr>
                        <m:jc m:val="centerGroup"/>
                      </m:oMathParaPr>
                      <m:oMath xmlns:m="http://schemas.openxmlformats.org/officeDocument/2006/math">
                        <m:r>
                          <a:rPr lang="pt-BR" sz="1200" b="1" i="1" kern="1200" smtClean="0">
                            <a:solidFill>
                              <a:srgbClr val="000000"/>
                            </a:solidFill>
                            <a:effectLst/>
                            <a:latin typeface="Cambria Math" panose="02040503050406030204" pitchFamily="18" charset="0"/>
                            <a:ea typeface="+mn-ea"/>
                            <a:cs typeface="+mn-cs"/>
                          </a:rPr>
                          <m:t>𝑹</m:t>
                        </m:r>
                        <m:d>
                          <m:dPr>
                            <m:ctrlPr>
                              <a:rPr lang="pt-BR" sz="1200" b="0" i="1" kern="1200">
                                <a:solidFill>
                                  <a:srgbClr val="000000"/>
                                </a:solidFill>
                                <a:effectLst/>
                                <a:latin typeface="Cambria Math" panose="02040503050406030204" pitchFamily="18" charset="0"/>
                                <a:ea typeface="+mn-ea"/>
                                <a:cs typeface="+mn-cs"/>
                              </a:rPr>
                            </m:ctrlPr>
                          </m:dPr>
                          <m:e>
                            <m:r>
                              <a:rPr lang="pt-BR" sz="1200" b="0" i="1" kern="1200">
                                <a:solidFill>
                                  <a:srgbClr val="000000"/>
                                </a:solidFill>
                                <a:effectLst/>
                                <a:latin typeface="Cambria Math" panose="02040503050406030204" pitchFamily="18" charset="0"/>
                                <a:ea typeface="+mn-ea"/>
                                <a:cs typeface="+mn-cs"/>
                              </a:rPr>
                              <m:t>𝜔</m:t>
                            </m:r>
                          </m:e>
                        </m:d>
                        <m:r>
                          <a:rPr lang="pt-BR" sz="1200" b="0" i="1" kern="1200">
                            <a:solidFill>
                              <a:srgbClr val="000000"/>
                            </a:solidFill>
                            <a:effectLst/>
                            <a:latin typeface="Cambria Math" panose="02040503050406030204" pitchFamily="18" charset="0"/>
                            <a:ea typeface="+mn-ea"/>
                            <a:cs typeface="+mn-cs"/>
                          </a:rPr>
                          <m:t> +</m:t>
                        </m:r>
                        <m:r>
                          <a:rPr lang="pt-BR" sz="1200" b="0" i="1" kern="1200">
                            <a:solidFill>
                              <a:srgbClr val="000000"/>
                            </a:solidFill>
                            <a:effectLst/>
                            <a:latin typeface="Cambria Math" panose="02040503050406030204" pitchFamily="18" charset="0"/>
                            <a:ea typeface="+mn-ea"/>
                            <a:cs typeface="+mn-cs"/>
                          </a:rPr>
                          <m:t>𝑗</m:t>
                        </m:r>
                        <m:r>
                          <a:rPr lang="pt-BR" sz="1200" b="0" i="1" kern="1200">
                            <a:solidFill>
                              <a:srgbClr val="000000"/>
                            </a:solidFill>
                            <a:effectLst/>
                            <a:latin typeface="Cambria Math" panose="02040503050406030204" pitchFamily="18" charset="0"/>
                            <a:ea typeface="+mn-ea"/>
                            <a:cs typeface="+mn-cs"/>
                          </a:rPr>
                          <m:t>𝜔</m:t>
                        </m:r>
                        <m:r>
                          <a:rPr lang="pt-BR" sz="1200" b="1" i="1" kern="1200">
                            <a:solidFill>
                              <a:srgbClr val="000000"/>
                            </a:solidFill>
                            <a:effectLst/>
                            <a:latin typeface="Cambria Math" panose="02040503050406030204" pitchFamily="18" charset="0"/>
                            <a:ea typeface="+mn-ea"/>
                            <a:cs typeface="+mn-cs"/>
                          </a:rPr>
                          <m:t>𝑳</m:t>
                        </m:r>
                        <m:d>
                          <m:dPr>
                            <m:ctrlPr>
                              <a:rPr lang="pt-BR" sz="1200" b="1" i="1" kern="1200">
                                <a:solidFill>
                                  <a:srgbClr val="000000"/>
                                </a:solidFill>
                                <a:effectLst/>
                                <a:latin typeface="Cambria Math" panose="02040503050406030204" pitchFamily="18" charset="0"/>
                                <a:ea typeface="+mn-ea"/>
                                <a:cs typeface="+mn-cs"/>
                              </a:rPr>
                            </m:ctrlPr>
                          </m:dPr>
                          <m:e>
                            <m:r>
                              <a:rPr lang="pt-BR" sz="1200" i="1" kern="1200">
                                <a:solidFill>
                                  <a:srgbClr val="000000"/>
                                </a:solidFill>
                                <a:effectLst/>
                                <a:latin typeface="Cambria Math" panose="02040503050406030204" pitchFamily="18" charset="0"/>
                                <a:ea typeface="+mn-ea"/>
                                <a:cs typeface="+mn-cs"/>
                              </a:rPr>
                              <m:t>𝜔</m:t>
                            </m:r>
                          </m:e>
                        </m:d>
                      </m:oMath>
                    </m:oMathPara>
                  </a14:m>
                  <a:endParaRPr lang="pt-BR" sz="1000">
                    <a:solidFill>
                      <a:schemeClr val="tx1"/>
                    </a:solidFill>
                  </a:endParaRPr>
                </a:p>
              </p:txBody>
            </p:sp>
          </mc:Choice>
          <mc:Fallback xmlns="">
            <p:sp>
              <p:nvSpPr>
                <p:cNvPr id="72" name="Fluxograma: Processo 71">
                  <a:extLst>
                    <a:ext uri="{FF2B5EF4-FFF2-40B4-BE49-F238E27FC236}">
                      <a16:creationId xmlns:a16="http://schemas.microsoft.com/office/drawing/2014/main" id="{848CDCD1-D423-7485-E511-7F57E262827D}"/>
                    </a:ext>
                  </a:extLst>
                </p:cNvPr>
                <p:cNvSpPr>
                  <a:spLocks noRot="1" noChangeAspect="1" noMove="1" noResize="1" noEditPoints="1" noAdjustHandles="1" noChangeArrowheads="1" noChangeShapeType="1" noTextEdit="1"/>
                </p:cNvSpPr>
                <p:nvPr/>
              </p:nvSpPr>
              <p:spPr>
                <a:xfrm>
                  <a:off x="2263556" y="3245501"/>
                  <a:ext cx="1492184" cy="612648"/>
                </a:xfrm>
                <a:prstGeom prst="flowChartProcess">
                  <a:avLst/>
                </a:prstGeom>
                <a:blipFill>
                  <a:blip r:embed="rId4"/>
                  <a:stretch>
                    <a:fillRect/>
                  </a:stretch>
                </a:blipFill>
                <a:ln w="9525" cap="flat" cmpd="sng" algn="ctr">
                  <a:solidFill>
                    <a:srgbClr val="00B050"/>
                  </a:solidFill>
                  <a:prstDash val="solid"/>
                  <a:round/>
                  <a:headEnd type="none" w="med" len="med"/>
                  <a:tailEnd type="none" w="med" len="med"/>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9" name="Fluxograma: Processo Predefinido 118">
                  <a:extLst>
                    <a:ext uri="{FF2B5EF4-FFF2-40B4-BE49-F238E27FC236}">
                      <a16:creationId xmlns:a16="http://schemas.microsoft.com/office/drawing/2014/main" id="{70DA2BCC-488D-68AE-EE2F-3C1CDBFB5230}"/>
                    </a:ext>
                  </a:extLst>
                </p:cNvPr>
                <p:cNvSpPr/>
                <p:nvPr/>
              </p:nvSpPr>
              <p:spPr>
                <a:xfrm>
                  <a:off x="286752" y="2106625"/>
                  <a:ext cx="839055" cy="627769"/>
                </a:xfrm>
                <a:prstGeom prst="flowChartPredefinedProcess">
                  <a:avLst/>
                </a:prstGeom>
                <a:noFill/>
                <a:ln w="9525" cap="flat" cmpd="sng" algn="ctr">
                  <a:solidFill>
                    <a:srgbClr val="00B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14:m>
                    <m:oMathPara xmlns:m="http://schemas.openxmlformats.org/officeDocument/2006/math">
                      <m:oMathParaPr>
                        <m:jc m:val="centerGroup"/>
                      </m:oMathParaPr>
                      <m:oMath xmlns:m="http://schemas.openxmlformats.org/officeDocument/2006/math">
                        <m:r>
                          <a:rPr lang="pt-BR" sz="1600" i="1" smtClean="0">
                            <a:solidFill>
                              <a:schemeClr val="tx1"/>
                            </a:solidFill>
                            <a:latin typeface="Cambria Math" panose="02040503050406030204" pitchFamily="18" charset="0"/>
                            <a:ea typeface="Cambria Math" panose="02040503050406030204" pitchFamily="18" charset="0"/>
                          </a:rPr>
                          <m:t>𝔾</m:t>
                        </m:r>
                        <m:r>
                          <a:rPr lang="pt-BR" sz="1600" b="0" i="1" smtClean="0">
                            <a:solidFill>
                              <a:schemeClr val="tx1"/>
                            </a:solidFill>
                            <a:latin typeface="Cambria Math" panose="02040503050406030204" pitchFamily="18" charset="0"/>
                            <a:ea typeface="Cambria Math" panose="02040503050406030204" pitchFamily="18" charset="0"/>
                          </a:rPr>
                          <m:t>, </m:t>
                        </m:r>
                        <m:r>
                          <a:rPr lang="pt-BR" sz="1600" b="0" i="1" smtClean="0">
                            <a:solidFill>
                              <a:schemeClr val="tx1"/>
                            </a:solidFill>
                            <a:latin typeface="Cambria Math" panose="02040503050406030204" pitchFamily="18" charset="0"/>
                            <a:ea typeface="Cambria Math" panose="02040503050406030204" pitchFamily="18" charset="0"/>
                          </a:rPr>
                          <m:t>𝕌</m:t>
                        </m:r>
                      </m:oMath>
                    </m:oMathPara>
                  </a14:m>
                  <a:endParaRPr lang="pt-BR" sz="1600">
                    <a:solidFill>
                      <a:schemeClr val="tx1"/>
                    </a:solidFill>
                  </a:endParaRPr>
                </a:p>
              </p:txBody>
            </p:sp>
          </mc:Choice>
          <mc:Fallback xmlns="">
            <p:sp>
              <p:nvSpPr>
                <p:cNvPr id="119" name="Fluxograma: Processo Predefinido 118">
                  <a:extLst>
                    <a:ext uri="{FF2B5EF4-FFF2-40B4-BE49-F238E27FC236}">
                      <a16:creationId xmlns:a16="http://schemas.microsoft.com/office/drawing/2014/main" id="{70DA2BCC-488D-68AE-EE2F-3C1CDBFB5230}"/>
                    </a:ext>
                  </a:extLst>
                </p:cNvPr>
                <p:cNvSpPr>
                  <a:spLocks noRot="1" noChangeAspect="1" noMove="1" noResize="1" noEditPoints="1" noAdjustHandles="1" noChangeArrowheads="1" noChangeShapeType="1" noTextEdit="1"/>
                </p:cNvSpPr>
                <p:nvPr/>
              </p:nvSpPr>
              <p:spPr>
                <a:xfrm>
                  <a:off x="286752" y="2106625"/>
                  <a:ext cx="839055" cy="627769"/>
                </a:xfrm>
                <a:prstGeom prst="flowChartPredefinedProcess">
                  <a:avLst/>
                </a:prstGeom>
                <a:blipFill>
                  <a:blip r:embed="rId5"/>
                  <a:stretch>
                    <a:fillRect/>
                  </a:stretch>
                </a:blipFill>
                <a:ln w="9525" cap="flat" cmpd="sng" algn="ctr">
                  <a:solidFill>
                    <a:srgbClr val="00B050"/>
                  </a:solidFill>
                  <a:prstDash val="solid"/>
                  <a:round/>
                  <a:headEnd type="none" w="med" len="med"/>
                  <a:tailEnd type="none" w="med" len="med"/>
                </a:ln>
              </p:spPr>
              <p:txBody>
                <a:bodyPr/>
                <a:lstStyle/>
                <a:p>
                  <a:r>
                    <a:rPr lang="pt-BR">
                      <a:noFill/>
                    </a:rPr>
                    <a:t> </a:t>
                  </a:r>
                </a:p>
              </p:txBody>
            </p:sp>
          </mc:Fallback>
        </mc:AlternateContent>
        <p:cxnSp>
          <p:nvCxnSpPr>
            <p:cNvPr id="121" name="Conector: Angulado 120">
              <a:extLst>
                <a:ext uri="{FF2B5EF4-FFF2-40B4-BE49-F238E27FC236}">
                  <a16:creationId xmlns:a16="http://schemas.microsoft.com/office/drawing/2014/main" id="{B0F40FC3-18FB-4474-40EE-ED69E3A7FD2C}"/>
                </a:ext>
              </a:extLst>
            </p:cNvPr>
            <p:cNvCxnSpPr>
              <a:cxnSpLocks/>
              <a:stCxn id="18" idx="1"/>
              <a:endCxn id="119" idx="0"/>
            </p:cNvCxnSpPr>
            <p:nvPr/>
          </p:nvCxnSpPr>
          <p:spPr>
            <a:xfrm rot="10800000" flipV="1">
              <a:off x="706280" y="1388625"/>
              <a:ext cx="4475748" cy="718000"/>
            </a:xfrm>
            <a:prstGeom prst="bentConnector2">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123" name="Fluxograma: Conector 122">
              <a:extLst>
                <a:ext uri="{FF2B5EF4-FFF2-40B4-BE49-F238E27FC236}">
                  <a16:creationId xmlns:a16="http://schemas.microsoft.com/office/drawing/2014/main" id="{A10D267D-BFAE-24C9-601F-3B7E23AAFEF2}"/>
                </a:ext>
              </a:extLst>
            </p:cNvPr>
            <p:cNvSpPr/>
            <p:nvPr/>
          </p:nvSpPr>
          <p:spPr>
            <a:xfrm>
              <a:off x="1601156" y="4205522"/>
              <a:ext cx="274320" cy="274320"/>
            </a:xfrm>
            <a:prstGeom prst="flowChartConnector">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200"/>
            </a:p>
          </p:txBody>
        </p:sp>
        <p:cxnSp>
          <p:nvCxnSpPr>
            <p:cNvPr id="126" name="Conector: Angulado 125">
              <a:extLst>
                <a:ext uri="{FF2B5EF4-FFF2-40B4-BE49-F238E27FC236}">
                  <a16:creationId xmlns:a16="http://schemas.microsoft.com/office/drawing/2014/main" id="{103FC956-3232-A25B-9648-9C11680A3D72}"/>
                </a:ext>
              </a:extLst>
            </p:cNvPr>
            <p:cNvCxnSpPr>
              <a:cxnSpLocks/>
              <a:stCxn id="119" idx="2"/>
              <a:endCxn id="123" idx="2"/>
            </p:cNvCxnSpPr>
            <p:nvPr/>
          </p:nvCxnSpPr>
          <p:spPr>
            <a:xfrm rot="16200000" flipH="1">
              <a:off x="349574" y="3091100"/>
              <a:ext cx="1608288" cy="894876"/>
            </a:xfrm>
            <a:prstGeom prst="bentConnector2">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38" name="Fluxograma: Processo Predefinido 37">
              <a:extLst>
                <a:ext uri="{FF2B5EF4-FFF2-40B4-BE49-F238E27FC236}">
                  <a16:creationId xmlns:a16="http://schemas.microsoft.com/office/drawing/2014/main" id="{3D995C56-D5D5-8A47-E9A8-BC59D38B5835}"/>
                </a:ext>
              </a:extLst>
            </p:cNvPr>
            <p:cNvSpPr/>
            <p:nvPr/>
          </p:nvSpPr>
          <p:spPr>
            <a:xfrm>
              <a:off x="1341074" y="2106625"/>
              <a:ext cx="794485" cy="627769"/>
            </a:xfrm>
            <a:prstGeom prst="flowChartPredefinedProcess">
              <a:avLst/>
            </a:prstGeom>
            <a:noFill/>
            <a:ln w="9525" cap="flat" cmpd="sng" algn="ctr">
              <a:solidFill>
                <a:srgbClr val="00B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en-US" sz="1200">
                  <a:solidFill>
                    <a:schemeClr val="tx1"/>
                  </a:solidFill>
                </a:rPr>
                <a:t>EFIE</a:t>
              </a:r>
              <a:endParaRPr lang="pt-BR" sz="1200">
                <a:solidFill>
                  <a:schemeClr val="tx1"/>
                </a:solidFill>
              </a:endParaRPr>
            </a:p>
          </p:txBody>
        </p:sp>
        <p:cxnSp>
          <p:nvCxnSpPr>
            <p:cNvPr id="48" name="Conector: Angulado 47">
              <a:extLst>
                <a:ext uri="{FF2B5EF4-FFF2-40B4-BE49-F238E27FC236}">
                  <a16:creationId xmlns:a16="http://schemas.microsoft.com/office/drawing/2014/main" id="{C27C2CBC-9CEE-A7BB-536D-C90DD8897A80}"/>
                </a:ext>
              </a:extLst>
            </p:cNvPr>
            <p:cNvCxnSpPr>
              <a:cxnSpLocks/>
              <a:stCxn id="18" idx="1"/>
              <a:endCxn id="38" idx="0"/>
            </p:cNvCxnSpPr>
            <p:nvPr/>
          </p:nvCxnSpPr>
          <p:spPr>
            <a:xfrm rot="10800000" flipV="1">
              <a:off x="1738318" y="1388625"/>
              <a:ext cx="3443711" cy="718000"/>
            </a:xfrm>
            <a:prstGeom prst="bentConnector2">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60" name="Conector de Seta Reta 59">
              <a:extLst>
                <a:ext uri="{FF2B5EF4-FFF2-40B4-BE49-F238E27FC236}">
                  <a16:creationId xmlns:a16="http://schemas.microsoft.com/office/drawing/2014/main" id="{49C27D6B-C511-F881-48A5-76AFC988DFB7}"/>
                </a:ext>
              </a:extLst>
            </p:cNvPr>
            <p:cNvCxnSpPr>
              <a:cxnSpLocks/>
              <a:stCxn id="38" idx="2"/>
              <a:endCxn id="123" idx="0"/>
            </p:cNvCxnSpPr>
            <p:nvPr/>
          </p:nvCxnSpPr>
          <p:spPr>
            <a:xfrm flipH="1">
              <a:off x="1738316" y="2734394"/>
              <a:ext cx="1" cy="1471128"/>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69" name="Conector: Angulado 68">
              <a:extLst>
                <a:ext uri="{FF2B5EF4-FFF2-40B4-BE49-F238E27FC236}">
                  <a16:creationId xmlns:a16="http://schemas.microsoft.com/office/drawing/2014/main" id="{65B9735C-8345-98F7-C973-3695A2076C02}"/>
                </a:ext>
              </a:extLst>
            </p:cNvPr>
            <p:cNvCxnSpPr>
              <a:cxnSpLocks/>
              <a:stCxn id="72" idx="2"/>
              <a:endCxn id="123" idx="6"/>
            </p:cNvCxnSpPr>
            <p:nvPr/>
          </p:nvCxnSpPr>
          <p:spPr>
            <a:xfrm rot="5400000">
              <a:off x="2200296" y="3533329"/>
              <a:ext cx="484533" cy="1134172"/>
            </a:xfrm>
            <a:prstGeom prst="bentConnector2">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73" name="Conector de Seta Reta 72">
              <a:extLst>
                <a:ext uri="{FF2B5EF4-FFF2-40B4-BE49-F238E27FC236}">
                  <a16:creationId xmlns:a16="http://schemas.microsoft.com/office/drawing/2014/main" id="{D7C05529-F035-DAFF-46A1-DD152C091293}"/>
                </a:ext>
              </a:extLst>
            </p:cNvPr>
            <p:cNvCxnSpPr>
              <a:stCxn id="123" idx="4"/>
              <a:endCxn id="34" idx="0"/>
            </p:cNvCxnSpPr>
            <p:nvPr/>
          </p:nvCxnSpPr>
          <p:spPr>
            <a:xfrm flipH="1">
              <a:off x="1735660" y="4479842"/>
              <a:ext cx="2656" cy="490609"/>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75" name="Conector de Seta Reta 74">
              <a:extLst>
                <a:ext uri="{FF2B5EF4-FFF2-40B4-BE49-F238E27FC236}">
                  <a16:creationId xmlns:a16="http://schemas.microsoft.com/office/drawing/2014/main" id="{8297A437-EF5F-2D8C-5C83-49A62B9D20A4}"/>
                </a:ext>
              </a:extLst>
            </p:cNvPr>
            <p:cNvCxnSpPr>
              <a:cxnSpLocks/>
              <a:stCxn id="34" idx="2"/>
              <a:endCxn id="36" idx="0"/>
            </p:cNvCxnSpPr>
            <p:nvPr/>
          </p:nvCxnSpPr>
          <p:spPr>
            <a:xfrm flipH="1">
              <a:off x="1735659" y="5370562"/>
              <a:ext cx="1" cy="391687"/>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36" name="Fluxograma: Terminação 35">
              <a:extLst>
                <a:ext uri="{FF2B5EF4-FFF2-40B4-BE49-F238E27FC236}">
                  <a16:creationId xmlns:a16="http://schemas.microsoft.com/office/drawing/2014/main" id="{E28D8F21-0999-054A-2FF4-502FD287F60E}"/>
                </a:ext>
              </a:extLst>
            </p:cNvPr>
            <p:cNvSpPr/>
            <p:nvPr/>
          </p:nvSpPr>
          <p:spPr>
            <a:xfrm>
              <a:off x="276847" y="5762249"/>
              <a:ext cx="2917623" cy="377442"/>
            </a:xfrm>
            <a:prstGeom prst="flowChartTerminator">
              <a:avLst/>
            </a:prstGeom>
            <a:noFill/>
            <a:ln w="127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200">
                <a:solidFill>
                  <a:schemeClr val="tx1"/>
                </a:solidFill>
              </a:endParaRPr>
            </a:p>
          </p:txBody>
        </p:sp>
        <mc:AlternateContent xmlns:mc="http://schemas.openxmlformats.org/markup-compatibility/2006" xmlns:a14="http://schemas.microsoft.com/office/drawing/2010/main">
          <mc:Choice Requires="a14">
            <p:sp>
              <p:nvSpPr>
                <p:cNvPr id="90" name="CaixaDeTexto 89">
                  <a:extLst>
                    <a:ext uri="{FF2B5EF4-FFF2-40B4-BE49-F238E27FC236}">
                      <a16:creationId xmlns:a16="http://schemas.microsoft.com/office/drawing/2014/main" id="{770792B0-D57E-D4BB-C7B1-141A1EF4FDC9}"/>
                    </a:ext>
                  </a:extLst>
                </p:cNvPr>
                <p:cNvSpPr txBox="1"/>
                <p:nvPr/>
              </p:nvSpPr>
              <p:spPr>
                <a:xfrm>
                  <a:off x="275349" y="5813810"/>
                  <a:ext cx="2920618" cy="307777"/>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sz="1400" b="1" i="1" smtClean="0">
                            <a:latin typeface="Cambria Math" panose="02040503050406030204" pitchFamily="18" charset="0"/>
                          </a:rPr>
                          <m:t>𝑬</m:t>
                        </m:r>
                        <m:r>
                          <a:rPr lang="pt-BR" sz="1400">
                            <a:latin typeface="Cambria Math" panose="02040503050406030204" pitchFamily="18" charset="0"/>
                          </a:rPr>
                          <m:t>=</m:t>
                        </m:r>
                        <m:r>
                          <a:rPr lang="pt-BR" sz="1400" b="0" i="1" smtClean="0">
                            <a:latin typeface="Cambria Math" panose="02040503050406030204" pitchFamily="18" charset="0"/>
                          </a:rPr>
                          <m:t>𝑗</m:t>
                        </m:r>
                        <m:r>
                          <a:rPr lang="pt-BR" sz="1400" b="0" i="1" smtClean="0">
                            <a:latin typeface="Cambria Math" panose="02040503050406030204" pitchFamily="18" charset="0"/>
                          </a:rPr>
                          <m:t>𝜔</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𝜇</m:t>
                            </m:r>
                          </m:e>
                          <m:sub>
                            <m:r>
                              <a:rPr lang="pt-BR" sz="1400" b="0" i="1" smtClean="0">
                                <a:latin typeface="Cambria Math" panose="02040503050406030204" pitchFamily="18" charset="0"/>
                              </a:rPr>
                              <m:t>0</m:t>
                            </m:r>
                          </m:sub>
                        </m:sSub>
                        <m:r>
                          <a:rPr lang="pt-BR" sz="1400" b="0" i="1">
                            <a:latin typeface="Cambria Math" panose="02040503050406030204" pitchFamily="18" charset="0"/>
                            <a:ea typeface="Cambria Math" panose="02040503050406030204" pitchFamily="18" charset="0"/>
                          </a:rPr>
                          <m:t>𝔾</m:t>
                        </m:r>
                        <m:r>
                          <a:rPr lang="pt-BR" sz="1400" b="1" i="1" smtClean="0">
                            <a:latin typeface="Cambria Math" panose="02040503050406030204" pitchFamily="18" charset="0"/>
                          </a:rPr>
                          <m:t>𝑱</m:t>
                        </m:r>
                        <m:r>
                          <a:rPr lang="pt-BR" sz="1400" b="1" i="1" smtClean="0">
                            <a:latin typeface="Cambria Math" panose="02040503050406030204" pitchFamily="18" charset="0"/>
                          </a:rPr>
                          <m:t>+</m:t>
                        </m:r>
                        <m:r>
                          <a:rPr lang="pt-BR" sz="1400" b="1" i="1" smtClean="0">
                            <a:latin typeface="Cambria Math" panose="02040503050406030204" pitchFamily="18" charset="0"/>
                            <a:ea typeface="Cambria Math" panose="02040503050406030204" pitchFamily="18" charset="0"/>
                          </a:rPr>
                          <m:t>𝕌</m:t>
                        </m:r>
                        <m:d>
                          <m:dPr>
                            <m:begChr m:val="["/>
                            <m:endChr m:val="]"/>
                            <m:ctrlPr>
                              <a:rPr lang="pt-BR" sz="1400" b="1" i="1" smtClean="0">
                                <a:latin typeface="Cambria Math" panose="02040503050406030204" pitchFamily="18" charset="0"/>
                              </a:rPr>
                            </m:ctrlPr>
                          </m:dPr>
                          <m:e>
                            <m:r>
                              <a:rPr lang="pt-BR" sz="1400" b="1" i="1" smtClean="0">
                                <a:latin typeface="Cambria Math" panose="02040503050406030204" pitchFamily="18" charset="0"/>
                              </a:rPr>
                              <m:t>𝑹</m:t>
                            </m:r>
                            <m:d>
                              <m:dPr>
                                <m:ctrlPr>
                                  <a:rPr lang="pt-BR" sz="1400" b="0" i="1" smtClean="0">
                                    <a:latin typeface="Cambria Math" panose="02040503050406030204" pitchFamily="18" charset="0"/>
                                  </a:rPr>
                                </m:ctrlPr>
                              </m:dPr>
                              <m:e>
                                <m:r>
                                  <a:rPr lang="pt-BR" sz="1400" b="0" i="1" smtClean="0">
                                    <a:latin typeface="Cambria Math" panose="02040503050406030204" pitchFamily="18" charset="0"/>
                                  </a:rPr>
                                  <m:t>𝜔</m:t>
                                </m:r>
                              </m:e>
                            </m:d>
                            <m:r>
                              <a:rPr lang="pt-BR" sz="1400" b="0" i="1" smtClean="0">
                                <a:latin typeface="Cambria Math" panose="02040503050406030204" pitchFamily="18" charset="0"/>
                              </a:rPr>
                              <m:t> +</m:t>
                            </m:r>
                            <m:r>
                              <a:rPr lang="pt-BR" sz="1400" b="0" i="1" smtClean="0">
                                <a:latin typeface="Cambria Math" panose="02040503050406030204" pitchFamily="18" charset="0"/>
                              </a:rPr>
                              <m:t>𝑗</m:t>
                            </m:r>
                            <m:r>
                              <a:rPr lang="pt-BR" sz="1400" b="0" i="1" smtClean="0">
                                <a:latin typeface="Cambria Math" panose="02040503050406030204" pitchFamily="18" charset="0"/>
                              </a:rPr>
                              <m:t>𝜔</m:t>
                            </m:r>
                            <m:r>
                              <a:rPr lang="pt-BR" sz="1400" b="1" i="1" smtClean="0">
                                <a:latin typeface="Cambria Math" panose="02040503050406030204" pitchFamily="18" charset="0"/>
                              </a:rPr>
                              <m:t>𝑳</m:t>
                            </m:r>
                            <m:d>
                              <m:dPr>
                                <m:ctrlPr>
                                  <a:rPr lang="pt-BR" sz="1400" b="1" i="1" smtClean="0">
                                    <a:latin typeface="Cambria Math" panose="02040503050406030204" pitchFamily="18" charset="0"/>
                                  </a:rPr>
                                </m:ctrlPr>
                              </m:dPr>
                              <m:e>
                                <m:r>
                                  <a:rPr lang="pt-BR" sz="1400" i="1">
                                    <a:latin typeface="Cambria Math" panose="02040503050406030204" pitchFamily="18" charset="0"/>
                                  </a:rPr>
                                  <m:t>𝜔</m:t>
                                </m:r>
                              </m:e>
                            </m:d>
                          </m:e>
                        </m:d>
                        <m:r>
                          <a:rPr lang="pt-BR" sz="1400" b="1" i="1" smtClean="0">
                            <a:latin typeface="Cambria Math" panose="02040503050406030204" pitchFamily="18" charset="0"/>
                          </a:rPr>
                          <m:t>𝑰</m:t>
                        </m:r>
                      </m:oMath>
                    </m:oMathPara>
                  </a14:m>
                  <a:endParaRPr lang="en-US" sz="1400" b="1" i="1"/>
                </a:p>
              </p:txBody>
            </p:sp>
          </mc:Choice>
          <mc:Fallback xmlns="">
            <p:sp>
              <p:nvSpPr>
                <p:cNvPr id="90" name="CaixaDeTexto 89">
                  <a:extLst>
                    <a:ext uri="{FF2B5EF4-FFF2-40B4-BE49-F238E27FC236}">
                      <a16:creationId xmlns:a16="http://schemas.microsoft.com/office/drawing/2014/main" id="{770792B0-D57E-D4BB-C7B1-141A1EF4FDC9}"/>
                    </a:ext>
                  </a:extLst>
                </p:cNvPr>
                <p:cNvSpPr txBox="1">
                  <a:spLocks noRot="1" noChangeAspect="1" noMove="1" noResize="1" noEditPoints="1" noAdjustHandles="1" noChangeArrowheads="1" noChangeShapeType="1" noTextEdit="1"/>
                </p:cNvSpPr>
                <p:nvPr/>
              </p:nvSpPr>
              <p:spPr>
                <a:xfrm>
                  <a:off x="275349" y="5813810"/>
                  <a:ext cx="2920618" cy="307777"/>
                </a:xfrm>
                <a:prstGeom prst="rect">
                  <a:avLst/>
                </a:prstGeom>
                <a:blipFill>
                  <a:blip r:embed="rId6"/>
                  <a:stretch>
                    <a:fillRect b="-5882"/>
                  </a:stretch>
                </a:blipFill>
              </p:spPr>
              <p:txBody>
                <a:bodyPr/>
                <a:lstStyle/>
                <a:p>
                  <a:r>
                    <a:rPr lang="pt-BR">
                      <a:noFill/>
                    </a:rPr>
                    <a:t> </a:t>
                  </a:r>
                </a:p>
              </p:txBody>
            </p:sp>
          </mc:Fallback>
        </mc:AlternateContent>
      </p:grpSp>
      <p:grpSp>
        <p:nvGrpSpPr>
          <p:cNvPr id="110" name="Agrupar 109">
            <a:extLst>
              <a:ext uri="{FF2B5EF4-FFF2-40B4-BE49-F238E27FC236}">
                <a16:creationId xmlns:a16="http://schemas.microsoft.com/office/drawing/2014/main" id="{332131C4-9703-B280-0148-942C12244D63}"/>
              </a:ext>
            </a:extLst>
          </p:cNvPr>
          <p:cNvGrpSpPr/>
          <p:nvPr/>
        </p:nvGrpSpPr>
        <p:grpSpPr>
          <a:xfrm>
            <a:off x="7261374" y="1045690"/>
            <a:ext cx="4613399" cy="5088872"/>
            <a:chOff x="3930873" y="1110526"/>
            <a:chExt cx="4613399" cy="5088872"/>
          </a:xfrm>
        </p:grpSpPr>
        <p:grpSp>
          <p:nvGrpSpPr>
            <p:cNvPr id="3" name="Agrupar 2">
              <a:extLst>
                <a:ext uri="{FF2B5EF4-FFF2-40B4-BE49-F238E27FC236}">
                  <a16:creationId xmlns:a16="http://schemas.microsoft.com/office/drawing/2014/main" id="{52EE70D5-2A73-DBB5-DDE4-769758F77E56}"/>
                </a:ext>
              </a:extLst>
            </p:cNvPr>
            <p:cNvGrpSpPr/>
            <p:nvPr/>
          </p:nvGrpSpPr>
          <p:grpSpPr>
            <a:xfrm>
              <a:off x="3930873" y="1110526"/>
              <a:ext cx="4613399" cy="5088872"/>
              <a:chOff x="3930873" y="1110526"/>
              <a:chExt cx="4613399" cy="5088872"/>
            </a:xfrm>
          </p:grpSpPr>
          <mc:AlternateContent xmlns:mc="http://schemas.openxmlformats.org/markup-compatibility/2006" xmlns:a14="http://schemas.microsoft.com/office/drawing/2010/main">
            <mc:Choice Requires="a14">
              <p:sp>
                <p:nvSpPr>
                  <p:cNvPr id="16" name="Fluxograma: Processo 15">
                    <a:extLst>
                      <a:ext uri="{FF2B5EF4-FFF2-40B4-BE49-F238E27FC236}">
                        <a16:creationId xmlns:a16="http://schemas.microsoft.com/office/drawing/2014/main" id="{AFD9189A-2BE5-D38F-EAC9-897DBB27CB4F}"/>
                      </a:ext>
                    </a:extLst>
                  </p:cNvPr>
                  <p:cNvSpPr/>
                  <p:nvPr/>
                </p:nvSpPr>
                <p:spPr>
                  <a:xfrm>
                    <a:off x="3930873" y="3245501"/>
                    <a:ext cx="2036187" cy="612648"/>
                  </a:xfrm>
                  <a:prstGeom prst="flowChart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pt-BR" sz="1200" b="0">
                        <a:solidFill>
                          <a:schemeClr val="tx1"/>
                        </a:solidFill>
                      </a:rPr>
                      <a:t>Express </a:t>
                    </a:r>
                    <a14:m>
                      <m:oMath xmlns:m="http://schemas.openxmlformats.org/officeDocument/2006/math">
                        <m:sSubSup>
                          <m:sSubSupPr>
                            <m:ctrlPr>
                              <a:rPr lang="pt-BR" sz="1200" b="0" i="1" smtClean="0">
                                <a:solidFill>
                                  <a:schemeClr val="tx1"/>
                                </a:solidFill>
                                <a:latin typeface="Cambria Math" panose="02040503050406030204" pitchFamily="18" charset="0"/>
                              </a:rPr>
                            </m:ctrlPr>
                          </m:sSubSupPr>
                          <m:e>
                            <m:r>
                              <a:rPr lang="en-US" sz="1200" i="1" smtClean="0">
                                <a:solidFill>
                                  <a:schemeClr val="tx1"/>
                                </a:solidFill>
                                <a:latin typeface="Cambria Math" panose="02040503050406030204" pitchFamily="18" charset="0"/>
                              </a:rPr>
                              <m:t>𝐸</m:t>
                            </m:r>
                          </m:e>
                          <m:sub>
                            <m:r>
                              <a:rPr lang="en-US" sz="1200" i="1" smtClean="0">
                                <a:solidFill>
                                  <a:schemeClr val="tx1"/>
                                </a:solidFill>
                                <a:latin typeface="Cambria Math" panose="02040503050406030204" pitchFamily="18" charset="0"/>
                              </a:rPr>
                              <m:t>𝑧</m:t>
                            </m:r>
                          </m:sub>
                          <m:sup>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𝑝</m:t>
                            </m:r>
                            <m:r>
                              <a:rPr lang="pt-BR" sz="1200" b="0" i="1" smtClean="0">
                                <a:solidFill>
                                  <a:schemeClr val="tx1"/>
                                </a:solidFill>
                                <a:latin typeface="Cambria Math" panose="02040503050406030204" pitchFamily="18" charset="0"/>
                              </a:rPr>
                              <m:t>)</m:t>
                            </m:r>
                          </m:sup>
                        </m:sSubSup>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𝜃</m:t>
                        </m:r>
                        <m:r>
                          <a:rPr lang="pt-BR" sz="1200" b="0" i="1" smtClean="0">
                            <a:solidFill>
                              <a:schemeClr val="tx1"/>
                            </a:solidFill>
                            <a:latin typeface="Cambria Math" panose="02040503050406030204" pitchFamily="18" charset="0"/>
                          </a:rPr>
                          <m:t>)</m:t>
                        </m:r>
                      </m:oMath>
                    </a14:m>
                    <a:r>
                      <a:rPr lang="en-US" sz="1200">
                        <a:solidFill>
                          <a:schemeClr val="tx1"/>
                        </a:solidFill>
                      </a:rPr>
                      <a:t> as a truncated Fourier series</a:t>
                    </a:r>
                    <a:endParaRPr lang="pt-BR" sz="1200">
                      <a:solidFill>
                        <a:schemeClr val="tx1"/>
                      </a:solidFill>
                    </a:endParaRPr>
                  </a:p>
                </p:txBody>
              </p:sp>
            </mc:Choice>
            <mc:Fallback xmlns="">
              <p:sp>
                <p:nvSpPr>
                  <p:cNvPr id="16" name="Fluxograma: Processo 15">
                    <a:extLst>
                      <a:ext uri="{FF2B5EF4-FFF2-40B4-BE49-F238E27FC236}">
                        <a16:creationId xmlns:a16="http://schemas.microsoft.com/office/drawing/2014/main" id="{AFD9189A-2BE5-D38F-EAC9-897DBB27CB4F}"/>
                      </a:ext>
                    </a:extLst>
                  </p:cNvPr>
                  <p:cNvSpPr>
                    <a:spLocks noRot="1" noChangeAspect="1" noMove="1" noResize="1" noEditPoints="1" noAdjustHandles="1" noChangeArrowheads="1" noChangeShapeType="1" noTextEdit="1"/>
                  </p:cNvSpPr>
                  <p:nvPr/>
                </p:nvSpPr>
                <p:spPr>
                  <a:xfrm>
                    <a:off x="3930873" y="3245501"/>
                    <a:ext cx="2036187" cy="612648"/>
                  </a:xfrm>
                  <a:prstGeom prst="flowChartProcess">
                    <a:avLst/>
                  </a:prstGeom>
                  <a:blipFill>
                    <a:blip r:embed="rId7"/>
                    <a:stretch>
                      <a:fillRect/>
                    </a:stretch>
                  </a:blipFill>
                  <a:ln w="9525" cap="flat" cmpd="sng" algn="ctr">
                    <a:solidFill>
                      <a:srgbClr val="0070C0"/>
                    </a:solidFill>
                    <a:prstDash val="solid"/>
                    <a:round/>
                    <a:headEnd type="none" w="med" len="med"/>
                    <a:tailEnd type="none" w="med" len="med"/>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 name="Fluxograma: Processo 16">
                    <a:extLst>
                      <a:ext uri="{FF2B5EF4-FFF2-40B4-BE49-F238E27FC236}">
                        <a16:creationId xmlns:a16="http://schemas.microsoft.com/office/drawing/2014/main" id="{0104B427-1942-E8BF-7069-96674B7E32EB}"/>
                      </a:ext>
                    </a:extLst>
                  </p:cNvPr>
                  <p:cNvSpPr/>
                  <p:nvPr/>
                </p:nvSpPr>
                <p:spPr>
                  <a:xfrm>
                    <a:off x="6251277" y="2130012"/>
                    <a:ext cx="2292995" cy="607539"/>
                  </a:xfrm>
                  <a:prstGeom prst="flowChart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pt-BR" sz="1200">
                        <a:solidFill>
                          <a:schemeClr val="tx1"/>
                        </a:solidFill>
                      </a:rPr>
                      <a:t>Apply the Equivalence Principle and introduce an equivalent surface current density, </a:t>
                    </a:r>
                    <a14:m>
                      <m:oMath xmlns:m="http://schemas.openxmlformats.org/officeDocument/2006/math">
                        <m:sSub>
                          <m:sSubPr>
                            <m:ctrlPr>
                              <a:rPr lang="pt-BR" sz="1200" i="1" smtClean="0">
                                <a:solidFill>
                                  <a:schemeClr val="tx1"/>
                                </a:solidFill>
                                <a:latin typeface="Cambria Math" panose="02040503050406030204" pitchFamily="18" charset="0"/>
                              </a:rPr>
                            </m:ctrlPr>
                          </m:sSubPr>
                          <m:e>
                            <m:r>
                              <a:rPr lang="pt-BR" sz="1200" i="1" smtClean="0">
                                <a:solidFill>
                                  <a:schemeClr val="tx1"/>
                                </a:solidFill>
                                <a:latin typeface="Cambria Math" panose="02040503050406030204" pitchFamily="18" charset="0"/>
                              </a:rPr>
                              <m:t>𝑱</m:t>
                            </m:r>
                          </m:e>
                          <m:sub>
                            <m:r>
                              <a:rPr lang="pt-BR" sz="1200" i="1" smtClean="0">
                                <a:solidFill>
                                  <a:schemeClr val="tx1"/>
                                </a:solidFill>
                                <a:latin typeface="Cambria Math" panose="02040503050406030204" pitchFamily="18" charset="0"/>
                              </a:rPr>
                              <m:t>𝑆</m:t>
                            </m:r>
                          </m:sub>
                        </m:sSub>
                      </m:oMath>
                    </a14:m>
                    <a:endParaRPr lang="pt-BR" sz="1200">
                      <a:solidFill>
                        <a:schemeClr val="tx1"/>
                      </a:solidFill>
                    </a:endParaRPr>
                  </a:p>
                </p:txBody>
              </p:sp>
            </mc:Choice>
            <mc:Fallback xmlns="">
              <p:sp>
                <p:nvSpPr>
                  <p:cNvPr id="17" name="Fluxograma: Processo 16">
                    <a:extLst>
                      <a:ext uri="{FF2B5EF4-FFF2-40B4-BE49-F238E27FC236}">
                        <a16:creationId xmlns:a16="http://schemas.microsoft.com/office/drawing/2014/main" id="{0104B427-1942-E8BF-7069-96674B7E32EB}"/>
                      </a:ext>
                    </a:extLst>
                  </p:cNvPr>
                  <p:cNvSpPr>
                    <a:spLocks noRot="1" noChangeAspect="1" noMove="1" noResize="1" noEditPoints="1" noAdjustHandles="1" noChangeArrowheads="1" noChangeShapeType="1" noTextEdit="1"/>
                  </p:cNvSpPr>
                  <p:nvPr/>
                </p:nvSpPr>
                <p:spPr>
                  <a:xfrm>
                    <a:off x="6251277" y="2130012"/>
                    <a:ext cx="2292995" cy="607539"/>
                  </a:xfrm>
                  <a:prstGeom prst="flowChartProcess">
                    <a:avLst/>
                  </a:prstGeom>
                  <a:blipFill>
                    <a:blip r:embed="rId8"/>
                    <a:stretch>
                      <a:fillRect t="-1980" b="-9901"/>
                    </a:stretch>
                  </a:blipFill>
                  <a:ln w="9525" cap="flat" cmpd="sng" algn="ctr">
                    <a:solidFill>
                      <a:srgbClr val="0070C0"/>
                    </a:solidFill>
                    <a:prstDash val="solid"/>
                    <a:round/>
                    <a:headEnd type="none" w="med" len="med"/>
                    <a:tailEnd type="none" w="med" len="med"/>
                  </a:ln>
                </p:spPr>
                <p:txBody>
                  <a:bodyPr/>
                  <a:lstStyle/>
                  <a:p>
                    <a:r>
                      <a:rPr lang="pt-BR">
                        <a:noFill/>
                      </a:rPr>
                      <a:t> </a:t>
                    </a:r>
                  </a:p>
                </p:txBody>
              </p:sp>
            </mc:Fallback>
          </mc:AlternateContent>
          <p:sp>
            <p:nvSpPr>
              <p:cNvPr id="18" name="Fluxograma: Terminação 17">
                <a:extLst>
                  <a:ext uri="{FF2B5EF4-FFF2-40B4-BE49-F238E27FC236}">
                    <a16:creationId xmlns:a16="http://schemas.microsoft.com/office/drawing/2014/main" id="{0F83DEF8-2C35-2A05-08F0-167D281AF300}"/>
                  </a:ext>
                </a:extLst>
              </p:cNvPr>
              <p:cNvSpPr/>
              <p:nvPr/>
            </p:nvSpPr>
            <p:spPr>
              <a:xfrm>
                <a:off x="5148750" y="1110526"/>
                <a:ext cx="1908212" cy="556197"/>
              </a:xfrm>
              <a:prstGeom prst="flowChartTerminator">
                <a:avLst/>
              </a:prstGeom>
              <a:noFill/>
              <a:ln w="127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a:solidFill>
                      <a:schemeClr val="tx1"/>
                    </a:solidFill>
                  </a:rPr>
                  <a:t>Multiconductor</a:t>
                </a:r>
              </a:p>
              <a:p>
                <a:pPr algn="ctr"/>
                <a:r>
                  <a:rPr lang="pt-BR" sz="1200">
                    <a:solidFill>
                      <a:schemeClr val="tx1"/>
                    </a:solidFill>
                  </a:rPr>
                  <a:t>Transmission Line</a:t>
                </a:r>
              </a:p>
            </p:txBody>
          </p:sp>
          <mc:AlternateContent xmlns:mc="http://schemas.openxmlformats.org/markup-compatibility/2006" xmlns:a14="http://schemas.microsoft.com/office/drawing/2010/main">
            <mc:Choice Requires="a14">
              <p:sp>
                <p:nvSpPr>
                  <p:cNvPr id="19" name="Fluxograma: Processo Predefinido 18">
                    <a:extLst>
                      <a:ext uri="{FF2B5EF4-FFF2-40B4-BE49-F238E27FC236}">
                        <a16:creationId xmlns:a16="http://schemas.microsoft.com/office/drawing/2014/main" id="{D0A972E1-BB6D-9DFA-F3C4-DCF13D01C7DA}"/>
                      </a:ext>
                    </a:extLst>
                  </p:cNvPr>
                  <p:cNvSpPr/>
                  <p:nvPr/>
                </p:nvSpPr>
                <p:spPr>
                  <a:xfrm>
                    <a:off x="3930873" y="2109782"/>
                    <a:ext cx="2036187" cy="627769"/>
                  </a:xfrm>
                  <a:prstGeom prst="flowChartPredefined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14:m>
                      <m:oMath xmlns:m="http://schemas.openxmlformats.org/officeDocument/2006/math">
                        <m:sSubSup>
                          <m:sSubSupPr>
                            <m:ctrlPr>
                              <a:rPr lang="pt-BR" sz="1200" b="0" i="1" smtClean="0">
                                <a:solidFill>
                                  <a:schemeClr val="tx1"/>
                                </a:solidFill>
                                <a:latin typeface="Cambria Math" panose="02040503050406030204" pitchFamily="18" charset="0"/>
                              </a:rPr>
                            </m:ctrlPr>
                          </m:sSubSupPr>
                          <m:e>
                            <m:r>
                              <a:rPr lang="en-US" sz="1200" i="1" smtClean="0">
                                <a:solidFill>
                                  <a:schemeClr val="tx1"/>
                                </a:solidFill>
                                <a:latin typeface="Cambria Math" panose="02040503050406030204" pitchFamily="18" charset="0"/>
                              </a:rPr>
                              <m:t>𝐸</m:t>
                            </m:r>
                          </m:e>
                          <m:sub>
                            <m:r>
                              <a:rPr lang="en-US" sz="1200" i="1" smtClean="0">
                                <a:solidFill>
                                  <a:schemeClr val="tx1"/>
                                </a:solidFill>
                                <a:latin typeface="Cambria Math" panose="02040503050406030204" pitchFamily="18" charset="0"/>
                              </a:rPr>
                              <m:t>𝑧</m:t>
                            </m:r>
                          </m:sub>
                          <m:sup>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𝑝</m:t>
                            </m:r>
                            <m:r>
                              <a:rPr lang="pt-BR" sz="1200" b="0" i="1" smtClean="0">
                                <a:solidFill>
                                  <a:schemeClr val="tx1"/>
                                </a:solidFill>
                                <a:latin typeface="Cambria Math" panose="02040503050406030204" pitchFamily="18" charset="0"/>
                              </a:rPr>
                              <m:t>)</m:t>
                            </m:r>
                          </m:sup>
                        </m:sSubSup>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𝜃</m:t>
                        </m:r>
                        <m:r>
                          <a:rPr lang="pt-BR" sz="1200" b="0" i="1" smtClean="0">
                            <a:solidFill>
                              <a:schemeClr val="tx1"/>
                            </a:solidFill>
                            <a:latin typeface="Cambria Math" panose="02040503050406030204" pitchFamily="18" charset="0"/>
                          </a:rPr>
                          <m:t>)</m:t>
                        </m:r>
                      </m:oMath>
                    </a14:m>
                    <a:r>
                      <a:rPr lang="en-US" sz="1200">
                        <a:solidFill>
                          <a:schemeClr val="tx1"/>
                        </a:solidFill>
                      </a:rPr>
                      <a:t> subject to a Dirichlet boundary condition</a:t>
                    </a:r>
                    <a:endParaRPr lang="pt-BR" sz="1200">
                      <a:solidFill>
                        <a:schemeClr val="tx1"/>
                      </a:solidFill>
                    </a:endParaRPr>
                  </a:p>
                </p:txBody>
              </p:sp>
            </mc:Choice>
            <mc:Fallback xmlns="">
              <p:sp>
                <p:nvSpPr>
                  <p:cNvPr id="19" name="Fluxograma: Processo Predefinido 18">
                    <a:extLst>
                      <a:ext uri="{FF2B5EF4-FFF2-40B4-BE49-F238E27FC236}">
                        <a16:creationId xmlns:a16="http://schemas.microsoft.com/office/drawing/2014/main" id="{D0A972E1-BB6D-9DFA-F3C4-DCF13D01C7DA}"/>
                      </a:ext>
                    </a:extLst>
                  </p:cNvPr>
                  <p:cNvSpPr>
                    <a:spLocks noRot="1" noChangeAspect="1" noMove="1" noResize="1" noEditPoints="1" noAdjustHandles="1" noChangeArrowheads="1" noChangeShapeType="1" noTextEdit="1"/>
                  </p:cNvSpPr>
                  <p:nvPr/>
                </p:nvSpPr>
                <p:spPr>
                  <a:xfrm>
                    <a:off x="3930873" y="2109782"/>
                    <a:ext cx="2036187" cy="627769"/>
                  </a:xfrm>
                  <a:prstGeom prst="flowChartPredefinedProcess">
                    <a:avLst/>
                  </a:prstGeom>
                  <a:blipFill>
                    <a:blip r:embed="rId9"/>
                    <a:stretch>
                      <a:fillRect b="-10476"/>
                    </a:stretch>
                  </a:blipFill>
                  <a:ln w="9525" cap="flat" cmpd="sng" algn="ctr">
                    <a:solidFill>
                      <a:srgbClr val="0070C0"/>
                    </a:solidFill>
                    <a:prstDash val="solid"/>
                    <a:round/>
                    <a:headEnd type="none" w="med" len="med"/>
                    <a:tailEnd type="none" w="med" len="med"/>
                  </a:ln>
                </p:spPr>
                <p:txBody>
                  <a:bodyPr/>
                  <a:lstStyle/>
                  <a:p>
                    <a:r>
                      <a:rPr lang="pt-BR">
                        <a:noFill/>
                      </a:rPr>
                      <a:t> </a:t>
                    </a:r>
                  </a:p>
                </p:txBody>
              </p:sp>
            </mc:Fallback>
          </mc:AlternateContent>
          <p:cxnSp>
            <p:nvCxnSpPr>
              <p:cNvPr id="20" name="Conector: Angulado 19">
                <a:extLst>
                  <a:ext uri="{FF2B5EF4-FFF2-40B4-BE49-F238E27FC236}">
                    <a16:creationId xmlns:a16="http://schemas.microsoft.com/office/drawing/2014/main" id="{746E3BAF-36B2-8646-BF22-8E465777221A}"/>
                  </a:ext>
                </a:extLst>
              </p:cNvPr>
              <p:cNvCxnSpPr>
                <a:stCxn id="18" idx="1"/>
                <a:endCxn id="19" idx="0"/>
              </p:cNvCxnSpPr>
              <p:nvPr/>
            </p:nvCxnSpPr>
            <p:spPr>
              <a:xfrm rot="10800000" flipV="1">
                <a:off x="4948968" y="1388624"/>
                <a:ext cx="199783" cy="721157"/>
              </a:xfrm>
              <a:prstGeom prst="bentConnector2">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ector: Angulado 20">
                <a:extLst>
                  <a:ext uri="{FF2B5EF4-FFF2-40B4-BE49-F238E27FC236}">
                    <a16:creationId xmlns:a16="http://schemas.microsoft.com/office/drawing/2014/main" id="{FC48719D-9EA2-A4D8-E0C2-3DAB0B1D4C24}"/>
                  </a:ext>
                </a:extLst>
              </p:cNvPr>
              <p:cNvCxnSpPr>
                <a:cxnSpLocks/>
                <a:stCxn id="18" idx="3"/>
                <a:endCxn id="17" idx="0"/>
              </p:cNvCxnSpPr>
              <p:nvPr/>
            </p:nvCxnSpPr>
            <p:spPr>
              <a:xfrm>
                <a:off x="7056962" y="1388625"/>
                <a:ext cx="340813" cy="741387"/>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Fluxograma: Processo 21">
                <a:extLst>
                  <a:ext uri="{FF2B5EF4-FFF2-40B4-BE49-F238E27FC236}">
                    <a16:creationId xmlns:a16="http://schemas.microsoft.com/office/drawing/2014/main" id="{5B0008BA-8F0E-61F9-9492-19AD42C038E6}"/>
                  </a:ext>
                </a:extLst>
              </p:cNvPr>
              <p:cNvSpPr/>
              <p:nvPr/>
            </p:nvSpPr>
            <p:spPr>
              <a:xfrm>
                <a:off x="4563505" y="4818638"/>
                <a:ext cx="3085491" cy="752889"/>
              </a:xfrm>
              <a:prstGeom prst="flowChart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algn="ctr" rtl="0" eaLnBrk="1" latinLnBrk="0" hangingPunct="1">
                  <a:spcBef>
                    <a:spcPts val="0"/>
                  </a:spcBef>
                  <a:spcAft>
                    <a:spcPts val="0"/>
                  </a:spcAft>
                </a:pPr>
                <a:r>
                  <a:rPr lang="en-US" sz="1200" kern="1200">
                    <a:solidFill>
                      <a:srgbClr val="000000"/>
                    </a:solidFill>
                    <a:effectLst/>
                    <a:latin typeface="Aptos" panose="020B0004020202020204" pitchFamily="34" charset="0"/>
                    <a:ea typeface="+mn-ea"/>
                    <a:cs typeface="+mn-cs"/>
                  </a:rPr>
                  <a:t>Apply the boundary conditions to the tangential field components (Uniqueness Theorem)</a:t>
                </a:r>
                <a:endParaRPr lang="pt-BR" sz="1200">
                  <a:solidFill>
                    <a:schemeClr val="tx1"/>
                  </a:solidFill>
                </a:endParaRPr>
              </a:p>
            </p:txBody>
          </p:sp>
          <mc:AlternateContent xmlns:mc="http://schemas.openxmlformats.org/markup-compatibility/2006" xmlns:a14="http://schemas.microsoft.com/office/drawing/2010/main">
            <mc:Choice Requires="a14">
              <p:sp>
                <p:nvSpPr>
                  <p:cNvPr id="23" name="Fluxograma: Processo 22">
                    <a:extLst>
                      <a:ext uri="{FF2B5EF4-FFF2-40B4-BE49-F238E27FC236}">
                        <a16:creationId xmlns:a16="http://schemas.microsoft.com/office/drawing/2014/main" id="{AD8E39AF-5118-CAB2-A315-25A090D01D45}"/>
                      </a:ext>
                    </a:extLst>
                  </p:cNvPr>
                  <p:cNvSpPr/>
                  <p:nvPr/>
                </p:nvSpPr>
                <p:spPr>
                  <a:xfrm>
                    <a:off x="6261918" y="3245501"/>
                    <a:ext cx="2282354" cy="612648"/>
                  </a:xfrm>
                  <a:prstGeom prst="flowChart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pt-BR" sz="1200" b="0">
                        <a:solidFill>
                          <a:schemeClr val="tx1"/>
                        </a:solidFill>
                      </a:rPr>
                      <a:t>Express </a:t>
                    </a:r>
                    <a14:m>
                      <m:oMath xmlns:m="http://schemas.openxmlformats.org/officeDocument/2006/math">
                        <m:sSubSup>
                          <m:sSubSupPr>
                            <m:ctrlPr>
                              <a:rPr lang="pt-BR" sz="1200" i="1">
                                <a:solidFill>
                                  <a:schemeClr val="tx1"/>
                                </a:solidFill>
                                <a:latin typeface="Cambria Math" panose="02040503050406030204" pitchFamily="18" charset="0"/>
                              </a:rPr>
                            </m:ctrlPr>
                          </m:sSubSupPr>
                          <m:e>
                            <m:r>
                              <a:rPr lang="pt-BR" sz="1200" i="1">
                                <a:solidFill>
                                  <a:schemeClr val="tx1"/>
                                </a:solidFill>
                                <a:latin typeface="Cambria Math" panose="02040503050406030204" pitchFamily="18" charset="0"/>
                              </a:rPr>
                              <m:t>𝐽</m:t>
                            </m:r>
                          </m:e>
                          <m:sub>
                            <m:r>
                              <a:rPr lang="pt-BR" sz="1200" i="1">
                                <a:solidFill>
                                  <a:schemeClr val="tx1"/>
                                </a:solidFill>
                                <a:latin typeface="Cambria Math" panose="02040503050406030204" pitchFamily="18" charset="0"/>
                              </a:rPr>
                              <m:t>𝑠</m:t>
                            </m:r>
                          </m:sub>
                          <m:sup>
                            <m:r>
                              <a:rPr lang="pt-BR" sz="1200" i="1">
                                <a:solidFill>
                                  <a:schemeClr val="tx1"/>
                                </a:solidFill>
                                <a:latin typeface="Cambria Math" panose="02040503050406030204" pitchFamily="18" charset="0"/>
                              </a:rPr>
                              <m:t>(</m:t>
                            </m:r>
                            <m:r>
                              <a:rPr lang="pt-BR" sz="1200" i="1">
                                <a:solidFill>
                                  <a:schemeClr val="tx1"/>
                                </a:solidFill>
                                <a:latin typeface="Cambria Math" panose="02040503050406030204" pitchFamily="18" charset="0"/>
                              </a:rPr>
                              <m:t>𝑝</m:t>
                            </m:r>
                            <m:r>
                              <a:rPr lang="pt-BR" sz="1200" i="1">
                                <a:solidFill>
                                  <a:schemeClr val="tx1"/>
                                </a:solidFill>
                                <a:latin typeface="Cambria Math" panose="02040503050406030204" pitchFamily="18" charset="0"/>
                              </a:rPr>
                              <m:t>)</m:t>
                            </m:r>
                          </m:sup>
                        </m:sSubSup>
                        <m:r>
                          <a:rPr lang="pt-BR" sz="1200" i="1">
                            <a:solidFill>
                              <a:schemeClr val="tx1"/>
                            </a:solidFill>
                            <a:latin typeface="Cambria Math" panose="02040503050406030204" pitchFamily="18" charset="0"/>
                          </a:rPr>
                          <m:t>(</m:t>
                        </m:r>
                        <m:r>
                          <a:rPr lang="pt-BR" sz="1200" i="1">
                            <a:solidFill>
                              <a:schemeClr val="tx1"/>
                            </a:solidFill>
                            <a:latin typeface="Cambria Math" panose="02040503050406030204" pitchFamily="18" charset="0"/>
                          </a:rPr>
                          <m:t>𝜃</m:t>
                        </m:r>
                        <m:r>
                          <a:rPr lang="pt-BR" sz="1200" i="1">
                            <a:solidFill>
                              <a:schemeClr val="tx1"/>
                            </a:solidFill>
                            <a:latin typeface="Cambria Math" panose="02040503050406030204" pitchFamily="18" charset="0"/>
                          </a:rPr>
                          <m:t>)</m:t>
                        </m:r>
                      </m:oMath>
                    </a14:m>
                    <a:r>
                      <a:rPr lang="en-US" sz="1200">
                        <a:solidFill>
                          <a:schemeClr val="tx1"/>
                        </a:solidFill>
                      </a:rPr>
                      <a:t> as a truncated Fourier series</a:t>
                    </a:r>
                    <a:endParaRPr lang="pt-BR" sz="1200">
                      <a:solidFill>
                        <a:schemeClr val="tx1"/>
                      </a:solidFill>
                    </a:endParaRPr>
                  </a:p>
                </p:txBody>
              </p:sp>
            </mc:Choice>
            <mc:Fallback xmlns="">
              <p:sp>
                <p:nvSpPr>
                  <p:cNvPr id="23" name="Fluxograma: Processo 22">
                    <a:extLst>
                      <a:ext uri="{FF2B5EF4-FFF2-40B4-BE49-F238E27FC236}">
                        <a16:creationId xmlns:a16="http://schemas.microsoft.com/office/drawing/2014/main" id="{AD8E39AF-5118-CAB2-A315-25A090D01D45}"/>
                      </a:ext>
                    </a:extLst>
                  </p:cNvPr>
                  <p:cNvSpPr>
                    <a:spLocks noRot="1" noChangeAspect="1" noMove="1" noResize="1" noEditPoints="1" noAdjustHandles="1" noChangeArrowheads="1" noChangeShapeType="1" noTextEdit="1"/>
                  </p:cNvSpPr>
                  <p:nvPr/>
                </p:nvSpPr>
                <p:spPr>
                  <a:xfrm>
                    <a:off x="6261918" y="3245501"/>
                    <a:ext cx="2282354" cy="612648"/>
                  </a:xfrm>
                  <a:prstGeom prst="flowChartProcess">
                    <a:avLst/>
                  </a:prstGeom>
                  <a:blipFill>
                    <a:blip r:embed="rId10"/>
                    <a:stretch>
                      <a:fillRect/>
                    </a:stretch>
                  </a:blipFill>
                  <a:ln w="9525" cap="flat" cmpd="sng" algn="ctr">
                    <a:solidFill>
                      <a:srgbClr val="0070C0"/>
                    </a:solidFill>
                    <a:prstDash val="solid"/>
                    <a:round/>
                    <a:headEnd type="none" w="med" len="med"/>
                    <a:tailEnd type="none" w="med" len="med"/>
                  </a:ln>
                </p:spPr>
                <p:txBody>
                  <a:bodyPr/>
                  <a:lstStyle/>
                  <a:p>
                    <a:r>
                      <a:rPr lang="pt-BR">
                        <a:noFill/>
                      </a:rPr>
                      <a:t> </a:t>
                    </a:r>
                  </a:p>
                </p:txBody>
              </p:sp>
            </mc:Fallback>
          </mc:AlternateContent>
          <p:sp>
            <p:nvSpPr>
              <p:cNvPr id="24" name="Fluxograma: Conector 23">
                <a:extLst>
                  <a:ext uri="{FF2B5EF4-FFF2-40B4-BE49-F238E27FC236}">
                    <a16:creationId xmlns:a16="http://schemas.microsoft.com/office/drawing/2014/main" id="{46C0E6ED-E295-2C16-06C3-C85389A36693}"/>
                  </a:ext>
                </a:extLst>
              </p:cNvPr>
              <p:cNvSpPr/>
              <p:nvPr/>
            </p:nvSpPr>
            <p:spPr>
              <a:xfrm>
                <a:off x="5965696" y="4218189"/>
                <a:ext cx="274320" cy="274320"/>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200"/>
              </a:p>
            </p:txBody>
          </p:sp>
          <p:cxnSp>
            <p:nvCxnSpPr>
              <p:cNvPr id="26" name="Conector: Angulado 25">
                <a:extLst>
                  <a:ext uri="{FF2B5EF4-FFF2-40B4-BE49-F238E27FC236}">
                    <a16:creationId xmlns:a16="http://schemas.microsoft.com/office/drawing/2014/main" id="{8D791CCD-7FDA-0C42-F355-0B9A1CB80301}"/>
                  </a:ext>
                </a:extLst>
              </p:cNvPr>
              <p:cNvCxnSpPr>
                <a:stCxn id="16" idx="2"/>
                <a:endCxn id="24" idx="2"/>
              </p:cNvCxnSpPr>
              <p:nvPr/>
            </p:nvCxnSpPr>
            <p:spPr>
              <a:xfrm rot="16200000" flipH="1">
                <a:off x="5208731" y="3598384"/>
                <a:ext cx="497200" cy="101672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Conector: Angulado 26">
                <a:extLst>
                  <a:ext uri="{FF2B5EF4-FFF2-40B4-BE49-F238E27FC236}">
                    <a16:creationId xmlns:a16="http://schemas.microsoft.com/office/drawing/2014/main" id="{43A01D66-8320-1175-11FD-B8A372DD30B5}"/>
                  </a:ext>
                </a:extLst>
              </p:cNvPr>
              <p:cNvCxnSpPr>
                <a:cxnSpLocks/>
                <a:stCxn id="23" idx="2"/>
                <a:endCxn id="24" idx="6"/>
              </p:cNvCxnSpPr>
              <p:nvPr/>
            </p:nvCxnSpPr>
            <p:spPr>
              <a:xfrm rot="5400000">
                <a:off x="6572956" y="3525210"/>
                <a:ext cx="497200" cy="116307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Conector de Seta Reta 27">
                <a:extLst>
                  <a:ext uri="{FF2B5EF4-FFF2-40B4-BE49-F238E27FC236}">
                    <a16:creationId xmlns:a16="http://schemas.microsoft.com/office/drawing/2014/main" id="{247FF784-3A16-CF74-41DC-C844843F8BD6}"/>
                  </a:ext>
                </a:extLst>
              </p:cNvPr>
              <p:cNvCxnSpPr>
                <a:stCxn id="19" idx="2"/>
                <a:endCxn id="16" idx="0"/>
              </p:cNvCxnSpPr>
              <p:nvPr/>
            </p:nvCxnSpPr>
            <p:spPr>
              <a:xfrm>
                <a:off x="4948967" y="2737551"/>
                <a:ext cx="0" cy="5079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Conector de Seta Reta 28">
                <a:extLst>
                  <a:ext uri="{FF2B5EF4-FFF2-40B4-BE49-F238E27FC236}">
                    <a16:creationId xmlns:a16="http://schemas.microsoft.com/office/drawing/2014/main" id="{FB0A4008-2E82-AFD1-616C-A3FAEBFA1739}"/>
                  </a:ext>
                </a:extLst>
              </p:cNvPr>
              <p:cNvCxnSpPr>
                <a:stCxn id="17" idx="2"/>
                <a:endCxn id="23" idx="0"/>
              </p:cNvCxnSpPr>
              <p:nvPr/>
            </p:nvCxnSpPr>
            <p:spPr>
              <a:xfrm>
                <a:off x="7397775" y="2737551"/>
                <a:ext cx="5320" cy="5079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Fluxograma: Terminação 29">
                <a:extLst>
                  <a:ext uri="{FF2B5EF4-FFF2-40B4-BE49-F238E27FC236}">
                    <a16:creationId xmlns:a16="http://schemas.microsoft.com/office/drawing/2014/main" id="{28A9D5B9-AD3A-A006-DAA1-8827878461E5}"/>
                  </a:ext>
                </a:extLst>
              </p:cNvPr>
              <p:cNvSpPr/>
              <p:nvPr/>
            </p:nvSpPr>
            <p:spPr>
              <a:xfrm>
                <a:off x="5610452" y="5830066"/>
                <a:ext cx="989604" cy="369332"/>
              </a:xfrm>
              <a:prstGeom prst="flowChartTerminator">
                <a:avLst/>
              </a:prstGeom>
              <a:noFill/>
              <a:ln w="127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200">
                  <a:solidFill>
                    <a:schemeClr val="tx1"/>
                  </a:solidFill>
                </a:endParaRPr>
              </a:p>
            </p:txBody>
          </p:sp>
          <p:cxnSp>
            <p:nvCxnSpPr>
              <p:cNvPr id="31" name="Conector de Seta Reta 30">
                <a:extLst>
                  <a:ext uri="{FF2B5EF4-FFF2-40B4-BE49-F238E27FC236}">
                    <a16:creationId xmlns:a16="http://schemas.microsoft.com/office/drawing/2014/main" id="{184AF9D8-30FD-9068-6A0A-CA6DAB1A1FBC}"/>
                  </a:ext>
                </a:extLst>
              </p:cNvPr>
              <p:cNvCxnSpPr>
                <a:cxnSpLocks/>
                <a:stCxn id="24" idx="4"/>
                <a:endCxn id="22" idx="0"/>
              </p:cNvCxnSpPr>
              <p:nvPr/>
            </p:nvCxnSpPr>
            <p:spPr>
              <a:xfrm>
                <a:off x="6102856" y="4492509"/>
                <a:ext cx="3395" cy="3261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ector de Seta Reta 31">
                <a:extLst>
                  <a:ext uri="{FF2B5EF4-FFF2-40B4-BE49-F238E27FC236}">
                    <a16:creationId xmlns:a16="http://schemas.microsoft.com/office/drawing/2014/main" id="{D5B12F51-E93D-AEDE-0D01-39D0EF29E2D1}"/>
                  </a:ext>
                </a:extLst>
              </p:cNvPr>
              <p:cNvCxnSpPr>
                <a:cxnSpLocks/>
                <a:stCxn id="22" idx="2"/>
                <a:endCxn id="30" idx="0"/>
              </p:cNvCxnSpPr>
              <p:nvPr/>
            </p:nvCxnSpPr>
            <p:spPr>
              <a:xfrm flipH="1">
                <a:off x="6105254" y="5571527"/>
                <a:ext cx="997" cy="2585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106" name="CaixaDeTexto 105">
                  <a:extLst>
                    <a:ext uri="{FF2B5EF4-FFF2-40B4-BE49-F238E27FC236}">
                      <a16:creationId xmlns:a16="http://schemas.microsoft.com/office/drawing/2014/main" id="{CB54E8F0-8682-9AD9-DE1F-34433F993BA6}"/>
                    </a:ext>
                  </a:extLst>
                </p:cNvPr>
                <p:cNvSpPr txBox="1"/>
                <p:nvPr/>
              </p:nvSpPr>
              <p:spPr>
                <a:xfrm>
                  <a:off x="5699767" y="5867399"/>
                  <a:ext cx="864285"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1400" b="1" i="1" smtClean="0">
                            <a:latin typeface="Cambria Math" panose="02040503050406030204" pitchFamily="18" charset="0"/>
                          </a:rPr>
                          <m:t>𝑱</m:t>
                        </m:r>
                        <m:r>
                          <a:rPr lang="pt-BR" sz="1400" i="1">
                            <a:latin typeface="Cambria Math" panose="02040503050406030204" pitchFamily="18" charset="0"/>
                          </a:rPr>
                          <m:t>=</m:t>
                        </m:r>
                        <m:sSub>
                          <m:sSubPr>
                            <m:ctrlPr>
                              <a:rPr lang="pt-BR" sz="1400" b="1" i="1">
                                <a:latin typeface="Cambria Math" panose="02040503050406030204" pitchFamily="18" charset="0"/>
                                <a:ea typeface="Cambria Math" panose="02040503050406030204" pitchFamily="18" charset="0"/>
                              </a:rPr>
                            </m:ctrlPr>
                          </m:sSubPr>
                          <m:e>
                            <m:r>
                              <a:rPr lang="en-US" sz="1400" b="1" i="1">
                                <a:latin typeface="Cambria Math" panose="02040503050406030204" pitchFamily="18" charset="0"/>
                                <a:ea typeface="Cambria Math" panose="02040503050406030204" pitchFamily="18" charset="0"/>
                              </a:rPr>
                              <m:t>𝕐</m:t>
                            </m:r>
                          </m:e>
                          <m:sub>
                            <m:r>
                              <a:rPr lang="pt-BR" sz="1400" b="1" i="1">
                                <a:latin typeface="Cambria Math" panose="02040503050406030204" pitchFamily="18" charset="0"/>
                                <a:ea typeface="Cambria Math" panose="02040503050406030204" pitchFamily="18" charset="0"/>
                              </a:rPr>
                              <m:t>𝒔</m:t>
                            </m:r>
                          </m:sub>
                        </m:sSub>
                        <m:r>
                          <a:rPr lang="pt-BR" sz="1400" b="1" i="1" smtClean="0">
                            <a:latin typeface="Cambria Math" panose="02040503050406030204" pitchFamily="18" charset="0"/>
                            <a:ea typeface="Cambria Math" panose="02040503050406030204" pitchFamily="18" charset="0"/>
                          </a:rPr>
                          <m:t> </m:t>
                        </m:r>
                        <m:r>
                          <a:rPr lang="pt-BR" sz="1400" b="1" i="1" smtClean="0">
                            <a:latin typeface="Cambria Math" panose="02040503050406030204" pitchFamily="18" charset="0"/>
                            <a:ea typeface="Cambria Math" panose="02040503050406030204" pitchFamily="18" charset="0"/>
                          </a:rPr>
                          <m:t>𝑬</m:t>
                        </m:r>
                      </m:oMath>
                    </m:oMathPara>
                  </a14:m>
                  <a:endParaRPr lang="en-US" sz="1400" i="1"/>
                </a:p>
              </p:txBody>
            </p:sp>
          </mc:Choice>
          <mc:Fallback xmlns="">
            <p:sp>
              <p:nvSpPr>
                <p:cNvPr id="106" name="CaixaDeTexto 105">
                  <a:extLst>
                    <a:ext uri="{FF2B5EF4-FFF2-40B4-BE49-F238E27FC236}">
                      <a16:creationId xmlns:a16="http://schemas.microsoft.com/office/drawing/2014/main" id="{CB54E8F0-8682-9AD9-DE1F-34433F993BA6}"/>
                    </a:ext>
                  </a:extLst>
                </p:cNvPr>
                <p:cNvSpPr txBox="1">
                  <a:spLocks noRot="1" noChangeAspect="1" noMove="1" noResize="1" noEditPoints="1" noAdjustHandles="1" noChangeArrowheads="1" noChangeShapeType="1" noTextEdit="1"/>
                </p:cNvSpPr>
                <p:nvPr/>
              </p:nvSpPr>
              <p:spPr>
                <a:xfrm>
                  <a:off x="5699767" y="5867399"/>
                  <a:ext cx="864285" cy="307777"/>
                </a:xfrm>
                <a:prstGeom prst="rect">
                  <a:avLst/>
                </a:prstGeom>
                <a:blipFill>
                  <a:blip r:embed="rId11"/>
                  <a:stretch>
                    <a:fillRect b="-6000"/>
                  </a:stretch>
                </a:blipFill>
              </p:spPr>
              <p:txBody>
                <a:bodyPr/>
                <a:lstStyle/>
                <a:p>
                  <a:r>
                    <a:rPr lang="pt-BR">
                      <a:noFill/>
                    </a:rPr>
                    <a:t> </a:t>
                  </a:r>
                </a:p>
              </p:txBody>
            </p:sp>
          </mc:Fallback>
        </mc:AlternateContent>
      </p:grpSp>
      <p:grpSp>
        <p:nvGrpSpPr>
          <p:cNvPr id="214" name="Agrupar 213">
            <a:extLst>
              <a:ext uri="{FF2B5EF4-FFF2-40B4-BE49-F238E27FC236}">
                <a16:creationId xmlns:a16="http://schemas.microsoft.com/office/drawing/2014/main" id="{CACA109A-5D0D-30D7-F20A-8A50156228D2}"/>
              </a:ext>
            </a:extLst>
          </p:cNvPr>
          <p:cNvGrpSpPr/>
          <p:nvPr/>
        </p:nvGrpSpPr>
        <p:grpSpPr>
          <a:xfrm>
            <a:off x="263352" y="1323789"/>
            <a:ext cx="9172403" cy="5129547"/>
            <a:chOff x="263352" y="1323789"/>
            <a:chExt cx="9172403" cy="5129547"/>
          </a:xfrm>
        </p:grpSpPr>
        <p:grpSp>
          <p:nvGrpSpPr>
            <p:cNvPr id="197" name="Agrupar 196">
              <a:extLst>
                <a:ext uri="{FF2B5EF4-FFF2-40B4-BE49-F238E27FC236}">
                  <a16:creationId xmlns:a16="http://schemas.microsoft.com/office/drawing/2014/main" id="{2497DF88-FE4D-D414-D035-8F064874CA7A}"/>
                </a:ext>
              </a:extLst>
            </p:cNvPr>
            <p:cNvGrpSpPr/>
            <p:nvPr/>
          </p:nvGrpSpPr>
          <p:grpSpPr>
            <a:xfrm>
              <a:off x="263352" y="1323789"/>
              <a:ext cx="9172403" cy="5129547"/>
              <a:chOff x="263352" y="1323789"/>
              <a:chExt cx="9172403" cy="5129547"/>
            </a:xfrm>
          </p:grpSpPr>
          <mc:AlternateContent xmlns:mc="http://schemas.openxmlformats.org/markup-compatibility/2006" xmlns:a14="http://schemas.microsoft.com/office/drawing/2010/main">
            <mc:Choice Requires="a14">
              <p:sp>
                <p:nvSpPr>
                  <p:cNvPr id="44" name="Fluxograma: Processo 43">
                    <a:extLst>
                      <a:ext uri="{FF2B5EF4-FFF2-40B4-BE49-F238E27FC236}">
                        <a16:creationId xmlns:a16="http://schemas.microsoft.com/office/drawing/2014/main" id="{D7D8DC13-F67C-25EC-E759-EFD81D200AC4}"/>
                      </a:ext>
                    </a:extLst>
                  </p:cNvPr>
                  <p:cNvSpPr/>
                  <p:nvPr/>
                </p:nvSpPr>
                <p:spPr>
                  <a:xfrm>
                    <a:off x="1806680" y="3683089"/>
                    <a:ext cx="1393424" cy="578284"/>
                  </a:xfrm>
                  <a:prstGeom prst="flowChartProcess">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14:m>
                      <m:oMathPara xmlns:m="http://schemas.openxmlformats.org/officeDocument/2006/math">
                        <m:oMathParaPr>
                          <m:jc m:val="center"/>
                        </m:oMathParaPr>
                        <m:oMath xmlns:m="http://schemas.openxmlformats.org/officeDocument/2006/math">
                          <m:r>
                            <m:rPr>
                              <m:nor/>
                            </m:rPr>
                            <a:rPr lang="pt-BR" sz="1400" b="0" i="0" smtClean="0">
                              <a:solidFill>
                                <a:schemeClr val="tx1"/>
                              </a:solidFill>
                            </a:rPr>
                            <m:t>Partial</m:t>
                          </m:r>
                          <m:r>
                            <m:rPr>
                              <m:nor/>
                            </m:rPr>
                            <a:rPr lang="pt-BR" sz="1400" smtClean="0">
                              <a:solidFill>
                                <a:schemeClr val="tx1"/>
                              </a:solidFill>
                            </a:rPr>
                            <m:t> </m:t>
                          </m:r>
                          <m:r>
                            <m:rPr>
                              <m:nor/>
                            </m:rPr>
                            <a:rPr lang="pt-BR" sz="1400" smtClean="0">
                              <a:solidFill>
                                <a:schemeClr val="tx1"/>
                              </a:solidFill>
                            </a:rPr>
                            <m:t>p</m:t>
                          </m:r>
                          <m:r>
                            <m:rPr>
                              <m:nor/>
                            </m:rPr>
                            <a:rPr lang="pt-BR" sz="1400" smtClean="0">
                              <a:solidFill>
                                <a:schemeClr val="tx1"/>
                              </a:solidFill>
                            </a:rPr>
                            <m:t>.</m:t>
                          </m:r>
                          <m:r>
                            <m:rPr>
                              <m:nor/>
                            </m:rPr>
                            <a:rPr lang="pt-BR" sz="1400" smtClean="0">
                              <a:solidFill>
                                <a:schemeClr val="tx1"/>
                              </a:solidFill>
                            </a:rPr>
                            <m:t>u</m:t>
                          </m:r>
                          <m:r>
                            <m:rPr>
                              <m:nor/>
                            </m:rPr>
                            <a:rPr lang="pt-BR" sz="1400" smtClean="0">
                              <a:solidFill>
                                <a:schemeClr val="tx1"/>
                              </a:solidFill>
                            </a:rPr>
                            <m:t>.</m:t>
                          </m:r>
                          <m:r>
                            <m:rPr>
                              <m:nor/>
                            </m:rPr>
                            <a:rPr lang="pt-BR" sz="1400" smtClean="0">
                              <a:solidFill>
                                <a:schemeClr val="tx1"/>
                              </a:solidFill>
                            </a:rPr>
                            <m:t>l</m:t>
                          </m:r>
                          <m:r>
                            <m:rPr>
                              <m:nor/>
                            </m:rPr>
                            <a:rPr lang="pt-BR" sz="1400" smtClean="0">
                              <a:solidFill>
                                <a:schemeClr val="tx1"/>
                              </a:solidFill>
                            </a:rPr>
                            <m:t>. </m:t>
                          </m:r>
                          <m:r>
                            <m:rPr>
                              <m:nor/>
                            </m:rPr>
                            <a:rPr lang="pt-BR" sz="1400" smtClean="0">
                              <a:solidFill>
                                <a:schemeClr val="tx1"/>
                              </a:solidFill>
                            </a:rPr>
                            <m:t>Impedance</m:t>
                          </m:r>
                          <m:r>
                            <m:rPr>
                              <m:nor/>
                            </m:rPr>
                            <a:rPr lang="pt-BR" sz="1400" b="1" smtClean="0">
                              <a:solidFill>
                                <a:schemeClr val="tx1"/>
                              </a:solidFill>
                            </a:rPr>
                            <m:t>, </m:t>
                          </m:r>
                          <m:sSub>
                            <m:sSubPr>
                              <m:ctrlPr>
                                <a:rPr lang="pt-BR" sz="1400" b="1" i="1">
                                  <a:solidFill>
                                    <a:schemeClr val="tx1"/>
                                  </a:solidFill>
                                  <a:latin typeface="Cambria Math" panose="02040503050406030204" pitchFamily="18" charset="0"/>
                                </a:rPr>
                              </m:ctrlPr>
                            </m:sSubPr>
                            <m:e>
                              <m:r>
                                <a:rPr lang="pt-BR" sz="1400" b="1" i="1">
                                  <a:solidFill>
                                    <a:schemeClr val="tx1"/>
                                  </a:solidFill>
                                  <a:latin typeface="Cambria Math" panose="02040503050406030204" pitchFamily="18" charset="0"/>
                                </a:rPr>
                                <m:t>𝒁</m:t>
                              </m:r>
                            </m:e>
                            <m:sub>
                              <m:r>
                                <a:rPr lang="pt-BR" sz="1400" b="1" i="1" smtClean="0">
                                  <a:solidFill>
                                    <a:schemeClr val="tx1"/>
                                  </a:solidFill>
                                  <a:latin typeface="Cambria Math" panose="02040503050406030204" pitchFamily="18" charset="0"/>
                                </a:rPr>
                                <m:t> </m:t>
                              </m:r>
                            </m:sub>
                          </m:sSub>
                        </m:oMath>
                      </m:oMathPara>
                    </a14:m>
                    <a:endParaRPr lang="pt-BR" sz="1400">
                      <a:solidFill>
                        <a:schemeClr val="tx1"/>
                      </a:solidFill>
                    </a:endParaRPr>
                  </a:p>
                </p:txBody>
              </p:sp>
            </mc:Choice>
            <mc:Fallback xmlns="">
              <p:sp>
                <p:nvSpPr>
                  <p:cNvPr id="44" name="Fluxograma: Processo 43">
                    <a:extLst>
                      <a:ext uri="{FF2B5EF4-FFF2-40B4-BE49-F238E27FC236}">
                        <a16:creationId xmlns:a16="http://schemas.microsoft.com/office/drawing/2014/main" id="{D7D8DC13-F67C-25EC-E759-EFD81D200AC4}"/>
                      </a:ext>
                    </a:extLst>
                  </p:cNvPr>
                  <p:cNvSpPr>
                    <a:spLocks noRot="1" noChangeAspect="1" noMove="1" noResize="1" noEditPoints="1" noAdjustHandles="1" noChangeArrowheads="1" noChangeShapeType="1" noTextEdit="1"/>
                  </p:cNvSpPr>
                  <p:nvPr/>
                </p:nvSpPr>
                <p:spPr>
                  <a:xfrm>
                    <a:off x="1806680" y="3683089"/>
                    <a:ext cx="1393424" cy="578284"/>
                  </a:xfrm>
                  <a:prstGeom prst="flowChartProcess">
                    <a:avLst/>
                  </a:prstGeom>
                  <a:blipFill>
                    <a:blip r:embed="rId12"/>
                    <a:stretch>
                      <a:fillRect/>
                    </a:stretch>
                  </a:blipFill>
                  <a:ln w="9525" cap="flat" cmpd="sng" algn="ctr">
                    <a:solidFill>
                      <a:schemeClr val="tx1"/>
                    </a:solidFill>
                    <a:prstDash val="solid"/>
                    <a:round/>
                    <a:headEnd type="none" w="med" len="med"/>
                    <a:tailEnd type="none" w="med" len="med"/>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1" name="Fluxograma: Processo Predefinido 50">
                    <a:extLst>
                      <a:ext uri="{FF2B5EF4-FFF2-40B4-BE49-F238E27FC236}">
                        <a16:creationId xmlns:a16="http://schemas.microsoft.com/office/drawing/2014/main" id="{793AD73E-16CA-DA53-BF15-F5528DD9213D}"/>
                      </a:ext>
                    </a:extLst>
                  </p:cNvPr>
                  <p:cNvSpPr/>
                  <p:nvPr/>
                </p:nvSpPr>
                <p:spPr>
                  <a:xfrm>
                    <a:off x="555975" y="2041789"/>
                    <a:ext cx="839055" cy="627769"/>
                  </a:xfrm>
                  <a:prstGeom prst="flowChartPredefinedProcess">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14:m>
                      <m:oMathPara xmlns:m="http://schemas.openxmlformats.org/officeDocument/2006/math">
                        <m:oMathParaPr>
                          <m:jc m:val="centerGroup"/>
                        </m:oMathParaPr>
                        <m:oMath xmlns:m="http://schemas.openxmlformats.org/officeDocument/2006/math">
                          <m:r>
                            <a:rPr lang="pt-BR" sz="1600" b="0" i="1" smtClean="0">
                              <a:solidFill>
                                <a:schemeClr val="tx1"/>
                              </a:solidFill>
                              <a:latin typeface="Cambria Math" panose="02040503050406030204" pitchFamily="18" charset="0"/>
                              <a:ea typeface="Cambria Math" panose="02040503050406030204" pitchFamily="18" charset="0"/>
                            </a:rPr>
                            <m:t>ℚ</m:t>
                          </m:r>
                          <m:r>
                            <a:rPr lang="pt-BR" sz="1600" b="0" i="1" smtClean="0">
                              <a:solidFill>
                                <a:schemeClr val="tx1"/>
                              </a:solidFill>
                              <a:latin typeface="Cambria Math" panose="02040503050406030204" pitchFamily="18" charset="0"/>
                              <a:ea typeface="Cambria Math" panose="02040503050406030204" pitchFamily="18" charset="0"/>
                            </a:rPr>
                            <m:t>, </m:t>
                          </m:r>
                          <m:r>
                            <a:rPr lang="pt-BR" sz="1600" b="0" i="1" smtClean="0">
                              <a:solidFill>
                                <a:schemeClr val="tx1"/>
                              </a:solidFill>
                              <a:latin typeface="Cambria Math" panose="02040503050406030204" pitchFamily="18" charset="0"/>
                              <a:ea typeface="Cambria Math" panose="02040503050406030204" pitchFamily="18" charset="0"/>
                            </a:rPr>
                            <m:t>𝕊</m:t>
                          </m:r>
                        </m:oMath>
                      </m:oMathPara>
                    </a14:m>
                    <a:endParaRPr lang="pt-BR" sz="1600">
                      <a:solidFill>
                        <a:schemeClr val="tx1"/>
                      </a:solidFill>
                    </a:endParaRPr>
                  </a:p>
                </p:txBody>
              </p:sp>
            </mc:Choice>
            <mc:Fallback xmlns="">
              <p:sp>
                <p:nvSpPr>
                  <p:cNvPr id="51" name="Fluxograma: Processo Predefinido 50">
                    <a:extLst>
                      <a:ext uri="{FF2B5EF4-FFF2-40B4-BE49-F238E27FC236}">
                        <a16:creationId xmlns:a16="http://schemas.microsoft.com/office/drawing/2014/main" id="{793AD73E-16CA-DA53-BF15-F5528DD9213D}"/>
                      </a:ext>
                    </a:extLst>
                  </p:cNvPr>
                  <p:cNvSpPr>
                    <a:spLocks noRot="1" noChangeAspect="1" noMove="1" noResize="1" noEditPoints="1" noAdjustHandles="1" noChangeArrowheads="1" noChangeShapeType="1" noTextEdit="1"/>
                  </p:cNvSpPr>
                  <p:nvPr/>
                </p:nvSpPr>
                <p:spPr>
                  <a:xfrm>
                    <a:off x="555975" y="2041789"/>
                    <a:ext cx="839055" cy="627769"/>
                  </a:xfrm>
                  <a:prstGeom prst="flowChartPredefinedProcess">
                    <a:avLst/>
                  </a:prstGeom>
                  <a:blipFill>
                    <a:blip r:embed="rId13"/>
                    <a:stretch>
                      <a:fillRect/>
                    </a:stretch>
                  </a:blipFill>
                  <a:ln w="9525" cap="flat" cmpd="sng" algn="ctr">
                    <a:solidFill>
                      <a:schemeClr val="tx1"/>
                    </a:solidFill>
                    <a:prstDash val="solid"/>
                    <a:round/>
                    <a:headEnd type="none" w="med" len="med"/>
                    <a:tailEnd type="none" w="med" len="med"/>
                  </a:ln>
                </p:spPr>
                <p:txBody>
                  <a:bodyPr/>
                  <a:lstStyle/>
                  <a:p>
                    <a:r>
                      <a:rPr lang="pt-BR">
                        <a:noFill/>
                      </a:rPr>
                      <a:t> </a:t>
                    </a:r>
                  </a:p>
                </p:txBody>
              </p:sp>
            </mc:Fallback>
          </mc:AlternateContent>
          <p:cxnSp>
            <p:nvCxnSpPr>
              <p:cNvPr id="57" name="Conector: Angulado 56">
                <a:extLst>
                  <a:ext uri="{FF2B5EF4-FFF2-40B4-BE49-F238E27FC236}">
                    <a16:creationId xmlns:a16="http://schemas.microsoft.com/office/drawing/2014/main" id="{D1AA4A22-8B84-8755-6B0A-5FBD44623A37}"/>
                  </a:ext>
                </a:extLst>
              </p:cNvPr>
              <p:cNvCxnSpPr>
                <a:cxnSpLocks/>
                <a:stCxn id="18" idx="1"/>
                <a:endCxn id="51" idx="0"/>
              </p:cNvCxnSpPr>
              <p:nvPr/>
            </p:nvCxnSpPr>
            <p:spPr>
              <a:xfrm rot="10800000" flipV="1">
                <a:off x="975503" y="1323789"/>
                <a:ext cx="7503748" cy="718000"/>
              </a:xfrm>
              <a:prstGeom prst="bent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9" name="Conector: Angulado 108">
                <a:extLst>
                  <a:ext uri="{FF2B5EF4-FFF2-40B4-BE49-F238E27FC236}">
                    <a16:creationId xmlns:a16="http://schemas.microsoft.com/office/drawing/2014/main" id="{C9DAFBC6-0D1B-548C-6EA2-731667B1F8A4}"/>
                  </a:ext>
                </a:extLst>
              </p:cNvPr>
              <p:cNvCxnSpPr>
                <a:cxnSpLocks/>
                <a:stCxn id="30" idx="2"/>
                <a:endCxn id="198" idx="4"/>
              </p:cNvCxnSpPr>
              <p:nvPr/>
            </p:nvCxnSpPr>
            <p:spPr>
              <a:xfrm rot="5400000" flipH="1">
                <a:off x="5941367" y="2640174"/>
                <a:ext cx="90982" cy="6897795"/>
              </a:xfrm>
              <a:prstGeom prst="bentConnector3">
                <a:avLst>
                  <a:gd name="adj1" fmla="val -251258"/>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3" name="Fluxograma: Processo 112">
                    <a:extLst>
                      <a:ext uri="{FF2B5EF4-FFF2-40B4-BE49-F238E27FC236}">
                        <a16:creationId xmlns:a16="http://schemas.microsoft.com/office/drawing/2014/main" id="{5A724B0D-D7A1-31F9-E90A-9036BA54630B}"/>
                      </a:ext>
                    </a:extLst>
                  </p:cNvPr>
                  <p:cNvSpPr/>
                  <p:nvPr/>
                </p:nvSpPr>
                <p:spPr>
                  <a:xfrm>
                    <a:off x="263352" y="5905682"/>
                    <a:ext cx="1397772" cy="547654"/>
                  </a:xfrm>
                  <a:prstGeom prst="flowChartProcess">
                    <a:avLst/>
                  </a:prstGeom>
                  <a:solidFill>
                    <a:schemeClr val="tx2">
                      <a:lumMod val="10000"/>
                      <a:lumOff val="90000"/>
                      <a:alpha val="50000"/>
                    </a:schemeClr>
                  </a:solid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pt-BR" sz="1400">
                        <a:solidFill>
                          <a:schemeClr val="tx1"/>
                        </a:solidFill>
                      </a:rPr>
                      <a:t>Total p.u.l. Impedance</a:t>
                    </a:r>
                    <a:r>
                      <a:rPr lang="pt-BR" sz="1400" b="1">
                        <a:solidFill>
                          <a:schemeClr val="tx1"/>
                        </a:solidFill>
                      </a:rPr>
                      <a:t>, </a:t>
                    </a:r>
                    <a14:m>
                      <m:oMath xmlns:m="http://schemas.openxmlformats.org/officeDocument/2006/math">
                        <m:sSub>
                          <m:sSubPr>
                            <m:ctrlPr>
                              <a:rPr lang="pt-BR" sz="1400" b="1" i="1" smtClean="0">
                                <a:solidFill>
                                  <a:schemeClr val="tx1"/>
                                </a:solidFill>
                                <a:latin typeface="Cambria Math" panose="02040503050406030204" pitchFamily="18" charset="0"/>
                              </a:rPr>
                            </m:ctrlPr>
                          </m:sSubPr>
                          <m:e>
                            <m:r>
                              <a:rPr lang="pt-BR" sz="1400" b="1" i="1" smtClean="0">
                                <a:solidFill>
                                  <a:schemeClr val="tx1"/>
                                </a:solidFill>
                                <a:latin typeface="Cambria Math" panose="02040503050406030204" pitchFamily="18" charset="0"/>
                              </a:rPr>
                              <m:t>𝒁</m:t>
                            </m:r>
                          </m:e>
                          <m:sub>
                            <m:r>
                              <a:rPr lang="pt-BR" sz="1400" b="1" i="1" smtClean="0">
                                <a:solidFill>
                                  <a:schemeClr val="tx1"/>
                                </a:solidFill>
                                <a:latin typeface="Cambria Math" panose="02040503050406030204" pitchFamily="18" charset="0"/>
                              </a:rPr>
                              <m:t>𝒏</m:t>
                            </m:r>
                          </m:sub>
                        </m:sSub>
                      </m:oMath>
                    </a14:m>
                    <a:endParaRPr lang="pt-BR" sz="1400">
                      <a:solidFill>
                        <a:schemeClr val="tx1"/>
                      </a:solidFill>
                    </a:endParaRPr>
                  </a:p>
                </p:txBody>
              </p:sp>
            </mc:Choice>
            <mc:Fallback xmlns="">
              <p:sp>
                <p:nvSpPr>
                  <p:cNvPr id="113" name="Fluxograma: Processo 112">
                    <a:extLst>
                      <a:ext uri="{FF2B5EF4-FFF2-40B4-BE49-F238E27FC236}">
                        <a16:creationId xmlns:a16="http://schemas.microsoft.com/office/drawing/2014/main" id="{5A724B0D-D7A1-31F9-E90A-9036BA54630B}"/>
                      </a:ext>
                    </a:extLst>
                  </p:cNvPr>
                  <p:cNvSpPr>
                    <a:spLocks noRot="1" noChangeAspect="1" noMove="1" noResize="1" noEditPoints="1" noAdjustHandles="1" noChangeArrowheads="1" noChangeShapeType="1" noTextEdit="1"/>
                  </p:cNvSpPr>
                  <p:nvPr/>
                </p:nvSpPr>
                <p:spPr>
                  <a:xfrm>
                    <a:off x="263352" y="5905682"/>
                    <a:ext cx="1397772" cy="547654"/>
                  </a:xfrm>
                  <a:prstGeom prst="flowChartProcess">
                    <a:avLst/>
                  </a:prstGeom>
                  <a:blipFill>
                    <a:blip r:embed="rId14"/>
                    <a:stretch>
                      <a:fillRect b="-6452"/>
                    </a:stretch>
                  </a:blipFill>
                  <a:ln w="19050" cap="flat" cmpd="sng" algn="ctr">
                    <a:solidFill>
                      <a:schemeClr val="tx1"/>
                    </a:solidFill>
                    <a:prstDash val="solid"/>
                    <a:round/>
                    <a:headEnd type="none" w="med" len="med"/>
                    <a:tailEnd type="none" w="med" len="med"/>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4" name="Fluxograma: Processo 113">
                    <a:extLst>
                      <a:ext uri="{FF2B5EF4-FFF2-40B4-BE49-F238E27FC236}">
                        <a16:creationId xmlns:a16="http://schemas.microsoft.com/office/drawing/2014/main" id="{8AF0F846-3721-6C76-599F-A25508AFAE35}"/>
                      </a:ext>
                    </a:extLst>
                  </p:cNvPr>
                  <p:cNvSpPr/>
                  <p:nvPr/>
                </p:nvSpPr>
                <p:spPr>
                  <a:xfrm>
                    <a:off x="322372" y="4905615"/>
                    <a:ext cx="1306263" cy="400110"/>
                  </a:xfrm>
                  <a:prstGeom prst="flowChartProcess">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pt-BR" sz="1400" b="0" i="1" smtClean="0">
                                  <a:solidFill>
                                    <a:schemeClr val="tx1"/>
                                  </a:solidFill>
                                  <a:latin typeface="Cambria Math" panose="02040503050406030204" pitchFamily="18" charset="0"/>
                                  <a:cs typeface="Arial" panose="020B0604020202020204" pitchFamily="34" charset="0"/>
                                </a:rPr>
                              </m:ctrlPr>
                            </m:sSupPr>
                            <m:e>
                              <m:r>
                                <a:rPr lang="pt-BR" sz="1400" b="1" i="1" smtClean="0">
                                  <a:solidFill>
                                    <a:schemeClr val="tx1"/>
                                  </a:solidFill>
                                  <a:latin typeface="Cambria Math" panose="02040503050406030204" pitchFamily="18" charset="0"/>
                                  <a:cs typeface="Arial" panose="020B0604020202020204" pitchFamily="34" charset="0"/>
                                </a:rPr>
                                <m:t>𝕊</m:t>
                              </m:r>
                            </m:e>
                            <m:sup>
                              <m:r>
                                <a:rPr lang="pt-BR" sz="1400" b="0" i="1" smtClean="0">
                                  <a:solidFill>
                                    <a:schemeClr val="tx1"/>
                                  </a:solidFill>
                                  <a:latin typeface="Cambria Math" panose="02040503050406030204" pitchFamily="18" charset="0"/>
                                  <a:cs typeface="Arial" panose="020B0604020202020204" pitchFamily="34" charset="0"/>
                                </a:rPr>
                                <m:t>𝑇</m:t>
                              </m:r>
                            </m:sup>
                          </m:sSup>
                          <m:d>
                            <m:dPr>
                              <m:begChr m:val="["/>
                              <m:endChr m:val="]"/>
                              <m:ctrlPr>
                                <a:rPr lang="pt-BR" sz="1400" i="1">
                                  <a:solidFill>
                                    <a:schemeClr val="tx1"/>
                                  </a:solidFill>
                                  <a:latin typeface="Cambria Math" panose="02040503050406030204" pitchFamily="18" charset="0"/>
                                  <a:cs typeface="Arial" panose="020B0604020202020204" pitchFamily="34" charset="0"/>
                                </a:rPr>
                              </m:ctrlPr>
                            </m:dPr>
                            <m:e>
                              <m:r>
                                <a:rPr lang="pt-BR" sz="1400" b="1" i="1" smtClean="0">
                                  <a:solidFill>
                                    <a:schemeClr val="tx1"/>
                                  </a:solidFill>
                                  <a:latin typeface="Cambria Math" panose="02040503050406030204" pitchFamily="18" charset="0"/>
                                  <a:cs typeface="Arial" panose="020B0604020202020204" pitchFamily="34" charset="0"/>
                                </a:rPr>
                                <m:t>ℚ</m:t>
                              </m:r>
                              <m:sSup>
                                <m:sSupPr>
                                  <m:ctrlPr>
                                    <a:rPr lang="pt-BR" sz="1400" b="1" i="1">
                                      <a:solidFill>
                                        <a:schemeClr val="tx1"/>
                                      </a:solidFill>
                                      <a:latin typeface="Cambria Math" panose="02040503050406030204" pitchFamily="18" charset="0"/>
                                      <a:cs typeface="Arial" panose="020B0604020202020204" pitchFamily="34" charset="0"/>
                                    </a:rPr>
                                  </m:ctrlPr>
                                </m:sSupPr>
                                <m:e>
                                  <m:r>
                                    <a:rPr lang="pt-BR" sz="1400" b="1" i="1">
                                      <a:solidFill>
                                        <a:schemeClr val="tx1"/>
                                      </a:solidFill>
                                      <a:latin typeface="Cambria Math" panose="02040503050406030204" pitchFamily="18" charset="0"/>
                                      <a:cs typeface="Arial" panose="020B0604020202020204" pitchFamily="34" charset="0"/>
                                    </a:rPr>
                                    <m:t>𝒁</m:t>
                                  </m:r>
                                </m:e>
                                <m:sup>
                                  <m:r>
                                    <a:rPr lang="pt-BR" sz="1400" i="1">
                                      <a:solidFill>
                                        <a:schemeClr val="tx1"/>
                                      </a:solidFill>
                                      <a:latin typeface="Cambria Math" panose="02040503050406030204" pitchFamily="18" charset="0"/>
                                      <a:cs typeface="Arial" panose="020B0604020202020204" pitchFamily="34" charset="0"/>
                                    </a:rPr>
                                    <m:t>−1</m:t>
                                  </m:r>
                                </m:sup>
                              </m:sSup>
                              <m:sSup>
                                <m:sSupPr>
                                  <m:ctrlPr>
                                    <a:rPr lang="pt-BR" sz="1400" b="1" i="1">
                                      <a:solidFill>
                                        <a:schemeClr val="tx1"/>
                                      </a:solidFill>
                                      <a:latin typeface="Cambria Math" panose="02040503050406030204" pitchFamily="18" charset="0"/>
                                    </a:rPr>
                                  </m:ctrlPr>
                                </m:sSupPr>
                                <m:e>
                                  <m:r>
                                    <a:rPr lang="pt-BR" sz="1400" b="1" i="1">
                                      <a:solidFill>
                                        <a:schemeClr val="tx1"/>
                                      </a:solidFill>
                                      <a:latin typeface="Cambria Math" panose="02040503050406030204" pitchFamily="18" charset="0"/>
                                      <a:cs typeface="Arial" panose="020B0604020202020204" pitchFamily="34" charset="0"/>
                                    </a:rPr>
                                    <m:t>ℚ</m:t>
                                  </m:r>
                                </m:e>
                                <m:sup>
                                  <m:r>
                                    <a:rPr lang="pt-BR" sz="1400" b="1" i="1">
                                      <a:solidFill>
                                        <a:schemeClr val="tx1"/>
                                      </a:solidFill>
                                      <a:latin typeface="Cambria Math" panose="02040503050406030204" pitchFamily="18" charset="0"/>
                                    </a:rPr>
                                    <m:t>𝑻</m:t>
                                  </m:r>
                                </m:sup>
                              </m:sSup>
                            </m:e>
                          </m:d>
                          <m:r>
                            <a:rPr lang="pt-BR" sz="1400" b="1" i="1">
                              <a:solidFill>
                                <a:schemeClr val="tx1"/>
                              </a:solidFill>
                              <a:latin typeface="Cambria Math" panose="02040503050406030204" pitchFamily="18" charset="0"/>
                              <a:cs typeface="Arial" panose="020B0604020202020204" pitchFamily="34" charset="0"/>
                            </a:rPr>
                            <m:t>𝕊</m:t>
                          </m:r>
                        </m:oMath>
                      </m:oMathPara>
                    </a14:m>
                    <a:endParaRPr lang="pt-BR" sz="1400" b="1">
                      <a:solidFill>
                        <a:schemeClr val="tx1"/>
                      </a:solidFill>
                      <a:latin typeface="Arial" panose="020B0604020202020204" pitchFamily="34" charset="0"/>
                      <a:cs typeface="Arial" panose="020B0604020202020204" pitchFamily="34" charset="0"/>
                    </a:endParaRPr>
                  </a:p>
                </p:txBody>
              </p:sp>
            </mc:Choice>
            <mc:Fallback xmlns="">
              <p:sp>
                <p:nvSpPr>
                  <p:cNvPr id="114" name="Fluxograma: Processo 113">
                    <a:extLst>
                      <a:ext uri="{FF2B5EF4-FFF2-40B4-BE49-F238E27FC236}">
                        <a16:creationId xmlns:a16="http://schemas.microsoft.com/office/drawing/2014/main" id="{8AF0F846-3721-6C76-599F-A25508AFAE35}"/>
                      </a:ext>
                    </a:extLst>
                  </p:cNvPr>
                  <p:cNvSpPr>
                    <a:spLocks noRot="1" noChangeAspect="1" noMove="1" noResize="1" noEditPoints="1" noAdjustHandles="1" noChangeArrowheads="1" noChangeShapeType="1" noTextEdit="1"/>
                  </p:cNvSpPr>
                  <p:nvPr/>
                </p:nvSpPr>
                <p:spPr>
                  <a:xfrm>
                    <a:off x="322372" y="4905615"/>
                    <a:ext cx="1306263" cy="400110"/>
                  </a:xfrm>
                  <a:prstGeom prst="flowChartProcess">
                    <a:avLst/>
                  </a:prstGeom>
                  <a:blipFill>
                    <a:blip r:embed="rId15"/>
                    <a:stretch>
                      <a:fillRect/>
                    </a:stretch>
                  </a:blipFill>
                  <a:ln w="9525" cap="flat" cmpd="sng" algn="ctr">
                    <a:solidFill>
                      <a:schemeClr val="tx1"/>
                    </a:solidFill>
                    <a:prstDash val="solid"/>
                    <a:round/>
                    <a:headEnd type="none" w="med" len="med"/>
                    <a:tailEnd type="none" w="med" len="med"/>
                  </a:ln>
                </p:spPr>
                <p:txBody>
                  <a:bodyPr/>
                  <a:lstStyle/>
                  <a:p>
                    <a:r>
                      <a:rPr lang="pt-BR">
                        <a:noFill/>
                      </a:rPr>
                      <a:t> </a:t>
                    </a:r>
                  </a:p>
                </p:txBody>
              </p:sp>
            </mc:Fallback>
          </mc:AlternateContent>
          <p:cxnSp>
            <p:nvCxnSpPr>
              <p:cNvPr id="118" name="Conector de Seta Reta 117">
                <a:extLst>
                  <a:ext uri="{FF2B5EF4-FFF2-40B4-BE49-F238E27FC236}">
                    <a16:creationId xmlns:a16="http://schemas.microsoft.com/office/drawing/2014/main" id="{268D496C-3FEC-A591-2495-5F262EF35DBE}"/>
                  </a:ext>
                </a:extLst>
              </p:cNvPr>
              <p:cNvCxnSpPr>
                <a:cxnSpLocks/>
                <a:stCxn id="51" idx="2"/>
                <a:endCxn id="199" idx="0"/>
              </p:cNvCxnSpPr>
              <p:nvPr/>
            </p:nvCxnSpPr>
            <p:spPr>
              <a:xfrm>
                <a:off x="975503" y="2669558"/>
                <a:ext cx="1073" cy="115548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0" name="Fluxograma: Processo 119">
                    <a:extLst>
                      <a:ext uri="{FF2B5EF4-FFF2-40B4-BE49-F238E27FC236}">
                        <a16:creationId xmlns:a16="http://schemas.microsoft.com/office/drawing/2014/main" id="{05A5B690-CF15-232F-BD57-D766EA32ACB4}"/>
                      </a:ext>
                    </a:extLst>
                  </p:cNvPr>
                  <p:cNvSpPr/>
                  <p:nvPr/>
                </p:nvSpPr>
                <p:spPr>
                  <a:xfrm>
                    <a:off x="1846425" y="4905616"/>
                    <a:ext cx="2535638" cy="400110"/>
                  </a:xfrm>
                  <a:prstGeom prst="flowChartProcess">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14:m>
                      <m:oMathPara xmlns:m="http://schemas.openxmlformats.org/officeDocument/2006/math">
                        <m:oMathParaPr>
                          <m:jc m:val="centerGroup"/>
                        </m:oMathParaPr>
                        <m:oMath xmlns:m="http://schemas.openxmlformats.org/officeDocument/2006/math">
                          <m:sSup>
                            <m:sSupPr>
                              <m:ctrlPr>
                                <a:rPr lang="pt-BR" sz="1400" b="1" i="1" smtClean="0">
                                  <a:solidFill>
                                    <a:schemeClr val="tx1"/>
                                  </a:solidFill>
                                  <a:latin typeface="Cambria Math" panose="02040503050406030204" pitchFamily="18" charset="0"/>
                                </a:rPr>
                              </m:ctrlPr>
                            </m:sSupPr>
                            <m:e>
                              <m:d>
                                <m:dPr>
                                  <m:begChr m:val="["/>
                                  <m:endChr m:val="]"/>
                                  <m:ctrlPr>
                                    <a:rPr lang="pt-BR" sz="1400" b="0" i="1" smtClean="0">
                                      <a:solidFill>
                                        <a:schemeClr val="tx1"/>
                                      </a:solidFill>
                                      <a:latin typeface="Cambria Math" panose="02040503050406030204" pitchFamily="18" charset="0"/>
                                    </a:rPr>
                                  </m:ctrlPr>
                                </m:dPr>
                                <m:e>
                                  <m:sSup>
                                    <m:sSupPr>
                                      <m:ctrlPr>
                                        <a:rPr lang="pt-BR" sz="1400" i="1">
                                          <a:solidFill>
                                            <a:schemeClr val="tx1"/>
                                          </a:solidFill>
                                          <a:latin typeface="Cambria Math" panose="02040503050406030204" pitchFamily="18" charset="0"/>
                                        </a:rPr>
                                      </m:ctrlPr>
                                    </m:sSupPr>
                                    <m:e>
                                      <m:r>
                                        <a:rPr lang="pt-BR" sz="1400" b="1" i="1">
                                          <a:solidFill>
                                            <a:schemeClr val="tx1"/>
                                          </a:solidFill>
                                          <a:latin typeface="Cambria Math" panose="02040503050406030204" pitchFamily="18" charset="0"/>
                                        </a:rPr>
                                        <m:t>𝕌</m:t>
                                      </m:r>
                                    </m:e>
                                    <m:sup>
                                      <m:r>
                                        <a:rPr lang="en-US" sz="1400" i="1">
                                          <a:solidFill>
                                            <a:schemeClr val="tx1"/>
                                          </a:solidFill>
                                          <a:latin typeface="Cambria Math" panose="02040503050406030204" pitchFamily="18" charset="0"/>
                                        </a:rPr>
                                        <m:t>𝑇</m:t>
                                      </m:r>
                                    </m:sup>
                                  </m:sSup>
                                  <m:sSup>
                                    <m:sSupPr>
                                      <m:ctrlPr>
                                        <a:rPr lang="pt-BR" sz="1400" b="1" i="1" smtClean="0">
                                          <a:solidFill>
                                            <a:schemeClr val="tx1"/>
                                          </a:solidFill>
                                          <a:latin typeface="Cambria Math" panose="02040503050406030204" pitchFamily="18" charset="0"/>
                                        </a:rPr>
                                      </m:ctrlPr>
                                    </m:sSupPr>
                                    <m:e>
                                      <m:d>
                                        <m:dPr>
                                          <m:ctrlPr>
                                            <a:rPr lang="pt-BR" sz="1400" b="0" i="1" smtClean="0">
                                              <a:solidFill>
                                                <a:schemeClr val="tx1"/>
                                              </a:solidFill>
                                              <a:latin typeface="Cambria Math" panose="02040503050406030204" pitchFamily="18" charset="0"/>
                                            </a:rPr>
                                          </m:ctrlPr>
                                        </m:dPr>
                                        <m:e>
                                          <m:r>
                                            <a:rPr lang="pt-BR" sz="1400" b="1" i="0" smtClean="0">
                                              <a:solidFill>
                                                <a:schemeClr val="tx1"/>
                                              </a:solidFill>
                                              <a:latin typeface="Cambria Math" panose="02040503050406030204" pitchFamily="18" charset="0"/>
                                            </a:rPr>
                                            <m:t>𝟏</m:t>
                                          </m:r>
                                          <m:r>
                                            <a:rPr lang="pt-BR" sz="1400" b="0" i="0" smtClean="0">
                                              <a:solidFill>
                                                <a:schemeClr val="tx1"/>
                                              </a:solidFill>
                                              <a:latin typeface="Cambria Math" panose="02040503050406030204" pitchFamily="18" charset="0"/>
                                            </a:rPr>
                                            <m:t>−</m:t>
                                          </m:r>
                                          <m:r>
                                            <a:rPr lang="pt-BR" sz="1400" b="0" i="1" smtClean="0">
                                              <a:solidFill>
                                                <a:schemeClr val="tx1"/>
                                              </a:solidFill>
                                              <a:latin typeface="Cambria Math" panose="02040503050406030204" pitchFamily="18" charset="0"/>
                                            </a:rPr>
                                            <m:t>𝑗</m:t>
                                          </m:r>
                                          <m:r>
                                            <a:rPr lang="pt-BR" sz="1400" b="0" i="1" smtClean="0">
                                              <a:solidFill>
                                                <a:schemeClr val="tx1"/>
                                              </a:solidFill>
                                              <a:latin typeface="Cambria Math" panose="02040503050406030204" pitchFamily="18" charset="0"/>
                                            </a:rPr>
                                            <m:t>𝜔</m:t>
                                          </m:r>
                                          <m:sSub>
                                            <m:sSubPr>
                                              <m:ctrlPr>
                                                <a:rPr lang="pt-BR" sz="1400" b="0" i="1" smtClean="0">
                                                  <a:solidFill>
                                                    <a:schemeClr val="tx1"/>
                                                  </a:solidFill>
                                                  <a:latin typeface="Cambria Math" panose="02040503050406030204" pitchFamily="18" charset="0"/>
                                                </a:rPr>
                                              </m:ctrlPr>
                                            </m:sSubPr>
                                            <m:e>
                                              <m:r>
                                                <a:rPr lang="pt-BR" sz="1400" b="0" i="1" smtClean="0">
                                                  <a:solidFill>
                                                    <a:schemeClr val="tx1"/>
                                                  </a:solidFill>
                                                  <a:latin typeface="Cambria Math" panose="02040503050406030204" pitchFamily="18" charset="0"/>
                                                </a:rPr>
                                                <m:t>𝜇</m:t>
                                              </m:r>
                                            </m:e>
                                            <m:sub>
                                              <m:r>
                                                <a:rPr lang="pt-BR" sz="1400" b="0" i="1" smtClean="0">
                                                  <a:solidFill>
                                                    <a:schemeClr val="tx1"/>
                                                  </a:solidFill>
                                                  <a:latin typeface="Cambria Math" panose="02040503050406030204" pitchFamily="18" charset="0"/>
                                                </a:rPr>
                                                <m:t>0</m:t>
                                              </m:r>
                                            </m:sub>
                                          </m:sSub>
                                          <m:sSub>
                                            <m:sSubPr>
                                              <m:ctrlPr>
                                                <a:rPr lang="pt-BR" sz="1400" b="1" i="1">
                                                  <a:solidFill>
                                                    <a:schemeClr val="tx1"/>
                                                  </a:solidFill>
                                                  <a:latin typeface="Cambria Math" panose="02040503050406030204" pitchFamily="18" charset="0"/>
                                                  <a:ea typeface="Cambria Math" panose="02040503050406030204" pitchFamily="18" charset="0"/>
                                                </a:rPr>
                                              </m:ctrlPr>
                                            </m:sSubPr>
                                            <m:e>
                                              <m:r>
                                                <a:rPr lang="en-US" sz="1400" b="1" i="1">
                                                  <a:solidFill>
                                                    <a:schemeClr val="tx1"/>
                                                  </a:solidFill>
                                                  <a:latin typeface="Cambria Math" panose="02040503050406030204" pitchFamily="18" charset="0"/>
                                                  <a:ea typeface="Cambria Math" panose="02040503050406030204" pitchFamily="18" charset="0"/>
                                                </a:rPr>
                                                <m:t>𝕐</m:t>
                                              </m:r>
                                            </m:e>
                                            <m:sub>
                                              <m:r>
                                                <a:rPr lang="pt-BR" sz="1400" b="1" i="1">
                                                  <a:solidFill>
                                                    <a:schemeClr val="tx1"/>
                                                  </a:solidFill>
                                                  <a:latin typeface="Cambria Math" panose="02040503050406030204" pitchFamily="18" charset="0"/>
                                                  <a:ea typeface="Cambria Math" panose="02040503050406030204" pitchFamily="18" charset="0"/>
                                                </a:rPr>
                                                <m:t>𝒔</m:t>
                                              </m:r>
                                            </m:sub>
                                          </m:sSub>
                                          <m:r>
                                            <a:rPr lang="pt-BR" sz="1400" b="0" i="1">
                                              <a:solidFill>
                                                <a:schemeClr val="tx1"/>
                                              </a:solidFill>
                                              <a:latin typeface="Cambria Math" panose="02040503050406030204" pitchFamily="18" charset="0"/>
                                              <a:ea typeface="Cambria Math" panose="02040503050406030204" pitchFamily="18" charset="0"/>
                                            </a:rPr>
                                            <m:t>𝔾</m:t>
                                          </m:r>
                                        </m:e>
                                      </m:d>
                                    </m:e>
                                    <m:sup>
                                      <m:r>
                                        <a:rPr lang="pt-BR" sz="1400" b="0" i="1" smtClean="0">
                                          <a:solidFill>
                                            <a:schemeClr val="tx1"/>
                                          </a:solidFill>
                                          <a:latin typeface="Cambria Math" panose="02040503050406030204" pitchFamily="18" charset="0"/>
                                        </a:rPr>
                                        <m:t>−1</m:t>
                                      </m:r>
                                    </m:sup>
                                  </m:sSup>
                                  <m:sSub>
                                    <m:sSubPr>
                                      <m:ctrlPr>
                                        <a:rPr lang="pt-BR" sz="1400" b="1" i="1">
                                          <a:solidFill>
                                            <a:schemeClr val="tx1"/>
                                          </a:solidFill>
                                          <a:latin typeface="Cambria Math" panose="02040503050406030204" pitchFamily="18" charset="0"/>
                                          <a:ea typeface="Cambria Math" panose="02040503050406030204" pitchFamily="18" charset="0"/>
                                        </a:rPr>
                                      </m:ctrlPr>
                                    </m:sSubPr>
                                    <m:e>
                                      <m:r>
                                        <a:rPr lang="en-US" sz="1400" b="1" i="1">
                                          <a:solidFill>
                                            <a:schemeClr val="tx1"/>
                                          </a:solidFill>
                                          <a:latin typeface="Cambria Math" panose="02040503050406030204" pitchFamily="18" charset="0"/>
                                          <a:ea typeface="Cambria Math" panose="02040503050406030204" pitchFamily="18" charset="0"/>
                                        </a:rPr>
                                        <m:t>𝕐</m:t>
                                      </m:r>
                                    </m:e>
                                    <m:sub>
                                      <m:r>
                                        <a:rPr lang="pt-BR" sz="1400" b="1" i="1">
                                          <a:solidFill>
                                            <a:schemeClr val="tx1"/>
                                          </a:solidFill>
                                          <a:latin typeface="Cambria Math" panose="02040503050406030204" pitchFamily="18" charset="0"/>
                                          <a:ea typeface="Cambria Math" panose="02040503050406030204" pitchFamily="18" charset="0"/>
                                        </a:rPr>
                                        <m:t>𝒔</m:t>
                                      </m:r>
                                    </m:sub>
                                  </m:sSub>
                                  <m:r>
                                    <a:rPr lang="pt-BR" sz="1400" b="1" i="1">
                                      <a:solidFill>
                                        <a:schemeClr val="tx1"/>
                                      </a:solidFill>
                                      <a:latin typeface="Cambria Math" panose="02040503050406030204" pitchFamily="18" charset="0"/>
                                    </a:rPr>
                                    <m:t>𝕌</m:t>
                                  </m:r>
                                </m:e>
                              </m:d>
                            </m:e>
                            <m:sup>
                              <m:r>
                                <a:rPr lang="pt-BR" sz="1400" b="1" i="1" smtClean="0">
                                  <a:solidFill>
                                    <a:schemeClr val="tx1"/>
                                  </a:solidFill>
                                  <a:latin typeface="Cambria Math" panose="02040503050406030204" pitchFamily="18" charset="0"/>
                                </a:rPr>
                                <m:t>−</m:t>
                              </m:r>
                              <m:r>
                                <a:rPr lang="pt-BR" sz="1400" b="1" i="1" smtClean="0">
                                  <a:solidFill>
                                    <a:schemeClr val="tx1"/>
                                  </a:solidFill>
                                  <a:latin typeface="Cambria Math" panose="02040503050406030204" pitchFamily="18" charset="0"/>
                                </a:rPr>
                                <m:t>𝟏</m:t>
                              </m:r>
                            </m:sup>
                          </m:sSup>
                        </m:oMath>
                      </m:oMathPara>
                    </a14:m>
                    <a:endParaRPr lang="en-US" sz="1400" b="1" i="1">
                      <a:solidFill>
                        <a:schemeClr val="tx1"/>
                      </a:solidFill>
                    </a:endParaRPr>
                  </a:p>
                </p:txBody>
              </p:sp>
            </mc:Choice>
            <mc:Fallback xmlns="">
              <p:sp>
                <p:nvSpPr>
                  <p:cNvPr id="120" name="Fluxograma: Processo 119">
                    <a:extLst>
                      <a:ext uri="{FF2B5EF4-FFF2-40B4-BE49-F238E27FC236}">
                        <a16:creationId xmlns:a16="http://schemas.microsoft.com/office/drawing/2014/main" id="{05A5B690-CF15-232F-BD57-D766EA32ACB4}"/>
                      </a:ext>
                    </a:extLst>
                  </p:cNvPr>
                  <p:cNvSpPr>
                    <a:spLocks noRot="1" noChangeAspect="1" noMove="1" noResize="1" noEditPoints="1" noAdjustHandles="1" noChangeArrowheads="1" noChangeShapeType="1" noTextEdit="1"/>
                  </p:cNvSpPr>
                  <p:nvPr/>
                </p:nvSpPr>
                <p:spPr>
                  <a:xfrm>
                    <a:off x="1846425" y="4905616"/>
                    <a:ext cx="2535638" cy="400110"/>
                  </a:xfrm>
                  <a:prstGeom prst="flowChartProcess">
                    <a:avLst/>
                  </a:prstGeom>
                  <a:blipFill>
                    <a:blip r:embed="rId16"/>
                    <a:stretch>
                      <a:fillRect/>
                    </a:stretch>
                  </a:blipFill>
                  <a:ln w="9525" cap="flat" cmpd="sng" algn="ctr">
                    <a:solidFill>
                      <a:schemeClr val="tx1"/>
                    </a:solidFill>
                    <a:prstDash val="solid"/>
                    <a:round/>
                    <a:headEnd type="none" w="med" len="med"/>
                    <a:tailEnd type="none" w="med" len="med"/>
                  </a:ln>
                </p:spPr>
                <p:txBody>
                  <a:bodyPr/>
                  <a:lstStyle/>
                  <a:p>
                    <a:r>
                      <a:rPr lang="pt-BR">
                        <a:noFill/>
                      </a:rPr>
                      <a:t> </a:t>
                    </a:r>
                  </a:p>
                </p:txBody>
              </p:sp>
            </mc:Fallback>
          </mc:AlternateContent>
          <p:cxnSp>
            <p:nvCxnSpPr>
              <p:cNvPr id="138" name="Conector de Seta Reta 137">
                <a:extLst>
                  <a:ext uri="{FF2B5EF4-FFF2-40B4-BE49-F238E27FC236}">
                    <a16:creationId xmlns:a16="http://schemas.microsoft.com/office/drawing/2014/main" id="{B1AF728B-F0CC-6071-41EA-12E71BEC9E31}"/>
                  </a:ext>
                </a:extLst>
              </p:cNvPr>
              <p:cNvCxnSpPr>
                <a:cxnSpLocks/>
                <a:stCxn id="114" idx="2"/>
                <a:endCxn id="113" idx="0"/>
              </p:cNvCxnSpPr>
              <p:nvPr/>
            </p:nvCxnSpPr>
            <p:spPr>
              <a:xfrm flipH="1">
                <a:off x="962238" y="5305725"/>
                <a:ext cx="13266" cy="59995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92" name="Conector de Seta Reta 191">
                <a:extLst>
                  <a:ext uri="{FF2B5EF4-FFF2-40B4-BE49-F238E27FC236}">
                    <a16:creationId xmlns:a16="http://schemas.microsoft.com/office/drawing/2014/main" id="{DB1C4B84-7F51-0EAA-3235-28950B29DF9D}"/>
                  </a:ext>
                </a:extLst>
              </p:cNvPr>
              <p:cNvCxnSpPr>
                <a:cxnSpLocks/>
              </p:cNvCxnSpPr>
              <p:nvPr/>
            </p:nvCxnSpPr>
            <p:spPr>
              <a:xfrm flipH="1" flipV="1">
                <a:off x="2517816" y="4261373"/>
                <a:ext cx="1" cy="64424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98" name="Fluxograma: Conector 197">
              <a:extLst>
                <a:ext uri="{FF2B5EF4-FFF2-40B4-BE49-F238E27FC236}">
                  <a16:creationId xmlns:a16="http://schemas.microsoft.com/office/drawing/2014/main" id="{6A02FE1B-E14B-9954-209A-B7033B64FBDF}"/>
                </a:ext>
              </a:extLst>
            </p:cNvPr>
            <p:cNvSpPr/>
            <p:nvPr/>
          </p:nvSpPr>
          <p:spPr>
            <a:xfrm>
              <a:off x="2400800" y="5769260"/>
              <a:ext cx="274320" cy="27432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200"/>
            </a:p>
          </p:txBody>
        </p:sp>
        <p:sp>
          <p:nvSpPr>
            <p:cNvPr id="199" name="Fluxograma: Conector 198">
              <a:extLst>
                <a:ext uri="{FF2B5EF4-FFF2-40B4-BE49-F238E27FC236}">
                  <a16:creationId xmlns:a16="http://schemas.microsoft.com/office/drawing/2014/main" id="{2ABA67BF-44CA-4FA2-BB65-021A0BE2A511}"/>
                </a:ext>
              </a:extLst>
            </p:cNvPr>
            <p:cNvSpPr/>
            <p:nvPr/>
          </p:nvSpPr>
          <p:spPr>
            <a:xfrm>
              <a:off x="839416" y="3825044"/>
              <a:ext cx="274320" cy="274320"/>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200"/>
            </a:p>
          </p:txBody>
        </p:sp>
        <p:cxnSp>
          <p:nvCxnSpPr>
            <p:cNvPr id="204" name="Conector de Seta Reta 203">
              <a:extLst>
                <a:ext uri="{FF2B5EF4-FFF2-40B4-BE49-F238E27FC236}">
                  <a16:creationId xmlns:a16="http://schemas.microsoft.com/office/drawing/2014/main" id="{47DA87EF-895F-004B-E5E4-8AA70CE84549}"/>
                </a:ext>
              </a:extLst>
            </p:cNvPr>
            <p:cNvCxnSpPr>
              <a:cxnSpLocks/>
              <a:stCxn id="90" idx="1"/>
              <a:endCxn id="198" idx="6"/>
            </p:cNvCxnSpPr>
            <p:nvPr/>
          </p:nvCxnSpPr>
          <p:spPr>
            <a:xfrm flipH="1">
              <a:off x="2675120" y="5902863"/>
              <a:ext cx="897452" cy="355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6" name="Conector de Seta Reta 205">
              <a:extLst>
                <a:ext uri="{FF2B5EF4-FFF2-40B4-BE49-F238E27FC236}">
                  <a16:creationId xmlns:a16="http://schemas.microsoft.com/office/drawing/2014/main" id="{BB8424BB-A0C3-A414-475E-09FAAEF4DF1E}"/>
                </a:ext>
              </a:extLst>
            </p:cNvPr>
            <p:cNvCxnSpPr>
              <a:cxnSpLocks/>
              <a:stCxn id="198" idx="0"/>
            </p:cNvCxnSpPr>
            <p:nvPr/>
          </p:nvCxnSpPr>
          <p:spPr>
            <a:xfrm flipH="1" flipV="1">
              <a:off x="2536277" y="5301208"/>
              <a:ext cx="1683" cy="46805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1" name="Conector de Seta Reta 210">
              <a:extLst>
                <a:ext uri="{FF2B5EF4-FFF2-40B4-BE49-F238E27FC236}">
                  <a16:creationId xmlns:a16="http://schemas.microsoft.com/office/drawing/2014/main" id="{336A8977-4D39-80F9-87D3-CD2D3DABF2BD}"/>
                </a:ext>
              </a:extLst>
            </p:cNvPr>
            <p:cNvCxnSpPr>
              <a:cxnSpLocks/>
              <a:stCxn id="199" idx="4"/>
              <a:endCxn id="114" idx="0"/>
            </p:cNvCxnSpPr>
            <p:nvPr/>
          </p:nvCxnSpPr>
          <p:spPr>
            <a:xfrm flipH="1">
              <a:off x="975504" y="4099364"/>
              <a:ext cx="1072" cy="80625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3" name="Conector de Seta Reta 212">
              <a:extLst>
                <a:ext uri="{FF2B5EF4-FFF2-40B4-BE49-F238E27FC236}">
                  <a16:creationId xmlns:a16="http://schemas.microsoft.com/office/drawing/2014/main" id="{20ED3CD9-6493-850F-6916-DFD81381D23A}"/>
                </a:ext>
              </a:extLst>
            </p:cNvPr>
            <p:cNvCxnSpPr>
              <a:cxnSpLocks/>
              <a:stCxn id="44" idx="1"/>
              <a:endCxn id="199" idx="6"/>
            </p:cNvCxnSpPr>
            <p:nvPr/>
          </p:nvCxnSpPr>
          <p:spPr>
            <a:xfrm flipH="1" flipV="1">
              <a:off x="1113736" y="3962204"/>
              <a:ext cx="692944" cy="1002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780835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14"/>
                                        </p:tgtEl>
                                        <p:attrNameLst>
                                          <p:attrName>style.visibility</p:attrName>
                                        </p:attrNameLst>
                                      </p:cBhvr>
                                      <p:to>
                                        <p:strVal val="visible"/>
                                      </p:to>
                                    </p:set>
                                    <p:animEffect transition="in" filter="barn(inVertical)">
                                      <p:cBhvr>
                                        <p:cTn id="7" dur="500"/>
                                        <p:tgtEl>
                                          <p:spTgt spid="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27</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2880271"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Bifilar Line</a:t>
            </a:r>
            <a:endParaRPr lang="pt-BR" sz="2000">
              <a:ln w="0"/>
              <a:effectLst>
                <a:outerShdw blurRad="38100" dist="19050" dir="2700000" algn="tl" rotWithShape="0">
                  <a:schemeClr val="dk1">
                    <a:alpha val="40000"/>
                  </a:schemeClr>
                </a:outerShdw>
              </a:effectLst>
            </a:endParaRP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1800152" cy="307777"/>
          </a:xfrm>
          <a:prstGeom prst="rect">
            <a:avLst/>
          </a:prstGeom>
          <a:noFill/>
        </p:spPr>
        <p:txBody>
          <a:bodyPr wrap="square">
            <a:spAutoFit/>
          </a:bodyPr>
          <a:lstStyle/>
          <a:p>
            <a:pPr algn="l" rtl="0" eaLnBrk="1" latinLnBrk="0" hangingPunct="1">
              <a:spcBef>
                <a:spcPts val="0"/>
              </a:spcBef>
              <a:spcAft>
                <a:spcPts val="0"/>
              </a:spcAft>
              <a:buClrTx/>
              <a:buSzPts val="1800"/>
            </a:pPr>
            <a:r>
              <a:rPr lang="pt-BR" sz="1400" kern="1200">
                <a:solidFill>
                  <a:srgbClr val="0070C0"/>
                </a:solidFill>
                <a:effectLst/>
                <a:latin typeface="Arial Black" panose="020B0A04020102020204" pitchFamily="34" charset="0"/>
                <a:ea typeface="+mn-ea"/>
                <a:cs typeface="+mn-cs"/>
              </a:rPr>
              <a:t>Examples</a:t>
            </a:r>
            <a:endParaRPr lang="pt-BR" sz="1400">
              <a:solidFill>
                <a:srgbClr val="0070C0"/>
              </a:solidFill>
              <a:latin typeface="Arial Black" panose="020B0A04020102020204" pitchFamily="34" charset="0"/>
            </a:endParaRPr>
          </a:p>
        </p:txBody>
      </p:sp>
      <p:grpSp>
        <p:nvGrpSpPr>
          <p:cNvPr id="36" name="Agrupar 35">
            <a:extLst>
              <a:ext uri="{FF2B5EF4-FFF2-40B4-BE49-F238E27FC236}">
                <a16:creationId xmlns:a16="http://schemas.microsoft.com/office/drawing/2014/main" id="{3FE3492E-D514-81EB-5BDB-044328DB9DF9}"/>
              </a:ext>
            </a:extLst>
          </p:cNvPr>
          <p:cNvGrpSpPr/>
          <p:nvPr/>
        </p:nvGrpSpPr>
        <p:grpSpPr>
          <a:xfrm>
            <a:off x="439689" y="1196752"/>
            <a:ext cx="3253658" cy="1682273"/>
            <a:chOff x="4740115" y="1009502"/>
            <a:chExt cx="2684029" cy="1458341"/>
          </a:xfrm>
        </p:grpSpPr>
        <p:sp>
          <p:nvSpPr>
            <p:cNvPr id="15" name="Elipse 14">
              <a:extLst>
                <a:ext uri="{FF2B5EF4-FFF2-40B4-BE49-F238E27FC236}">
                  <a16:creationId xmlns:a16="http://schemas.microsoft.com/office/drawing/2014/main" id="{BA637B0A-A738-20CA-40AA-63B856901DA2}"/>
                </a:ext>
              </a:extLst>
            </p:cNvPr>
            <p:cNvSpPr/>
            <p:nvPr/>
          </p:nvSpPr>
          <p:spPr>
            <a:xfrm>
              <a:off x="4788978" y="1096512"/>
              <a:ext cx="545802" cy="548640"/>
            </a:xfrm>
            <a:prstGeom prst="ellipse">
              <a:avLst/>
            </a:prstGeom>
            <a:solidFill>
              <a:schemeClr val="accent1">
                <a:alpha val="50000"/>
              </a:schemeClr>
            </a:solidFill>
            <a:ln w="19050">
              <a:solidFill>
                <a:schemeClr val="tx2">
                  <a:lumMod val="90000"/>
                  <a:lumOff val="1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16" name="Elipse 15">
              <a:extLst>
                <a:ext uri="{FF2B5EF4-FFF2-40B4-BE49-F238E27FC236}">
                  <a16:creationId xmlns:a16="http://schemas.microsoft.com/office/drawing/2014/main" id="{09761677-ADDD-FD61-1B19-9A5DAD0ECBD9}"/>
                </a:ext>
              </a:extLst>
            </p:cNvPr>
            <p:cNvSpPr/>
            <p:nvPr/>
          </p:nvSpPr>
          <p:spPr>
            <a:xfrm>
              <a:off x="6878342" y="1090373"/>
              <a:ext cx="545802" cy="548640"/>
            </a:xfrm>
            <a:prstGeom prst="ellipse">
              <a:avLst/>
            </a:prstGeom>
            <a:solidFill>
              <a:schemeClr val="tx2">
                <a:lumMod val="50000"/>
                <a:lumOff val="50000"/>
                <a:alpha val="50000"/>
              </a:schemeClr>
            </a:solidFill>
            <a:ln w="19050">
              <a:solidFill>
                <a:schemeClr val="accent1">
                  <a:lumMod val="60000"/>
                  <a:lumOff val="4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18" name="Elipse 17">
              <a:extLst>
                <a:ext uri="{FF2B5EF4-FFF2-40B4-BE49-F238E27FC236}">
                  <a16:creationId xmlns:a16="http://schemas.microsoft.com/office/drawing/2014/main" id="{32803960-956F-32D0-E6DA-092AAFF9923D}"/>
                </a:ext>
              </a:extLst>
            </p:cNvPr>
            <p:cNvSpPr/>
            <p:nvPr/>
          </p:nvSpPr>
          <p:spPr>
            <a:xfrm>
              <a:off x="7138839" y="1337310"/>
              <a:ext cx="24809" cy="2366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Elipse 18">
              <a:extLst>
                <a:ext uri="{FF2B5EF4-FFF2-40B4-BE49-F238E27FC236}">
                  <a16:creationId xmlns:a16="http://schemas.microsoft.com/office/drawing/2014/main" id="{A4F40DCD-B092-F6E4-8AEC-25D16C18A91F}"/>
                </a:ext>
              </a:extLst>
            </p:cNvPr>
            <p:cNvSpPr/>
            <p:nvPr/>
          </p:nvSpPr>
          <p:spPr>
            <a:xfrm>
              <a:off x="5047686" y="1338895"/>
              <a:ext cx="24809" cy="2366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0" name="Conector de Seta Reta 19">
              <a:extLst>
                <a:ext uri="{FF2B5EF4-FFF2-40B4-BE49-F238E27FC236}">
                  <a16:creationId xmlns:a16="http://schemas.microsoft.com/office/drawing/2014/main" id="{1FF31AF6-3E57-796A-3687-FE74204D86A9}"/>
                </a:ext>
              </a:extLst>
            </p:cNvPr>
            <p:cNvCxnSpPr>
              <a:cxnSpLocks/>
            </p:cNvCxnSpPr>
            <p:nvPr/>
          </p:nvCxnSpPr>
          <p:spPr>
            <a:xfrm>
              <a:off x="5056457" y="1808820"/>
              <a:ext cx="2091154" cy="0"/>
            </a:xfrm>
            <a:prstGeom prst="straightConnector1">
              <a:avLst/>
            </a:prstGeom>
            <a:ln w="6350">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1" name="Conector reto 20">
              <a:extLst>
                <a:ext uri="{FF2B5EF4-FFF2-40B4-BE49-F238E27FC236}">
                  <a16:creationId xmlns:a16="http://schemas.microsoft.com/office/drawing/2014/main" id="{265C2742-3590-6D6A-89B8-2212B6A847FE}"/>
                </a:ext>
              </a:extLst>
            </p:cNvPr>
            <p:cNvCxnSpPr>
              <a:cxnSpLocks/>
            </p:cNvCxnSpPr>
            <p:nvPr/>
          </p:nvCxnSpPr>
          <p:spPr>
            <a:xfrm flipH="1">
              <a:off x="5056457" y="1410463"/>
              <a:ext cx="3633" cy="434842"/>
            </a:xfrm>
            <a:prstGeom prst="line">
              <a:avLst/>
            </a:prstGeom>
            <a:ln w="6350"/>
          </p:spPr>
          <p:style>
            <a:lnRef idx="1">
              <a:schemeClr val="dk1"/>
            </a:lnRef>
            <a:fillRef idx="0">
              <a:schemeClr val="dk1"/>
            </a:fillRef>
            <a:effectRef idx="0">
              <a:schemeClr val="dk1"/>
            </a:effectRef>
            <a:fontRef idx="minor">
              <a:schemeClr val="tx1"/>
            </a:fontRef>
          </p:style>
        </p:cxnSp>
        <p:cxnSp>
          <p:nvCxnSpPr>
            <p:cNvPr id="22" name="Conector reto 21">
              <a:extLst>
                <a:ext uri="{FF2B5EF4-FFF2-40B4-BE49-F238E27FC236}">
                  <a16:creationId xmlns:a16="http://schemas.microsoft.com/office/drawing/2014/main" id="{FC25529B-F83C-5E19-9C8F-4AD2DEA8FFDC}"/>
                </a:ext>
              </a:extLst>
            </p:cNvPr>
            <p:cNvCxnSpPr>
              <a:cxnSpLocks/>
            </p:cNvCxnSpPr>
            <p:nvPr/>
          </p:nvCxnSpPr>
          <p:spPr>
            <a:xfrm flipH="1">
              <a:off x="7147611" y="1415013"/>
              <a:ext cx="3633" cy="434842"/>
            </a:xfrm>
            <a:prstGeom prst="line">
              <a:avLst/>
            </a:prstGeom>
            <a:ln w="952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B4C844DE-31AB-09F9-8CF7-B79298809E3F}"/>
                    </a:ext>
                  </a:extLst>
                </p:cNvPr>
                <p:cNvSpPr txBox="1"/>
                <p:nvPr/>
              </p:nvSpPr>
              <p:spPr>
                <a:xfrm>
                  <a:off x="5589041" y="1567825"/>
                  <a:ext cx="996954" cy="26680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400" b="0" i="1" smtClean="0">
                            <a:latin typeface="Cambria Math" panose="02040503050406030204" pitchFamily="18" charset="0"/>
                          </a:rPr>
                          <m:t>𝑑</m:t>
                        </m:r>
                        <m:r>
                          <a:rPr lang="pt-BR" sz="1400" b="0" i="1" smtClean="0">
                            <a:latin typeface="Cambria Math" panose="02040503050406030204" pitchFamily="18" charset="0"/>
                          </a:rPr>
                          <m:t>=100 </m:t>
                        </m:r>
                        <m:r>
                          <a:rPr lang="pt-BR" sz="1400" b="0" i="1" smtClean="0">
                            <a:latin typeface="Cambria Math" panose="02040503050406030204" pitchFamily="18" charset="0"/>
                          </a:rPr>
                          <m:t>𝑚𝑚</m:t>
                        </m:r>
                      </m:oMath>
                    </m:oMathPara>
                  </a14:m>
                  <a:endParaRPr lang="pt-BR" sz="1400"/>
                </a:p>
              </p:txBody>
            </p:sp>
          </mc:Choice>
          <mc:Fallback xmlns="">
            <p:sp>
              <p:nvSpPr>
                <p:cNvPr id="23" name="CaixaDeTexto 22">
                  <a:extLst>
                    <a:ext uri="{FF2B5EF4-FFF2-40B4-BE49-F238E27FC236}">
                      <a16:creationId xmlns:a16="http://schemas.microsoft.com/office/drawing/2014/main" id="{B4C844DE-31AB-09F9-8CF7-B79298809E3F}"/>
                    </a:ext>
                  </a:extLst>
                </p:cNvPr>
                <p:cNvSpPr txBox="1">
                  <a:spLocks noRot="1" noChangeAspect="1" noMove="1" noResize="1" noEditPoints="1" noAdjustHandles="1" noChangeArrowheads="1" noChangeShapeType="1" noTextEdit="1"/>
                </p:cNvSpPr>
                <p:nvPr/>
              </p:nvSpPr>
              <p:spPr>
                <a:xfrm>
                  <a:off x="5589041" y="1567825"/>
                  <a:ext cx="996954" cy="266808"/>
                </a:xfrm>
                <a:prstGeom prst="rect">
                  <a:avLst/>
                </a:prstGeom>
                <a:blipFill>
                  <a:blip r:embed="rId4"/>
                  <a:stretch>
                    <a:fillRect/>
                  </a:stretch>
                </a:blipFill>
              </p:spPr>
              <p:txBody>
                <a:bodyPr/>
                <a:lstStyle/>
                <a:p>
                  <a:r>
                    <a:rPr lang="pt-BR">
                      <a:noFill/>
                    </a:rPr>
                    <a:t> </a:t>
                  </a:r>
                </a:p>
              </p:txBody>
            </p:sp>
          </mc:Fallback>
        </mc:AlternateContent>
        <p:grpSp>
          <p:nvGrpSpPr>
            <p:cNvPr id="24" name="Agrupar 23">
              <a:extLst>
                <a:ext uri="{FF2B5EF4-FFF2-40B4-BE49-F238E27FC236}">
                  <a16:creationId xmlns:a16="http://schemas.microsoft.com/office/drawing/2014/main" id="{0E411B90-FC6A-7FE1-1C30-81773C5246FF}"/>
                </a:ext>
              </a:extLst>
            </p:cNvPr>
            <p:cNvGrpSpPr/>
            <p:nvPr/>
          </p:nvGrpSpPr>
          <p:grpSpPr>
            <a:xfrm>
              <a:off x="4857369" y="1039904"/>
              <a:ext cx="409049" cy="305627"/>
              <a:chOff x="161602" y="1426275"/>
              <a:chExt cx="753825" cy="590369"/>
            </a:xfrm>
          </p:grpSpPr>
          <p:cxnSp>
            <p:nvCxnSpPr>
              <p:cNvPr id="33" name="Conector de Seta Reta 32">
                <a:extLst>
                  <a:ext uri="{FF2B5EF4-FFF2-40B4-BE49-F238E27FC236}">
                    <a16:creationId xmlns:a16="http://schemas.microsoft.com/office/drawing/2014/main" id="{CF771486-C284-9A43-44A0-55265DAF91FC}"/>
                  </a:ext>
                </a:extLst>
              </p:cNvPr>
              <p:cNvCxnSpPr>
                <a:cxnSpLocks/>
                <a:stCxn id="19" idx="7"/>
              </p:cNvCxnSpPr>
              <p:nvPr/>
            </p:nvCxnSpPr>
            <p:spPr>
              <a:xfrm flipV="1">
                <a:off x="565980" y="1707620"/>
                <a:ext cx="349447" cy="30902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CaixaDeTexto 33">
                    <a:extLst>
                      <a:ext uri="{FF2B5EF4-FFF2-40B4-BE49-F238E27FC236}">
                        <a16:creationId xmlns:a16="http://schemas.microsoft.com/office/drawing/2014/main" id="{21DA15BB-1756-728D-1D7D-C1794FE758E7}"/>
                      </a:ext>
                    </a:extLst>
                  </p:cNvPr>
                  <p:cNvSpPr txBox="1"/>
                  <p:nvPr/>
                </p:nvSpPr>
                <p:spPr>
                  <a:xfrm>
                    <a:off x="161602" y="1426275"/>
                    <a:ext cx="279169" cy="5626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i="1" smtClean="0">
                                  <a:latin typeface="Cambria Math" panose="02040503050406030204" pitchFamily="18" charset="0"/>
                                </a:rPr>
                                <m:t>𝑝</m:t>
                              </m:r>
                            </m:sub>
                          </m:sSub>
                        </m:oMath>
                      </m:oMathPara>
                    </a14:m>
                    <a:endParaRPr lang="pt-BR" sz="1400"/>
                  </a:p>
                </p:txBody>
              </p:sp>
            </mc:Choice>
            <mc:Fallback xmlns="">
              <p:sp>
                <p:nvSpPr>
                  <p:cNvPr id="34" name="CaixaDeTexto 33">
                    <a:extLst>
                      <a:ext uri="{FF2B5EF4-FFF2-40B4-BE49-F238E27FC236}">
                        <a16:creationId xmlns:a16="http://schemas.microsoft.com/office/drawing/2014/main" id="{21DA15BB-1756-728D-1D7D-C1794FE758E7}"/>
                      </a:ext>
                    </a:extLst>
                  </p:cNvPr>
                  <p:cNvSpPr txBox="1">
                    <a:spLocks noRot="1" noChangeAspect="1" noMove="1" noResize="1" noEditPoints="1" noAdjustHandles="1" noChangeArrowheads="1" noChangeShapeType="1" noTextEdit="1"/>
                  </p:cNvSpPr>
                  <p:nvPr/>
                </p:nvSpPr>
                <p:spPr>
                  <a:xfrm>
                    <a:off x="161602" y="1426275"/>
                    <a:ext cx="279169" cy="562690"/>
                  </a:xfrm>
                  <a:prstGeom prst="rect">
                    <a:avLst/>
                  </a:prstGeom>
                  <a:blipFill>
                    <a:blip r:embed="rId11"/>
                    <a:stretch>
                      <a:fillRect r="-76000"/>
                    </a:stretch>
                  </a:blipFill>
                </p:spPr>
                <p:txBody>
                  <a:bodyPr/>
                  <a:lstStyle/>
                  <a:p>
                    <a:r>
                      <a:rPr lang="pt-BR">
                        <a:noFill/>
                      </a:rPr>
                      <a:t> </a:t>
                    </a:r>
                  </a:p>
                </p:txBody>
              </p:sp>
            </mc:Fallback>
          </mc:AlternateContent>
        </p:grpSp>
        <p:grpSp>
          <p:nvGrpSpPr>
            <p:cNvPr id="25" name="Agrupar 24">
              <a:extLst>
                <a:ext uri="{FF2B5EF4-FFF2-40B4-BE49-F238E27FC236}">
                  <a16:creationId xmlns:a16="http://schemas.microsoft.com/office/drawing/2014/main" id="{E978E7E2-F56D-CF4F-DE20-1AB60F8E7372}"/>
                </a:ext>
              </a:extLst>
            </p:cNvPr>
            <p:cNvGrpSpPr/>
            <p:nvPr/>
          </p:nvGrpSpPr>
          <p:grpSpPr>
            <a:xfrm>
              <a:off x="6976744" y="1009502"/>
              <a:ext cx="379396" cy="329393"/>
              <a:chOff x="372951" y="1396583"/>
              <a:chExt cx="699176" cy="636277"/>
            </a:xfrm>
          </p:grpSpPr>
          <p:cxnSp>
            <p:nvCxnSpPr>
              <p:cNvPr id="31" name="Conector de Seta Reta 30">
                <a:extLst>
                  <a:ext uri="{FF2B5EF4-FFF2-40B4-BE49-F238E27FC236}">
                    <a16:creationId xmlns:a16="http://schemas.microsoft.com/office/drawing/2014/main" id="{F230F752-9082-D123-32A5-435338E4D059}"/>
                  </a:ext>
                </a:extLst>
              </p:cNvPr>
              <p:cNvCxnSpPr>
                <a:cxnSpLocks/>
              </p:cNvCxnSpPr>
              <p:nvPr/>
            </p:nvCxnSpPr>
            <p:spPr>
              <a:xfrm flipV="1">
                <a:off x="719279" y="1717141"/>
                <a:ext cx="352848" cy="3157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CaixaDeTexto 31">
                    <a:extLst>
                      <a:ext uri="{FF2B5EF4-FFF2-40B4-BE49-F238E27FC236}">
                        <a16:creationId xmlns:a16="http://schemas.microsoft.com/office/drawing/2014/main" id="{3DEE1305-69BB-8742-0700-083A80B82530}"/>
                      </a:ext>
                    </a:extLst>
                  </p:cNvPr>
                  <p:cNvSpPr txBox="1"/>
                  <p:nvPr/>
                </p:nvSpPr>
                <p:spPr>
                  <a:xfrm>
                    <a:off x="372951" y="1396583"/>
                    <a:ext cx="279170" cy="5626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xmlns="">
              <p:sp>
                <p:nvSpPr>
                  <p:cNvPr id="32" name="CaixaDeTexto 31">
                    <a:extLst>
                      <a:ext uri="{FF2B5EF4-FFF2-40B4-BE49-F238E27FC236}">
                        <a16:creationId xmlns:a16="http://schemas.microsoft.com/office/drawing/2014/main" id="{3DEE1305-69BB-8742-0700-083A80B82530}"/>
                      </a:ext>
                    </a:extLst>
                  </p:cNvPr>
                  <p:cNvSpPr txBox="1">
                    <a:spLocks noRot="1" noChangeAspect="1" noMove="1" noResize="1" noEditPoints="1" noAdjustHandles="1" noChangeArrowheads="1" noChangeShapeType="1" noTextEdit="1"/>
                  </p:cNvSpPr>
                  <p:nvPr/>
                </p:nvSpPr>
                <p:spPr>
                  <a:xfrm>
                    <a:off x="372951" y="1396583"/>
                    <a:ext cx="279170" cy="562689"/>
                  </a:xfrm>
                  <a:prstGeom prst="rect">
                    <a:avLst/>
                  </a:prstGeom>
                  <a:blipFill>
                    <a:blip r:embed="rId12"/>
                    <a:stretch>
                      <a:fillRect r="-76000"/>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2C4FA4B6-499D-6787-2F7B-6FBFD53D33C0}"/>
                    </a:ext>
                  </a:extLst>
                </p:cNvPr>
                <p:cNvSpPr txBox="1"/>
                <p:nvPr/>
              </p:nvSpPr>
              <p:spPr>
                <a:xfrm>
                  <a:off x="4750589" y="1924008"/>
                  <a:ext cx="1330770" cy="28120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𝑝</m:t>
                            </m:r>
                          </m:sub>
                        </m:sSub>
                        <m:r>
                          <a:rPr lang="pt-BR" sz="1400" b="0" i="1" smtClean="0">
                            <a:latin typeface="Cambria Math" panose="02040503050406030204" pitchFamily="18" charset="0"/>
                          </a:rPr>
                          <m:t>=</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𝑞</m:t>
                            </m:r>
                          </m:sub>
                        </m:sSub>
                        <m:r>
                          <a:rPr lang="pt-BR" sz="1400" b="0" i="1" smtClean="0">
                            <a:latin typeface="Cambria Math" panose="02040503050406030204" pitchFamily="18" charset="0"/>
                          </a:rPr>
                          <m:t>=10 </m:t>
                        </m:r>
                        <m:r>
                          <a:rPr lang="pt-BR" sz="1400" b="0" i="1" smtClean="0">
                            <a:latin typeface="Cambria Math" panose="02040503050406030204" pitchFamily="18" charset="0"/>
                          </a:rPr>
                          <m:t>𝑚𝑚</m:t>
                        </m:r>
                      </m:oMath>
                    </m:oMathPara>
                  </a14:m>
                  <a:endParaRPr lang="pt-BR" sz="1400"/>
                </a:p>
              </p:txBody>
            </p:sp>
          </mc:Choice>
          <mc:Fallback xmlns="">
            <p:sp>
              <p:nvSpPr>
                <p:cNvPr id="26" name="CaixaDeTexto 25">
                  <a:extLst>
                    <a:ext uri="{FF2B5EF4-FFF2-40B4-BE49-F238E27FC236}">
                      <a16:creationId xmlns:a16="http://schemas.microsoft.com/office/drawing/2014/main" id="{2C4FA4B6-499D-6787-2F7B-6FBFD53D33C0}"/>
                    </a:ext>
                  </a:extLst>
                </p:cNvPr>
                <p:cNvSpPr txBox="1">
                  <a:spLocks noRot="1" noChangeAspect="1" noMove="1" noResize="1" noEditPoints="1" noAdjustHandles="1" noChangeArrowheads="1" noChangeShapeType="1" noTextEdit="1"/>
                </p:cNvSpPr>
                <p:nvPr/>
              </p:nvSpPr>
              <p:spPr>
                <a:xfrm>
                  <a:off x="4750589" y="1924008"/>
                  <a:ext cx="1330770" cy="281204"/>
                </a:xfrm>
                <a:prstGeom prst="rect">
                  <a:avLst/>
                </a:prstGeom>
                <a:blipFill>
                  <a:blip r:embed="rId1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7" name="CaixaDeTexto 26">
                  <a:extLst>
                    <a:ext uri="{FF2B5EF4-FFF2-40B4-BE49-F238E27FC236}">
                      <a16:creationId xmlns:a16="http://schemas.microsoft.com/office/drawing/2014/main" id="{AD09161C-F78A-F386-0C2D-E8DBCC1A7D03}"/>
                    </a:ext>
                  </a:extLst>
                </p:cNvPr>
                <p:cNvSpPr txBox="1"/>
                <p:nvPr/>
              </p:nvSpPr>
              <p:spPr>
                <a:xfrm>
                  <a:off x="4740115" y="2183970"/>
                  <a:ext cx="1690611" cy="28387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𝜎</m:t>
                            </m:r>
                          </m:e>
                          <m:sub>
                            <m:r>
                              <a:rPr lang="pt-BR" sz="1400" b="0" i="1" smtClean="0">
                                <a:latin typeface="Cambria Math" panose="02040503050406030204" pitchFamily="18" charset="0"/>
                              </a:rPr>
                              <m:t>𝑝</m:t>
                            </m:r>
                          </m:sub>
                        </m:sSub>
                        <m:r>
                          <a:rPr lang="pt-BR" sz="1400" b="0" i="1" smtClean="0">
                            <a:latin typeface="Cambria Math" panose="02040503050406030204" pitchFamily="18" charset="0"/>
                          </a:rPr>
                          <m:t>=</m:t>
                        </m:r>
                        <m:sSub>
                          <m:sSubPr>
                            <m:ctrlPr>
                              <a:rPr lang="pt-BR" sz="1400" b="0" i="1" smtClean="0">
                                <a:latin typeface="Cambria Math" panose="02040503050406030204" pitchFamily="18" charset="0"/>
                              </a:rPr>
                            </m:ctrlPr>
                          </m:sSubPr>
                          <m:e>
                            <m:r>
                              <a:rPr lang="pt-BR" sz="1400" i="1">
                                <a:latin typeface="Cambria Math" panose="02040503050406030204" pitchFamily="18" charset="0"/>
                              </a:rPr>
                              <m:t>𝜎</m:t>
                            </m:r>
                          </m:e>
                          <m:sub>
                            <m:r>
                              <a:rPr lang="pt-BR" sz="1400" b="0" i="1" smtClean="0">
                                <a:latin typeface="Cambria Math" panose="02040503050406030204" pitchFamily="18" charset="0"/>
                              </a:rPr>
                              <m:t>𝑞</m:t>
                            </m:r>
                          </m:sub>
                        </m:sSub>
                        <m:r>
                          <a:rPr lang="pt-BR" sz="1400" b="0" i="1" smtClean="0">
                            <a:latin typeface="Cambria Math" panose="02040503050406030204" pitchFamily="18" charset="0"/>
                          </a:rPr>
                          <m:t>=</m:t>
                        </m:r>
                        <m:sSup>
                          <m:sSupPr>
                            <m:ctrlPr>
                              <a:rPr lang="pt-BR" sz="1400" b="0" i="1" smtClean="0">
                                <a:latin typeface="Cambria Math" panose="02040503050406030204" pitchFamily="18" charset="0"/>
                              </a:rPr>
                            </m:ctrlPr>
                          </m:sSupPr>
                          <m:e>
                            <m:r>
                              <a:rPr lang="pt-BR" sz="1400" b="0" i="0" smtClean="0">
                                <a:latin typeface="Cambria Math" panose="02040503050406030204" pitchFamily="18" charset="0"/>
                              </a:rPr>
                              <m:t>5,8 . 10</m:t>
                            </m:r>
                          </m:e>
                          <m:sup>
                            <m:r>
                              <a:rPr lang="pt-BR" sz="1400" b="0" i="0" smtClean="0">
                                <a:latin typeface="Cambria Math" panose="02040503050406030204" pitchFamily="18" charset="0"/>
                              </a:rPr>
                              <m:t>7</m:t>
                            </m:r>
                          </m:sup>
                        </m:sSup>
                        <m:r>
                          <a:rPr lang="pt-BR" sz="1400" b="0" i="0" smtClean="0">
                            <a:latin typeface="Cambria Math" panose="02040503050406030204" pitchFamily="18" charset="0"/>
                          </a:rPr>
                          <m:t> </m:t>
                        </m:r>
                        <m:r>
                          <m:rPr>
                            <m:sty m:val="p"/>
                          </m:rPr>
                          <a:rPr lang="pt-BR" sz="1400" b="0" i="0" smtClean="0">
                            <a:latin typeface="Cambria Math" panose="02040503050406030204" pitchFamily="18" charset="0"/>
                          </a:rPr>
                          <m:t>S</m:t>
                        </m:r>
                        <m:r>
                          <a:rPr lang="pt-BR" sz="1400" b="0" i="0" smtClean="0">
                            <a:latin typeface="Cambria Math" panose="02040503050406030204" pitchFamily="18" charset="0"/>
                          </a:rPr>
                          <m:t>/</m:t>
                        </m:r>
                        <m:r>
                          <m:rPr>
                            <m:sty m:val="p"/>
                          </m:rPr>
                          <a:rPr lang="pt-BR" sz="1400" b="0" i="0" smtClean="0">
                            <a:latin typeface="Cambria Math" panose="02040503050406030204" pitchFamily="18" charset="0"/>
                          </a:rPr>
                          <m:t>m</m:t>
                        </m:r>
                      </m:oMath>
                    </m:oMathPara>
                  </a14:m>
                  <a:endParaRPr lang="pt-BR" sz="1400"/>
                </a:p>
              </p:txBody>
            </p:sp>
          </mc:Choice>
          <mc:Fallback xmlns="">
            <p:sp>
              <p:nvSpPr>
                <p:cNvPr id="27" name="CaixaDeTexto 26">
                  <a:extLst>
                    <a:ext uri="{FF2B5EF4-FFF2-40B4-BE49-F238E27FC236}">
                      <a16:creationId xmlns:a16="http://schemas.microsoft.com/office/drawing/2014/main" id="{AD09161C-F78A-F386-0C2D-E8DBCC1A7D03}"/>
                    </a:ext>
                  </a:extLst>
                </p:cNvPr>
                <p:cNvSpPr txBox="1">
                  <a:spLocks noRot="1" noChangeAspect="1" noMove="1" noResize="1" noEditPoints="1" noAdjustHandles="1" noChangeArrowheads="1" noChangeShapeType="1" noTextEdit="1"/>
                </p:cNvSpPr>
                <p:nvPr/>
              </p:nvSpPr>
              <p:spPr>
                <a:xfrm>
                  <a:off x="4740115" y="2183970"/>
                  <a:ext cx="1690611" cy="283873"/>
                </a:xfrm>
                <a:prstGeom prst="rect">
                  <a:avLst/>
                </a:prstGeom>
                <a:blipFill>
                  <a:blip r:embed="rId14"/>
                  <a:stretch>
                    <a:fillRect b="-3774"/>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F80E93F2-4D49-D1DF-554E-21BA1F97DE25}"/>
                    </a:ext>
                  </a:extLst>
                </p:cNvPr>
                <p:cNvSpPr txBox="1"/>
                <p:nvPr/>
              </p:nvSpPr>
              <p:spPr>
                <a:xfrm>
                  <a:off x="4763852" y="1331282"/>
                  <a:ext cx="334821" cy="28120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𝜎</m:t>
                            </m:r>
                          </m:e>
                          <m:sub>
                            <m:r>
                              <a:rPr lang="pt-BR" sz="1400" b="0" i="1" smtClean="0">
                                <a:latin typeface="Cambria Math" panose="02040503050406030204" pitchFamily="18" charset="0"/>
                              </a:rPr>
                              <m:t>𝑝</m:t>
                            </m:r>
                          </m:sub>
                        </m:sSub>
                      </m:oMath>
                    </m:oMathPara>
                  </a14:m>
                  <a:endParaRPr lang="pt-BR" sz="1400"/>
                </a:p>
              </p:txBody>
            </p:sp>
          </mc:Choice>
          <mc:Fallback xmlns="">
            <p:sp>
              <p:nvSpPr>
                <p:cNvPr id="28" name="CaixaDeTexto 27">
                  <a:extLst>
                    <a:ext uri="{FF2B5EF4-FFF2-40B4-BE49-F238E27FC236}">
                      <a16:creationId xmlns:a16="http://schemas.microsoft.com/office/drawing/2014/main" id="{F80E93F2-4D49-D1DF-554E-21BA1F97DE25}"/>
                    </a:ext>
                  </a:extLst>
                </p:cNvPr>
                <p:cNvSpPr txBox="1">
                  <a:spLocks noRot="1" noChangeAspect="1" noMove="1" noResize="1" noEditPoints="1" noAdjustHandles="1" noChangeArrowheads="1" noChangeShapeType="1" noTextEdit="1"/>
                </p:cNvSpPr>
                <p:nvPr/>
              </p:nvSpPr>
              <p:spPr>
                <a:xfrm>
                  <a:off x="4763852" y="1331282"/>
                  <a:ext cx="334821" cy="281204"/>
                </a:xfrm>
                <a:prstGeom prst="rect">
                  <a:avLst/>
                </a:prstGeom>
                <a:blipFill>
                  <a:blip r:embed="rId1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9" name="CaixaDeTexto 28">
                  <a:extLst>
                    <a:ext uri="{FF2B5EF4-FFF2-40B4-BE49-F238E27FC236}">
                      <a16:creationId xmlns:a16="http://schemas.microsoft.com/office/drawing/2014/main" id="{498E5691-A9DD-CB56-28E6-8B0B67B970E0}"/>
                    </a:ext>
                  </a:extLst>
                </p:cNvPr>
                <p:cNvSpPr txBox="1"/>
                <p:nvPr/>
              </p:nvSpPr>
              <p:spPr>
                <a:xfrm>
                  <a:off x="6852084" y="1319705"/>
                  <a:ext cx="334133" cy="28120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𝜎</m:t>
                            </m:r>
                          </m:e>
                          <m:sub>
                            <m:r>
                              <a:rPr lang="pt-BR" sz="1400" b="0" i="1" smtClean="0">
                                <a:latin typeface="Cambria Math" panose="02040503050406030204" pitchFamily="18" charset="0"/>
                              </a:rPr>
                              <m:t>𝑞</m:t>
                            </m:r>
                          </m:sub>
                        </m:sSub>
                      </m:oMath>
                    </m:oMathPara>
                  </a14:m>
                  <a:endParaRPr lang="pt-BR" sz="1400"/>
                </a:p>
              </p:txBody>
            </p:sp>
          </mc:Choice>
          <mc:Fallback xmlns="">
            <p:sp>
              <p:nvSpPr>
                <p:cNvPr id="29" name="CaixaDeTexto 28">
                  <a:extLst>
                    <a:ext uri="{FF2B5EF4-FFF2-40B4-BE49-F238E27FC236}">
                      <a16:creationId xmlns:a16="http://schemas.microsoft.com/office/drawing/2014/main" id="{498E5691-A9DD-CB56-28E6-8B0B67B970E0}"/>
                    </a:ext>
                  </a:extLst>
                </p:cNvPr>
                <p:cNvSpPr txBox="1">
                  <a:spLocks noRot="1" noChangeAspect="1" noMove="1" noResize="1" noEditPoints="1" noAdjustHandles="1" noChangeArrowheads="1" noChangeShapeType="1" noTextEdit="1"/>
                </p:cNvSpPr>
                <p:nvPr/>
              </p:nvSpPr>
              <p:spPr>
                <a:xfrm>
                  <a:off x="6852084" y="1319705"/>
                  <a:ext cx="334133" cy="281204"/>
                </a:xfrm>
                <a:prstGeom prst="rect">
                  <a:avLst/>
                </a:prstGeom>
                <a:blipFill>
                  <a:blip r:embed="rId16"/>
                  <a:stretch>
                    <a:fillRect/>
                  </a:stretch>
                </a:blipFill>
              </p:spPr>
              <p:txBody>
                <a:bodyPr/>
                <a:lstStyle/>
                <a:p>
                  <a:r>
                    <a:rPr lang="pt-BR">
                      <a:noFill/>
                    </a:rPr>
                    <a:t> </a:t>
                  </a:r>
                </a:p>
              </p:txBody>
            </p:sp>
          </mc:Fallback>
        </mc:AlternateContent>
      </p:grpSp>
      <p:grpSp>
        <p:nvGrpSpPr>
          <p:cNvPr id="116" name="Agrupar 115">
            <a:extLst>
              <a:ext uri="{FF2B5EF4-FFF2-40B4-BE49-F238E27FC236}">
                <a16:creationId xmlns:a16="http://schemas.microsoft.com/office/drawing/2014/main" id="{3FB660EE-1DF3-BC11-2D5B-172BDF7B986A}"/>
              </a:ext>
            </a:extLst>
          </p:cNvPr>
          <p:cNvGrpSpPr/>
          <p:nvPr/>
        </p:nvGrpSpPr>
        <p:grpSpPr>
          <a:xfrm>
            <a:off x="335360" y="5085184"/>
            <a:ext cx="3520144" cy="1152128"/>
            <a:chOff x="335360" y="5085184"/>
            <a:chExt cx="3520144" cy="1152128"/>
          </a:xfrm>
        </p:grpSpPr>
        <mc:AlternateContent xmlns:mc="http://schemas.openxmlformats.org/markup-compatibility/2006" xmlns:a14="http://schemas.microsoft.com/office/drawing/2010/main">
          <mc:Choice Requires="a14">
            <p:sp>
              <p:nvSpPr>
                <p:cNvPr id="65" name="CaixaDeTexto 64">
                  <a:extLst>
                    <a:ext uri="{FF2B5EF4-FFF2-40B4-BE49-F238E27FC236}">
                      <a16:creationId xmlns:a16="http://schemas.microsoft.com/office/drawing/2014/main" id="{0E428D25-3742-22C5-FF9F-4C4D094A338C}"/>
                    </a:ext>
                  </a:extLst>
                </p:cNvPr>
                <p:cNvSpPr txBox="1"/>
                <p:nvPr/>
              </p:nvSpPr>
              <p:spPr>
                <a:xfrm>
                  <a:off x="335360" y="5085184"/>
                  <a:ext cx="3520144" cy="357534"/>
                </a:xfrm>
                <a:prstGeom prst="rect">
                  <a:avLst/>
                </a:prstGeom>
                <a:noFill/>
              </p:spPr>
              <p:txBody>
                <a:bodyPr wrap="square">
                  <a:spAutoFit/>
                </a:bodyPr>
                <a:lstStyle>
                  <a:defPPr>
                    <a:defRPr lang="pt-BR"/>
                  </a:defPPr>
                  <a:lvl1pPr>
                    <a:defRPr sz="1600"/>
                  </a:lvl1pPr>
                </a:lstStyle>
                <a:p>
                  <a:r>
                    <a:rPr lang="en-US"/>
                    <a:t>1. Global dimension for </a:t>
                  </a:r>
                  <a14:m>
                    <m:oMath xmlns:m="http://schemas.openxmlformats.org/officeDocument/2006/math">
                      <m:sSub>
                        <m:sSubPr>
                          <m:ctrlPr>
                            <a:rPr lang="pt-BR" sz="1600" i="1" smtClean="0">
                              <a:latin typeface="Cambria Math" panose="02040503050406030204" pitchFamily="18" charset="0"/>
                            </a:rPr>
                          </m:ctrlPr>
                        </m:sSubPr>
                        <m:e>
                          <m:r>
                            <a:rPr lang="pt-BR" sz="1600" b="0" i="1" smtClean="0">
                              <a:latin typeface="Cambria Math" panose="02040503050406030204" pitchFamily="18" charset="0"/>
                            </a:rPr>
                            <m:t>𝑁</m:t>
                          </m:r>
                        </m:e>
                        <m:sub>
                          <m:r>
                            <a:rPr lang="pt-BR" sz="1600" b="0" i="1" smtClean="0">
                              <a:latin typeface="Cambria Math" panose="02040503050406030204" pitchFamily="18" charset="0"/>
                            </a:rPr>
                            <m:t>𝑝</m:t>
                          </m:r>
                        </m:sub>
                      </m:sSub>
                      <m:r>
                        <a:rPr lang="pt-BR" sz="1600" b="0" i="1" smtClean="0">
                          <a:latin typeface="Cambria Math" panose="02040503050406030204" pitchFamily="18" charset="0"/>
                        </a:rPr>
                        <m:t>=</m:t>
                      </m:r>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𝑁</m:t>
                          </m:r>
                        </m:e>
                        <m:sub>
                          <m:r>
                            <a:rPr lang="pt-BR" sz="1600" b="0" i="1" smtClean="0">
                              <a:latin typeface="Cambria Math" panose="02040503050406030204" pitchFamily="18" charset="0"/>
                            </a:rPr>
                            <m:t>𝑞</m:t>
                          </m:r>
                        </m:sub>
                      </m:sSub>
                      <m:r>
                        <a:rPr lang="pt-BR" sz="1600" b="0" i="1" smtClean="0">
                          <a:latin typeface="Cambria Math" panose="02040503050406030204" pitchFamily="18" charset="0"/>
                        </a:rPr>
                        <m:t>=1</m:t>
                      </m:r>
                    </m:oMath>
                  </a14:m>
                  <a:r>
                    <a:rPr lang="en-US"/>
                    <a:t> </a:t>
                  </a:r>
                  <a:endParaRPr lang="pt-BR"/>
                </a:p>
              </p:txBody>
            </p:sp>
          </mc:Choice>
          <mc:Fallback xmlns="">
            <p:sp>
              <p:nvSpPr>
                <p:cNvPr id="65" name="CaixaDeTexto 64">
                  <a:extLst>
                    <a:ext uri="{FF2B5EF4-FFF2-40B4-BE49-F238E27FC236}">
                      <a16:creationId xmlns:a16="http://schemas.microsoft.com/office/drawing/2014/main" id="{0E428D25-3742-22C5-FF9F-4C4D094A338C}"/>
                    </a:ext>
                  </a:extLst>
                </p:cNvPr>
                <p:cNvSpPr txBox="1">
                  <a:spLocks noRot="1" noChangeAspect="1" noMove="1" noResize="1" noEditPoints="1" noAdjustHandles="1" noChangeArrowheads="1" noChangeShapeType="1" noTextEdit="1"/>
                </p:cNvSpPr>
                <p:nvPr/>
              </p:nvSpPr>
              <p:spPr>
                <a:xfrm>
                  <a:off x="335360" y="5085184"/>
                  <a:ext cx="3520144" cy="357534"/>
                </a:xfrm>
                <a:prstGeom prst="rect">
                  <a:avLst/>
                </a:prstGeom>
                <a:blipFill>
                  <a:blip r:embed="rId17"/>
                  <a:stretch>
                    <a:fillRect l="-867" t="-3390" b="-1694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6" name="CaixaDeTexto 65">
                  <a:extLst>
                    <a:ext uri="{FF2B5EF4-FFF2-40B4-BE49-F238E27FC236}">
                      <a16:creationId xmlns:a16="http://schemas.microsoft.com/office/drawing/2014/main" id="{031916C2-A8F1-AD1A-3D76-05D56F68A829}"/>
                    </a:ext>
                  </a:extLst>
                </p:cNvPr>
                <p:cNvSpPr txBox="1"/>
                <p:nvPr/>
              </p:nvSpPr>
              <p:spPr>
                <a:xfrm>
                  <a:off x="439688" y="5533145"/>
                  <a:ext cx="3415815" cy="704167"/>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sz="1400" i="1" smtClean="0">
                            <a:latin typeface="Cambria Math" panose="02040503050406030204" pitchFamily="18" charset="0"/>
                          </a:rPr>
                          <m:t>𝑁</m:t>
                        </m:r>
                        <m:r>
                          <a:rPr lang="pt-BR" sz="1400" b="0">
                            <a:latin typeface="Cambria Math" panose="02040503050406030204" pitchFamily="18" charset="0"/>
                          </a:rPr>
                          <m:t>=</m:t>
                        </m:r>
                        <m:nary>
                          <m:naryPr>
                            <m:chr m:val="∑"/>
                            <m:ctrlPr>
                              <a:rPr lang="pt-BR" sz="1400" i="1">
                                <a:latin typeface="Cambria Math" panose="02040503050406030204" pitchFamily="18" charset="0"/>
                              </a:rPr>
                            </m:ctrlPr>
                          </m:naryPr>
                          <m:sub>
                            <m:r>
                              <a:rPr lang="pt-BR" sz="1400" b="0" i="1" smtClean="0">
                                <a:latin typeface="Cambria Math" panose="02040503050406030204" pitchFamily="18" charset="0"/>
                              </a:rPr>
                              <m:t>𝑝</m:t>
                            </m:r>
                            <m:r>
                              <a:rPr lang="pt-BR" sz="1400" i="1" smtClean="0">
                                <a:latin typeface="Cambria Math" panose="02040503050406030204" pitchFamily="18" charset="0"/>
                              </a:rPr>
                              <m:t>=</m:t>
                            </m:r>
                            <m:r>
                              <a:rPr lang="pt-BR" sz="1400" b="0" i="1" smtClean="0">
                                <a:latin typeface="Cambria Math" panose="02040503050406030204" pitchFamily="18" charset="0"/>
                              </a:rPr>
                              <m:t>1</m:t>
                            </m:r>
                          </m:sub>
                          <m:sup>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𝑚</m:t>
                                </m:r>
                              </m:e>
                              <m:sub>
                                <m:r>
                                  <a:rPr lang="pt-BR" sz="1400" b="0" i="1" smtClean="0">
                                    <a:latin typeface="Cambria Math" panose="02040503050406030204" pitchFamily="18" charset="0"/>
                                  </a:rPr>
                                  <m:t>𝑠</m:t>
                                </m:r>
                              </m:sub>
                            </m:sSub>
                          </m:sup>
                          <m:e>
                            <m:d>
                              <m:dPr>
                                <m:ctrlPr>
                                  <a:rPr lang="pt-BR" sz="1400" b="0" i="1" smtClean="0">
                                    <a:latin typeface="Cambria Math" panose="02040503050406030204" pitchFamily="18" charset="0"/>
                                  </a:rPr>
                                </m:ctrlPr>
                              </m:dPr>
                              <m:e>
                                <m:r>
                                  <a:rPr lang="pt-BR" sz="1400" b="0" i="1" smtClean="0">
                                    <a:latin typeface="Cambria Math" panose="02040503050406030204" pitchFamily="18" charset="0"/>
                                  </a:rPr>
                                  <m:t>2</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𝑁</m:t>
                                    </m:r>
                                  </m:e>
                                  <m:sub>
                                    <m:r>
                                      <a:rPr lang="pt-BR" sz="1400" b="0" i="1" smtClean="0">
                                        <a:latin typeface="Cambria Math" panose="02040503050406030204" pitchFamily="18" charset="0"/>
                                      </a:rPr>
                                      <m:t>𝑝</m:t>
                                    </m:r>
                                  </m:sub>
                                </m:sSub>
                                <m:r>
                                  <a:rPr lang="pt-BR" sz="1400" b="0" i="1" smtClean="0">
                                    <a:latin typeface="Cambria Math" panose="02040503050406030204" pitchFamily="18" charset="0"/>
                                  </a:rPr>
                                  <m:t>+1</m:t>
                                </m:r>
                              </m:e>
                            </m:d>
                          </m:e>
                        </m:nary>
                        <m:r>
                          <a:rPr lang="pt-BR" sz="1400" b="0" i="1" smtClean="0">
                            <a:latin typeface="Cambria Math" panose="02040503050406030204" pitchFamily="18" charset="0"/>
                          </a:rPr>
                          <m:t>=6</m:t>
                        </m:r>
                      </m:oMath>
                    </m:oMathPara>
                  </a14:m>
                  <a:endParaRPr lang="en-US" sz="1400"/>
                </a:p>
              </p:txBody>
            </p:sp>
          </mc:Choice>
          <mc:Fallback xmlns="">
            <p:sp>
              <p:nvSpPr>
                <p:cNvPr id="66" name="CaixaDeTexto 65">
                  <a:extLst>
                    <a:ext uri="{FF2B5EF4-FFF2-40B4-BE49-F238E27FC236}">
                      <a16:creationId xmlns:a16="http://schemas.microsoft.com/office/drawing/2014/main" id="{031916C2-A8F1-AD1A-3D76-05D56F68A829}"/>
                    </a:ext>
                  </a:extLst>
                </p:cNvPr>
                <p:cNvSpPr txBox="1">
                  <a:spLocks noRot="1" noChangeAspect="1" noMove="1" noResize="1" noEditPoints="1" noAdjustHandles="1" noChangeArrowheads="1" noChangeShapeType="1" noTextEdit="1"/>
                </p:cNvSpPr>
                <p:nvPr/>
              </p:nvSpPr>
              <p:spPr>
                <a:xfrm>
                  <a:off x="439688" y="5533145"/>
                  <a:ext cx="3415815" cy="704167"/>
                </a:xfrm>
                <a:prstGeom prst="rect">
                  <a:avLst/>
                </a:prstGeom>
                <a:blipFill>
                  <a:blip r:embed="rId18"/>
                  <a:stretch>
                    <a:fillRect/>
                  </a:stretch>
                </a:blipFill>
              </p:spPr>
              <p:txBody>
                <a:bodyPr/>
                <a:lstStyle/>
                <a:p>
                  <a:r>
                    <a:rPr lang="pt-BR">
                      <a:noFill/>
                    </a:rPr>
                    <a:t> </a:t>
                  </a:r>
                </a:p>
              </p:txBody>
            </p:sp>
          </mc:Fallback>
        </mc:AlternateContent>
      </p:grpSp>
      <p:sp>
        <p:nvSpPr>
          <p:cNvPr id="68" name="CaixaDeTexto 67">
            <a:extLst>
              <a:ext uri="{FF2B5EF4-FFF2-40B4-BE49-F238E27FC236}">
                <a16:creationId xmlns:a16="http://schemas.microsoft.com/office/drawing/2014/main" id="{40C130BB-790C-6D8F-261E-974D3D8BB3F1}"/>
              </a:ext>
            </a:extLst>
          </p:cNvPr>
          <p:cNvSpPr txBox="1"/>
          <p:nvPr/>
        </p:nvSpPr>
        <p:spPr>
          <a:xfrm>
            <a:off x="6131296" y="1052736"/>
            <a:ext cx="3011832" cy="338554"/>
          </a:xfrm>
          <a:prstGeom prst="rect">
            <a:avLst/>
          </a:prstGeom>
          <a:noFill/>
        </p:spPr>
        <p:txBody>
          <a:bodyPr wrap="square">
            <a:spAutoFit/>
          </a:bodyPr>
          <a:lstStyle>
            <a:defPPr>
              <a:defRPr lang="pt-BR"/>
            </a:defPPr>
            <a:lvl1pPr>
              <a:defRPr sz="1600"/>
            </a:lvl1pPr>
          </a:lstStyle>
          <a:p>
            <a:r>
              <a:rPr lang="en-US"/>
              <a:t>2. Fourier coefficients vectors:</a:t>
            </a:r>
            <a:endParaRPr lang="pt-BR"/>
          </a:p>
        </p:txBody>
      </p:sp>
      <mc:AlternateContent xmlns:mc="http://schemas.openxmlformats.org/markup-compatibility/2006" xmlns:a14="http://schemas.microsoft.com/office/drawing/2010/main">
        <mc:Choice Requires="a14">
          <p:sp>
            <p:nvSpPr>
              <p:cNvPr id="75" name="CaixaDeTexto 74">
                <a:extLst>
                  <a:ext uri="{FF2B5EF4-FFF2-40B4-BE49-F238E27FC236}">
                    <a16:creationId xmlns:a16="http://schemas.microsoft.com/office/drawing/2014/main" id="{564C3C1E-B5E5-873C-98DF-C3212B3E6E9C}"/>
                  </a:ext>
                </a:extLst>
              </p:cNvPr>
              <p:cNvSpPr txBox="1"/>
              <p:nvPr/>
            </p:nvSpPr>
            <p:spPr>
              <a:xfrm>
                <a:off x="6161945" y="1448780"/>
                <a:ext cx="5590366" cy="409920"/>
              </a:xfrm>
              <a:prstGeom prst="rect">
                <a:avLst/>
              </a:prstGeom>
              <a:noFill/>
            </p:spPr>
            <p:txBody>
              <a:bodyPr wrap="square">
                <a:spAutoFit/>
              </a:bodyPr>
              <a:lstStyle>
                <a:defPPr>
                  <a:defRPr lang="pt-BR"/>
                </a:defPPr>
                <a:lvl1pPr>
                  <a:defRPr sz="1600"/>
                </a:lvl1pPr>
              </a:lstStyle>
              <a:p>
                <a14:m>
                  <m:oMath xmlns:m="http://schemas.openxmlformats.org/officeDocument/2006/math">
                    <m:sSup>
                      <m:sSupPr>
                        <m:ctrlPr>
                          <a:rPr lang="pt-BR" sz="1400" b="1" i="1" smtClean="0">
                            <a:latin typeface="Cambria Math" panose="02040503050406030204" pitchFamily="18" charset="0"/>
                          </a:rPr>
                        </m:ctrlPr>
                      </m:sSupPr>
                      <m:e>
                        <m:r>
                          <a:rPr lang="pt-BR" sz="1400" b="1" i="0" smtClean="0">
                            <a:latin typeface="Cambria Math" panose="02040503050406030204" pitchFamily="18" charset="0"/>
                          </a:rPr>
                          <m:t>𝐄</m:t>
                        </m:r>
                      </m:e>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p>
                    <m:r>
                      <a:rPr lang="pt-BR" sz="1400">
                        <a:latin typeface="Cambria Math" panose="02040503050406030204" pitchFamily="18" charset="0"/>
                      </a:rPr>
                      <m:t>=</m:t>
                    </m:r>
                    <m:sSup>
                      <m:sSupPr>
                        <m:ctrlPr>
                          <a:rPr lang="pt-BR" sz="1400" i="1">
                            <a:latin typeface="Cambria Math" panose="02040503050406030204" pitchFamily="18" charset="0"/>
                          </a:rPr>
                        </m:ctrlPr>
                      </m:sSupPr>
                      <m:e>
                        <m:d>
                          <m:dPr>
                            <m:begChr m:val="["/>
                            <m:endChr m:val="]"/>
                            <m:ctrlPr>
                              <a:rPr lang="pt-BR" sz="1400" i="1">
                                <a:latin typeface="Cambria Math" panose="02040503050406030204" pitchFamily="18" charset="0"/>
                              </a:rPr>
                            </m:ctrlPr>
                          </m:dPr>
                          <m:e>
                            <m:m>
                              <m:mPr>
                                <m:mcs>
                                  <m:mc>
                                    <m:mcPr>
                                      <m:count m:val="3"/>
                                      <m:mcJc m:val="center"/>
                                    </m:mcPr>
                                  </m:mc>
                                </m:mcs>
                                <m:ctrlPr>
                                  <a:rPr lang="pt-BR" sz="1400" i="1" smtClean="0">
                                    <a:latin typeface="Cambria Math" panose="02040503050406030204" pitchFamily="18" charset="0"/>
                                  </a:rPr>
                                </m:ctrlPr>
                              </m:mPr>
                              <m:mr>
                                <m:e>
                                  <m:sSubSup>
                                    <m:sSubSupPr>
                                      <m:ctrlPr>
                                        <a:rPr lang="pt-BR" sz="1400" b="0" i="1" smtClean="0">
                                          <a:latin typeface="Cambria Math" panose="02040503050406030204" pitchFamily="18" charset="0"/>
                                        </a:rPr>
                                      </m:ctrlPr>
                                    </m:sSubSupPr>
                                    <m:e>
                                      <m:r>
                                        <m:rPr>
                                          <m:brk m:alnAt="7"/>
                                        </m:rPr>
                                        <a:rPr lang="pt-BR" sz="1400" b="0" i="1" smtClean="0">
                                          <a:latin typeface="Cambria Math" panose="02040503050406030204" pitchFamily="18" charset="0"/>
                                        </a:rPr>
                                        <m:t>𝐸</m:t>
                                      </m:r>
                                    </m:e>
                                    <m:sub>
                                      <m:r>
                                        <a:rPr lang="pt-BR" sz="1400" b="0" i="1" smtClean="0">
                                          <a:latin typeface="Cambria Math" panose="02040503050406030204" pitchFamily="18" charset="0"/>
                                        </a:rPr>
                                        <m:t>−1</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e>
                                <m:e>
                                  <m:sSubSup>
                                    <m:sSubSupPr>
                                      <m:ctrlPr>
                                        <a:rPr lang="pt-BR" sz="1400" i="1">
                                          <a:latin typeface="Cambria Math" panose="02040503050406030204" pitchFamily="18" charset="0"/>
                                        </a:rPr>
                                      </m:ctrlPr>
                                    </m:sSubSupPr>
                                    <m:e>
                                      <m:r>
                                        <m:rPr>
                                          <m:brk m:alnAt="7"/>
                                        </m:rPr>
                                        <a:rPr lang="pt-BR" sz="1400" i="1">
                                          <a:latin typeface="Cambria Math" panose="02040503050406030204" pitchFamily="18" charset="0"/>
                                        </a:rPr>
                                        <m:t>𝐸</m:t>
                                      </m:r>
                                    </m:e>
                                    <m:sub>
                                      <m:r>
                                        <a:rPr lang="pt-BR" sz="1400" b="0" i="1" smtClean="0">
                                          <a:latin typeface="Cambria Math" panose="02040503050406030204" pitchFamily="18" charset="0"/>
                                        </a:rPr>
                                        <m:t>0</m:t>
                                      </m:r>
                                    </m:sub>
                                    <m:sup>
                                      <m:r>
                                        <a:rPr lang="pt-BR" sz="1400" i="1">
                                          <a:latin typeface="Cambria Math" panose="02040503050406030204" pitchFamily="18" charset="0"/>
                                        </a:rPr>
                                        <m:t>(</m:t>
                                      </m:r>
                                      <m:r>
                                        <a:rPr lang="pt-BR" sz="1400" i="1">
                                          <a:latin typeface="Cambria Math" panose="02040503050406030204" pitchFamily="18" charset="0"/>
                                        </a:rPr>
                                        <m:t>𝑝</m:t>
                                      </m:r>
                                      <m:r>
                                        <a:rPr lang="pt-BR" sz="1400" i="1">
                                          <a:latin typeface="Cambria Math" panose="02040503050406030204" pitchFamily="18" charset="0"/>
                                        </a:rPr>
                                        <m:t>)</m:t>
                                      </m:r>
                                    </m:sup>
                                  </m:sSubSup>
                                </m:e>
                                <m:e>
                                  <m:sSubSup>
                                    <m:sSubSupPr>
                                      <m:ctrlPr>
                                        <a:rPr lang="pt-BR" sz="1400" i="1">
                                          <a:latin typeface="Cambria Math" panose="02040503050406030204" pitchFamily="18" charset="0"/>
                                        </a:rPr>
                                      </m:ctrlPr>
                                    </m:sSubSupPr>
                                    <m:e>
                                      <m:r>
                                        <m:rPr>
                                          <m:brk m:alnAt="7"/>
                                        </m:rPr>
                                        <a:rPr lang="pt-BR" sz="1400" i="1">
                                          <a:latin typeface="Cambria Math" panose="02040503050406030204" pitchFamily="18" charset="0"/>
                                        </a:rPr>
                                        <m:t>𝐸</m:t>
                                      </m:r>
                                    </m:e>
                                    <m:sub>
                                      <m:r>
                                        <a:rPr lang="pt-BR" sz="1400" i="1">
                                          <a:latin typeface="Cambria Math" panose="02040503050406030204" pitchFamily="18" charset="0"/>
                                        </a:rPr>
                                        <m:t>1</m:t>
                                      </m:r>
                                    </m:sub>
                                    <m:sup>
                                      <m:r>
                                        <a:rPr lang="pt-BR" sz="1400" i="1">
                                          <a:latin typeface="Cambria Math" panose="02040503050406030204" pitchFamily="18" charset="0"/>
                                        </a:rPr>
                                        <m:t>(</m:t>
                                      </m:r>
                                      <m:r>
                                        <a:rPr lang="pt-BR" sz="1400" i="1">
                                          <a:latin typeface="Cambria Math" panose="02040503050406030204" pitchFamily="18" charset="0"/>
                                        </a:rPr>
                                        <m:t>𝑝</m:t>
                                      </m:r>
                                      <m:r>
                                        <a:rPr lang="pt-BR" sz="1400" i="1">
                                          <a:latin typeface="Cambria Math" panose="02040503050406030204" pitchFamily="18" charset="0"/>
                                        </a:rPr>
                                        <m:t>)</m:t>
                                      </m:r>
                                    </m:sup>
                                  </m:sSubSup>
                                </m:e>
                              </m:mr>
                            </m:m>
                          </m:e>
                        </m:d>
                      </m:e>
                      <m:sup>
                        <m:r>
                          <m:rPr>
                            <m:sty m:val="p"/>
                          </m:rPr>
                          <a:rPr lang="pt-BR" sz="1400">
                            <a:latin typeface="Cambria Math" panose="02040503050406030204" pitchFamily="18" charset="0"/>
                          </a:rPr>
                          <m:t>T</m:t>
                        </m:r>
                      </m:sup>
                    </m:sSup>
                  </m:oMath>
                </a14:m>
                <a:r>
                  <a:rPr lang="en-US" sz="1400"/>
                  <a:t>    and   </a:t>
                </a:r>
                <a14:m>
                  <m:oMath xmlns:m="http://schemas.openxmlformats.org/officeDocument/2006/math">
                    <m:sSup>
                      <m:sSupPr>
                        <m:ctrlPr>
                          <a:rPr lang="pt-BR" sz="1400" b="1" i="1">
                            <a:latin typeface="Cambria Math" panose="02040503050406030204" pitchFamily="18" charset="0"/>
                          </a:rPr>
                        </m:ctrlPr>
                      </m:sSupPr>
                      <m:e>
                        <m:r>
                          <a:rPr lang="pt-BR" sz="1400" b="1">
                            <a:latin typeface="Cambria Math" panose="02040503050406030204" pitchFamily="18" charset="0"/>
                          </a:rPr>
                          <m:t>𝐄</m:t>
                        </m:r>
                      </m:e>
                      <m:sup>
                        <m:r>
                          <a:rPr lang="pt-BR" sz="1400" i="1">
                            <a:latin typeface="Cambria Math" panose="02040503050406030204" pitchFamily="18" charset="0"/>
                          </a:rPr>
                          <m:t>(</m:t>
                        </m:r>
                        <m:r>
                          <a:rPr lang="pt-BR" sz="1400" i="1">
                            <a:latin typeface="Cambria Math" panose="02040503050406030204" pitchFamily="18" charset="0"/>
                          </a:rPr>
                          <m:t>𝑞</m:t>
                        </m:r>
                        <m:r>
                          <a:rPr lang="pt-BR" sz="1400" i="1">
                            <a:latin typeface="Cambria Math" panose="02040503050406030204" pitchFamily="18" charset="0"/>
                          </a:rPr>
                          <m:t>)</m:t>
                        </m:r>
                      </m:sup>
                    </m:sSup>
                    <m:r>
                      <a:rPr lang="pt-BR" sz="1400">
                        <a:latin typeface="Cambria Math" panose="02040503050406030204" pitchFamily="18" charset="0"/>
                      </a:rPr>
                      <m:t>=</m:t>
                    </m:r>
                    <m:sSup>
                      <m:sSupPr>
                        <m:ctrlPr>
                          <a:rPr lang="pt-BR" sz="1400" i="1">
                            <a:latin typeface="Cambria Math" panose="02040503050406030204" pitchFamily="18" charset="0"/>
                          </a:rPr>
                        </m:ctrlPr>
                      </m:sSupPr>
                      <m:e>
                        <m:d>
                          <m:dPr>
                            <m:begChr m:val="["/>
                            <m:endChr m:val="]"/>
                            <m:ctrlPr>
                              <a:rPr lang="pt-BR" sz="1400" i="1">
                                <a:latin typeface="Cambria Math" panose="02040503050406030204" pitchFamily="18" charset="0"/>
                              </a:rPr>
                            </m:ctrlPr>
                          </m:dPr>
                          <m:e>
                            <m:m>
                              <m:mPr>
                                <m:mcs>
                                  <m:mc>
                                    <m:mcPr>
                                      <m:count m:val="3"/>
                                      <m:mcJc m:val="center"/>
                                    </m:mcPr>
                                  </m:mc>
                                </m:mcs>
                                <m:ctrlPr>
                                  <a:rPr lang="pt-BR" sz="1400" i="1">
                                    <a:latin typeface="Cambria Math" panose="02040503050406030204" pitchFamily="18" charset="0"/>
                                  </a:rPr>
                                </m:ctrlPr>
                              </m:mPr>
                              <m:mr>
                                <m:e>
                                  <m:sSubSup>
                                    <m:sSubSupPr>
                                      <m:ctrlPr>
                                        <a:rPr lang="pt-BR" sz="1400" i="1">
                                          <a:latin typeface="Cambria Math" panose="02040503050406030204" pitchFamily="18" charset="0"/>
                                        </a:rPr>
                                      </m:ctrlPr>
                                    </m:sSubSupPr>
                                    <m:e>
                                      <m:r>
                                        <m:rPr>
                                          <m:brk m:alnAt="7"/>
                                        </m:rPr>
                                        <a:rPr lang="pt-BR" sz="1400" i="1">
                                          <a:latin typeface="Cambria Math" panose="02040503050406030204" pitchFamily="18" charset="0"/>
                                        </a:rPr>
                                        <m:t>𝐸</m:t>
                                      </m:r>
                                    </m:e>
                                    <m:sub>
                                      <m:r>
                                        <a:rPr lang="pt-BR" sz="1400" i="1">
                                          <a:latin typeface="Cambria Math" panose="02040503050406030204" pitchFamily="18" charset="0"/>
                                        </a:rPr>
                                        <m:t>−1</m:t>
                                      </m:r>
                                    </m:sub>
                                    <m:sup>
                                      <m:r>
                                        <a:rPr lang="pt-BR" sz="1400" i="1">
                                          <a:latin typeface="Cambria Math" panose="02040503050406030204" pitchFamily="18" charset="0"/>
                                        </a:rPr>
                                        <m:t>(</m:t>
                                      </m:r>
                                      <m:r>
                                        <a:rPr lang="pt-BR" sz="1400" i="1">
                                          <a:latin typeface="Cambria Math" panose="02040503050406030204" pitchFamily="18" charset="0"/>
                                        </a:rPr>
                                        <m:t>𝑞</m:t>
                                      </m:r>
                                      <m:r>
                                        <a:rPr lang="pt-BR" sz="1400" i="1">
                                          <a:latin typeface="Cambria Math" panose="02040503050406030204" pitchFamily="18" charset="0"/>
                                        </a:rPr>
                                        <m:t>)</m:t>
                                      </m:r>
                                    </m:sup>
                                  </m:sSubSup>
                                </m:e>
                                <m:e>
                                  <m:sSubSup>
                                    <m:sSubSupPr>
                                      <m:ctrlPr>
                                        <a:rPr lang="pt-BR" sz="1400" i="1">
                                          <a:latin typeface="Cambria Math" panose="02040503050406030204" pitchFamily="18" charset="0"/>
                                        </a:rPr>
                                      </m:ctrlPr>
                                    </m:sSubSupPr>
                                    <m:e>
                                      <m:r>
                                        <m:rPr>
                                          <m:brk m:alnAt="7"/>
                                        </m:rPr>
                                        <a:rPr lang="pt-BR" sz="1400" i="1">
                                          <a:latin typeface="Cambria Math" panose="02040503050406030204" pitchFamily="18" charset="0"/>
                                        </a:rPr>
                                        <m:t>𝐸</m:t>
                                      </m:r>
                                    </m:e>
                                    <m:sub>
                                      <m:r>
                                        <a:rPr lang="pt-BR" sz="1400" i="1">
                                          <a:latin typeface="Cambria Math" panose="02040503050406030204" pitchFamily="18" charset="0"/>
                                        </a:rPr>
                                        <m:t>0</m:t>
                                      </m:r>
                                    </m:sub>
                                    <m:sup>
                                      <m:r>
                                        <a:rPr lang="pt-BR" sz="1400" i="1">
                                          <a:latin typeface="Cambria Math" panose="02040503050406030204" pitchFamily="18" charset="0"/>
                                        </a:rPr>
                                        <m:t>(</m:t>
                                      </m:r>
                                      <m:r>
                                        <a:rPr lang="pt-BR" sz="1400" i="1">
                                          <a:latin typeface="Cambria Math" panose="02040503050406030204" pitchFamily="18" charset="0"/>
                                        </a:rPr>
                                        <m:t>𝑞</m:t>
                                      </m:r>
                                      <m:r>
                                        <a:rPr lang="pt-BR" sz="1400" i="1">
                                          <a:latin typeface="Cambria Math" panose="02040503050406030204" pitchFamily="18" charset="0"/>
                                        </a:rPr>
                                        <m:t>)</m:t>
                                      </m:r>
                                    </m:sup>
                                  </m:sSubSup>
                                </m:e>
                                <m:e>
                                  <m:sSubSup>
                                    <m:sSubSupPr>
                                      <m:ctrlPr>
                                        <a:rPr lang="pt-BR" sz="1400" i="1">
                                          <a:latin typeface="Cambria Math" panose="02040503050406030204" pitchFamily="18" charset="0"/>
                                        </a:rPr>
                                      </m:ctrlPr>
                                    </m:sSubSupPr>
                                    <m:e>
                                      <m:r>
                                        <m:rPr>
                                          <m:brk m:alnAt="7"/>
                                        </m:rPr>
                                        <a:rPr lang="pt-BR" sz="1400" i="1">
                                          <a:latin typeface="Cambria Math" panose="02040503050406030204" pitchFamily="18" charset="0"/>
                                        </a:rPr>
                                        <m:t>𝐸</m:t>
                                      </m:r>
                                    </m:e>
                                    <m:sub>
                                      <m:r>
                                        <a:rPr lang="pt-BR" sz="1400" i="1">
                                          <a:latin typeface="Cambria Math" panose="02040503050406030204" pitchFamily="18" charset="0"/>
                                        </a:rPr>
                                        <m:t>1</m:t>
                                      </m:r>
                                    </m:sub>
                                    <m:sup>
                                      <m:r>
                                        <a:rPr lang="pt-BR" sz="1400" i="1">
                                          <a:latin typeface="Cambria Math" panose="02040503050406030204" pitchFamily="18" charset="0"/>
                                        </a:rPr>
                                        <m:t>(</m:t>
                                      </m:r>
                                      <m:r>
                                        <a:rPr lang="pt-BR" sz="1400" i="1">
                                          <a:latin typeface="Cambria Math" panose="02040503050406030204" pitchFamily="18" charset="0"/>
                                        </a:rPr>
                                        <m:t>𝑞</m:t>
                                      </m:r>
                                      <m:r>
                                        <a:rPr lang="pt-BR" sz="1400" i="1">
                                          <a:latin typeface="Cambria Math" panose="02040503050406030204" pitchFamily="18" charset="0"/>
                                        </a:rPr>
                                        <m:t>)</m:t>
                                      </m:r>
                                    </m:sup>
                                  </m:sSubSup>
                                </m:e>
                              </m:mr>
                            </m:m>
                          </m:e>
                        </m:d>
                      </m:e>
                      <m:sup>
                        <m:r>
                          <m:rPr>
                            <m:sty m:val="p"/>
                          </m:rPr>
                          <a:rPr lang="pt-BR" sz="1400">
                            <a:latin typeface="Cambria Math" panose="02040503050406030204" pitchFamily="18" charset="0"/>
                          </a:rPr>
                          <m:t>T</m:t>
                        </m:r>
                      </m:sup>
                    </m:sSup>
                  </m:oMath>
                </a14:m>
                <a:endParaRPr lang="en-US" sz="1400"/>
              </a:p>
            </p:txBody>
          </p:sp>
        </mc:Choice>
        <mc:Fallback xmlns="">
          <p:sp>
            <p:nvSpPr>
              <p:cNvPr id="75" name="CaixaDeTexto 74">
                <a:extLst>
                  <a:ext uri="{FF2B5EF4-FFF2-40B4-BE49-F238E27FC236}">
                    <a16:creationId xmlns:a16="http://schemas.microsoft.com/office/drawing/2014/main" id="{564C3C1E-B5E5-873C-98DF-C3212B3E6E9C}"/>
                  </a:ext>
                </a:extLst>
              </p:cNvPr>
              <p:cNvSpPr txBox="1">
                <a:spLocks noRot="1" noChangeAspect="1" noMove="1" noResize="1" noEditPoints="1" noAdjustHandles="1" noChangeArrowheads="1" noChangeShapeType="1" noTextEdit="1"/>
              </p:cNvSpPr>
              <p:nvPr/>
            </p:nvSpPr>
            <p:spPr>
              <a:xfrm>
                <a:off x="6161945" y="1448780"/>
                <a:ext cx="5590366" cy="409920"/>
              </a:xfrm>
              <a:prstGeom prst="rect">
                <a:avLst/>
              </a:prstGeom>
              <a:blipFill>
                <a:blip r:embed="rId19"/>
                <a:stretch>
                  <a:fillRect b="-895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7" name="CaixaDeTexto 76">
                <a:extLst>
                  <a:ext uri="{FF2B5EF4-FFF2-40B4-BE49-F238E27FC236}">
                    <a16:creationId xmlns:a16="http://schemas.microsoft.com/office/drawing/2014/main" id="{58102323-AED6-B265-C844-79F66F96CA9D}"/>
                  </a:ext>
                </a:extLst>
              </p:cNvPr>
              <p:cNvSpPr txBox="1"/>
              <p:nvPr/>
            </p:nvSpPr>
            <p:spPr>
              <a:xfrm>
                <a:off x="6073223" y="1916832"/>
                <a:ext cx="4055225" cy="409920"/>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p>
                        <m:sSupPr>
                          <m:ctrlPr>
                            <a:rPr lang="pt-BR" sz="1400" b="1" i="1" smtClean="0">
                              <a:latin typeface="Cambria Math" panose="02040503050406030204" pitchFamily="18" charset="0"/>
                            </a:rPr>
                          </m:ctrlPr>
                        </m:sSupPr>
                        <m:e>
                          <m:r>
                            <a:rPr lang="pt-BR" sz="1400" b="1" i="0" smtClean="0">
                              <a:latin typeface="Cambria Math" panose="02040503050406030204" pitchFamily="18" charset="0"/>
                            </a:rPr>
                            <m:t>𝐄</m:t>
                          </m:r>
                        </m:e>
                        <m:sup>
                          <m:r>
                            <a:rPr lang="pt-BR" sz="1400" b="1" i="1" smtClean="0">
                              <a:latin typeface="Cambria Math" panose="02040503050406030204" pitchFamily="18" charset="0"/>
                            </a:rPr>
                            <m:t> </m:t>
                          </m:r>
                        </m:sup>
                      </m:sSup>
                      <m:r>
                        <a:rPr lang="pt-BR" sz="1400">
                          <a:latin typeface="Cambria Math" panose="02040503050406030204" pitchFamily="18" charset="0"/>
                        </a:rPr>
                        <m:t>=</m:t>
                      </m:r>
                      <m:sSup>
                        <m:sSupPr>
                          <m:ctrlPr>
                            <a:rPr lang="pt-BR" sz="1400" i="1">
                              <a:latin typeface="Cambria Math" panose="02040503050406030204" pitchFamily="18" charset="0"/>
                            </a:rPr>
                          </m:ctrlPr>
                        </m:sSupPr>
                        <m:e>
                          <m:d>
                            <m:dPr>
                              <m:begChr m:val="["/>
                              <m:endChr m:val="]"/>
                              <m:ctrlPr>
                                <a:rPr lang="pt-BR" sz="1400" i="1">
                                  <a:latin typeface="Cambria Math" panose="02040503050406030204" pitchFamily="18" charset="0"/>
                                </a:rPr>
                              </m:ctrlPr>
                            </m:dPr>
                            <m:e>
                              <m:m>
                                <m:mPr>
                                  <m:mcs>
                                    <m:mc>
                                      <m:mcPr>
                                        <m:count m:val="2"/>
                                        <m:mcJc m:val="center"/>
                                      </m:mcPr>
                                    </m:mc>
                                  </m:mcs>
                                  <m:ctrlPr>
                                    <a:rPr lang="pt-BR" sz="1400" i="1" smtClean="0">
                                      <a:latin typeface="Cambria Math" panose="02040503050406030204" pitchFamily="18" charset="0"/>
                                    </a:rPr>
                                  </m:ctrlPr>
                                </m:mPr>
                                <m:mr>
                                  <m:e>
                                    <m:m>
                                      <m:mPr>
                                        <m:mcs>
                                          <m:mc>
                                            <m:mcPr>
                                              <m:count m:val="3"/>
                                              <m:mcJc m:val="center"/>
                                            </m:mcPr>
                                          </m:mc>
                                        </m:mcs>
                                        <m:ctrlPr>
                                          <a:rPr lang="pt-BR" sz="1400" i="1">
                                            <a:latin typeface="Cambria Math" panose="02040503050406030204" pitchFamily="18" charset="0"/>
                                          </a:rPr>
                                        </m:ctrlPr>
                                      </m:mPr>
                                      <m:mr>
                                        <m:e>
                                          <m:sSubSup>
                                            <m:sSubSupPr>
                                              <m:ctrlPr>
                                                <a:rPr lang="pt-BR" sz="1400" i="1">
                                                  <a:latin typeface="Cambria Math" panose="02040503050406030204" pitchFamily="18" charset="0"/>
                                                </a:rPr>
                                              </m:ctrlPr>
                                            </m:sSubSupPr>
                                            <m:e>
                                              <m:r>
                                                <m:rPr>
                                                  <m:brk m:alnAt="7"/>
                                                </m:rPr>
                                                <a:rPr lang="pt-BR" sz="1400" i="1">
                                                  <a:latin typeface="Cambria Math" panose="02040503050406030204" pitchFamily="18" charset="0"/>
                                                </a:rPr>
                                                <m:t>𝐸</m:t>
                                              </m:r>
                                            </m:e>
                                            <m:sub>
                                              <m:r>
                                                <a:rPr lang="pt-BR" sz="1400" i="1">
                                                  <a:latin typeface="Cambria Math" panose="02040503050406030204" pitchFamily="18" charset="0"/>
                                                </a:rPr>
                                                <m:t>−1</m:t>
                                              </m:r>
                                            </m:sub>
                                            <m:sup>
                                              <m:r>
                                                <a:rPr lang="pt-BR" sz="1400" i="1">
                                                  <a:latin typeface="Cambria Math" panose="02040503050406030204" pitchFamily="18" charset="0"/>
                                                </a:rPr>
                                                <m:t>(</m:t>
                                              </m:r>
                                              <m:r>
                                                <a:rPr lang="pt-BR" sz="1400" i="1">
                                                  <a:latin typeface="Cambria Math" panose="02040503050406030204" pitchFamily="18" charset="0"/>
                                                </a:rPr>
                                                <m:t>𝑝</m:t>
                                              </m:r>
                                              <m:r>
                                                <a:rPr lang="pt-BR" sz="1400" i="1">
                                                  <a:latin typeface="Cambria Math" panose="02040503050406030204" pitchFamily="18" charset="0"/>
                                                </a:rPr>
                                                <m:t>)</m:t>
                                              </m:r>
                                            </m:sup>
                                          </m:sSubSup>
                                        </m:e>
                                        <m:e>
                                          <m:sSubSup>
                                            <m:sSubSupPr>
                                              <m:ctrlPr>
                                                <a:rPr lang="pt-BR" sz="1400" i="1">
                                                  <a:latin typeface="Cambria Math" panose="02040503050406030204" pitchFamily="18" charset="0"/>
                                                </a:rPr>
                                              </m:ctrlPr>
                                            </m:sSubSupPr>
                                            <m:e>
                                              <m:r>
                                                <m:rPr>
                                                  <m:brk m:alnAt="7"/>
                                                </m:rPr>
                                                <a:rPr lang="pt-BR" sz="1400" i="1">
                                                  <a:latin typeface="Cambria Math" panose="02040503050406030204" pitchFamily="18" charset="0"/>
                                                </a:rPr>
                                                <m:t>𝐸</m:t>
                                              </m:r>
                                            </m:e>
                                            <m:sub>
                                              <m:r>
                                                <a:rPr lang="pt-BR" sz="1400" i="1">
                                                  <a:latin typeface="Cambria Math" panose="02040503050406030204" pitchFamily="18" charset="0"/>
                                                </a:rPr>
                                                <m:t>0</m:t>
                                              </m:r>
                                            </m:sub>
                                            <m:sup>
                                              <m:r>
                                                <a:rPr lang="pt-BR" sz="1400" i="1">
                                                  <a:latin typeface="Cambria Math" panose="02040503050406030204" pitchFamily="18" charset="0"/>
                                                </a:rPr>
                                                <m:t>(</m:t>
                                              </m:r>
                                              <m:r>
                                                <a:rPr lang="pt-BR" sz="1400" i="1">
                                                  <a:latin typeface="Cambria Math" panose="02040503050406030204" pitchFamily="18" charset="0"/>
                                                </a:rPr>
                                                <m:t>𝑝</m:t>
                                              </m:r>
                                              <m:r>
                                                <a:rPr lang="pt-BR" sz="1400" i="1">
                                                  <a:latin typeface="Cambria Math" panose="02040503050406030204" pitchFamily="18" charset="0"/>
                                                </a:rPr>
                                                <m:t>)</m:t>
                                              </m:r>
                                            </m:sup>
                                          </m:sSubSup>
                                        </m:e>
                                        <m:e>
                                          <m:sSubSup>
                                            <m:sSubSupPr>
                                              <m:ctrlPr>
                                                <a:rPr lang="pt-BR" sz="1400" i="1">
                                                  <a:latin typeface="Cambria Math" panose="02040503050406030204" pitchFamily="18" charset="0"/>
                                                </a:rPr>
                                              </m:ctrlPr>
                                            </m:sSubSupPr>
                                            <m:e>
                                              <m:r>
                                                <m:rPr>
                                                  <m:brk m:alnAt="7"/>
                                                </m:rPr>
                                                <a:rPr lang="pt-BR" sz="1400" i="1">
                                                  <a:latin typeface="Cambria Math" panose="02040503050406030204" pitchFamily="18" charset="0"/>
                                                </a:rPr>
                                                <m:t>𝐸</m:t>
                                              </m:r>
                                            </m:e>
                                            <m:sub>
                                              <m:r>
                                                <a:rPr lang="pt-BR" sz="1400" i="1">
                                                  <a:latin typeface="Cambria Math" panose="02040503050406030204" pitchFamily="18" charset="0"/>
                                                </a:rPr>
                                                <m:t>1</m:t>
                                              </m:r>
                                            </m:sub>
                                            <m:sup>
                                              <m:r>
                                                <a:rPr lang="pt-BR" sz="1400" i="1">
                                                  <a:latin typeface="Cambria Math" panose="02040503050406030204" pitchFamily="18" charset="0"/>
                                                </a:rPr>
                                                <m:t>(</m:t>
                                              </m:r>
                                              <m:r>
                                                <a:rPr lang="pt-BR" sz="1400" i="1">
                                                  <a:latin typeface="Cambria Math" panose="02040503050406030204" pitchFamily="18" charset="0"/>
                                                </a:rPr>
                                                <m:t>𝑝</m:t>
                                              </m:r>
                                              <m:r>
                                                <a:rPr lang="pt-BR" sz="1400" i="1">
                                                  <a:latin typeface="Cambria Math" panose="02040503050406030204" pitchFamily="18" charset="0"/>
                                                </a:rPr>
                                                <m:t>)</m:t>
                                              </m:r>
                                            </m:sup>
                                          </m:sSubSup>
                                        </m:e>
                                      </m:mr>
                                    </m:m>
                                  </m:e>
                                  <m:e>
                                    <m:m>
                                      <m:mPr>
                                        <m:mcs>
                                          <m:mc>
                                            <m:mcPr>
                                              <m:count m:val="3"/>
                                              <m:mcJc m:val="center"/>
                                            </m:mcPr>
                                          </m:mc>
                                        </m:mcs>
                                        <m:ctrlPr>
                                          <a:rPr lang="pt-BR" sz="1400" i="1">
                                            <a:latin typeface="Cambria Math" panose="02040503050406030204" pitchFamily="18" charset="0"/>
                                          </a:rPr>
                                        </m:ctrlPr>
                                      </m:mPr>
                                      <m:mr>
                                        <m:e>
                                          <m:sSubSup>
                                            <m:sSubSupPr>
                                              <m:ctrlPr>
                                                <a:rPr lang="pt-BR" sz="1400" i="1">
                                                  <a:latin typeface="Cambria Math" panose="02040503050406030204" pitchFamily="18" charset="0"/>
                                                </a:rPr>
                                              </m:ctrlPr>
                                            </m:sSubSupPr>
                                            <m:e>
                                              <m:r>
                                                <m:rPr>
                                                  <m:brk m:alnAt="7"/>
                                                </m:rPr>
                                                <a:rPr lang="pt-BR" sz="1400" i="1">
                                                  <a:latin typeface="Cambria Math" panose="02040503050406030204" pitchFamily="18" charset="0"/>
                                                </a:rPr>
                                                <m:t>𝐸</m:t>
                                              </m:r>
                                            </m:e>
                                            <m:sub>
                                              <m:r>
                                                <a:rPr lang="pt-BR" sz="1400" i="1">
                                                  <a:latin typeface="Cambria Math" panose="02040503050406030204" pitchFamily="18" charset="0"/>
                                                </a:rPr>
                                                <m:t>−1</m:t>
                                              </m:r>
                                            </m:sub>
                                            <m:sup>
                                              <m:r>
                                                <a:rPr lang="pt-BR" sz="1400" i="1">
                                                  <a:latin typeface="Cambria Math" panose="02040503050406030204" pitchFamily="18" charset="0"/>
                                                </a:rPr>
                                                <m:t>(</m:t>
                                              </m:r>
                                              <m:r>
                                                <a:rPr lang="pt-BR" sz="1400" i="1">
                                                  <a:latin typeface="Cambria Math" panose="02040503050406030204" pitchFamily="18" charset="0"/>
                                                </a:rPr>
                                                <m:t>𝑞</m:t>
                                              </m:r>
                                              <m:r>
                                                <a:rPr lang="pt-BR" sz="1400" i="1">
                                                  <a:latin typeface="Cambria Math" panose="02040503050406030204" pitchFamily="18" charset="0"/>
                                                </a:rPr>
                                                <m:t>)</m:t>
                                              </m:r>
                                            </m:sup>
                                          </m:sSubSup>
                                        </m:e>
                                        <m:e>
                                          <m:sSubSup>
                                            <m:sSubSupPr>
                                              <m:ctrlPr>
                                                <a:rPr lang="pt-BR" sz="1400" i="1">
                                                  <a:latin typeface="Cambria Math" panose="02040503050406030204" pitchFamily="18" charset="0"/>
                                                </a:rPr>
                                              </m:ctrlPr>
                                            </m:sSubSupPr>
                                            <m:e>
                                              <m:r>
                                                <m:rPr>
                                                  <m:brk m:alnAt="7"/>
                                                </m:rPr>
                                                <a:rPr lang="pt-BR" sz="1400" i="1">
                                                  <a:latin typeface="Cambria Math" panose="02040503050406030204" pitchFamily="18" charset="0"/>
                                                </a:rPr>
                                                <m:t>𝐸</m:t>
                                              </m:r>
                                            </m:e>
                                            <m:sub>
                                              <m:r>
                                                <a:rPr lang="pt-BR" sz="1400" i="1">
                                                  <a:latin typeface="Cambria Math" panose="02040503050406030204" pitchFamily="18" charset="0"/>
                                                </a:rPr>
                                                <m:t>0</m:t>
                                              </m:r>
                                            </m:sub>
                                            <m:sup>
                                              <m:r>
                                                <a:rPr lang="pt-BR" sz="1400" i="1">
                                                  <a:latin typeface="Cambria Math" panose="02040503050406030204" pitchFamily="18" charset="0"/>
                                                </a:rPr>
                                                <m:t>(</m:t>
                                              </m:r>
                                              <m:r>
                                                <a:rPr lang="pt-BR" sz="1400" i="1">
                                                  <a:latin typeface="Cambria Math" panose="02040503050406030204" pitchFamily="18" charset="0"/>
                                                </a:rPr>
                                                <m:t>𝑞</m:t>
                                              </m:r>
                                              <m:r>
                                                <a:rPr lang="pt-BR" sz="1400" i="1">
                                                  <a:latin typeface="Cambria Math" panose="02040503050406030204" pitchFamily="18" charset="0"/>
                                                </a:rPr>
                                                <m:t>)</m:t>
                                              </m:r>
                                            </m:sup>
                                          </m:sSubSup>
                                        </m:e>
                                        <m:e>
                                          <m:sSubSup>
                                            <m:sSubSupPr>
                                              <m:ctrlPr>
                                                <a:rPr lang="pt-BR" sz="1400" i="1">
                                                  <a:latin typeface="Cambria Math" panose="02040503050406030204" pitchFamily="18" charset="0"/>
                                                </a:rPr>
                                              </m:ctrlPr>
                                            </m:sSubSupPr>
                                            <m:e>
                                              <m:r>
                                                <m:rPr>
                                                  <m:brk m:alnAt="7"/>
                                                </m:rPr>
                                                <a:rPr lang="pt-BR" sz="1400" i="1">
                                                  <a:latin typeface="Cambria Math" panose="02040503050406030204" pitchFamily="18" charset="0"/>
                                                </a:rPr>
                                                <m:t>𝐸</m:t>
                                              </m:r>
                                            </m:e>
                                            <m:sub>
                                              <m:r>
                                                <a:rPr lang="pt-BR" sz="1400" i="1">
                                                  <a:latin typeface="Cambria Math" panose="02040503050406030204" pitchFamily="18" charset="0"/>
                                                </a:rPr>
                                                <m:t>1</m:t>
                                              </m:r>
                                            </m:sub>
                                            <m:sup>
                                              <m:r>
                                                <a:rPr lang="pt-BR" sz="1400" i="1">
                                                  <a:latin typeface="Cambria Math" panose="02040503050406030204" pitchFamily="18" charset="0"/>
                                                </a:rPr>
                                                <m:t>(</m:t>
                                              </m:r>
                                              <m:r>
                                                <a:rPr lang="pt-BR" sz="1400" i="1">
                                                  <a:latin typeface="Cambria Math" panose="02040503050406030204" pitchFamily="18" charset="0"/>
                                                </a:rPr>
                                                <m:t>𝑞</m:t>
                                              </m:r>
                                              <m:r>
                                                <a:rPr lang="pt-BR" sz="1400" i="1">
                                                  <a:latin typeface="Cambria Math" panose="02040503050406030204" pitchFamily="18" charset="0"/>
                                                </a:rPr>
                                                <m:t>)</m:t>
                                              </m:r>
                                            </m:sup>
                                          </m:sSubSup>
                                        </m:e>
                                      </m:mr>
                                    </m:m>
                                  </m:e>
                                </m:mr>
                              </m:m>
                            </m:e>
                          </m:d>
                        </m:e>
                        <m:sup>
                          <m:r>
                            <m:rPr>
                              <m:sty m:val="p"/>
                            </m:rPr>
                            <a:rPr lang="pt-BR" sz="1400">
                              <a:latin typeface="Cambria Math" panose="02040503050406030204" pitchFamily="18" charset="0"/>
                            </a:rPr>
                            <m:t>T</m:t>
                          </m:r>
                        </m:sup>
                      </m:sSup>
                    </m:oMath>
                  </m:oMathPara>
                </a14:m>
                <a:endParaRPr lang="en-US" sz="1400"/>
              </a:p>
            </p:txBody>
          </p:sp>
        </mc:Choice>
        <mc:Fallback xmlns="">
          <p:sp>
            <p:nvSpPr>
              <p:cNvPr id="77" name="CaixaDeTexto 76">
                <a:extLst>
                  <a:ext uri="{FF2B5EF4-FFF2-40B4-BE49-F238E27FC236}">
                    <a16:creationId xmlns:a16="http://schemas.microsoft.com/office/drawing/2014/main" id="{58102323-AED6-B265-C844-79F66F96CA9D}"/>
                  </a:ext>
                </a:extLst>
              </p:cNvPr>
              <p:cNvSpPr txBox="1">
                <a:spLocks noRot="1" noChangeAspect="1" noMove="1" noResize="1" noEditPoints="1" noAdjustHandles="1" noChangeArrowheads="1" noChangeShapeType="1" noTextEdit="1"/>
              </p:cNvSpPr>
              <p:nvPr/>
            </p:nvSpPr>
            <p:spPr>
              <a:xfrm>
                <a:off x="6073223" y="1916832"/>
                <a:ext cx="4055225" cy="409920"/>
              </a:xfrm>
              <a:prstGeom prst="rect">
                <a:avLst/>
              </a:prstGeom>
              <a:blipFill>
                <a:blip r:embed="rId2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8" name="CaixaDeTexto 77">
                <a:extLst>
                  <a:ext uri="{FF2B5EF4-FFF2-40B4-BE49-F238E27FC236}">
                    <a16:creationId xmlns:a16="http://schemas.microsoft.com/office/drawing/2014/main" id="{5DAAC337-904D-A636-90D5-1BD803A9FF4B}"/>
                  </a:ext>
                </a:extLst>
              </p:cNvPr>
              <p:cNvSpPr txBox="1"/>
              <p:nvPr/>
            </p:nvSpPr>
            <p:spPr>
              <a:xfrm>
                <a:off x="5935270" y="2420888"/>
                <a:ext cx="4055225" cy="409920"/>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p>
                        <m:sSupPr>
                          <m:ctrlPr>
                            <a:rPr lang="pt-BR" sz="1400" b="1" i="1" smtClean="0">
                              <a:latin typeface="Cambria Math" panose="02040503050406030204" pitchFamily="18" charset="0"/>
                            </a:rPr>
                          </m:ctrlPr>
                        </m:sSupPr>
                        <m:e>
                          <m:r>
                            <a:rPr lang="pt-BR" sz="1400" b="1" i="1" smtClean="0">
                              <a:latin typeface="Cambria Math" panose="02040503050406030204" pitchFamily="18" charset="0"/>
                            </a:rPr>
                            <m:t>𝑱</m:t>
                          </m:r>
                        </m:e>
                        <m:sup>
                          <m:r>
                            <a:rPr lang="pt-BR" sz="1400" b="1" i="1" smtClean="0">
                              <a:latin typeface="Cambria Math" panose="02040503050406030204" pitchFamily="18" charset="0"/>
                            </a:rPr>
                            <m:t> </m:t>
                          </m:r>
                        </m:sup>
                      </m:sSup>
                      <m:r>
                        <a:rPr lang="pt-BR" sz="1400">
                          <a:latin typeface="Cambria Math" panose="02040503050406030204" pitchFamily="18" charset="0"/>
                        </a:rPr>
                        <m:t>=</m:t>
                      </m:r>
                      <m:sSup>
                        <m:sSupPr>
                          <m:ctrlPr>
                            <a:rPr lang="pt-BR" sz="1400" i="1">
                              <a:latin typeface="Cambria Math" panose="02040503050406030204" pitchFamily="18" charset="0"/>
                            </a:rPr>
                          </m:ctrlPr>
                        </m:sSupPr>
                        <m:e>
                          <m:d>
                            <m:dPr>
                              <m:begChr m:val="["/>
                              <m:endChr m:val="]"/>
                              <m:ctrlPr>
                                <a:rPr lang="pt-BR" sz="1400" i="1">
                                  <a:latin typeface="Cambria Math" panose="02040503050406030204" pitchFamily="18" charset="0"/>
                                </a:rPr>
                              </m:ctrlPr>
                            </m:dPr>
                            <m:e>
                              <m:m>
                                <m:mPr>
                                  <m:mcs>
                                    <m:mc>
                                      <m:mcPr>
                                        <m:count m:val="2"/>
                                        <m:mcJc m:val="center"/>
                                      </m:mcPr>
                                    </m:mc>
                                  </m:mcs>
                                  <m:ctrlPr>
                                    <a:rPr lang="pt-BR" sz="1400" i="1" smtClean="0">
                                      <a:latin typeface="Cambria Math" panose="02040503050406030204" pitchFamily="18" charset="0"/>
                                    </a:rPr>
                                  </m:ctrlPr>
                                </m:mPr>
                                <m:mr>
                                  <m:e>
                                    <m:m>
                                      <m:mPr>
                                        <m:mcs>
                                          <m:mc>
                                            <m:mcPr>
                                              <m:count m:val="3"/>
                                              <m:mcJc m:val="center"/>
                                            </m:mcPr>
                                          </m:mc>
                                        </m:mcs>
                                        <m:ctrlPr>
                                          <a:rPr lang="pt-BR" sz="1400" i="1">
                                            <a:latin typeface="Cambria Math" panose="02040503050406030204" pitchFamily="18" charset="0"/>
                                          </a:rPr>
                                        </m:ctrlPr>
                                      </m:mPr>
                                      <m:mr>
                                        <m:e>
                                          <m:sSubSup>
                                            <m:sSubSupPr>
                                              <m:ctrlPr>
                                                <a:rPr lang="pt-BR" sz="1400" i="1">
                                                  <a:latin typeface="Cambria Math" panose="02040503050406030204" pitchFamily="18" charset="0"/>
                                                </a:rPr>
                                              </m:ctrlPr>
                                            </m:sSubSupPr>
                                            <m:e>
                                              <m:r>
                                                <a:rPr lang="pt-BR" sz="1400" b="0" i="1" smtClean="0">
                                                  <a:latin typeface="Cambria Math" panose="02040503050406030204" pitchFamily="18" charset="0"/>
                                                </a:rPr>
                                                <m:t>𝐽</m:t>
                                              </m:r>
                                            </m:e>
                                            <m:sub>
                                              <m:r>
                                                <a:rPr lang="pt-BR" sz="1400" i="1">
                                                  <a:latin typeface="Cambria Math" panose="02040503050406030204" pitchFamily="18" charset="0"/>
                                                </a:rPr>
                                                <m:t>−1</m:t>
                                              </m:r>
                                            </m:sub>
                                            <m:sup>
                                              <m:r>
                                                <a:rPr lang="pt-BR" sz="1400" i="1">
                                                  <a:latin typeface="Cambria Math" panose="02040503050406030204" pitchFamily="18" charset="0"/>
                                                </a:rPr>
                                                <m:t>(</m:t>
                                              </m:r>
                                              <m:r>
                                                <a:rPr lang="pt-BR" sz="1400" i="1">
                                                  <a:latin typeface="Cambria Math" panose="02040503050406030204" pitchFamily="18" charset="0"/>
                                                </a:rPr>
                                                <m:t>𝑝</m:t>
                                              </m:r>
                                              <m:r>
                                                <a:rPr lang="pt-BR" sz="1400" i="1">
                                                  <a:latin typeface="Cambria Math" panose="02040503050406030204" pitchFamily="18" charset="0"/>
                                                </a:rPr>
                                                <m:t>)</m:t>
                                              </m:r>
                                            </m:sup>
                                          </m:sSubSup>
                                        </m:e>
                                        <m:e>
                                          <m:sSubSup>
                                            <m:sSubSupPr>
                                              <m:ctrlPr>
                                                <a:rPr lang="pt-BR" sz="1400" i="1">
                                                  <a:latin typeface="Cambria Math" panose="02040503050406030204" pitchFamily="18" charset="0"/>
                                                </a:rPr>
                                              </m:ctrlPr>
                                            </m:sSubSupPr>
                                            <m:e>
                                              <m:r>
                                                <a:rPr lang="pt-BR" sz="1400" i="1">
                                                  <a:latin typeface="Cambria Math" panose="02040503050406030204" pitchFamily="18" charset="0"/>
                                                </a:rPr>
                                                <m:t>𝐽</m:t>
                                              </m:r>
                                            </m:e>
                                            <m:sub>
                                              <m:r>
                                                <a:rPr lang="pt-BR" sz="1400" i="1">
                                                  <a:latin typeface="Cambria Math" panose="02040503050406030204" pitchFamily="18" charset="0"/>
                                                </a:rPr>
                                                <m:t>0</m:t>
                                              </m:r>
                                            </m:sub>
                                            <m:sup>
                                              <m:r>
                                                <a:rPr lang="pt-BR" sz="1400" i="1">
                                                  <a:latin typeface="Cambria Math" panose="02040503050406030204" pitchFamily="18" charset="0"/>
                                                </a:rPr>
                                                <m:t>(</m:t>
                                              </m:r>
                                              <m:r>
                                                <a:rPr lang="pt-BR" sz="1400" i="1">
                                                  <a:latin typeface="Cambria Math" panose="02040503050406030204" pitchFamily="18" charset="0"/>
                                                </a:rPr>
                                                <m:t>𝑝</m:t>
                                              </m:r>
                                              <m:r>
                                                <a:rPr lang="pt-BR" sz="1400" i="1">
                                                  <a:latin typeface="Cambria Math" panose="02040503050406030204" pitchFamily="18" charset="0"/>
                                                </a:rPr>
                                                <m:t>)</m:t>
                                              </m:r>
                                            </m:sup>
                                          </m:sSubSup>
                                        </m:e>
                                        <m:e>
                                          <m:sSubSup>
                                            <m:sSubSupPr>
                                              <m:ctrlPr>
                                                <a:rPr lang="pt-BR" sz="1400" i="1">
                                                  <a:latin typeface="Cambria Math" panose="02040503050406030204" pitchFamily="18" charset="0"/>
                                                </a:rPr>
                                              </m:ctrlPr>
                                            </m:sSubSupPr>
                                            <m:e>
                                              <m:r>
                                                <a:rPr lang="pt-BR" sz="1400" i="1">
                                                  <a:latin typeface="Cambria Math" panose="02040503050406030204" pitchFamily="18" charset="0"/>
                                                </a:rPr>
                                                <m:t>𝐽</m:t>
                                              </m:r>
                                            </m:e>
                                            <m:sub>
                                              <m:r>
                                                <a:rPr lang="pt-BR" sz="1400" i="1">
                                                  <a:latin typeface="Cambria Math" panose="02040503050406030204" pitchFamily="18" charset="0"/>
                                                </a:rPr>
                                                <m:t>1</m:t>
                                              </m:r>
                                            </m:sub>
                                            <m:sup>
                                              <m:r>
                                                <a:rPr lang="pt-BR" sz="1400" i="1">
                                                  <a:latin typeface="Cambria Math" panose="02040503050406030204" pitchFamily="18" charset="0"/>
                                                </a:rPr>
                                                <m:t>(</m:t>
                                              </m:r>
                                              <m:r>
                                                <a:rPr lang="pt-BR" sz="1400" i="1">
                                                  <a:latin typeface="Cambria Math" panose="02040503050406030204" pitchFamily="18" charset="0"/>
                                                </a:rPr>
                                                <m:t>𝑝</m:t>
                                              </m:r>
                                              <m:r>
                                                <a:rPr lang="pt-BR" sz="1400" i="1">
                                                  <a:latin typeface="Cambria Math" panose="02040503050406030204" pitchFamily="18" charset="0"/>
                                                </a:rPr>
                                                <m:t>)</m:t>
                                              </m:r>
                                            </m:sup>
                                          </m:sSubSup>
                                        </m:e>
                                      </m:mr>
                                    </m:m>
                                  </m:e>
                                  <m:e>
                                    <m:m>
                                      <m:mPr>
                                        <m:mcs>
                                          <m:mc>
                                            <m:mcPr>
                                              <m:count m:val="3"/>
                                              <m:mcJc m:val="center"/>
                                            </m:mcPr>
                                          </m:mc>
                                        </m:mcs>
                                        <m:ctrlPr>
                                          <a:rPr lang="pt-BR" sz="1400" i="1">
                                            <a:latin typeface="Cambria Math" panose="02040503050406030204" pitchFamily="18" charset="0"/>
                                          </a:rPr>
                                        </m:ctrlPr>
                                      </m:mPr>
                                      <m:mr>
                                        <m:e>
                                          <m:sSubSup>
                                            <m:sSubSupPr>
                                              <m:ctrlPr>
                                                <a:rPr lang="pt-BR" sz="1400" i="1" smtClean="0">
                                                  <a:latin typeface="Cambria Math" panose="02040503050406030204" pitchFamily="18" charset="0"/>
                                                </a:rPr>
                                              </m:ctrlPr>
                                            </m:sSubSupPr>
                                            <m:e>
                                              <m:r>
                                                <a:rPr lang="pt-BR" sz="1400" i="1">
                                                  <a:latin typeface="Cambria Math" panose="02040503050406030204" pitchFamily="18" charset="0"/>
                                                </a:rPr>
                                                <m:t>𝐽</m:t>
                                              </m:r>
                                            </m:e>
                                            <m:sub>
                                              <m:r>
                                                <a:rPr lang="pt-BR" sz="1400" i="1">
                                                  <a:latin typeface="Cambria Math" panose="02040503050406030204" pitchFamily="18" charset="0"/>
                                                </a:rPr>
                                                <m:t>−1</m:t>
                                              </m:r>
                                            </m:sub>
                                            <m:sup>
                                              <m:r>
                                                <a:rPr lang="pt-BR" sz="1400" i="1">
                                                  <a:latin typeface="Cambria Math" panose="02040503050406030204" pitchFamily="18" charset="0"/>
                                                </a:rPr>
                                                <m:t>(</m:t>
                                              </m:r>
                                              <m:r>
                                                <a:rPr lang="pt-BR" sz="1400" i="1">
                                                  <a:latin typeface="Cambria Math" panose="02040503050406030204" pitchFamily="18" charset="0"/>
                                                </a:rPr>
                                                <m:t>𝑞</m:t>
                                              </m:r>
                                              <m:r>
                                                <a:rPr lang="pt-BR" sz="1400" i="1">
                                                  <a:latin typeface="Cambria Math" panose="02040503050406030204" pitchFamily="18" charset="0"/>
                                                </a:rPr>
                                                <m:t>)</m:t>
                                              </m:r>
                                            </m:sup>
                                          </m:sSubSup>
                                        </m:e>
                                        <m:e>
                                          <m:sSubSup>
                                            <m:sSubSupPr>
                                              <m:ctrlPr>
                                                <a:rPr lang="pt-BR" sz="1400" i="1">
                                                  <a:latin typeface="Cambria Math" panose="02040503050406030204" pitchFamily="18" charset="0"/>
                                                </a:rPr>
                                              </m:ctrlPr>
                                            </m:sSubSupPr>
                                            <m:e>
                                              <m:r>
                                                <a:rPr lang="pt-BR" sz="1400" i="1">
                                                  <a:latin typeface="Cambria Math" panose="02040503050406030204" pitchFamily="18" charset="0"/>
                                                </a:rPr>
                                                <m:t>𝐽</m:t>
                                              </m:r>
                                            </m:e>
                                            <m:sub>
                                              <m:r>
                                                <a:rPr lang="pt-BR" sz="1400" i="1">
                                                  <a:latin typeface="Cambria Math" panose="02040503050406030204" pitchFamily="18" charset="0"/>
                                                </a:rPr>
                                                <m:t>0</m:t>
                                              </m:r>
                                            </m:sub>
                                            <m:sup>
                                              <m:r>
                                                <a:rPr lang="pt-BR" sz="1400" i="1">
                                                  <a:latin typeface="Cambria Math" panose="02040503050406030204" pitchFamily="18" charset="0"/>
                                                </a:rPr>
                                                <m:t>(</m:t>
                                              </m:r>
                                              <m:r>
                                                <a:rPr lang="pt-BR" sz="1400" i="1">
                                                  <a:latin typeface="Cambria Math" panose="02040503050406030204" pitchFamily="18" charset="0"/>
                                                </a:rPr>
                                                <m:t>𝑞</m:t>
                                              </m:r>
                                              <m:r>
                                                <a:rPr lang="pt-BR" sz="1400" i="1">
                                                  <a:latin typeface="Cambria Math" panose="02040503050406030204" pitchFamily="18" charset="0"/>
                                                </a:rPr>
                                                <m:t>)</m:t>
                                              </m:r>
                                            </m:sup>
                                          </m:sSubSup>
                                        </m:e>
                                        <m:e>
                                          <m:sSubSup>
                                            <m:sSubSupPr>
                                              <m:ctrlPr>
                                                <a:rPr lang="pt-BR" sz="1400" i="1">
                                                  <a:latin typeface="Cambria Math" panose="02040503050406030204" pitchFamily="18" charset="0"/>
                                                </a:rPr>
                                              </m:ctrlPr>
                                            </m:sSubSupPr>
                                            <m:e>
                                              <m:r>
                                                <a:rPr lang="pt-BR" sz="1400" i="1">
                                                  <a:latin typeface="Cambria Math" panose="02040503050406030204" pitchFamily="18" charset="0"/>
                                                </a:rPr>
                                                <m:t>𝐽</m:t>
                                              </m:r>
                                            </m:e>
                                            <m:sub>
                                              <m:r>
                                                <a:rPr lang="pt-BR" sz="1400" i="1">
                                                  <a:latin typeface="Cambria Math" panose="02040503050406030204" pitchFamily="18" charset="0"/>
                                                </a:rPr>
                                                <m:t>1</m:t>
                                              </m:r>
                                            </m:sub>
                                            <m:sup>
                                              <m:r>
                                                <a:rPr lang="pt-BR" sz="1400" i="1">
                                                  <a:latin typeface="Cambria Math" panose="02040503050406030204" pitchFamily="18" charset="0"/>
                                                </a:rPr>
                                                <m:t>(</m:t>
                                              </m:r>
                                              <m:r>
                                                <a:rPr lang="pt-BR" sz="1400" i="1">
                                                  <a:latin typeface="Cambria Math" panose="02040503050406030204" pitchFamily="18" charset="0"/>
                                                </a:rPr>
                                                <m:t>𝑞</m:t>
                                              </m:r>
                                              <m:r>
                                                <a:rPr lang="pt-BR" sz="1400" i="1">
                                                  <a:latin typeface="Cambria Math" panose="02040503050406030204" pitchFamily="18" charset="0"/>
                                                </a:rPr>
                                                <m:t>)</m:t>
                                              </m:r>
                                            </m:sup>
                                          </m:sSubSup>
                                        </m:e>
                                      </m:mr>
                                    </m:m>
                                  </m:e>
                                </m:mr>
                              </m:m>
                            </m:e>
                          </m:d>
                        </m:e>
                        <m:sup>
                          <m:r>
                            <m:rPr>
                              <m:sty m:val="p"/>
                            </m:rPr>
                            <a:rPr lang="pt-BR" sz="1400">
                              <a:latin typeface="Cambria Math" panose="02040503050406030204" pitchFamily="18" charset="0"/>
                            </a:rPr>
                            <m:t>T</m:t>
                          </m:r>
                        </m:sup>
                      </m:sSup>
                    </m:oMath>
                  </m:oMathPara>
                </a14:m>
                <a:endParaRPr lang="en-US" sz="1400"/>
              </a:p>
            </p:txBody>
          </p:sp>
        </mc:Choice>
        <mc:Fallback xmlns="">
          <p:sp>
            <p:nvSpPr>
              <p:cNvPr id="78" name="CaixaDeTexto 77">
                <a:extLst>
                  <a:ext uri="{FF2B5EF4-FFF2-40B4-BE49-F238E27FC236}">
                    <a16:creationId xmlns:a16="http://schemas.microsoft.com/office/drawing/2014/main" id="{5DAAC337-904D-A636-90D5-1BD803A9FF4B}"/>
                  </a:ext>
                </a:extLst>
              </p:cNvPr>
              <p:cNvSpPr txBox="1">
                <a:spLocks noRot="1" noChangeAspect="1" noMove="1" noResize="1" noEditPoints="1" noAdjustHandles="1" noChangeArrowheads="1" noChangeShapeType="1" noTextEdit="1"/>
              </p:cNvSpPr>
              <p:nvPr/>
            </p:nvSpPr>
            <p:spPr>
              <a:xfrm>
                <a:off x="5935270" y="2420888"/>
                <a:ext cx="4055225" cy="409920"/>
              </a:xfrm>
              <a:prstGeom prst="rect">
                <a:avLst/>
              </a:prstGeom>
              <a:blipFill>
                <a:blip r:embed="rId21"/>
                <a:stretch>
                  <a:fillRect/>
                </a:stretch>
              </a:blipFill>
            </p:spPr>
            <p:txBody>
              <a:bodyPr/>
              <a:lstStyle/>
              <a:p>
                <a:r>
                  <a:rPr lang="pt-BR">
                    <a:noFill/>
                  </a:rPr>
                  <a:t> </a:t>
                </a:r>
              </a:p>
            </p:txBody>
          </p:sp>
        </mc:Fallback>
      </mc:AlternateContent>
      <p:grpSp>
        <p:nvGrpSpPr>
          <p:cNvPr id="117" name="Agrupar 116">
            <a:extLst>
              <a:ext uri="{FF2B5EF4-FFF2-40B4-BE49-F238E27FC236}">
                <a16:creationId xmlns:a16="http://schemas.microsoft.com/office/drawing/2014/main" id="{8C9076A3-9360-2F0A-91AC-197812BF23CC}"/>
              </a:ext>
            </a:extLst>
          </p:cNvPr>
          <p:cNvGrpSpPr/>
          <p:nvPr/>
        </p:nvGrpSpPr>
        <p:grpSpPr>
          <a:xfrm>
            <a:off x="6118817" y="3104964"/>
            <a:ext cx="5089751" cy="2304256"/>
            <a:chOff x="6118817" y="3104964"/>
            <a:chExt cx="5089751" cy="2304256"/>
          </a:xfrm>
        </p:grpSpPr>
        <p:sp>
          <p:nvSpPr>
            <p:cNvPr id="79" name="CaixaDeTexto 78">
              <a:extLst>
                <a:ext uri="{FF2B5EF4-FFF2-40B4-BE49-F238E27FC236}">
                  <a16:creationId xmlns:a16="http://schemas.microsoft.com/office/drawing/2014/main" id="{A97900C8-C475-5429-5C59-59D02FC33F9D}"/>
                </a:ext>
              </a:extLst>
            </p:cNvPr>
            <p:cNvSpPr txBox="1"/>
            <p:nvPr/>
          </p:nvSpPr>
          <p:spPr>
            <a:xfrm>
              <a:off x="6118817" y="3104964"/>
              <a:ext cx="3060340" cy="338554"/>
            </a:xfrm>
            <a:prstGeom prst="rect">
              <a:avLst/>
            </a:prstGeom>
            <a:noFill/>
          </p:spPr>
          <p:txBody>
            <a:bodyPr wrap="square">
              <a:spAutoFit/>
            </a:bodyPr>
            <a:lstStyle>
              <a:defPPr>
                <a:defRPr lang="pt-BR"/>
              </a:defPPr>
              <a:lvl1pPr>
                <a:defRPr sz="1600"/>
              </a:lvl1pPr>
            </a:lstStyle>
            <a:p>
              <a:r>
                <a:rPr lang="en-US"/>
                <a:t>3. Surface admittance operator</a:t>
              </a:r>
              <a:endParaRPr lang="pt-BR"/>
            </a:p>
          </p:txBody>
        </p:sp>
        <mc:AlternateContent xmlns:mc="http://schemas.openxmlformats.org/markup-compatibility/2006" xmlns:a14="http://schemas.microsoft.com/office/drawing/2010/main">
          <mc:Choice Requires="a14">
            <p:sp>
              <p:nvSpPr>
                <p:cNvPr id="80" name="CaixaDeTexto 79">
                  <a:extLst>
                    <a:ext uri="{FF2B5EF4-FFF2-40B4-BE49-F238E27FC236}">
                      <a16:creationId xmlns:a16="http://schemas.microsoft.com/office/drawing/2014/main" id="{1BADAB1D-3698-2200-D127-E0C68B63A8BD}"/>
                    </a:ext>
                  </a:extLst>
                </p:cNvPr>
                <p:cNvSpPr txBox="1"/>
                <p:nvPr/>
              </p:nvSpPr>
              <p:spPr>
                <a:xfrm>
                  <a:off x="6176256" y="3544927"/>
                  <a:ext cx="5032312" cy="186429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400" b="1" i="1" smtClean="0">
                                <a:latin typeface="Cambria Math" panose="02040503050406030204" pitchFamily="18" charset="0"/>
                                <a:ea typeface="Cambria Math" panose="02040503050406030204" pitchFamily="18" charset="0"/>
                              </a:rPr>
                            </m:ctrlPr>
                          </m:sSubPr>
                          <m:e>
                            <m:r>
                              <a:rPr lang="en-US" sz="1400" b="1" i="1">
                                <a:latin typeface="Cambria Math" panose="02040503050406030204" pitchFamily="18" charset="0"/>
                                <a:ea typeface="Cambria Math" panose="02040503050406030204" pitchFamily="18" charset="0"/>
                              </a:rPr>
                              <m:t>𝕐</m:t>
                            </m:r>
                          </m:e>
                          <m:sub>
                            <m:r>
                              <a:rPr lang="pt-BR" sz="1400" b="1" i="1">
                                <a:latin typeface="Cambria Math" panose="02040503050406030204" pitchFamily="18" charset="0"/>
                                <a:ea typeface="Cambria Math" panose="02040503050406030204" pitchFamily="18" charset="0"/>
                              </a:rPr>
                              <m:t>𝒔</m:t>
                            </m:r>
                          </m:sub>
                        </m:sSub>
                        <m:r>
                          <a:rPr lang="pt-BR" sz="1400" b="0" i="1" smtClean="0">
                            <a:latin typeface="Cambria Math" panose="02040503050406030204" pitchFamily="18" charset="0"/>
                            <a:ea typeface="Cambria Math" panose="02040503050406030204" pitchFamily="18" charset="0"/>
                          </a:rPr>
                          <m:t>(</m:t>
                        </m:r>
                        <m:r>
                          <a:rPr lang="pt-BR" sz="1400" b="0" i="1" smtClean="0">
                            <a:latin typeface="Cambria Math" panose="02040503050406030204" pitchFamily="18" charset="0"/>
                            <a:ea typeface="Cambria Math" panose="02040503050406030204" pitchFamily="18" charset="0"/>
                          </a:rPr>
                          <m:t>𝜔</m:t>
                        </m:r>
                        <m:r>
                          <a:rPr lang="pt-BR" sz="1400" b="0" i="1" smtClean="0">
                            <a:latin typeface="Cambria Math" panose="02040503050406030204" pitchFamily="18" charset="0"/>
                            <a:ea typeface="Cambria Math" panose="02040503050406030204" pitchFamily="18" charset="0"/>
                          </a:rPr>
                          <m:t>)</m:t>
                        </m:r>
                        <m:r>
                          <a:rPr lang="pt-BR" sz="1400" b="1" i="1" smtClean="0">
                            <a:latin typeface="Cambria Math" panose="02040503050406030204" pitchFamily="18" charset="0"/>
                            <a:ea typeface="Cambria Math" panose="02040503050406030204" pitchFamily="18" charset="0"/>
                          </a:rPr>
                          <m:t>=</m:t>
                        </m:r>
                        <m:d>
                          <m:dPr>
                            <m:begChr m:val="["/>
                            <m:endChr m:val="]"/>
                            <m:ctrlPr>
                              <a:rPr lang="pt-BR" sz="1400" b="1" i="1" smtClean="0">
                                <a:latin typeface="Cambria Math" panose="02040503050406030204" pitchFamily="18" charset="0"/>
                                <a:ea typeface="Cambria Math" panose="02040503050406030204" pitchFamily="18" charset="0"/>
                              </a:rPr>
                            </m:ctrlPr>
                          </m:dPr>
                          <m:e>
                            <m:m>
                              <m:mPr>
                                <m:mcs>
                                  <m:mc>
                                    <m:mcPr>
                                      <m:count m:val="3"/>
                                      <m:mcJc m:val="center"/>
                                    </m:mcPr>
                                  </m:mc>
                                </m:mcs>
                                <m:ctrlPr>
                                  <a:rPr lang="pt-BR" sz="1400" b="1" i="1" smtClean="0">
                                    <a:latin typeface="Cambria Math" panose="02040503050406030204" pitchFamily="18" charset="0"/>
                                    <a:ea typeface="Cambria Math" panose="02040503050406030204" pitchFamily="18" charset="0"/>
                                  </a:rPr>
                                </m:ctrlPr>
                              </m:mPr>
                              <m:mr>
                                <m:e>
                                  <m:m>
                                    <m:mPr>
                                      <m:mcs>
                                        <m:mc>
                                          <m:mcPr>
                                            <m:count m:val="2"/>
                                            <m:mcJc m:val="center"/>
                                          </m:mcPr>
                                        </m:mc>
                                      </m:mcs>
                                      <m:ctrlPr>
                                        <a:rPr lang="pt-BR" sz="1400" b="1" i="1" smtClean="0">
                                          <a:latin typeface="Cambria Math" panose="02040503050406030204" pitchFamily="18" charset="0"/>
                                          <a:ea typeface="Cambria Math" panose="02040503050406030204" pitchFamily="18" charset="0"/>
                                        </a:rPr>
                                      </m:ctrlPr>
                                    </m:mPr>
                                    <m:mr>
                                      <m:e>
                                        <m:sSubSup>
                                          <m:sSubSupPr>
                                            <m:ctrlPr>
                                              <a:rPr lang="pt-BR" sz="1400" b="0" i="1" smtClean="0">
                                                <a:latin typeface="Cambria Math" panose="02040503050406030204" pitchFamily="18" charset="0"/>
                                                <a:ea typeface="Cambria Math" panose="02040503050406030204" pitchFamily="18" charset="0"/>
                                              </a:rPr>
                                            </m:ctrlPr>
                                          </m:sSubSupPr>
                                          <m:e>
                                            <m:r>
                                              <m:rPr>
                                                <m:brk m:alnAt="7"/>
                                              </m:rPr>
                                              <a:rPr lang="pt-BR" sz="1400" b="0" i="1" smtClean="0">
                                                <a:latin typeface="Cambria Math" panose="02040503050406030204" pitchFamily="18" charset="0"/>
                                                <a:ea typeface="Cambria Math" panose="02040503050406030204" pitchFamily="18" charset="0"/>
                                              </a:rPr>
                                              <m:t>𝑌</m:t>
                                            </m:r>
                                          </m:e>
                                          <m:sub>
                                            <m:r>
                                              <a:rPr lang="pt-BR" sz="1400" b="0" i="1" smtClean="0">
                                                <a:latin typeface="Cambria Math" panose="02040503050406030204" pitchFamily="18" charset="0"/>
                                                <a:ea typeface="Cambria Math" panose="02040503050406030204" pitchFamily="18" charset="0"/>
                                              </a:rPr>
                                              <m:t>−1</m:t>
                                            </m:r>
                                          </m:sub>
                                          <m:sup>
                                            <m:r>
                                              <a:rPr lang="pt-BR" sz="1400" b="0" i="1" smtClean="0">
                                                <a:latin typeface="Cambria Math" panose="02040503050406030204" pitchFamily="18" charset="0"/>
                                                <a:ea typeface="Cambria Math" panose="02040503050406030204" pitchFamily="18" charset="0"/>
                                              </a:rPr>
                                              <m:t>(</m:t>
                                            </m:r>
                                            <m:r>
                                              <a:rPr lang="pt-BR" sz="1400" b="0" i="1" smtClean="0">
                                                <a:latin typeface="Cambria Math" panose="02040503050406030204" pitchFamily="18" charset="0"/>
                                                <a:ea typeface="Cambria Math" panose="02040503050406030204" pitchFamily="18" charset="0"/>
                                              </a:rPr>
                                              <m:t>𝑝</m:t>
                                            </m:r>
                                            <m:r>
                                              <a:rPr lang="pt-BR" sz="1400" b="0" i="1" smtClean="0">
                                                <a:latin typeface="Cambria Math" panose="02040503050406030204" pitchFamily="18" charset="0"/>
                                                <a:ea typeface="Cambria Math" panose="02040503050406030204" pitchFamily="18" charset="0"/>
                                              </a:rPr>
                                              <m:t>)</m:t>
                                            </m:r>
                                          </m:sup>
                                        </m:sSubSup>
                                      </m:e>
                                      <m:e/>
                                    </m:mr>
                                    <m:mr>
                                      <m:e/>
                                      <m:e>
                                        <m:sSubSup>
                                          <m:sSubSupPr>
                                            <m:ctrlPr>
                                              <a:rPr lang="pt-BR" sz="1400" i="1">
                                                <a:latin typeface="Cambria Math" panose="02040503050406030204" pitchFamily="18" charset="0"/>
                                                <a:ea typeface="Cambria Math" panose="02040503050406030204" pitchFamily="18" charset="0"/>
                                              </a:rPr>
                                            </m:ctrlPr>
                                          </m:sSubSupPr>
                                          <m:e>
                                            <m:r>
                                              <m:rPr>
                                                <m:brk m:alnAt="7"/>
                                              </m:rPr>
                                              <a:rPr lang="pt-BR" sz="1400" i="1">
                                                <a:latin typeface="Cambria Math" panose="02040503050406030204" pitchFamily="18" charset="0"/>
                                                <a:ea typeface="Cambria Math" panose="02040503050406030204" pitchFamily="18" charset="0"/>
                                              </a:rPr>
                                              <m:t>𝑌</m:t>
                                            </m:r>
                                          </m:e>
                                          <m:sub>
                                            <m:r>
                                              <a:rPr lang="pt-BR" sz="1400" b="0" i="1" smtClean="0">
                                                <a:latin typeface="Cambria Math" panose="02040503050406030204" pitchFamily="18" charset="0"/>
                                                <a:ea typeface="Cambria Math" panose="02040503050406030204" pitchFamily="18" charset="0"/>
                                              </a:rPr>
                                              <m:t>0</m:t>
                                            </m:r>
                                          </m:sub>
                                          <m:sup>
                                            <m:r>
                                              <a:rPr lang="pt-BR" sz="1400" i="1">
                                                <a:latin typeface="Cambria Math" panose="02040503050406030204" pitchFamily="18" charset="0"/>
                                                <a:ea typeface="Cambria Math" panose="02040503050406030204" pitchFamily="18" charset="0"/>
                                              </a:rPr>
                                              <m:t>(</m:t>
                                            </m:r>
                                            <m:r>
                                              <a:rPr lang="pt-BR" sz="1400" i="1">
                                                <a:latin typeface="Cambria Math" panose="02040503050406030204" pitchFamily="18" charset="0"/>
                                                <a:ea typeface="Cambria Math" panose="02040503050406030204" pitchFamily="18" charset="0"/>
                                              </a:rPr>
                                              <m:t>𝑝</m:t>
                                            </m:r>
                                            <m:r>
                                              <a:rPr lang="pt-BR" sz="1400" i="1">
                                                <a:latin typeface="Cambria Math" panose="02040503050406030204" pitchFamily="18" charset="0"/>
                                                <a:ea typeface="Cambria Math" panose="02040503050406030204" pitchFamily="18" charset="0"/>
                                              </a:rPr>
                                              <m:t>)</m:t>
                                            </m:r>
                                          </m:sup>
                                        </m:sSubSup>
                                      </m:e>
                                    </m:mr>
                                  </m:m>
                                </m:e>
                                <m:e>
                                  <m:m>
                                    <m:mPr>
                                      <m:mcs>
                                        <m:mc>
                                          <m:mcPr>
                                            <m:count m:val="2"/>
                                            <m:mcJc m:val="center"/>
                                          </m:mcPr>
                                        </m:mc>
                                      </m:mcs>
                                      <m:ctrlPr>
                                        <a:rPr lang="pt-BR" sz="1400" b="1" i="1">
                                          <a:latin typeface="Cambria Math" panose="02040503050406030204" pitchFamily="18" charset="0"/>
                                          <a:ea typeface="Cambria Math" panose="02040503050406030204" pitchFamily="18" charset="0"/>
                                        </a:rPr>
                                      </m:ctrlPr>
                                    </m:mPr>
                                    <m:mr>
                                      <m:e/>
                                      <m:e/>
                                    </m:mr>
                                    <m:mr>
                                      <m:e/>
                                      <m:e/>
                                    </m:mr>
                                  </m:m>
                                </m:e>
                                <m:e>
                                  <m:m>
                                    <m:mPr>
                                      <m:mcs>
                                        <m:mc>
                                          <m:mcPr>
                                            <m:count m:val="2"/>
                                            <m:mcJc m:val="center"/>
                                          </m:mcPr>
                                        </m:mc>
                                      </m:mcs>
                                      <m:ctrlPr>
                                        <a:rPr lang="pt-BR" sz="1400" b="1" i="1">
                                          <a:latin typeface="Cambria Math" panose="02040503050406030204" pitchFamily="18" charset="0"/>
                                          <a:ea typeface="Cambria Math" panose="02040503050406030204" pitchFamily="18" charset="0"/>
                                        </a:rPr>
                                      </m:ctrlPr>
                                    </m:mPr>
                                    <m:mr>
                                      <m:e/>
                                      <m:e/>
                                    </m:mr>
                                    <m:mr>
                                      <m:e/>
                                      <m:e/>
                                    </m:mr>
                                  </m:m>
                                </m:e>
                              </m:mr>
                              <m:mr>
                                <m:e>
                                  <m:m>
                                    <m:mPr>
                                      <m:mcs>
                                        <m:mc>
                                          <m:mcPr>
                                            <m:count m:val="2"/>
                                            <m:mcJc m:val="center"/>
                                          </m:mcPr>
                                        </m:mc>
                                      </m:mcs>
                                      <m:ctrlPr>
                                        <a:rPr lang="pt-BR" sz="1400" b="1" i="1">
                                          <a:latin typeface="Cambria Math" panose="02040503050406030204" pitchFamily="18" charset="0"/>
                                          <a:ea typeface="Cambria Math" panose="02040503050406030204" pitchFamily="18" charset="0"/>
                                        </a:rPr>
                                      </m:ctrlPr>
                                    </m:mPr>
                                    <m:mr>
                                      <m:e/>
                                      <m:e/>
                                    </m:mr>
                                    <m:mr>
                                      <m:e/>
                                      <m:e/>
                                    </m:mr>
                                  </m:m>
                                </m:e>
                                <m:e>
                                  <m:m>
                                    <m:mPr>
                                      <m:mcs>
                                        <m:mc>
                                          <m:mcPr>
                                            <m:count m:val="2"/>
                                            <m:mcJc m:val="center"/>
                                          </m:mcPr>
                                        </m:mc>
                                      </m:mcs>
                                      <m:ctrlPr>
                                        <a:rPr lang="pt-BR" sz="1400" b="1" i="1">
                                          <a:latin typeface="Cambria Math" panose="02040503050406030204" pitchFamily="18" charset="0"/>
                                          <a:ea typeface="Cambria Math" panose="02040503050406030204" pitchFamily="18" charset="0"/>
                                        </a:rPr>
                                      </m:ctrlPr>
                                    </m:mPr>
                                    <m:mr>
                                      <m:e>
                                        <m:sSubSup>
                                          <m:sSubSupPr>
                                            <m:ctrlPr>
                                              <a:rPr lang="pt-BR" sz="1400" i="1">
                                                <a:latin typeface="Cambria Math" panose="02040503050406030204" pitchFamily="18" charset="0"/>
                                                <a:ea typeface="Cambria Math" panose="02040503050406030204" pitchFamily="18" charset="0"/>
                                              </a:rPr>
                                            </m:ctrlPr>
                                          </m:sSubSupPr>
                                          <m:e>
                                            <m:r>
                                              <m:rPr>
                                                <m:brk m:alnAt="7"/>
                                              </m:rPr>
                                              <a:rPr lang="pt-BR" sz="1400" i="1">
                                                <a:latin typeface="Cambria Math" panose="02040503050406030204" pitchFamily="18" charset="0"/>
                                                <a:ea typeface="Cambria Math" panose="02040503050406030204" pitchFamily="18" charset="0"/>
                                              </a:rPr>
                                              <m:t>𝑌</m:t>
                                            </m:r>
                                          </m:e>
                                          <m:sub>
                                            <m:r>
                                              <a:rPr lang="pt-BR" sz="1400" b="0" i="1" smtClean="0">
                                                <a:latin typeface="Cambria Math" panose="02040503050406030204" pitchFamily="18" charset="0"/>
                                                <a:ea typeface="Cambria Math" panose="02040503050406030204" pitchFamily="18" charset="0"/>
                                              </a:rPr>
                                              <m:t>1</m:t>
                                            </m:r>
                                          </m:sub>
                                          <m:sup>
                                            <m:r>
                                              <a:rPr lang="pt-BR" sz="1400" i="1">
                                                <a:latin typeface="Cambria Math" panose="02040503050406030204" pitchFamily="18" charset="0"/>
                                                <a:ea typeface="Cambria Math" panose="02040503050406030204" pitchFamily="18" charset="0"/>
                                              </a:rPr>
                                              <m:t>(</m:t>
                                            </m:r>
                                            <m:r>
                                              <a:rPr lang="pt-BR" sz="1400" i="1">
                                                <a:latin typeface="Cambria Math" panose="02040503050406030204" pitchFamily="18" charset="0"/>
                                                <a:ea typeface="Cambria Math" panose="02040503050406030204" pitchFamily="18" charset="0"/>
                                              </a:rPr>
                                              <m:t>𝑝</m:t>
                                            </m:r>
                                            <m:r>
                                              <a:rPr lang="pt-BR" sz="1400" i="1">
                                                <a:latin typeface="Cambria Math" panose="02040503050406030204" pitchFamily="18" charset="0"/>
                                                <a:ea typeface="Cambria Math" panose="02040503050406030204" pitchFamily="18" charset="0"/>
                                              </a:rPr>
                                              <m:t>)</m:t>
                                            </m:r>
                                          </m:sup>
                                        </m:sSubSup>
                                      </m:e>
                                      <m:e/>
                                    </m:mr>
                                    <m:mr>
                                      <m:e/>
                                      <m:e>
                                        <m:sSubSup>
                                          <m:sSubSupPr>
                                            <m:ctrlPr>
                                              <a:rPr lang="pt-BR" sz="1400" i="1">
                                                <a:latin typeface="Cambria Math" panose="02040503050406030204" pitchFamily="18" charset="0"/>
                                                <a:ea typeface="Cambria Math" panose="02040503050406030204" pitchFamily="18" charset="0"/>
                                              </a:rPr>
                                            </m:ctrlPr>
                                          </m:sSubSupPr>
                                          <m:e>
                                            <m:r>
                                              <m:rPr>
                                                <m:brk m:alnAt="7"/>
                                              </m:rPr>
                                              <a:rPr lang="pt-BR" sz="1400" i="1">
                                                <a:latin typeface="Cambria Math" panose="02040503050406030204" pitchFamily="18" charset="0"/>
                                                <a:ea typeface="Cambria Math" panose="02040503050406030204" pitchFamily="18" charset="0"/>
                                              </a:rPr>
                                              <m:t>𝑌</m:t>
                                            </m:r>
                                          </m:e>
                                          <m:sub>
                                            <m:r>
                                              <a:rPr lang="pt-BR" sz="1400" i="1">
                                                <a:latin typeface="Cambria Math" panose="02040503050406030204" pitchFamily="18" charset="0"/>
                                                <a:ea typeface="Cambria Math" panose="02040503050406030204" pitchFamily="18" charset="0"/>
                                              </a:rPr>
                                              <m:t>−</m:t>
                                            </m:r>
                                            <m:r>
                                              <a:rPr lang="pt-BR" sz="1400" b="0" i="1" smtClean="0">
                                                <a:latin typeface="Cambria Math" panose="02040503050406030204" pitchFamily="18" charset="0"/>
                                                <a:ea typeface="Cambria Math" panose="02040503050406030204" pitchFamily="18" charset="0"/>
                                              </a:rPr>
                                              <m:t>1</m:t>
                                            </m:r>
                                          </m:sub>
                                          <m:sup>
                                            <m:r>
                                              <a:rPr lang="pt-BR" sz="1400" i="1">
                                                <a:latin typeface="Cambria Math" panose="02040503050406030204" pitchFamily="18" charset="0"/>
                                                <a:ea typeface="Cambria Math" panose="02040503050406030204" pitchFamily="18" charset="0"/>
                                              </a:rPr>
                                              <m:t>(</m:t>
                                            </m:r>
                                            <m:r>
                                              <a:rPr lang="pt-BR" sz="1400" b="0" i="1" smtClean="0">
                                                <a:latin typeface="Cambria Math" panose="02040503050406030204" pitchFamily="18" charset="0"/>
                                                <a:ea typeface="Cambria Math" panose="02040503050406030204" pitchFamily="18" charset="0"/>
                                              </a:rPr>
                                              <m:t>𝑞</m:t>
                                            </m:r>
                                            <m:r>
                                              <a:rPr lang="pt-BR" sz="1400" i="1">
                                                <a:latin typeface="Cambria Math" panose="02040503050406030204" pitchFamily="18" charset="0"/>
                                                <a:ea typeface="Cambria Math" panose="02040503050406030204" pitchFamily="18" charset="0"/>
                                              </a:rPr>
                                              <m:t>)</m:t>
                                            </m:r>
                                          </m:sup>
                                        </m:sSubSup>
                                      </m:e>
                                    </m:mr>
                                  </m:m>
                                </m:e>
                                <m:e>
                                  <m:m>
                                    <m:mPr>
                                      <m:mcs>
                                        <m:mc>
                                          <m:mcPr>
                                            <m:count m:val="2"/>
                                            <m:mcJc m:val="center"/>
                                          </m:mcPr>
                                        </m:mc>
                                      </m:mcs>
                                      <m:ctrlPr>
                                        <a:rPr lang="pt-BR" sz="1400" b="1" i="1">
                                          <a:latin typeface="Cambria Math" panose="02040503050406030204" pitchFamily="18" charset="0"/>
                                          <a:ea typeface="Cambria Math" panose="02040503050406030204" pitchFamily="18" charset="0"/>
                                        </a:rPr>
                                      </m:ctrlPr>
                                    </m:mPr>
                                    <m:mr>
                                      <m:e/>
                                      <m:e/>
                                    </m:mr>
                                    <m:mr>
                                      <m:e/>
                                      <m:e/>
                                    </m:mr>
                                  </m:m>
                                </m:e>
                              </m:mr>
                              <m:mr>
                                <m:e>
                                  <m:m>
                                    <m:mPr>
                                      <m:mcs>
                                        <m:mc>
                                          <m:mcPr>
                                            <m:count m:val="2"/>
                                            <m:mcJc m:val="center"/>
                                          </m:mcPr>
                                        </m:mc>
                                      </m:mcs>
                                      <m:ctrlPr>
                                        <a:rPr lang="pt-BR" sz="1400" b="1" i="1">
                                          <a:latin typeface="Cambria Math" panose="02040503050406030204" pitchFamily="18" charset="0"/>
                                          <a:ea typeface="Cambria Math" panose="02040503050406030204" pitchFamily="18" charset="0"/>
                                        </a:rPr>
                                      </m:ctrlPr>
                                    </m:mPr>
                                    <m:mr>
                                      <m:e/>
                                      <m:e/>
                                    </m:mr>
                                    <m:mr>
                                      <m:e/>
                                      <m:e/>
                                    </m:mr>
                                  </m:m>
                                </m:e>
                                <m:e>
                                  <m:m>
                                    <m:mPr>
                                      <m:mcs>
                                        <m:mc>
                                          <m:mcPr>
                                            <m:count m:val="2"/>
                                            <m:mcJc m:val="center"/>
                                          </m:mcPr>
                                        </m:mc>
                                      </m:mcs>
                                      <m:ctrlPr>
                                        <a:rPr lang="pt-BR" sz="1400" b="1" i="1">
                                          <a:latin typeface="Cambria Math" panose="02040503050406030204" pitchFamily="18" charset="0"/>
                                          <a:ea typeface="Cambria Math" panose="02040503050406030204" pitchFamily="18" charset="0"/>
                                        </a:rPr>
                                      </m:ctrlPr>
                                    </m:mPr>
                                    <m:mr>
                                      <m:e/>
                                      <m:e/>
                                    </m:mr>
                                    <m:mr>
                                      <m:e/>
                                      <m:e/>
                                    </m:mr>
                                  </m:m>
                                </m:e>
                                <m:e>
                                  <m:m>
                                    <m:mPr>
                                      <m:mcs>
                                        <m:mc>
                                          <m:mcPr>
                                            <m:count m:val="2"/>
                                            <m:mcJc m:val="center"/>
                                          </m:mcPr>
                                        </m:mc>
                                      </m:mcs>
                                      <m:ctrlPr>
                                        <a:rPr lang="pt-BR" sz="1400" b="1" i="1">
                                          <a:latin typeface="Cambria Math" panose="02040503050406030204" pitchFamily="18" charset="0"/>
                                          <a:ea typeface="Cambria Math" panose="02040503050406030204" pitchFamily="18" charset="0"/>
                                        </a:rPr>
                                      </m:ctrlPr>
                                    </m:mPr>
                                    <m:mr>
                                      <m:e>
                                        <m:sSubSup>
                                          <m:sSubSupPr>
                                            <m:ctrlPr>
                                              <a:rPr lang="pt-BR" sz="1400" i="1">
                                                <a:latin typeface="Cambria Math" panose="02040503050406030204" pitchFamily="18" charset="0"/>
                                                <a:ea typeface="Cambria Math" panose="02040503050406030204" pitchFamily="18" charset="0"/>
                                              </a:rPr>
                                            </m:ctrlPr>
                                          </m:sSubSupPr>
                                          <m:e>
                                            <m:r>
                                              <m:rPr>
                                                <m:brk m:alnAt="7"/>
                                              </m:rPr>
                                              <a:rPr lang="pt-BR" sz="1400" i="1">
                                                <a:latin typeface="Cambria Math" panose="02040503050406030204" pitchFamily="18" charset="0"/>
                                                <a:ea typeface="Cambria Math" panose="02040503050406030204" pitchFamily="18" charset="0"/>
                                              </a:rPr>
                                              <m:t>𝑌</m:t>
                                            </m:r>
                                          </m:e>
                                          <m:sub>
                                            <m:r>
                                              <a:rPr lang="pt-BR" sz="1400" b="0" i="1" smtClean="0">
                                                <a:latin typeface="Cambria Math" panose="02040503050406030204" pitchFamily="18" charset="0"/>
                                                <a:ea typeface="Cambria Math" panose="02040503050406030204" pitchFamily="18" charset="0"/>
                                              </a:rPr>
                                              <m:t>0</m:t>
                                            </m:r>
                                          </m:sub>
                                          <m:sup>
                                            <m:r>
                                              <a:rPr lang="pt-BR" sz="1400" i="1">
                                                <a:latin typeface="Cambria Math" panose="02040503050406030204" pitchFamily="18" charset="0"/>
                                                <a:ea typeface="Cambria Math" panose="02040503050406030204" pitchFamily="18" charset="0"/>
                                              </a:rPr>
                                              <m:t>(</m:t>
                                            </m:r>
                                            <m:r>
                                              <a:rPr lang="pt-BR" sz="1400" i="1">
                                                <a:latin typeface="Cambria Math" panose="02040503050406030204" pitchFamily="18" charset="0"/>
                                                <a:ea typeface="Cambria Math" panose="02040503050406030204" pitchFamily="18" charset="0"/>
                                              </a:rPr>
                                              <m:t>𝑞</m:t>
                                            </m:r>
                                            <m:r>
                                              <a:rPr lang="pt-BR" sz="1400" i="1">
                                                <a:latin typeface="Cambria Math" panose="02040503050406030204" pitchFamily="18" charset="0"/>
                                                <a:ea typeface="Cambria Math" panose="02040503050406030204" pitchFamily="18" charset="0"/>
                                              </a:rPr>
                                              <m:t>)</m:t>
                                            </m:r>
                                          </m:sup>
                                        </m:sSubSup>
                                      </m:e>
                                      <m:e/>
                                    </m:mr>
                                    <m:mr>
                                      <m:e/>
                                      <m:e>
                                        <m:sSubSup>
                                          <m:sSubSupPr>
                                            <m:ctrlPr>
                                              <a:rPr lang="pt-BR" sz="1400" i="1">
                                                <a:latin typeface="Cambria Math" panose="02040503050406030204" pitchFamily="18" charset="0"/>
                                                <a:ea typeface="Cambria Math" panose="02040503050406030204" pitchFamily="18" charset="0"/>
                                              </a:rPr>
                                            </m:ctrlPr>
                                          </m:sSubSupPr>
                                          <m:e>
                                            <m:r>
                                              <m:rPr>
                                                <m:brk m:alnAt="7"/>
                                              </m:rPr>
                                              <a:rPr lang="pt-BR" sz="1400" i="1">
                                                <a:latin typeface="Cambria Math" panose="02040503050406030204" pitchFamily="18" charset="0"/>
                                                <a:ea typeface="Cambria Math" panose="02040503050406030204" pitchFamily="18" charset="0"/>
                                              </a:rPr>
                                              <m:t>𝑌</m:t>
                                            </m:r>
                                          </m:e>
                                          <m:sub>
                                            <m:r>
                                              <a:rPr lang="pt-BR" sz="1400" b="0" i="1" smtClean="0">
                                                <a:latin typeface="Cambria Math" panose="02040503050406030204" pitchFamily="18" charset="0"/>
                                                <a:ea typeface="Cambria Math" panose="02040503050406030204" pitchFamily="18" charset="0"/>
                                              </a:rPr>
                                              <m:t>1</m:t>
                                            </m:r>
                                          </m:sub>
                                          <m:sup>
                                            <m:r>
                                              <a:rPr lang="pt-BR" sz="1400" i="1">
                                                <a:latin typeface="Cambria Math" panose="02040503050406030204" pitchFamily="18" charset="0"/>
                                                <a:ea typeface="Cambria Math" panose="02040503050406030204" pitchFamily="18" charset="0"/>
                                              </a:rPr>
                                              <m:t>(</m:t>
                                            </m:r>
                                            <m:r>
                                              <a:rPr lang="pt-BR" sz="1400" i="1">
                                                <a:latin typeface="Cambria Math" panose="02040503050406030204" pitchFamily="18" charset="0"/>
                                                <a:ea typeface="Cambria Math" panose="02040503050406030204" pitchFamily="18" charset="0"/>
                                              </a:rPr>
                                              <m:t>𝑞</m:t>
                                            </m:r>
                                            <m:r>
                                              <a:rPr lang="pt-BR" sz="1400" i="1">
                                                <a:latin typeface="Cambria Math" panose="02040503050406030204" pitchFamily="18" charset="0"/>
                                                <a:ea typeface="Cambria Math" panose="02040503050406030204" pitchFamily="18" charset="0"/>
                                              </a:rPr>
                                              <m:t>)</m:t>
                                            </m:r>
                                          </m:sup>
                                        </m:sSubSup>
                                      </m:e>
                                    </m:mr>
                                  </m:m>
                                </m:e>
                              </m:mr>
                            </m:m>
                            <m:r>
                              <a:rPr lang="pt-BR" sz="1400" b="1" i="1" smtClean="0">
                                <a:latin typeface="Cambria Math" panose="02040503050406030204" pitchFamily="18" charset="0"/>
                                <a:ea typeface="Cambria Math" panose="02040503050406030204" pitchFamily="18" charset="0"/>
                              </a:rPr>
                              <m:t> </m:t>
                            </m:r>
                          </m:e>
                        </m:d>
                      </m:oMath>
                    </m:oMathPara>
                  </a14:m>
                  <a:endParaRPr lang="pt-BR" sz="1600"/>
                </a:p>
              </p:txBody>
            </p:sp>
          </mc:Choice>
          <mc:Fallback xmlns="">
            <p:sp>
              <p:nvSpPr>
                <p:cNvPr id="80" name="CaixaDeTexto 79">
                  <a:extLst>
                    <a:ext uri="{FF2B5EF4-FFF2-40B4-BE49-F238E27FC236}">
                      <a16:creationId xmlns:a16="http://schemas.microsoft.com/office/drawing/2014/main" id="{1BADAB1D-3698-2200-D127-E0C68B63A8BD}"/>
                    </a:ext>
                  </a:extLst>
                </p:cNvPr>
                <p:cNvSpPr txBox="1">
                  <a:spLocks noRot="1" noChangeAspect="1" noMove="1" noResize="1" noEditPoints="1" noAdjustHandles="1" noChangeArrowheads="1" noChangeShapeType="1" noTextEdit="1"/>
                </p:cNvSpPr>
                <p:nvPr/>
              </p:nvSpPr>
              <p:spPr>
                <a:xfrm>
                  <a:off x="6176256" y="3544927"/>
                  <a:ext cx="5032312" cy="1864293"/>
                </a:xfrm>
                <a:prstGeom prst="rect">
                  <a:avLst/>
                </a:prstGeom>
                <a:blipFill>
                  <a:blip r:embed="rId22"/>
                  <a:stretch>
                    <a:fillRect/>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82" name="CaixaDeTexto 81">
                <a:extLst>
                  <a:ext uri="{FF2B5EF4-FFF2-40B4-BE49-F238E27FC236}">
                    <a16:creationId xmlns:a16="http://schemas.microsoft.com/office/drawing/2014/main" id="{1F814CF6-2371-1B99-9C50-AFD5328B438E}"/>
                  </a:ext>
                </a:extLst>
              </p:cNvPr>
              <p:cNvSpPr txBox="1"/>
              <p:nvPr/>
            </p:nvSpPr>
            <p:spPr>
              <a:xfrm>
                <a:off x="6708068" y="5630351"/>
                <a:ext cx="3550954" cy="606961"/>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𝑌</m:t>
                          </m:r>
                        </m:e>
                        <m:sub>
                          <m:r>
                            <a:rPr lang="pt-BR" sz="1400" b="0" i="1" smtClean="0">
                              <a:latin typeface="Cambria Math" panose="02040503050406030204" pitchFamily="18" charset="0"/>
                            </a:rPr>
                            <m:t>𝑛</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r>
                        <a:rPr lang="pt-BR" sz="1400" b="0" i="1">
                          <a:latin typeface="Cambria Math" panose="02040503050406030204" pitchFamily="18" charset="0"/>
                        </a:rPr>
                        <m:t>=</m:t>
                      </m:r>
                      <m:sSup>
                        <m:sSupPr>
                          <m:ctrlPr>
                            <a:rPr lang="pt-BR" sz="1400" i="1">
                              <a:latin typeface="Cambria Math" panose="02040503050406030204" pitchFamily="18" charset="0"/>
                            </a:rPr>
                          </m:ctrlPr>
                        </m:sSupPr>
                        <m:e>
                          <m:f>
                            <m:fPr>
                              <m:ctrlPr>
                                <a:rPr lang="pt-BR" sz="1400" b="0" i="1" smtClean="0">
                                  <a:latin typeface="Cambria Math" panose="02040503050406030204" pitchFamily="18" charset="0"/>
                                </a:rPr>
                              </m:ctrlPr>
                            </m:fPr>
                            <m:num>
                              <m:r>
                                <a:rPr lang="pt-BR" sz="1400" b="0" i="1" smtClean="0">
                                  <a:latin typeface="Cambria Math" panose="02040503050406030204" pitchFamily="18" charset="0"/>
                                </a:rPr>
                                <m:t>2</m:t>
                              </m:r>
                              <m:r>
                                <a:rPr lang="pt-BR" sz="1400" b="0" i="1" smtClean="0">
                                  <a:latin typeface="Cambria Math" panose="02040503050406030204" pitchFamily="18" charset="0"/>
                                </a:rPr>
                                <m:t>𝜋</m:t>
                              </m:r>
                            </m:num>
                            <m:den>
                              <m:r>
                                <a:rPr lang="pt-BR" sz="1400" b="0" i="1" smtClean="0">
                                  <a:latin typeface="Cambria Math" panose="02040503050406030204" pitchFamily="18" charset="0"/>
                                </a:rPr>
                                <m:t>𝑗</m:t>
                              </m:r>
                              <m:r>
                                <a:rPr lang="pt-BR" sz="1400" b="0" i="1" smtClean="0">
                                  <a:latin typeface="Cambria Math" panose="02040503050406030204" pitchFamily="18" charset="0"/>
                                </a:rPr>
                                <m:t>𝜔</m:t>
                              </m:r>
                            </m:den>
                          </m:f>
                          <m:d>
                            <m:dPr>
                              <m:begChr m:val="["/>
                              <m:endChr m:val="]"/>
                              <m:ctrlPr>
                                <a:rPr lang="pt-BR" sz="1400" i="1">
                                  <a:latin typeface="Cambria Math" panose="02040503050406030204" pitchFamily="18" charset="0"/>
                                </a:rPr>
                              </m:ctrlPr>
                            </m:dPr>
                            <m:e>
                              <m:f>
                                <m:fPr>
                                  <m:ctrlPr>
                                    <a:rPr lang="pt-BR" sz="1400" b="0" i="1" smtClean="0">
                                      <a:latin typeface="Cambria Math" panose="02040503050406030204" pitchFamily="18" charset="0"/>
                                    </a:rPr>
                                  </m:ctrlPr>
                                </m:fPr>
                                <m:num>
                                  <m:r>
                                    <a:rPr lang="pt-BR" sz="1400" b="0" i="1" smtClean="0">
                                      <a:latin typeface="Cambria Math" panose="02040503050406030204" pitchFamily="18" charset="0"/>
                                    </a:rPr>
                                    <m:t>𝑘</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𝑝</m:t>
                                      </m:r>
                                    </m:sub>
                                  </m:sSub>
                                  <m:sSubSup>
                                    <m:sSubSupPr>
                                      <m:ctrlPr>
                                        <a:rPr lang="pt-BR" sz="1400" b="0" i="1" smtClean="0">
                                          <a:latin typeface="Cambria Math" panose="02040503050406030204" pitchFamily="18" charset="0"/>
                                          <a:ea typeface="Cambria Math" panose="02040503050406030204" pitchFamily="18" charset="0"/>
                                        </a:rPr>
                                      </m:ctrlPr>
                                    </m:sSubSupPr>
                                    <m:e>
                                      <m:r>
                                        <a:rPr lang="pt-BR" sz="1400" b="0" i="1" smtClean="0">
                                          <a:latin typeface="Cambria Math" panose="02040503050406030204" pitchFamily="18" charset="0"/>
                                          <a:ea typeface="Cambria Math" panose="02040503050406030204" pitchFamily="18" charset="0"/>
                                        </a:rPr>
                                        <m:t>𝒥</m:t>
                                      </m:r>
                                    </m:e>
                                    <m:sub>
                                      <m:d>
                                        <m:dPr>
                                          <m:begChr m:val="|"/>
                                          <m:endChr m:val="|"/>
                                          <m:ctrlPr>
                                            <a:rPr lang="pt-BR" sz="1400" b="0" i="1" smtClean="0">
                                              <a:latin typeface="Cambria Math" panose="02040503050406030204" pitchFamily="18" charset="0"/>
                                              <a:ea typeface="Cambria Math" panose="02040503050406030204" pitchFamily="18" charset="0"/>
                                            </a:rPr>
                                          </m:ctrlPr>
                                        </m:dPr>
                                        <m:e>
                                          <m:r>
                                            <a:rPr lang="pt-BR" sz="1400" b="0" i="1" smtClean="0">
                                              <a:latin typeface="Cambria Math" panose="02040503050406030204" pitchFamily="18" charset="0"/>
                                              <a:ea typeface="Cambria Math" panose="02040503050406030204" pitchFamily="18" charset="0"/>
                                            </a:rPr>
                                            <m:t>𝑛</m:t>
                                          </m:r>
                                        </m:e>
                                      </m:d>
                                    </m:sub>
                                    <m:sup>
                                      <m:r>
                                        <a:rPr lang="pt-BR" sz="1400" b="0" i="1" smtClean="0">
                                          <a:latin typeface="Cambria Math" panose="02040503050406030204" pitchFamily="18" charset="0"/>
                                          <a:ea typeface="Cambria Math" panose="02040503050406030204" pitchFamily="18" charset="0"/>
                                        </a:rPr>
                                        <m:t>′</m:t>
                                      </m:r>
                                    </m:sup>
                                  </m:sSubSup>
                                  <m:r>
                                    <a:rPr lang="pt-BR" sz="1400" b="0" i="1" smtClean="0">
                                      <a:latin typeface="Cambria Math" panose="02040503050406030204" pitchFamily="18" charset="0"/>
                                      <a:ea typeface="Cambria Math" panose="02040503050406030204" pitchFamily="18" charset="0"/>
                                    </a:rPr>
                                    <m:t>(</m:t>
                                  </m:r>
                                  <m:r>
                                    <a:rPr lang="pt-BR" sz="1400" i="1">
                                      <a:latin typeface="Cambria Math" panose="02040503050406030204" pitchFamily="18" charset="0"/>
                                    </a:rPr>
                                    <m:t>𝑘</m:t>
                                  </m:r>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sub>
                                  </m:sSub>
                                  <m:r>
                                    <a:rPr lang="pt-BR" sz="1400" b="0" i="1" smtClean="0">
                                      <a:latin typeface="Cambria Math" panose="02040503050406030204" pitchFamily="18" charset="0"/>
                                      <a:ea typeface="Cambria Math" panose="02040503050406030204" pitchFamily="18" charset="0"/>
                                    </a:rPr>
                                    <m:t>)</m:t>
                                  </m:r>
                                </m:num>
                                <m:den>
                                  <m:r>
                                    <a:rPr lang="pt-BR" sz="1400" b="0" i="1" smtClean="0">
                                      <a:latin typeface="Cambria Math" panose="02040503050406030204" pitchFamily="18" charset="0"/>
                                    </a:rPr>
                                    <m:t>𝜇</m:t>
                                  </m:r>
                                  <m:sSubSup>
                                    <m:sSubSupPr>
                                      <m:ctrlPr>
                                        <a:rPr lang="pt-BR" sz="1400" i="1">
                                          <a:latin typeface="Cambria Math" panose="02040503050406030204" pitchFamily="18" charset="0"/>
                                          <a:ea typeface="Cambria Math" panose="02040503050406030204" pitchFamily="18" charset="0"/>
                                        </a:rPr>
                                      </m:ctrlPr>
                                    </m:sSubSupPr>
                                    <m:e>
                                      <m:r>
                                        <a:rPr lang="pt-BR" sz="1400" i="1">
                                          <a:latin typeface="Cambria Math" panose="02040503050406030204" pitchFamily="18" charset="0"/>
                                          <a:ea typeface="Cambria Math" panose="02040503050406030204" pitchFamily="18" charset="0"/>
                                        </a:rPr>
                                        <m:t>𝒥</m:t>
                                      </m:r>
                                    </m:e>
                                    <m:sub>
                                      <m:d>
                                        <m:dPr>
                                          <m:begChr m:val="|"/>
                                          <m:endChr m:val="|"/>
                                          <m:ctrlPr>
                                            <a:rPr lang="pt-BR" sz="1400" i="1">
                                              <a:latin typeface="Cambria Math" panose="02040503050406030204" pitchFamily="18" charset="0"/>
                                              <a:ea typeface="Cambria Math" panose="02040503050406030204" pitchFamily="18" charset="0"/>
                                            </a:rPr>
                                          </m:ctrlPr>
                                        </m:dPr>
                                        <m:e>
                                          <m:r>
                                            <a:rPr lang="pt-BR" sz="1400" i="1">
                                              <a:latin typeface="Cambria Math" panose="02040503050406030204" pitchFamily="18" charset="0"/>
                                              <a:ea typeface="Cambria Math" panose="02040503050406030204" pitchFamily="18" charset="0"/>
                                            </a:rPr>
                                            <m:t>𝑛</m:t>
                                          </m:r>
                                        </m:e>
                                      </m:d>
                                    </m:sub>
                                    <m:sup>
                                      <m:r>
                                        <a:rPr lang="pt-BR" sz="1400" b="0" i="1" smtClean="0">
                                          <a:latin typeface="Cambria Math" panose="02040503050406030204" pitchFamily="18" charset="0"/>
                                          <a:ea typeface="Cambria Math" panose="02040503050406030204" pitchFamily="18" charset="0"/>
                                        </a:rPr>
                                        <m:t> </m:t>
                                      </m:r>
                                    </m:sup>
                                  </m:sSubSup>
                                  <m:r>
                                    <a:rPr lang="pt-BR" sz="1400" i="1">
                                      <a:latin typeface="Cambria Math" panose="02040503050406030204" pitchFamily="18" charset="0"/>
                                      <a:ea typeface="Cambria Math" panose="02040503050406030204" pitchFamily="18" charset="0"/>
                                    </a:rPr>
                                    <m:t>(</m:t>
                                  </m:r>
                                  <m:r>
                                    <a:rPr lang="pt-BR" sz="1400" i="1">
                                      <a:latin typeface="Cambria Math" panose="02040503050406030204" pitchFamily="18" charset="0"/>
                                    </a:rPr>
                                    <m:t>𝑘</m:t>
                                  </m:r>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sub>
                                  </m:sSub>
                                  <m:r>
                                    <a:rPr lang="pt-BR" sz="1400" i="1">
                                      <a:latin typeface="Cambria Math" panose="02040503050406030204" pitchFamily="18" charset="0"/>
                                      <a:ea typeface="Cambria Math" panose="02040503050406030204" pitchFamily="18" charset="0"/>
                                    </a:rPr>
                                    <m:t>)</m:t>
                                  </m:r>
                                </m:den>
                              </m:f>
                              <m:r>
                                <a:rPr lang="pt-BR" sz="1400" b="0" i="1" smtClean="0">
                                  <a:latin typeface="Cambria Math" panose="02040503050406030204" pitchFamily="18" charset="0"/>
                                </a:rPr>
                                <m:t>−</m:t>
                              </m:r>
                              <m:f>
                                <m:fPr>
                                  <m:ctrlPr>
                                    <a:rPr lang="pt-BR" sz="1400" i="1">
                                      <a:latin typeface="Cambria Math" panose="02040503050406030204" pitchFamily="18" charset="0"/>
                                    </a:rPr>
                                  </m:ctrlPr>
                                </m:fPr>
                                <m:num>
                                  <m:sSub>
                                    <m:sSubPr>
                                      <m:ctrlPr>
                                        <a:rPr lang="pt-BR" sz="1400" b="0" i="1" smtClean="0">
                                          <a:latin typeface="Cambria Math" panose="02040503050406030204" pitchFamily="18" charset="0"/>
                                        </a:rPr>
                                      </m:ctrlPr>
                                    </m:sSubPr>
                                    <m:e>
                                      <m:r>
                                        <a:rPr lang="pt-BR" sz="1400" i="1">
                                          <a:latin typeface="Cambria Math" panose="02040503050406030204" pitchFamily="18" charset="0"/>
                                        </a:rPr>
                                        <m:t>𝑘</m:t>
                                      </m:r>
                                    </m:e>
                                    <m:sub>
                                      <m:r>
                                        <a:rPr lang="pt-BR" sz="1400" b="0" i="1" smtClean="0">
                                          <a:latin typeface="Cambria Math" panose="02040503050406030204" pitchFamily="18" charset="0"/>
                                        </a:rPr>
                                        <m:t>0</m:t>
                                      </m:r>
                                    </m:sub>
                                  </m:sSub>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sub>
                                  </m:sSub>
                                  <m:sSubSup>
                                    <m:sSubSupPr>
                                      <m:ctrlPr>
                                        <a:rPr lang="pt-BR" sz="1400" i="1">
                                          <a:latin typeface="Cambria Math" panose="02040503050406030204" pitchFamily="18" charset="0"/>
                                          <a:ea typeface="Cambria Math" panose="02040503050406030204" pitchFamily="18" charset="0"/>
                                        </a:rPr>
                                      </m:ctrlPr>
                                    </m:sSubSupPr>
                                    <m:e>
                                      <m:r>
                                        <a:rPr lang="pt-BR" sz="1400" i="1">
                                          <a:latin typeface="Cambria Math" panose="02040503050406030204" pitchFamily="18" charset="0"/>
                                          <a:ea typeface="Cambria Math" panose="02040503050406030204" pitchFamily="18" charset="0"/>
                                        </a:rPr>
                                        <m:t>𝒥</m:t>
                                      </m:r>
                                    </m:e>
                                    <m:sub>
                                      <m:d>
                                        <m:dPr>
                                          <m:begChr m:val="|"/>
                                          <m:endChr m:val="|"/>
                                          <m:ctrlPr>
                                            <a:rPr lang="pt-BR" sz="1400" i="1">
                                              <a:latin typeface="Cambria Math" panose="02040503050406030204" pitchFamily="18" charset="0"/>
                                              <a:ea typeface="Cambria Math" panose="02040503050406030204" pitchFamily="18" charset="0"/>
                                            </a:rPr>
                                          </m:ctrlPr>
                                        </m:dPr>
                                        <m:e>
                                          <m:r>
                                            <a:rPr lang="pt-BR" sz="1400" i="1">
                                              <a:latin typeface="Cambria Math" panose="02040503050406030204" pitchFamily="18" charset="0"/>
                                              <a:ea typeface="Cambria Math" panose="02040503050406030204" pitchFamily="18" charset="0"/>
                                            </a:rPr>
                                            <m:t>𝑛</m:t>
                                          </m:r>
                                        </m:e>
                                      </m:d>
                                    </m:sub>
                                    <m:sup>
                                      <m:r>
                                        <a:rPr lang="pt-BR" sz="1400" i="1">
                                          <a:latin typeface="Cambria Math" panose="02040503050406030204" pitchFamily="18" charset="0"/>
                                          <a:ea typeface="Cambria Math" panose="02040503050406030204" pitchFamily="18" charset="0"/>
                                        </a:rPr>
                                        <m:t>′</m:t>
                                      </m:r>
                                    </m:sup>
                                  </m:sSubSup>
                                  <m:r>
                                    <a:rPr lang="pt-BR" sz="1400" i="1">
                                      <a:latin typeface="Cambria Math" panose="02040503050406030204" pitchFamily="18" charset="0"/>
                                      <a:ea typeface="Cambria Math" panose="02040503050406030204" pitchFamily="18" charset="0"/>
                                    </a:rPr>
                                    <m:t>(</m:t>
                                  </m:r>
                                  <m:sSub>
                                    <m:sSubPr>
                                      <m:ctrlPr>
                                        <a:rPr lang="pt-BR" sz="1400" b="0" i="1" smtClean="0">
                                          <a:latin typeface="Cambria Math" panose="02040503050406030204" pitchFamily="18" charset="0"/>
                                          <a:ea typeface="Cambria Math" panose="02040503050406030204" pitchFamily="18" charset="0"/>
                                        </a:rPr>
                                      </m:ctrlPr>
                                    </m:sSubPr>
                                    <m:e>
                                      <m:r>
                                        <a:rPr lang="pt-BR" sz="1400" i="1">
                                          <a:latin typeface="Cambria Math" panose="02040503050406030204" pitchFamily="18" charset="0"/>
                                        </a:rPr>
                                        <m:t>𝑘</m:t>
                                      </m:r>
                                    </m:e>
                                    <m:sub>
                                      <m:r>
                                        <a:rPr lang="pt-BR" sz="1400" b="0" i="1" smtClean="0">
                                          <a:latin typeface="Cambria Math" panose="02040503050406030204" pitchFamily="18" charset="0"/>
                                        </a:rPr>
                                        <m:t>0</m:t>
                                      </m:r>
                                    </m:sub>
                                  </m:sSub>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sub>
                                  </m:sSub>
                                  <m:r>
                                    <a:rPr lang="pt-BR" sz="1400" i="1">
                                      <a:latin typeface="Cambria Math" panose="02040503050406030204" pitchFamily="18" charset="0"/>
                                      <a:ea typeface="Cambria Math" panose="02040503050406030204" pitchFamily="18" charset="0"/>
                                    </a:rPr>
                                    <m:t>)</m:t>
                                  </m:r>
                                </m:num>
                                <m:den>
                                  <m:sSub>
                                    <m:sSubPr>
                                      <m:ctrlPr>
                                        <a:rPr lang="pt-BR" sz="1400" b="0" i="1" smtClean="0">
                                          <a:latin typeface="Cambria Math" panose="02040503050406030204" pitchFamily="18" charset="0"/>
                                        </a:rPr>
                                      </m:ctrlPr>
                                    </m:sSubPr>
                                    <m:e>
                                      <m:r>
                                        <a:rPr lang="pt-BR" sz="1400" i="1">
                                          <a:latin typeface="Cambria Math" panose="02040503050406030204" pitchFamily="18" charset="0"/>
                                        </a:rPr>
                                        <m:t>𝜇</m:t>
                                      </m:r>
                                    </m:e>
                                    <m:sub>
                                      <m:r>
                                        <a:rPr lang="pt-BR" sz="1400" b="0" i="1" smtClean="0">
                                          <a:latin typeface="Cambria Math" panose="02040503050406030204" pitchFamily="18" charset="0"/>
                                        </a:rPr>
                                        <m:t>0</m:t>
                                      </m:r>
                                    </m:sub>
                                  </m:sSub>
                                  <m:sSubSup>
                                    <m:sSubSupPr>
                                      <m:ctrlPr>
                                        <a:rPr lang="pt-BR" sz="1400" i="1">
                                          <a:latin typeface="Cambria Math" panose="02040503050406030204" pitchFamily="18" charset="0"/>
                                          <a:ea typeface="Cambria Math" panose="02040503050406030204" pitchFamily="18" charset="0"/>
                                        </a:rPr>
                                      </m:ctrlPr>
                                    </m:sSubSupPr>
                                    <m:e>
                                      <m:r>
                                        <a:rPr lang="pt-BR" sz="1400" i="1">
                                          <a:latin typeface="Cambria Math" panose="02040503050406030204" pitchFamily="18" charset="0"/>
                                          <a:ea typeface="Cambria Math" panose="02040503050406030204" pitchFamily="18" charset="0"/>
                                        </a:rPr>
                                        <m:t>𝒥</m:t>
                                      </m:r>
                                    </m:e>
                                    <m:sub>
                                      <m:d>
                                        <m:dPr>
                                          <m:begChr m:val="|"/>
                                          <m:endChr m:val="|"/>
                                          <m:ctrlPr>
                                            <a:rPr lang="pt-BR" sz="1400" i="1">
                                              <a:latin typeface="Cambria Math" panose="02040503050406030204" pitchFamily="18" charset="0"/>
                                              <a:ea typeface="Cambria Math" panose="02040503050406030204" pitchFamily="18" charset="0"/>
                                            </a:rPr>
                                          </m:ctrlPr>
                                        </m:dPr>
                                        <m:e>
                                          <m:r>
                                            <a:rPr lang="pt-BR" sz="1400" i="1">
                                              <a:latin typeface="Cambria Math" panose="02040503050406030204" pitchFamily="18" charset="0"/>
                                              <a:ea typeface="Cambria Math" panose="02040503050406030204" pitchFamily="18" charset="0"/>
                                            </a:rPr>
                                            <m:t>𝑛</m:t>
                                          </m:r>
                                        </m:e>
                                      </m:d>
                                    </m:sub>
                                    <m:sup>
                                      <m:r>
                                        <a:rPr lang="pt-BR" sz="1400" i="1">
                                          <a:latin typeface="Cambria Math" panose="02040503050406030204" pitchFamily="18" charset="0"/>
                                          <a:ea typeface="Cambria Math" panose="02040503050406030204" pitchFamily="18" charset="0"/>
                                        </a:rPr>
                                        <m:t> </m:t>
                                      </m:r>
                                    </m:sup>
                                  </m:sSubSup>
                                  <m:r>
                                    <a:rPr lang="pt-BR" sz="1400" i="1">
                                      <a:latin typeface="Cambria Math" panose="02040503050406030204" pitchFamily="18" charset="0"/>
                                      <a:ea typeface="Cambria Math" panose="02040503050406030204" pitchFamily="18" charset="0"/>
                                    </a:rPr>
                                    <m:t>(</m:t>
                                  </m:r>
                                  <m:sSub>
                                    <m:sSubPr>
                                      <m:ctrlPr>
                                        <a:rPr lang="pt-BR" sz="1400" b="0" i="1" smtClean="0">
                                          <a:latin typeface="Cambria Math" panose="02040503050406030204" pitchFamily="18" charset="0"/>
                                          <a:ea typeface="Cambria Math" panose="02040503050406030204" pitchFamily="18" charset="0"/>
                                        </a:rPr>
                                      </m:ctrlPr>
                                    </m:sSubPr>
                                    <m:e>
                                      <m:r>
                                        <a:rPr lang="pt-BR" sz="1400" i="1">
                                          <a:latin typeface="Cambria Math" panose="02040503050406030204" pitchFamily="18" charset="0"/>
                                        </a:rPr>
                                        <m:t>𝑘</m:t>
                                      </m:r>
                                    </m:e>
                                    <m:sub>
                                      <m:r>
                                        <a:rPr lang="pt-BR" sz="1400" b="0" i="1" smtClean="0">
                                          <a:latin typeface="Cambria Math" panose="02040503050406030204" pitchFamily="18" charset="0"/>
                                        </a:rPr>
                                        <m:t>0</m:t>
                                      </m:r>
                                    </m:sub>
                                  </m:sSub>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sub>
                                  </m:sSub>
                                  <m:r>
                                    <a:rPr lang="pt-BR" sz="1400" i="1">
                                      <a:latin typeface="Cambria Math" panose="02040503050406030204" pitchFamily="18" charset="0"/>
                                      <a:ea typeface="Cambria Math" panose="02040503050406030204" pitchFamily="18" charset="0"/>
                                    </a:rPr>
                                    <m:t>)</m:t>
                                  </m:r>
                                </m:den>
                              </m:f>
                            </m:e>
                          </m:d>
                        </m:e>
                        <m:sup>
                          <m:r>
                            <a:rPr lang="pt-BR" sz="1400" b="0" i="1" smtClean="0">
                              <a:latin typeface="Cambria Math" panose="02040503050406030204" pitchFamily="18" charset="0"/>
                            </a:rPr>
                            <m:t> </m:t>
                          </m:r>
                        </m:sup>
                      </m:sSup>
                    </m:oMath>
                  </m:oMathPara>
                </a14:m>
                <a:endParaRPr lang="en-US" sz="1400" i="1"/>
              </a:p>
            </p:txBody>
          </p:sp>
        </mc:Choice>
        <mc:Fallback xmlns="">
          <p:sp>
            <p:nvSpPr>
              <p:cNvPr id="82" name="CaixaDeTexto 81">
                <a:extLst>
                  <a:ext uri="{FF2B5EF4-FFF2-40B4-BE49-F238E27FC236}">
                    <a16:creationId xmlns:a16="http://schemas.microsoft.com/office/drawing/2014/main" id="{1F814CF6-2371-1B99-9C50-AFD5328B438E}"/>
                  </a:ext>
                </a:extLst>
              </p:cNvPr>
              <p:cNvSpPr txBox="1">
                <a:spLocks noRot="1" noChangeAspect="1" noMove="1" noResize="1" noEditPoints="1" noAdjustHandles="1" noChangeArrowheads="1" noChangeShapeType="1" noTextEdit="1"/>
              </p:cNvSpPr>
              <p:nvPr/>
            </p:nvSpPr>
            <p:spPr>
              <a:xfrm>
                <a:off x="6708068" y="5630351"/>
                <a:ext cx="3550954" cy="606961"/>
              </a:xfrm>
              <a:prstGeom prst="rect">
                <a:avLst/>
              </a:prstGeom>
              <a:blipFill>
                <a:blip r:embed="rId23"/>
                <a:stretch>
                  <a:fillRect/>
                </a:stretch>
              </a:blipFill>
            </p:spPr>
            <p:txBody>
              <a:bodyPr/>
              <a:lstStyle/>
              <a:p>
                <a:r>
                  <a:rPr lang="pt-BR">
                    <a:noFill/>
                  </a:rPr>
                  <a:t> </a:t>
                </a:r>
              </a:p>
            </p:txBody>
          </p:sp>
        </mc:Fallback>
      </mc:AlternateContent>
      <p:grpSp>
        <p:nvGrpSpPr>
          <p:cNvPr id="115" name="Agrupar 114">
            <a:extLst>
              <a:ext uri="{FF2B5EF4-FFF2-40B4-BE49-F238E27FC236}">
                <a16:creationId xmlns:a16="http://schemas.microsoft.com/office/drawing/2014/main" id="{E2280DB5-364F-BA87-36C5-8D4B616157A8}"/>
              </a:ext>
            </a:extLst>
          </p:cNvPr>
          <p:cNvGrpSpPr/>
          <p:nvPr/>
        </p:nvGrpSpPr>
        <p:grpSpPr>
          <a:xfrm>
            <a:off x="88465" y="3284984"/>
            <a:ext cx="4138427" cy="1368152"/>
            <a:chOff x="88465" y="3284984"/>
            <a:chExt cx="4138427" cy="1368152"/>
          </a:xfrm>
        </p:grpSpPr>
        <mc:AlternateContent xmlns:mc="http://schemas.openxmlformats.org/markup-compatibility/2006" xmlns:a14="http://schemas.microsoft.com/office/drawing/2010/main">
          <mc:Choice Requires="a14">
            <p:sp>
              <p:nvSpPr>
                <p:cNvPr id="83" name="CaixaDeTexto 82">
                  <a:extLst>
                    <a:ext uri="{FF2B5EF4-FFF2-40B4-BE49-F238E27FC236}">
                      <a16:creationId xmlns:a16="http://schemas.microsoft.com/office/drawing/2014/main" id="{6C733285-2FD8-6F8A-356C-D635E731DC8C}"/>
                    </a:ext>
                  </a:extLst>
                </p:cNvPr>
                <p:cNvSpPr txBox="1"/>
                <p:nvPr/>
              </p:nvSpPr>
              <p:spPr>
                <a:xfrm>
                  <a:off x="1756965" y="3843561"/>
                  <a:ext cx="630301" cy="2832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0</m:t>
                            </m:r>
                          </m:sub>
                        </m:sSub>
                        <m:r>
                          <a:rPr lang="pt-BR" sz="1400" b="0" i="1" smtClean="0">
                            <a:latin typeface="Cambria Math" panose="02040503050406030204" pitchFamily="18" charset="0"/>
                          </a:rPr>
                          <m:t>,</m:t>
                        </m:r>
                        <m:sSub>
                          <m:sSubPr>
                            <m:ctrlPr>
                              <a:rPr lang="pt-BR" sz="1400" i="1">
                                <a:latin typeface="Cambria Math" panose="02040503050406030204" pitchFamily="18" charset="0"/>
                              </a:rPr>
                            </m:ctrlPr>
                          </m:sSubPr>
                          <m:e>
                            <m:r>
                              <a:rPr lang="pt-BR" sz="1400" b="0" i="1" smtClean="0">
                                <a:latin typeface="Cambria Math" panose="02040503050406030204" pitchFamily="18" charset="0"/>
                              </a:rPr>
                              <m:t>𝜇</m:t>
                            </m:r>
                          </m:e>
                          <m:sub>
                            <m:r>
                              <a:rPr lang="pt-BR" sz="1400" i="1">
                                <a:latin typeface="Cambria Math" panose="02040503050406030204" pitchFamily="18" charset="0"/>
                              </a:rPr>
                              <m:t>0</m:t>
                            </m:r>
                          </m:sub>
                        </m:sSub>
                      </m:oMath>
                    </m:oMathPara>
                  </a14:m>
                  <a:endParaRPr lang="pt-BR" sz="1600"/>
                </a:p>
              </p:txBody>
            </p:sp>
          </mc:Choice>
          <mc:Fallback xmlns="">
            <p:sp>
              <p:nvSpPr>
                <p:cNvPr id="83" name="CaixaDeTexto 82">
                  <a:extLst>
                    <a:ext uri="{FF2B5EF4-FFF2-40B4-BE49-F238E27FC236}">
                      <a16:creationId xmlns:a16="http://schemas.microsoft.com/office/drawing/2014/main" id="{6C733285-2FD8-6F8A-356C-D635E731DC8C}"/>
                    </a:ext>
                  </a:extLst>
                </p:cNvPr>
                <p:cNvSpPr txBox="1">
                  <a:spLocks noRot="1" noChangeAspect="1" noMove="1" noResize="1" noEditPoints="1" noAdjustHandles="1" noChangeArrowheads="1" noChangeShapeType="1" noTextEdit="1"/>
                </p:cNvSpPr>
                <p:nvPr/>
              </p:nvSpPr>
              <p:spPr>
                <a:xfrm>
                  <a:off x="1756965" y="3843561"/>
                  <a:ext cx="630301" cy="283239"/>
                </a:xfrm>
                <a:prstGeom prst="rect">
                  <a:avLst/>
                </a:prstGeom>
                <a:blipFill>
                  <a:blip r:embed="rId24"/>
                  <a:stretch>
                    <a:fillRect b="-1087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4" name="CaixaDeTexto 83">
                  <a:extLst>
                    <a:ext uri="{FF2B5EF4-FFF2-40B4-BE49-F238E27FC236}">
                      <a16:creationId xmlns:a16="http://schemas.microsoft.com/office/drawing/2014/main" id="{17E56603-1369-C45D-A48E-0AD1817FCEB6}"/>
                    </a:ext>
                  </a:extLst>
                </p:cNvPr>
                <p:cNvSpPr txBox="1"/>
                <p:nvPr/>
              </p:nvSpPr>
              <p:spPr>
                <a:xfrm>
                  <a:off x="646013" y="3415857"/>
                  <a:ext cx="391326" cy="29852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𝑝</m:t>
                            </m:r>
                          </m:sub>
                        </m:sSub>
                      </m:oMath>
                    </m:oMathPara>
                  </a14:m>
                  <a:endParaRPr lang="pt-BR" sz="1400"/>
                </a:p>
              </p:txBody>
            </p:sp>
          </mc:Choice>
          <mc:Fallback xmlns="">
            <p:sp>
              <p:nvSpPr>
                <p:cNvPr id="84" name="CaixaDeTexto 83">
                  <a:extLst>
                    <a:ext uri="{FF2B5EF4-FFF2-40B4-BE49-F238E27FC236}">
                      <a16:creationId xmlns:a16="http://schemas.microsoft.com/office/drawing/2014/main" id="{17E56603-1369-C45D-A48E-0AD1817FCEB6}"/>
                    </a:ext>
                  </a:extLst>
                </p:cNvPr>
                <p:cNvSpPr txBox="1">
                  <a:spLocks noRot="1" noChangeAspect="1" noMove="1" noResize="1" noEditPoints="1" noAdjustHandles="1" noChangeArrowheads="1" noChangeShapeType="1" noTextEdit="1"/>
                </p:cNvSpPr>
                <p:nvPr/>
              </p:nvSpPr>
              <p:spPr>
                <a:xfrm>
                  <a:off x="646013" y="3415857"/>
                  <a:ext cx="391326" cy="298522"/>
                </a:xfrm>
                <a:prstGeom prst="rect">
                  <a:avLst/>
                </a:prstGeom>
                <a:blipFill>
                  <a:blip r:embed="rId25"/>
                  <a:stretch>
                    <a:fillRect b="-816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5" name="CaixaDeTexto 84">
                  <a:extLst>
                    <a:ext uri="{FF2B5EF4-FFF2-40B4-BE49-F238E27FC236}">
                      <a16:creationId xmlns:a16="http://schemas.microsoft.com/office/drawing/2014/main" id="{E91BEBE3-5599-75ED-75A4-E4D38B5494DE}"/>
                    </a:ext>
                  </a:extLst>
                </p:cNvPr>
                <p:cNvSpPr txBox="1"/>
                <p:nvPr/>
              </p:nvSpPr>
              <p:spPr>
                <a:xfrm>
                  <a:off x="3182978" y="3354058"/>
                  <a:ext cx="390492" cy="29852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oMath>
                    </m:oMathPara>
                  </a14:m>
                  <a:endParaRPr lang="pt-BR" sz="1400"/>
                </a:p>
              </p:txBody>
            </p:sp>
          </mc:Choice>
          <mc:Fallback xmlns="">
            <p:sp>
              <p:nvSpPr>
                <p:cNvPr id="85" name="CaixaDeTexto 84">
                  <a:extLst>
                    <a:ext uri="{FF2B5EF4-FFF2-40B4-BE49-F238E27FC236}">
                      <a16:creationId xmlns:a16="http://schemas.microsoft.com/office/drawing/2014/main" id="{E91BEBE3-5599-75ED-75A4-E4D38B5494DE}"/>
                    </a:ext>
                  </a:extLst>
                </p:cNvPr>
                <p:cNvSpPr txBox="1">
                  <a:spLocks noRot="1" noChangeAspect="1" noMove="1" noResize="1" noEditPoints="1" noAdjustHandles="1" noChangeArrowheads="1" noChangeShapeType="1" noTextEdit="1"/>
                </p:cNvSpPr>
                <p:nvPr/>
              </p:nvSpPr>
              <p:spPr>
                <a:xfrm>
                  <a:off x="3182978" y="3354058"/>
                  <a:ext cx="390492" cy="298522"/>
                </a:xfrm>
                <a:prstGeom prst="rect">
                  <a:avLst/>
                </a:prstGeom>
                <a:blipFill>
                  <a:blip r:embed="rId26"/>
                  <a:stretch>
                    <a:fillRect b="-816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7" name="CaixaDeTexto 96">
                  <a:extLst>
                    <a:ext uri="{FF2B5EF4-FFF2-40B4-BE49-F238E27FC236}">
                      <a16:creationId xmlns:a16="http://schemas.microsoft.com/office/drawing/2014/main" id="{39B47C87-2971-2A6A-277C-CB435FBDDC9C}"/>
                    </a:ext>
                  </a:extLst>
                </p:cNvPr>
                <p:cNvSpPr txBox="1"/>
                <p:nvPr/>
              </p:nvSpPr>
              <p:spPr>
                <a:xfrm>
                  <a:off x="1534703" y="3284984"/>
                  <a:ext cx="1203663" cy="324384"/>
                </a:xfrm>
                <a:prstGeom prst="rect">
                  <a:avLst/>
                </a:prstGeom>
                <a:noFill/>
                <a:ln>
                  <a:solidFill>
                    <a:schemeClr val="accent1"/>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𝑁</m:t>
                            </m:r>
                          </m:e>
                          <m:sub>
                            <m:r>
                              <a:rPr lang="pt-BR" sz="1400" b="0" i="1" smtClean="0">
                                <a:latin typeface="Cambria Math" panose="02040503050406030204" pitchFamily="18" charset="0"/>
                              </a:rPr>
                              <m:t>𝑝</m:t>
                            </m:r>
                          </m:sub>
                        </m:sSub>
                        <m:r>
                          <a:rPr lang="pt-BR" sz="1400" b="0" i="1" smtClean="0">
                            <a:latin typeface="Cambria Math" panose="02040503050406030204" pitchFamily="18" charset="0"/>
                          </a:rPr>
                          <m:t>=</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𝑁</m:t>
                            </m:r>
                          </m:e>
                          <m:sub>
                            <m:r>
                              <a:rPr lang="pt-BR" sz="1400" b="0" i="1" smtClean="0">
                                <a:latin typeface="Cambria Math" panose="02040503050406030204" pitchFamily="18" charset="0"/>
                              </a:rPr>
                              <m:t>𝑞</m:t>
                            </m:r>
                          </m:sub>
                        </m:sSub>
                        <m:r>
                          <a:rPr lang="pt-BR" sz="1400" b="0" i="1" smtClean="0">
                            <a:latin typeface="Cambria Math" panose="02040503050406030204" pitchFamily="18" charset="0"/>
                          </a:rPr>
                          <m:t>=1</m:t>
                        </m:r>
                      </m:oMath>
                    </m:oMathPara>
                  </a14:m>
                  <a:endParaRPr lang="pt-BR" sz="1400"/>
                </a:p>
              </p:txBody>
            </p:sp>
          </mc:Choice>
          <mc:Fallback xmlns="">
            <p:sp>
              <p:nvSpPr>
                <p:cNvPr id="97" name="CaixaDeTexto 96">
                  <a:extLst>
                    <a:ext uri="{FF2B5EF4-FFF2-40B4-BE49-F238E27FC236}">
                      <a16:creationId xmlns:a16="http://schemas.microsoft.com/office/drawing/2014/main" id="{39B47C87-2971-2A6A-277C-CB435FBDDC9C}"/>
                    </a:ext>
                  </a:extLst>
                </p:cNvPr>
                <p:cNvSpPr txBox="1">
                  <a:spLocks noRot="1" noChangeAspect="1" noMove="1" noResize="1" noEditPoints="1" noAdjustHandles="1" noChangeArrowheads="1" noChangeShapeType="1" noTextEdit="1"/>
                </p:cNvSpPr>
                <p:nvPr/>
              </p:nvSpPr>
              <p:spPr>
                <a:xfrm>
                  <a:off x="1534703" y="3284984"/>
                  <a:ext cx="1203663" cy="324384"/>
                </a:xfrm>
                <a:prstGeom prst="rect">
                  <a:avLst/>
                </a:prstGeom>
                <a:blipFill>
                  <a:blip r:embed="rId27"/>
                  <a:stretch>
                    <a:fillRect/>
                  </a:stretch>
                </a:blipFill>
                <a:ln>
                  <a:solidFill>
                    <a:schemeClr val="accent1"/>
                  </a:solidFill>
                </a:ln>
              </p:spPr>
              <p:txBody>
                <a:bodyPr/>
                <a:lstStyle/>
                <a:p>
                  <a:r>
                    <a:rPr lang="pt-BR">
                      <a:noFill/>
                    </a:rPr>
                    <a:t> </a:t>
                  </a:r>
                </a:p>
              </p:txBody>
            </p:sp>
          </mc:Fallback>
        </mc:AlternateContent>
        <p:grpSp>
          <p:nvGrpSpPr>
            <p:cNvPr id="98" name="Agrupar 97">
              <a:extLst>
                <a:ext uri="{FF2B5EF4-FFF2-40B4-BE49-F238E27FC236}">
                  <a16:creationId xmlns:a16="http://schemas.microsoft.com/office/drawing/2014/main" id="{84F34AC7-E833-3114-2D52-096CB625084D}"/>
                </a:ext>
              </a:extLst>
            </p:cNvPr>
            <p:cNvGrpSpPr/>
            <p:nvPr/>
          </p:nvGrpSpPr>
          <p:grpSpPr>
            <a:xfrm>
              <a:off x="497989" y="3683745"/>
              <a:ext cx="3194425" cy="969391"/>
              <a:chOff x="4788978" y="1009502"/>
              <a:chExt cx="2635166" cy="840353"/>
            </a:xfrm>
          </p:grpSpPr>
          <p:sp>
            <p:nvSpPr>
              <p:cNvPr id="99" name="Elipse 98">
                <a:extLst>
                  <a:ext uri="{FF2B5EF4-FFF2-40B4-BE49-F238E27FC236}">
                    <a16:creationId xmlns:a16="http://schemas.microsoft.com/office/drawing/2014/main" id="{8FEA27C4-49DE-EE75-AD96-9A661B1E245C}"/>
                  </a:ext>
                </a:extLst>
              </p:cNvPr>
              <p:cNvSpPr/>
              <p:nvPr/>
            </p:nvSpPr>
            <p:spPr>
              <a:xfrm>
                <a:off x="4788978" y="1096512"/>
                <a:ext cx="545802" cy="548640"/>
              </a:xfrm>
              <a:prstGeom prst="ellipse">
                <a:avLst/>
              </a:prstGeom>
              <a:noFill/>
              <a:ln w="19050">
                <a:solidFill>
                  <a:schemeClr val="tx2">
                    <a:lumMod val="90000"/>
                    <a:lumOff val="1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100" name="Elipse 99">
                <a:extLst>
                  <a:ext uri="{FF2B5EF4-FFF2-40B4-BE49-F238E27FC236}">
                    <a16:creationId xmlns:a16="http://schemas.microsoft.com/office/drawing/2014/main" id="{04D3DFF1-D811-116D-803F-172CB128D369}"/>
                  </a:ext>
                </a:extLst>
              </p:cNvPr>
              <p:cNvSpPr/>
              <p:nvPr/>
            </p:nvSpPr>
            <p:spPr>
              <a:xfrm>
                <a:off x="6878342" y="1090373"/>
                <a:ext cx="545802" cy="548640"/>
              </a:xfrm>
              <a:prstGeom prst="ellipse">
                <a:avLst/>
              </a:prstGeom>
              <a:noFill/>
              <a:ln w="19050">
                <a:solidFill>
                  <a:schemeClr val="accent1">
                    <a:lumMod val="60000"/>
                    <a:lumOff val="4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101" name="Elipse 100">
                <a:extLst>
                  <a:ext uri="{FF2B5EF4-FFF2-40B4-BE49-F238E27FC236}">
                    <a16:creationId xmlns:a16="http://schemas.microsoft.com/office/drawing/2014/main" id="{4218DB02-E5A1-4478-771E-E743F5902B28}"/>
                  </a:ext>
                </a:extLst>
              </p:cNvPr>
              <p:cNvSpPr/>
              <p:nvPr/>
            </p:nvSpPr>
            <p:spPr>
              <a:xfrm>
                <a:off x="7138839" y="1337310"/>
                <a:ext cx="24809" cy="2366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2" name="Elipse 101">
                <a:extLst>
                  <a:ext uri="{FF2B5EF4-FFF2-40B4-BE49-F238E27FC236}">
                    <a16:creationId xmlns:a16="http://schemas.microsoft.com/office/drawing/2014/main" id="{180FFF0A-87F6-D9EC-A65B-AC08603CDB64}"/>
                  </a:ext>
                </a:extLst>
              </p:cNvPr>
              <p:cNvSpPr/>
              <p:nvPr/>
            </p:nvSpPr>
            <p:spPr>
              <a:xfrm>
                <a:off x="5047686" y="1338895"/>
                <a:ext cx="24809" cy="2366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03" name="Conector de Seta Reta 102">
                <a:extLst>
                  <a:ext uri="{FF2B5EF4-FFF2-40B4-BE49-F238E27FC236}">
                    <a16:creationId xmlns:a16="http://schemas.microsoft.com/office/drawing/2014/main" id="{40CA3607-3ED9-ABE6-7222-A4045F14BB9A}"/>
                  </a:ext>
                </a:extLst>
              </p:cNvPr>
              <p:cNvCxnSpPr>
                <a:cxnSpLocks/>
              </p:cNvCxnSpPr>
              <p:nvPr/>
            </p:nvCxnSpPr>
            <p:spPr>
              <a:xfrm>
                <a:off x="5056457" y="1808820"/>
                <a:ext cx="2091154" cy="0"/>
              </a:xfrm>
              <a:prstGeom prst="straightConnector1">
                <a:avLst/>
              </a:prstGeom>
              <a:ln w="6350">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4" name="Conector reto 103">
                <a:extLst>
                  <a:ext uri="{FF2B5EF4-FFF2-40B4-BE49-F238E27FC236}">
                    <a16:creationId xmlns:a16="http://schemas.microsoft.com/office/drawing/2014/main" id="{DFDE2619-C8C8-B646-2965-0D9A4736E670}"/>
                  </a:ext>
                </a:extLst>
              </p:cNvPr>
              <p:cNvCxnSpPr>
                <a:cxnSpLocks/>
              </p:cNvCxnSpPr>
              <p:nvPr/>
            </p:nvCxnSpPr>
            <p:spPr>
              <a:xfrm flipH="1">
                <a:off x="5056457" y="1410463"/>
                <a:ext cx="3633" cy="434842"/>
              </a:xfrm>
              <a:prstGeom prst="line">
                <a:avLst/>
              </a:prstGeom>
              <a:ln w="6350"/>
            </p:spPr>
            <p:style>
              <a:lnRef idx="1">
                <a:schemeClr val="dk1"/>
              </a:lnRef>
              <a:fillRef idx="0">
                <a:schemeClr val="dk1"/>
              </a:fillRef>
              <a:effectRef idx="0">
                <a:schemeClr val="dk1"/>
              </a:effectRef>
              <a:fontRef idx="minor">
                <a:schemeClr val="tx1"/>
              </a:fontRef>
            </p:style>
          </p:cxnSp>
          <p:cxnSp>
            <p:nvCxnSpPr>
              <p:cNvPr id="105" name="Conector reto 104">
                <a:extLst>
                  <a:ext uri="{FF2B5EF4-FFF2-40B4-BE49-F238E27FC236}">
                    <a16:creationId xmlns:a16="http://schemas.microsoft.com/office/drawing/2014/main" id="{8BCB6EF0-2E66-072E-0FC7-4636E79908D9}"/>
                  </a:ext>
                </a:extLst>
              </p:cNvPr>
              <p:cNvCxnSpPr>
                <a:cxnSpLocks/>
              </p:cNvCxnSpPr>
              <p:nvPr/>
            </p:nvCxnSpPr>
            <p:spPr>
              <a:xfrm flipH="1">
                <a:off x="7147611" y="1415013"/>
                <a:ext cx="3633" cy="434842"/>
              </a:xfrm>
              <a:prstGeom prst="line">
                <a:avLst/>
              </a:prstGeom>
              <a:ln w="952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6" name="CaixaDeTexto 105">
                    <a:extLst>
                      <a:ext uri="{FF2B5EF4-FFF2-40B4-BE49-F238E27FC236}">
                        <a16:creationId xmlns:a16="http://schemas.microsoft.com/office/drawing/2014/main" id="{AB23A52E-CDF1-B9F7-E984-3075DA272977}"/>
                      </a:ext>
                    </a:extLst>
                  </p:cNvPr>
                  <p:cNvSpPr txBox="1"/>
                  <p:nvPr/>
                </p:nvSpPr>
                <p:spPr>
                  <a:xfrm>
                    <a:off x="5589041" y="1567825"/>
                    <a:ext cx="996954" cy="26680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400" b="0" i="1" smtClean="0">
                              <a:latin typeface="Cambria Math" panose="02040503050406030204" pitchFamily="18" charset="0"/>
                            </a:rPr>
                            <m:t>𝑑</m:t>
                          </m:r>
                          <m:r>
                            <a:rPr lang="pt-BR" sz="1400" b="0" i="1" smtClean="0">
                              <a:latin typeface="Cambria Math" panose="02040503050406030204" pitchFamily="18" charset="0"/>
                            </a:rPr>
                            <m:t>=100 </m:t>
                          </m:r>
                          <m:r>
                            <a:rPr lang="pt-BR" sz="1400" b="0" i="1" smtClean="0">
                              <a:latin typeface="Cambria Math" panose="02040503050406030204" pitchFamily="18" charset="0"/>
                            </a:rPr>
                            <m:t>𝑚𝑚</m:t>
                          </m:r>
                        </m:oMath>
                      </m:oMathPara>
                    </a14:m>
                    <a:endParaRPr lang="pt-BR" sz="1400"/>
                  </a:p>
                </p:txBody>
              </p:sp>
            </mc:Choice>
            <mc:Fallback xmlns="">
              <p:sp>
                <p:nvSpPr>
                  <p:cNvPr id="106" name="CaixaDeTexto 105">
                    <a:extLst>
                      <a:ext uri="{FF2B5EF4-FFF2-40B4-BE49-F238E27FC236}">
                        <a16:creationId xmlns:a16="http://schemas.microsoft.com/office/drawing/2014/main" id="{AB23A52E-CDF1-B9F7-E984-3075DA272977}"/>
                      </a:ext>
                    </a:extLst>
                  </p:cNvPr>
                  <p:cNvSpPr txBox="1">
                    <a:spLocks noRot="1" noChangeAspect="1" noMove="1" noResize="1" noEditPoints="1" noAdjustHandles="1" noChangeArrowheads="1" noChangeShapeType="1" noTextEdit="1"/>
                  </p:cNvSpPr>
                  <p:nvPr/>
                </p:nvSpPr>
                <p:spPr>
                  <a:xfrm>
                    <a:off x="5589041" y="1567825"/>
                    <a:ext cx="996954" cy="266808"/>
                  </a:xfrm>
                  <a:prstGeom prst="rect">
                    <a:avLst/>
                  </a:prstGeom>
                  <a:blipFill>
                    <a:blip r:embed="rId28"/>
                    <a:stretch>
                      <a:fillRect/>
                    </a:stretch>
                  </a:blipFill>
                </p:spPr>
                <p:txBody>
                  <a:bodyPr/>
                  <a:lstStyle/>
                  <a:p>
                    <a:r>
                      <a:rPr lang="pt-BR">
                        <a:noFill/>
                      </a:rPr>
                      <a:t> </a:t>
                    </a:r>
                  </a:p>
                </p:txBody>
              </p:sp>
            </mc:Fallback>
          </mc:AlternateContent>
          <p:grpSp>
            <p:nvGrpSpPr>
              <p:cNvPr id="107" name="Agrupar 106">
                <a:extLst>
                  <a:ext uri="{FF2B5EF4-FFF2-40B4-BE49-F238E27FC236}">
                    <a16:creationId xmlns:a16="http://schemas.microsoft.com/office/drawing/2014/main" id="{77D20325-E25D-5D90-ACFA-979B9D59C3D3}"/>
                  </a:ext>
                </a:extLst>
              </p:cNvPr>
              <p:cNvGrpSpPr/>
              <p:nvPr/>
            </p:nvGrpSpPr>
            <p:grpSpPr>
              <a:xfrm>
                <a:off x="4857369" y="1039904"/>
                <a:ext cx="409049" cy="305627"/>
                <a:chOff x="161602" y="1426275"/>
                <a:chExt cx="753825" cy="590369"/>
              </a:xfrm>
            </p:grpSpPr>
            <p:cxnSp>
              <p:nvCxnSpPr>
                <p:cNvPr id="113" name="Conector de Seta Reta 112">
                  <a:extLst>
                    <a:ext uri="{FF2B5EF4-FFF2-40B4-BE49-F238E27FC236}">
                      <a16:creationId xmlns:a16="http://schemas.microsoft.com/office/drawing/2014/main" id="{F0E45C82-2612-2192-ED30-FF3FCB37432B}"/>
                    </a:ext>
                  </a:extLst>
                </p:cNvPr>
                <p:cNvCxnSpPr>
                  <a:cxnSpLocks/>
                  <a:stCxn id="102" idx="7"/>
                </p:cNvCxnSpPr>
                <p:nvPr/>
              </p:nvCxnSpPr>
              <p:spPr>
                <a:xfrm flipV="1">
                  <a:off x="565980" y="1707620"/>
                  <a:ext cx="349447" cy="30902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4" name="CaixaDeTexto 113">
                      <a:extLst>
                        <a:ext uri="{FF2B5EF4-FFF2-40B4-BE49-F238E27FC236}">
                          <a16:creationId xmlns:a16="http://schemas.microsoft.com/office/drawing/2014/main" id="{0F0F852B-34C7-7201-89C3-1FC7E8FF3A6B}"/>
                        </a:ext>
                      </a:extLst>
                    </p:cNvPr>
                    <p:cNvSpPr txBox="1"/>
                    <p:nvPr/>
                  </p:nvSpPr>
                  <p:spPr>
                    <a:xfrm>
                      <a:off x="161602" y="1426275"/>
                      <a:ext cx="279169" cy="5626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i="1" smtClean="0">
                                    <a:latin typeface="Cambria Math" panose="02040503050406030204" pitchFamily="18" charset="0"/>
                                  </a:rPr>
                                  <m:t>𝑝</m:t>
                                </m:r>
                              </m:sub>
                            </m:sSub>
                          </m:oMath>
                        </m:oMathPara>
                      </a14:m>
                      <a:endParaRPr lang="pt-BR" sz="1400"/>
                    </a:p>
                  </p:txBody>
                </p:sp>
              </mc:Choice>
              <mc:Fallback xmlns="">
                <p:sp>
                  <p:nvSpPr>
                    <p:cNvPr id="114" name="CaixaDeTexto 113">
                      <a:extLst>
                        <a:ext uri="{FF2B5EF4-FFF2-40B4-BE49-F238E27FC236}">
                          <a16:creationId xmlns:a16="http://schemas.microsoft.com/office/drawing/2014/main" id="{0F0F852B-34C7-7201-89C3-1FC7E8FF3A6B}"/>
                        </a:ext>
                      </a:extLst>
                    </p:cNvPr>
                    <p:cNvSpPr txBox="1">
                      <a:spLocks noRot="1" noChangeAspect="1" noMove="1" noResize="1" noEditPoints="1" noAdjustHandles="1" noChangeArrowheads="1" noChangeShapeType="1" noTextEdit="1"/>
                    </p:cNvSpPr>
                    <p:nvPr/>
                  </p:nvSpPr>
                  <p:spPr>
                    <a:xfrm>
                      <a:off x="161602" y="1426275"/>
                      <a:ext cx="279169" cy="562690"/>
                    </a:xfrm>
                    <a:prstGeom prst="rect">
                      <a:avLst/>
                    </a:prstGeom>
                    <a:blipFill>
                      <a:blip r:embed="rId29"/>
                      <a:stretch>
                        <a:fillRect r="-73333"/>
                      </a:stretch>
                    </a:blipFill>
                  </p:spPr>
                  <p:txBody>
                    <a:bodyPr/>
                    <a:lstStyle/>
                    <a:p>
                      <a:r>
                        <a:rPr lang="pt-BR">
                          <a:noFill/>
                        </a:rPr>
                        <a:t> </a:t>
                      </a:r>
                    </a:p>
                  </p:txBody>
                </p:sp>
              </mc:Fallback>
            </mc:AlternateContent>
          </p:grpSp>
          <p:grpSp>
            <p:nvGrpSpPr>
              <p:cNvPr id="108" name="Agrupar 107">
                <a:extLst>
                  <a:ext uri="{FF2B5EF4-FFF2-40B4-BE49-F238E27FC236}">
                    <a16:creationId xmlns:a16="http://schemas.microsoft.com/office/drawing/2014/main" id="{C9203307-0F1C-F660-DEE2-711356E83885}"/>
                  </a:ext>
                </a:extLst>
              </p:cNvPr>
              <p:cNvGrpSpPr/>
              <p:nvPr/>
            </p:nvGrpSpPr>
            <p:grpSpPr>
              <a:xfrm>
                <a:off x="6976744" y="1009502"/>
                <a:ext cx="379396" cy="329393"/>
                <a:chOff x="372951" y="1396583"/>
                <a:chExt cx="699176" cy="636277"/>
              </a:xfrm>
            </p:grpSpPr>
            <p:cxnSp>
              <p:nvCxnSpPr>
                <p:cNvPr id="111" name="Conector de Seta Reta 110">
                  <a:extLst>
                    <a:ext uri="{FF2B5EF4-FFF2-40B4-BE49-F238E27FC236}">
                      <a16:creationId xmlns:a16="http://schemas.microsoft.com/office/drawing/2014/main" id="{3E33F3DF-3A96-8B3F-BD98-A00A1CC1C5DF}"/>
                    </a:ext>
                  </a:extLst>
                </p:cNvPr>
                <p:cNvCxnSpPr>
                  <a:cxnSpLocks/>
                </p:cNvCxnSpPr>
                <p:nvPr/>
              </p:nvCxnSpPr>
              <p:spPr>
                <a:xfrm flipV="1">
                  <a:off x="719279" y="1717141"/>
                  <a:ext cx="352848" cy="3157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2" name="CaixaDeTexto 111">
                      <a:extLst>
                        <a:ext uri="{FF2B5EF4-FFF2-40B4-BE49-F238E27FC236}">
                          <a16:creationId xmlns:a16="http://schemas.microsoft.com/office/drawing/2014/main" id="{DB0A6258-D238-8E57-00D1-8B772005C149}"/>
                        </a:ext>
                      </a:extLst>
                    </p:cNvPr>
                    <p:cNvSpPr txBox="1"/>
                    <p:nvPr/>
                  </p:nvSpPr>
                  <p:spPr>
                    <a:xfrm>
                      <a:off x="372951" y="1396583"/>
                      <a:ext cx="279170" cy="5626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xmlns="">
                <p:sp>
                  <p:nvSpPr>
                    <p:cNvPr id="112" name="CaixaDeTexto 111">
                      <a:extLst>
                        <a:ext uri="{FF2B5EF4-FFF2-40B4-BE49-F238E27FC236}">
                          <a16:creationId xmlns:a16="http://schemas.microsoft.com/office/drawing/2014/main" id="{DB0A6258-D238-8E57-00D1-8B772005C149}"/>
                        </a:ext>
                      </a:extLst>
                    </p:cNvPr>
                    <p:cNvSpPr txBox="1">
                      <a:spLocks noRot="1" noChangeAspect="1" noMove="1" noResize="1" noEditPoints="1" noAdjustHandles="1" noChangeArrowheads="1" noChangeShapeType="1" noTextEdit="1"/>
                    </p:cNvSpPr>
                    <p:nvPr/>
                  </p:nvSpPr>
                  <p:spPr>
                    <a:xfrm>
                      <a:off x="372951" y="1396583"/>
                      <a:ext cx="279170" cy="562689"/>
                    </a:xfrm>
                    <a:prstGeom prst="rect">
                      <a:avLst/>
                    </a:prstGeom>
                    <a:blipFill>
                      <a:blip r:embed="rId30"/>
                      <a:stretch>
                        <a:fillRect r="-70000"/>
                      </a:stretch>
                    </a:blipFill>
                  </p:spPr>
                  <p:txBody>
                    <a:bodyPr/>
                    <a:lstStyle/>
                    <a:p>
                      <a:r>
                        <a:rPr lang="pt-BR">
                          <a:noFill/>
                        </a:rPr>
                        <a:t> </a:t>
                      </a:r>
                    </a:p>
                  </p:txBody>
                </p:sp>
              </mc:Fallback>
            </mc:AlternateContent>
          </p:grpSp>
        </p:grpSp>
        <p:grpSp>
          <p:nvGrpSpPr>
            <p:cNvPr id="91" name="Agrupar 90">
              <a:extLst>
                <a:ext uri="{FF2B5EF4-FFF2-40B4-BE49-F238E27FC236}">
                  <a16:creationId xmlns:a16="http://schemas.microsoft.com/office/drawing/2014/main" id="{CBB219FD-2A6C-A888-34D7-124274695229}"/>
                </a:ext>
              </a:extLst>
            </p:cNvPr>
            <p:cNvGrpSpPr/>
            <p:nvPr/>
          </p:nvGrpSpPr>
          <p:grpSpPr>
            <a:xfrm>
              <a:off x="3662192" y="3700079"/>
              <a:ext cx="564700" cy="440237"/>
              <a:chOff x="2520585" y="2033107"/>
              <a:chExt cx="1167590" cy="963845"/>
            </a:xfrm>
          </p:grpSpPr>
          <p:grpSp>
            <p:nvGrpSpPr>
              <p:cNvPr id="93" name="Agrupar 92">
                <a:extLst>
                  <a:ext uri="{FF2B5EF4-FFF2-40B4-BE49-F238E27FC236}">
                    <a16:creationId xmlns:a16="http://schemas.microsoft.com/office/drawing/2014/main" id="{34792C66-9DE9-E05E-C185-25086664A96F}"/>
                  </a:ext>
                </a:extLst>
              </p:cNvPr>
              <p:cNvGrpSpPr/>
              <p:nvPr/>
            </p:nvGrpSpPr>
            <p:grpSpPr>
              <a:xfrm>
                <a:off x="2520585" y="2889662"/>
                <a:ext cx="108012" cy="107290"/>
                <a:chOff x="2999656" y="3825766"/>
                <a:chExt cx="182880" cy="182880"/>
              </a:xfrm>
            </p:grpSpPr>
            <p:sp>
              <p:nvSpPr>
                <p:cNvPr id="95" name="Elipse 94">
                  <a:extLst>
                    <a:ext uri="{FF2B5EF4-FFF2-40B4-BE49-F238E27FC236}">
                      <a16:creationId xmlns:a16="http://schemas.microsoft.com/office/drawing/2014/main" id="{3576D591-05FE-D1CA-39BC-36CE8D8F79B4}"/>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6" name="Elipse 95">
                  <a:extLst>
                    <a:ext uri="{FF2B5EF4-FFF2-40B4-BE49-F238E27FC236}">
                      <a16:creationId xmlns:a16="http://schemas.microsoft.com/office/drawing/2014/main" id="{4DE58BBF-3389-62B4-21E8-DADB85DA86BB}"/>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94" name="CaixaDeTexto 93">
                    <a:extLst>
                      <a:ext uri="{FF2B5EF4-FFF2-40B4-BE49-F238E27FC236}">
                        <a16:creationId xmlns:a16="http://schemas.microsoft.com/office/drawing/2014/main" id="{07C18911-87AB-30F9-8E0E-15C0074BE0A8}"/>
                      </a:ext>
                    </a:extLst>
                  </p:cNvPr>
                  <p:cNvSpPr txBox="1"/>
                  <p:nvPr/>
                </p:nvSpPr>
                <p:spPr>
                  <a:xfrm>
                    <a:off x="2668927" y="2033107"/>
                    <a:ext cx="1019248" cy="7131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𝑞</m:t>
                              </m:r>
                              <m:r>
                                <a:rPr lang="pt-BR" sz="1400" b="0" i="1" smtClean="0">
                                  <a:latin typeface="Cambria Math" panose="02040503050406030204" pitchFamily="18" charset="0"/>
                                </a:rPr>
                                <m:t>)</m:t>
                              </m:r>
                            </m:sup>
                          </m:sSubSup>
                        </m:oMath>
                      </m:oMathPara>
                    </a14:m>
                    <a:endParaRPr lang="pt-BR" sz="1400"/>
                  </a:p>
                </p:txBody>
              </p:sp>
            </mc:Choice>
            <mc:Fallback xmlns="">
              <p:sp>
                <p:nvSpPr>
                  <p:cNvPr id="94" name="CaixaDeTexto 93">
                    <a:extLst>
                      <a:ext uri="{FF2B5EF4-FFF2-40B4-BE49-F238E27FC236}">
                        <a16:creationId xmlns:a16="http://schemas.microsoft.com/office/drawing/2014/main" id="{07C18911-87AB-30F9-8E0E-15C0074BE0A8}"/>
                      </a:ext>
                    </a:extLst>
                  </p:cNvPr>
                  <p:cNvSpPr txBox="1">
                    <a:spLocks noRot="1" noChangeAspect="1" noMove="1" noResize="1" noEditPoints="1" noAdjustHandles="1" noChangeArrowheads="1" noChangeShapeType="1" noTextEdit="1"/>
                  </p:cNvSpPr>
                  <p:nvPr/>
                </p:nvSpPr>
                <p:spPr>
                  <a:xfrm>
                    <a:off x="2668927" y="2033107"/>
                    <a:ext cx="1019248" cy="713132"/>
                  </a:xfrm>
                  <a:prstGeom prst="rect">
                    <a:avLst/>
                  </a:prstGeom>
                  <a:blipFill>
                    <a:blip r:embed="rId31"/>
                    <a:stretch>
                      <a:fillRect b="-13208"/>
                    </a:stretch>
                  </a:blipFill>
                </p:spPr>
                <p:txBody>
                  <a:bodyPr/>
                  <a:lstStyle/>
                  <a:p>
                    <a:r>
                      <a:rPr lang="pt-BR">
                        <a:noFill/>
                      </a:rPr>
                      <a:t> </a:t>
                    </a:r>
                  </a:p>
                </p:txBody>
              </p:sp>
            </mc:Fallback>
          </mc:AlternateContent>
        </p:grpSp>
        <p:grpSp>
          <p:nvGrpSpPr>
            <p:cNvPr id="86" name="Agrupar 85">
              <a:extLst>
                <a:ext uri="{FF2B5EF4-FFF2-40B4-BE49-F238E27FC236}">
                  <a16:creationId xmlns:a16="http://schemas.microsoft.com/office/drawing/2014/main" id="{380A337A-EEA8-5F07-97F0-50AA9BB8BD58}"/>
                </a:ext>
              </a:extLst>
            </p:cNvPr>
            <p:cNvGrpSpPr/>
            <p:nvPr/>
          </p:nvGrpSpPr>
          <p:grpSpPr>
            <a:xfrm>
              <a:off x="88465" y="3693689"/>
              <a:ext cx="493789" cy="429175"/>
              <a:chOff x="1727607" y="2057326"/>
              <a:chExt cx="1020971" cy="939626"/>
            </a:xfrm>
          </p:grpSpPr>
          <p:grpSp>
            <p:nvGrpSpPr>
              <p:cNvPr id="87" name="Agrupar 86">
                <a:extLst>
                  <a:ext uri="{FF2B5EF4-FFF2-40B4-BE49-F238E27FC236}">
                    <a16:creationId xmlns:a16="http://schemas.microsoft.com/office/drawing/2014/main" id="{6C9048F1-53BF-B425-8F88-9C64A460F649}"/>
                  </a:ext>
                </a:extLst>
              </p:cNvPr>
              <p:cNvGrpSpPr/>
              <p:nvPr/>
            </p:nvGrpSpPr>
            <p:grpSpPr>
              <a:xfrm>
                <a:off x="2520585" y="2889662"/>
                <a:ext cx="108012" cy="107290"/>
                <a:chOff x="2999656" y="3825766"/>
                <a:chExt cx="182880" cy="182880"/>
              </a:xfrm>
            </p:grpSpPr>
            <p:sp>
              <p:nvSpPr>
                <p:cNvPr id="89" name="Elipse 88">
                  <a:extLst>
                    <a:ext uri="{FF2B5EF4-FFF2-40B4-BE49-F238E27FC236}">
                      <a16:creationId xmlns:a16="http://schemas.microsoft.com/office/drawing/2014/main" id="{E78875A1-57F8-7952-D434-1E6FF90487B9}"/>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0" name="Elipse 89">
                  <a:extLst>
                    <a:ext uri="{FF2B5EF4-FFF2-40B4-BE49-F238E27FC236}">
                      <a16:creationId xmlns:a16="http://schemas.microsoft.com/office/drawing/2014/main" id="{9A077294-5386-C64C-E674-4A93651A8CE8}"/>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88" name="CaixaDeTexto 87">
                    <a:extLst>
                      <a:ext uri="{FF2B5EF4-FFF2-40B4-BE49-F238E27FC236}">
                        <a16:creationId xmlns:a16="http://schemas.microsoft.com/office/drawing/2014/main" id="{D5D8A401-B5C3-DC24-3BBD-28FCB8155DF2}"/>
                      </a:ext>
                    </a:extLst>
                  </p:cNvPr>
                  <p:cNvSpPr txBox="1"/>
                  <p:nvPr/>
                </p:nvSpPr>
                <p:spPr>
                  <a:xfrm>
                    <a:off x="1727607" y="2057326"/>
                    <a:ext cx="1020971" cy="7131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oMath>
                      </m:oMathPara>
                    </a14:m>
                    <a:endParaRPr lang="pt-BR" sz="1400"/>
                  </a:p>
                </p:txBody>
              </p:sp>
            </mc:Choice>
            <mc:Fallback xmlns="">
              <p:sp>
                <p:nvSpPr>
                  <p:cNvPr id="88" name="CaixaDeTexto 87">
                    <a:extLst>
                      <a:ext uri="{FF2B5EF4-FFF2-40B4-BE49-F238E27FC236}">
                        <a16:creationId xmlns:a16="http://schemas.microsoft.com/office/drawing/2014/main" id="{D5D8A401-B5C3-DC24-3BBD-28FCB8155DF2}"/>
                      </a:ext>
                    </a:extLst>
                  </p:cNvPr>
                  <p:cNvSpPr txBox="1">
                    <a:spLocks noRot="1" noChangeAspect="1" noMove="1" noResize="1" noEditPoints="1" noAdjustHandles="1" noChangeArrowheads="1" noChangeShapeType="1" noTextEdit="1"/>
                  </p:cNvSpPr>
                  <p:nvPr/>
                </p:nvSpPr>
                <p:spPr>
                  <a:xfrm>
                    <a:off x="1727607" y="2057326"/>
                    <a:ext cx="1020971" cy="713132"/>
                  </a:xfrm>
                  <a:prstGeom prst="rect">
                    <a:avLst/>
                  </a:prstGeom>
                  <a:blipFill>
                    <a:blip r:embed="rId32"/>
                    <a:stretch>
                      <a:fillRect b="-13208"/>
                    </a:stretch>
                  </a:blipFill>
                </p:spPr>
                <p:txBody>
                  <a:bodyPr/>
                  <a:lstStyle/>
                  <a:p>
                    <a:r>
                      <a:rPr lang="pt-BR">
                        <a:noFill/>
                      </a:rPr>
                      <a:t> </a:t>
                    </a:r>
                  </a:p>
                </p:txBody>
              </p:sp>
            </mc:Fallback>
          </mc:AlternateContent>
        </p:grpSp>
      </p:grpSp>
    </p:spTree>
    <p:extLst>
      <p:ext uri="{BB962C8B-B14F-4D97-AF65-F5344CB8AC3E}">
        <p14:creationId xmlns:p14="http://schemas.microsoft.com/office/powerpoint/2010/main" val="2771550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75" grpId="0"/>
      <p:bldP spid="77" grpId="0"/>
      <p:bldP spid="78" grpId="0"/>
      <p:bldP spid="8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28</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2880271"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Bifilar Line</a:t>
            </a:r>
            <a:endParaRPr lang="pt-BR" sz="2000">
              <a:ln w="0"/>
              <a:effectLst>
                <a:outerShdw blurRad="38100" dist="19050" dir="2700000" algn="tl" rotWithShape="0">
                  <a:schemeClr val="dk1">
                    <a:alpha val="40000"/>
                  </a:schemeClr>
                </a:outerShdw>
              </a:effectLst>
            </a:endParaRP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1800152" cy="307777"/>
          </a:xfrm>
          <a:prstGeom prst="rect">
            <a:avLst/>
          </a:prstGeom>
          <a:noFill/>
        </p:spPr>
        <p:txBody>
          <a:bodyPr wrap="square">
            <a:spAutoFit/>
          </a:bodyPr>
          <a:lstStyle/>
          <a:p>
            <a:pPr algn="l" rtl="0" eaLnBrk="1" latinLnBrk="0" hangingPunct="1">
              <a:spcBef>
                <a:spcPts val="0"/>
              </a:spcBef>
              <a:spcAft>
                <a:spcPts val="0"/>
              </a:spcAft>
              <a:buClrTx/>
              <a:buSzPts val="1800"/>
            </a:pPr>
            <a:r>
              <a:rPr lang="pt-BR" sz="1400" kern="1200">
                <a:solidFill>
                  <a:srgbClr val="0070C0"/>
                </a:solidFill>
                <a:effectLst/>
                <a:latin typeface="Arial Black" panose="020B0A04020102020204" pitchFamily="34" charset="0"/>
                <a:ea typeface="+mn-ea"/>
                <a:cs typeface="+mn-cs"/>
              </a:rPr>
              <a:t>Examples</a:t>
            </a:r>
            <a:endParaRPr lang="pt-BR" sz="1400">
              <a:solidFill>
                <a:srgbClr val="0070C0"/>
              </a:solidFill>
              <a:latin typeface="Arial Black" panose="020B0A04020102020204" pitchFamily="34" charset="0"/>
            </a:endParaRPr>
          </a:p>
        </p:txBody>
      </p:sp>
      <p:grpSp>
        <p:nvGrpSpPr>
          <p:cNvPr id="103" name="Agrupar 102">
            <a:extLst>
              <a:ext uri="{FF2B5EF4-FFF2-40B4-BE49-F238E27FC236}">
                <a16:creationId xmlns:a16="http://schemas.microsoft.com/office/drawing/2014/main" id="{9545FADD-D1AF-56F6-E275-4DA40195E398}"/>
              </a:ext>
            </a:extLst>
          </p:cNvPr>
          <p:cNvGrpSpPr/>
          <p:nvPr/>
        </p:nvGrpSpPr>
        <p:grpSpPr>
          <a:xfrm>
            <a:off x="2154502" y="512677"/>
            <a:ext cx="3203416" cy="720080"/>
            <a:chOff x="296351" y="1289817"/>
            <a:chExt cx="4167169" cy="994729"/>
          </a:xfrm>
        </p:grpSpPr>
        <mc:AlternateContent xmlns:mc="http://schemas.openxmlformats.org/markup-compatibility/2006" xmlns:a14="http://schemas.microsoft.com/office/drawing/2010/main">
          <mc:Choice Requires="a14">
            <p:sp>
              <p:nvSpPr>
                <p:cNvPr id="43" name="CaixaDeTexto 42">
                  <a:extLst>
                    <a:ext uri="{FF2B5EF4-FFF2-40B4-BE49-F238E27FC236}">
                      <a16:creationId xmlns:a16="http://schemas.microsoft.com/office/drawing/2014/main" id="{B06BD3A3-04DF-3BA7-18F6-03C981D15656}"/>
                    </a:ext>
                  </a:extLst>
                </p:cNvPr>
                <p:cNvSpPr txBox="1"/>
                <p:nvPr/>
              </p:nvSpPr>
              <p:spPr>
                <a:xfrm>
                  <a:off x="1955286" y="1449633"/>
                  <a:ext cx="678611" cy="3506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b="0" i="1" smtClean="0">
                                <a:latin typeface="Cambria Math" panose="02040503050406030204" pitchFamily="18" charset="0"/>
                              </a:rPr>
                              <m:t>𝜀</m:t>
                            </m:r>
                          </m:e>
                          <m:sub>
                            <m:r>
                              <a:rPr lang="pt-BR" sz="1200" b="0" i="1" smtClean="0">
                                <a:latin typeface="Cambria Math" panose="02040503050406030204" pitchFamily="18" charset="0"/>
                              </a:rPr>
                              <m:t>0</m:t>
                            </m:r>
                          </m:sub>
                        </m:sSub>
                        <m:r>
                          <a:rPr lang="pt-BR" sz="1200" b="0" i="1" smtClean="0">
                            <a:latin typeface="Cambria Math" panose="02040503050406030204" pitchFamily="18" charset="0"/>
                          </a:rPr>
                          <m:t>,</m:t>
                        </m:r>
                        <m:sSub>
                          <m:sSubPr>
                            <m:ctrlPr>
                              <a:rPr lang="pt-BR" sz="1200" i="1">
                                <a:latin typeface="Cambria Math" panose="02040503050406030204" pitchFamily="18" charset="0"/>
                              </a:rPr>
                            </m:ctrlPr>
                          </m:sSubPr>
                          <m:e>
                            <m:r>
                              <a:rPr lang="pt-BR" sz="1200" b="0" i="1" smtClean="0">
                                <a:latin typeface="Cambria Math" panose="02040503050406030204" pitchFamily="18" charset="0"/>
                              </a:rPr>
                              <m:t>𝜇</m:t>
                            </m:r>
                          </m:e>
                          <m:sub>
                            <m:r>
                              <a:rPr lang="pt-BR" sz="1200" i="1">
                                <a:latin typeface="Cambria Math" panose="02040503050406030204" pitchFamily="18" charset="0"/>
                              </a:rPr>
                              <m:t>0</m:t>
                            </m:r>
                          </m:sub>
                        </m:sSub>
                      </m:oMath>
                    </m:oMathPara>
                  </a14:m>
                  <a:endParaRPr lang="pt-BR" sz="1400"/>
                </a:p>
              </p:txBody>
            </p:sp>
          </mc:Choice>
          <mc:Fallback xmlns="">
            <p:sp>
              <p:nvSpPr>
                <p:cNvPr id="43" name="CaixaDeTexto 42">
                  <a:extLst>
                    <a:ext uri="{FF2B5EF4-FFF2-40B4-BE49-F238E27FC236}">
                      <a16:creationId xmlns:a16="http://schemas.microsoft.com/office/drawing/2014/main" id="{B06BD3A3-04DF-3BA7-18F6-03C981D15656}"/>
                    </a:ext>
                  </a:extLst>
                </p:cNvPr>
                <p:cNvSpPr txBox="1">
                  <a:spLocks noRot="1" noChangeAspect="1" noMove="1" noResize="1" noEditPoints="1" noAdjustHandles="1" noChangeArrowheads="1" noChangeShapeType="1" noTextEdit="1"/>
                </p:cNvSpPr>
                <p:nvPr/>
              </p:nvSpPr>
              <p:spPr>
                <a:xfrm>
                  <a:off x="1955286" y="1449633"/>
                  <a:ext cx="678611" cy="350675"/>
                </a:xfrm>
                <a:prstGeom prst="rect">
                  <a:avLst/>
                </a:prstGeom>
                <a:blipFill>
                  <a:blip r:embed="rId4"/>
                  <a:stretch>
                    <a:fillRect b="-7143"/>
                  </a:stretch>
                </a:blipFill>
              </p:spPr>
              <p:txBody>
                <a:bodyPr/>
                <a:lstStyle/>
                <a:p>
                  <a:r>
                    <a:rPr lang="pt-BR">
                      <a:noFill/>
                    </a:rPr>
                    <a:t> </a:t>
                  </a:r>
                </a:p>
              </p:txBody>
            </p:sp>
          </mc:Fallback>
        </mc:AlternateContent>
        <p:grpSp>
          <p:nvGrpSpPr>
            <p:cNvPr id="48" name="Agrupar 47">
              <a:extLst>
                <a:ext uri="{FF2B5EF4-FFF2-40B4-BE49-F238E27FC236}">
                  <a16:creationId xmlns:a16="http://schemas.microsoft.com/office/drawing/2014/main" id="{392F5D22-86DA-911E-571B-6D4C9288CDA3}"/>
                </a:ext>
              </a:extLst>
            </p:cNvPr>
            <p:cNvGrpSpPr/>
            <p:nvPr/>
          </p:nvGrpSpPr>
          <p:grpSpPr>
            <a:xfrm>
              <a:off x="296351" y="1317213"/>
              <a:ext cx="534710" cy="429175"/>
              <a:chOff x="1727607" y="2057326"/>
              <a:chExt cx="1105580" cy="939626"/>
            </a:xfrm>
          </p:grpSpPr>
          <p:grpSp>
            <p:nvGrpSpPr>
              <p:cNvPr id="49" name="Agrupar 48">
                <a:extLst>
                  <a:ext uri="{FF2B5EF4-FFF2-40B4-BE49-F238E27FC236}">
                    <a16:creationId xmlns:a16="http://schemas.microsoft.com/office/drawing/2014/main" id="{5FEEC642-9982-C301-57CC-849114046999}"/>
                  </a:ext>
                </a:extLst>
              </p:cNvPr>
              <p:cNvGrpSpPr/>
              <p:nvPr/>
            </p:nvGrpSpPr>
            <p:grpSpPr>
              <a:xfrm>
                <a:off x="2520585" y="2889662"/>
                <a:ext cx="108012" cy="107290"/>
                <a:chOff x="2999656" y="3825766"/>
                <a:chExt cx="182880" cy="182880"/>
              </a:xfrm>
            </p:grpSpPr>
            <p:sp>
              <p:nvSpPr>
                <p:cNvPr id="51" name="Elipse 50">
                  <a:extLst>
                    <a:ext uri="{FF2B5EF4-FFF2-40B4-BE49-F238E27FC236}">
                      <a16:creationId xmlns:a16="http://schemas.microsoft.com/office/drawing/2014/main" id="{54D1A8C8-45B1-4D58-6756-A2BC585C4500}"/>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00"/>
                </a:p>
              </p:txBody>
            </p:sp>
            <p:sp>
              <p:nvSpPr>
                <p:cNvPr id="52" name="Elipse 51">
                  <a:extLst>
                    <a:ext uri="{FF2B5EF4-FFF2-40B4-BE49-F238E27FC236}">
                      <a16:creationId xmlns:a16="http://schemas.microsoft.com/office/drawing/2014/main" id="{01CCD84D-5F2B-2ACF-2054-822CAE2993D2}"/>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00"/>
                </a:p>
              </p:txBody>
            </p:sp>
          </p:grpSp>
          <mc:AlternateContent xmlns:mc="http://schemas.openxmlformats.org/markup-compatibility/2006" xmlns:a14="http://schemas.microsoft.com/office/drawing/2010/main">
            <mc:Choice Requires="a14">
              <p:sp>
                <p:nvSpPr>
                  <p:cNvPr id="50" name="CaixaDeTexto 49">
                    <a:extLst>
                      <a:ext uri="{FF2B5EF4-FFF2-40B4-BE49-F238E27FC236}">
                        <a16:creationId xmlns:a16="http://schemas.microsoft.com/office/drawing/2014/main" id="{CCAAE736-B8D0-6FB9-4F93-D5AF13048187}"/>
                      </a:ext>
                    </a:extLst>
                  </p:cNvPr>
                  <p:cNvSpPr txBox="1"/>
                  <p:nvPr/>
                </p:nvSpPr>
                <p:spPr>
                  <a:xfrm>
                    <a:off x="1727607" y="2057326"/>
                    <a:ext cx="1105580" cy="87777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200" b="0" i="1" smtClean="0">
                                  <a:latin typeface="Cambria Math" panose="02040503050406030204" pitchFamily="18" charset="0"/>
                                </a:rPr>
                              </m:ctrlPr>
                            </m:sSubSupPr>
                            <m:e>
                              <m:r>
                                <a:rPr lang="pt-BR" sz="1200" b="0" i="1" smtClean="0">
                                  <a:latin typeface="Cambria Math" panose="02040503050406030204" pitchFamily="18" charset="0"/>
                                </a:rPr>
                                <m:t>𝐽</m:t>
                              </m:r>
                            </m:e>
                            <m:sub>
                              <m:r>
                                <a:rPr lang="pt-BR" sz="1200" b="0" i="1" smtClean="0">
                                  <a:latin typeface="Cambria Math" panose="02040503050406030204" pitchFamily="18" charset="0"/>
                                </a:rPr>
                                <m:t>𝑠</m:t>
                              </m:r>
                            </m:sub>
                            <m:sup>
                              <m:r>
                                <a:rPr lang="pt-BR" sz="1200" b="0" i="1" smtClean="0">
                                  <a:latin typeface="Cambria Math" panose="02040503050406030204" pitchFamily="18" charset="0"/>
                                </a:rPr>
                                <m:t>(</m:t>
                              </m:r>
                              <m:r>
                                <a:rPr lang="pt-BR" sz="1200" b="0" i="1" smtClean="0">
                                  <a:latin typeface="Cambria Math" panose="02040503050406030204" pitchFamily="18" charset="0"/>
                                </a:rPr>
                                <m:t>𝑝</m:t>
                              </m:r>
                              <m:r>
                                <a:rPr lang="pt-BR" sz="1200" b="0" i="1" smtClean="0">
                                  <a:latin typeface="Cambria Math" panose="02040503050406030204" pitchFamily="18" charset="0"/>
                                </a:rPr>
                                <m:t>)</m:t>
                              </m:r>
                            </m:sup>
                          </m:sSubSup>
                        </m:oMath>
                      </m:oMathPara>
                    </a14:m>
                    <a:endParaRPr lang="pt-BR" sz="1200"/>
                  </a:p>
                </p:txBody>
              </p:sp>
            </mc:Choice>
            <mc:Fallback xmlns="">
              <p:sp>
                <p:nvSpPr>
                  <p:cNvPr id="50" name="CaixaDeTexto 49">
                    <a:extLst>
                      <a:ext uri="{FF2B5EF4-FFF2-40B4-BE49-F238E27FC236}">
                        <a16:creationId xmlns:a16="http://schemas.microsoft.com/office/drawing/2014/main" id="{CCAAE736-B8D0-6FB9-4F93-D5AF13048187}"/>
                      </a:ext>
                    </a:extLst>
                  </p:cNvPr>
                  <p:cNvSpPr txBox="1">
                    <a:spLocks noRot="1" noChangeAspect="1" noMove="1" noResize="1" noEditPoints="1" noAdjustHandles="1" noChangeArrowheads="1" noChangeShapeType="1" noTextEdit="1"/>
                  </p:cNvSpPr>
                  <p:nvPr/>
                </p:nvSpPr>
                <p:spPr>
                  <a:xfrm>
                    <a:off x="1727607" y="2057326"/>
                    <a:ext cx="1105580" cy="877773"/>
                  </a:xfrm>
                  <a:prstGeom prst="rect">
                    <a:avLst/>
                  </a:prstGeom>
                  <a:blipFill>
                    <a:blip r:embed="rId5"/>
                    <a:stretch>
                      <a:fillRect b="-10417"/>
                    </a:stretch>
                  </a:blipFill>
                </p:spPr>
                <p:txBody>
                  <a:bodyPr/>
                  <a:lstStyle/>
                  <a:p>
                    <a:r>
                      <a:rPr lang="pt-BR">
                        <a:noFill/>
                      </a:rPr>
                      <a:t> </a:t>
                    </a:r>
                  </a:p>
                </p:txBody>
              </p:sp>
            </mc:Fallback>
          </mc:AlternateContent>
        </p:grpSp>
        <p:grpSp>
          <p:nvGrpSpPr>
            <p:cNvPr id="57" name="Agrupar 56">
              <a:extLst>
                <a:ext uri="{FF2B5EF4-FFF2-40B4-BE49-F238E27FC236}">
                  <a16:creationId xmlns:a16="http://schemas.microsoft.com/office/drawing/2014/main" id="{ABD87001-94A2-FEE0-ADBE-A11481EB9C44}"/>
                </a:ext>
              </a:extLst>
            </p:cNvPr>
            <p:cNvGrpSpPr/>
            <p:nvPr/>
          </p:nvGrpSpPr>
          <p:grpSpPr>
            <a:xfrm>
              <a:off x="3858434" y="1299279"/>
              <a:ext cx="605086" cy="440237"/>
              <a:chOff x="2520585" y="2033107"/>
              <a:chExt cx="1251094" cy="963845"/>
            </a:xfrm>
          </p:grpSpPr>
          <p:grpSp>
            <p:nvGrpSpPr>
              <p:cNvPr id="58" name="Agrupar 57">
                <a:extLst>
                  <a:ext uri="{FF2B5EF4-FFF2-40B4-BE49-F238E27FC236}">
                    <a16:creationId xmlns:a16="http://schemas.microsoft.com/office/drawing/2014/main" id="{C796E931-C6B7-36F2-557C-0092648BC2B8}"/>
                  </a:ext>
                </a:extLst>
              </p:cNvPr>
              <p:cNvGrpSpPr/>
              <p:nvPr/>
            </p:nvGrpSpPr>
            <p:grpSpPr>
              <a:xfrm>
                <a:off x="2520585" y="2889662"/>
                <a:ext cx="108012" cy="107290"/>
                <a:chOff x="2999656" y="3825766"/>
                <a:chExt cx="182880" cy="182880"/>
              </a:xfrm>
            </p:grpSpPr>
            <p:sp>
              <p:nvSpPr>
                <p:cNvPr id="60" name="Elipse 59">
                  <a:extLst>
                    <a:ext uri="{FF2B5EF4-FFF2-40B4-BE49-F238E27FC236}">
                      <a16:creationId xmlns:a16="http://schemas.microsoft.com/office/drawing/2014/main" id="{A000AB3E-D18F-92BB-F8F5-DB00FB875FF7}"/>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00"/>
                </a:p>
              </p:txBody>
            </p:sp>
            <p:sp>
              <p:nvSpPr>
                <p:cNvPr id="61" name="Elipse 60">
                  <a:extLst>
                    <a:ext uri="{FF2B5EF4-FFF2-40B4-BE49-F238E27FC236}">
                      <a16:creationId xmlns:a16="http://schemas.microsoft.com/office/drawing/2014/main" id="{8AA1926F-607B-54AC-C3EC-90800ECD33E3}"/>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00"/>
                </a:p>
              </p:txBody>
            </p:sp>
          </p:grpSp>
          <mc:AlternateContent xmlns:mc="http://schemas.openxmlformats.org/markup-compatibility/2006" xmlns:a14="http://schemas.microsoft.com/office/drawing/2010/main">
            <mc:Choice Requires="a14">
              <p:sp>
                <p:nvSpPr>
                  <p:cNvPr id="59" name="CaixaDeTexto 58">
                    <a:extLst>
                      <a:ext uri="{FF2B5EF4-FFF2-40B4-BE49-F238E27FC236}">
                        <a16:creationId xmlns:a16="http://schemas.microsoft.com/office/drawing/2014/main" id="{BABB723B-F436-7566-C6E4-E9DBC0ACDB14}"/>
                      </a:ext>
                    </a:extLst>
                  </p:cNvPr>
                  <p:cNvSpPr txBox="1"/>
                  <p:nvPr/>
                </p:nvSpPr>
                <p:spPr>
                  <a:xfrm>
                    <a:off x="2668927" y="2033107"/>
                    <a:ext cx="1102752" cy="87777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200" b="0" i="1" smtClean="0">
                                  <a:latin typeface="Cambria Math" panose="02040503050406030204" pitchFamily="18" charset="0"/>
                                </a:rPr>
                              </m:ctrlPr>
                            </m:sSubSupPr>
                            <m:e>
                              <m:r>
                                <a:rPr lang="pt-BR" sz="1200" b="0" i="1" smtClean="0">
                                  <a:latin typeface="Cambria Math" panose="02040503050406030204" pitchFamily="18" charset="0"/>
                                </a:rPr>
                                <m:t>𝐽</m:t>
                              </m:r>
                            </m:e>
                            <m:sub>
                              <m:r>
                                <a:rPr lang="pt-BR" sz="1200" b="0" i="1" smtClean="0">
                                  <a:latin typeface="Cambria Math" panose="02040503050406030204" pitchFamily="18" charset="0"/>
                                </a:rPr>
                                <m:t>𝑠</m:t>
                              </m:r>
                            </m:sub>
                            <m:sup>
                              <m:r>
                                <a:rPr lang="pt-BR" sz="1200" b="0" i="1" smtClean="0">
                                  <a:latin typeface="Cambria Math" panose="02040503050406030204" pitchFamily="18" charset="0"/>
                                </a:rPr>
                                <m:t>(</m:t>
                              </m:r>
                              <m:r>
                                <a:rPr lang="en-US" sz="1200" b="0" i="1" smtClean="0">
                                  <a:latin typeface="Cambria Math" panose="02040503050406030204" pitchFamily="18" charset="0"/>
                                </a:rPr>
                                <m:t>𝑞</m:t>
                              </m:r>
                              <m:r>
                                <a:rPr lang="pt-BR" sz="1200" b="0" i="1" smtClean="0">
                                  <a:latin typeface="Cambria Math" panose="02040503050406030204" pitchFamily="18" charset="0"/>
                                </a:rPr>
                                <m:t>)</m:t>
                              </m:r>
                            </m:sup>
                          </m:sSubSup>
                        </m:oMath>
                      </m:oMathPara>
                    </a14:m>
                    <a:endParaRPr lang="pt-BR" sz="1200"/>
                  </a:p>
                </p:txBody>
              </p:sp>
            </mc:Choice>
            <mc:Fallback xmlns="">
              <p:sp>
                <p:nvSpPr>
                  <p:cNvPr id="59" name="CaixaDeTexto 58">
                    <a:extLst>
                      <a:ext uri="{FF2B5EF4-FFF2-40B4-BE49-F238E27FC236}">
                        <a16:creationId xmlns:a16="http://schemas.microsoft.com/office/drawing/2014/main" id="{BABB723B-F436-7566-C6E4-E9DBC0ACDB14}"/>
                      </a:ext>
                    </a:extLst>
                  </p:cNvPr>
                  <p:cNvSpPr txBox="1">
                    <a:spLocks noRot="1" noChangeAspect="1" noMove="1" noResize="1" noEditPoints="1" noAdjustHandles="1" noChangeArrowheads="1" noChangeShapeType="1" noTextEdit="1"/>
                  </p:cNvSpPr>
                  <p:nvPr/>
                </p:nvSpPr>
                <p:spPr>
                  <a:xfrm>
                    <a:off x="2668927" y="2033107"/>
                    <a:ext cx="1102752" cy="877772"/>
                  </a:xfrm>
                  <a:prstGeom prst="rect">
                    <a:avLst/>
                  </a:prstGeom>
                  <a:blipFill>
                    <a:blip r:embed="rId6"/>
                    <a:stretch>
                      <a:fillRect b="-10417"/>
                    </a:stretch>
                  </a:blipFill>
                </p:spPr>
                <p:txBody>
                  <a:bodyPr/>
                  <a:lstStyle/>
                  <a:p>
                    <a:r>
                      <a:rPr lang="pt-BR">
                        <a:noFill/>
                      </a:rPr>
                      <a:t> </a:t>
                    </a:r>
                  </a:p>
                </p:txBody>
              </p:sp>
            </mc:Fallback>
          </mc:AlternateContent>
        </p:grpSp>
        <p:sp>
          <p:nvSpPr>
            <p:cNvPr id="47" name="Elipse 46">
              <a:extLst>
                <a:ext uri="{FF2B5EF4-FFF2-40B4-BE49-F238E27FC236}">
                  <a16:creationId xmlns:a16="http://schemas.microsoft.com/office/drawing/2014/main" id="{51049A00-6ED3-935F-5225-9D06DC40A4D0}"/>
                </a:ext>
              </a:extLst>
            </p:cNvPr>
            <p:cNvSpPr/>
            <p:nvPr/>
          </p:nvSpPr>
          <p:spPr>
            <a:xfrm>
              <a:off x="696308" y="1390188"/>
              <a:ext cx="661637" cy="632885"/>
            </a:xfrm>
            <a:prstGeom prst="ellipse">
              <a:avLst/>
            </a:prstGeom>
            <a:noFill/>
            <a:ln w="19050">
              <a:solidFill>
                <a:schemeClr val="tx2">
                  <a:lumMod val="90000"/>
                  <a:lumOff val="1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1600"/>
            </a:p>
          </p:txBody>
        </p:sp>
        <p:sp>
          <p:nvSpPr>
            <p:cNvPr id="53" name="Elipse 52">
              <a:extLst>
                <a:ext uri="{FF2B5EF4-FFF2-40B4-BE49-F238E27FC236}">
                  <a16:creationId xmlns:a16="http://schemas.microsoft.com/office/drawing/2014/main" id="{34E04851-1E4B-F7D9-9DD6-CC1AFB6F1CCD}"/>
                </a:ext>
              </a:extLst>
            </p:cNvPr>
            <p:cNvSpPr/>
            <p:nvPr/>
          </p:nvSpPr>
          <p:spPr>
            <a:xfrm>
              <a:off x="3229096" y="1383106"/>
              <a:ext cx="661637" cy="632885"/>
            </a:xfrm>
            <a:prstGeom prst="ellipse">
              <a:avLst/>
            </a:prstGeom>
            <a:noFill/>
            <a:ln w="19050">
              <a:solidFill>
                <a:schemeClr val="accent1">
                  <a:lumMod val="60000"/>
                  <a:lumOff val="4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1600"/>
            </a:p>
          </p:txBody>
        </p:sp>
        <p:sp>
          <p:nvSpPr>
            <p:cNvPr id="54" name="Elipse 53">
              <a:extLst>
                <a:ext uri="{FF2B5EF4-FFF2-40B4-BE49-F238E27FC236}">
                  <a16:creationId xmlns:a16="http://schemas.microsoft.com/office/drawing/2014/main" id="{183E481E-4455-290B-4272-39BB752DA807}"/>
                </a:ext>
              </a:extLst>
            </p:cNvPr>
            <p:cNvSpPr/>
            <p:nvPr/>
          </p:nvSpPr>
          <p:spPr>
            <a:xfrm>
              <a:off x="3544878" y="1667961"/>
              <a:ext cx="30074" cy="2730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00"/>
            </a:p>
          </p:txBody>
        </p:sp>
        <p:sp>
          <p:nvSpPr>
            <p:cNvPr id="55" name="Elipse 54">
              <a:extLst>
                <a:ext uri="{FF2B5EF4-FFF2-40B4-BE49-F238E27FC236}">
                  <a16:creationId xmlns:a16="http://schemas.microsoft.com/office/drawing/2014/main" id="{20053EDF-AD84-037B-F133-9C3F96681918}"/>
                </a:ext>
              </a:extLst>
            </p:cNvPr>
            <p:cNvSpPr/>
            <p:nvPr/>
          </p:nvSpPr>
          <p:spPr>
            <a:xfrm>
              <a:off x="1009922" y="1669789"/>
              <a:ext cx="30074" cy="2730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00"/>
            </a:p>
          </p:txBody>
        </p:sp>
        <p:cxnSp>
          <p:nvCxnSpPr>
            <p:cNvPr id="56" name="Conector de Seta Reta 55">
              <a:extLst>
                <a:ext uri="{FF2B5EF4-FFF2-40B4-BE49-F238E27FC236}">
                  <a16:creationId xmlns:a16="http://schemas.microsoft.com/office/drawing/2014/main" id="{BDE6BC70-9815-BCBC-8DCE-1075E3F7CD92}"/>
                </a:ext>
              </a:extLst>
            </p:cNvPr>
            <p:cNvCxnSpPr>
              <a:cxnSpLocks/>
            </p:cNvCxnSpPr>
            <p:nvPr/>
          </p:nvCxnSpPr>
          <p:spPr>
            <a:xfrm>
              <a:off x="1020554" y="2211872"/>
              <a:ext cx="2534958" cy="0"/>
            </a:xfrm>
            <a:prstGeom prst="straightConnector1">
              <a:avLst/>
            </a:prstGeom>
            <a:ln w="6350">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62" name="Conector reto 61">
              <a:extLst>
                <a:ext uri="{FF2B5EF4-FFF2-40B4-BE49-F238E27FC236}">
                  <a16:creationId xmlns:a16="http://schemas.microsoft.com/office/drawing/2014/main" id="{53550CF9-F181-C494-3352-8D25E4C9FE59}"/>
                </a:ext>
              </a:extLst>
            </p:cNvPr>
            <p:cNvCxnSpPr>
              <a:cxnSpLocks/>
            </p:cNvCxnSpPr>
            <p:nvPr/>
          </p:nvCxnSpPr>
          <p:spPr>
            <a:xfrm flipH="1">
              <a:off x="1020554" y="1752347"/>
              <a:ext cx="4404" cy="501613"/>
            </a:xfrm>
            <a:prstGeom prst="line">
              <a:avLst/>
            </a:prstGeom>
            <a:ln w="6350"/>
          </p:spPr>
          <p:style>
            <a:lnRef idx="1">
              <a:schemeClr val="dk1"/>
            </a:lnRef>
            <a:fillRef idx="0">
              <a:schemeClr val="dk1"/>
            </a:fillRef>
            <a:effectRef idx="0">
              <a:schemeClr val="dk1"/>
            </a:effectRef>
            <a:fontRef idx="minor">
              <a:schemeClr val="tx1"/>
            </a:fontRef>
          </p:style>
        </p:cxnSp>
        <p:cxnSp>
          <p:nvCxnSpPr>
            <p:cNvPr id="63" name="Conector reto 62">
              <a:extLst>
                <a:ext uri="{FF2B5EF4-FFF2-40B4-BE49-F238E27FC236}">
                  <a16:creationId xmlns:a16="http://schemas.microsoft.com/office/drawing/2014/main" id="{BA24B537-B045-D5FC-A933-55DA1553D52F}"/>
                </a:ext>
              </a:extLst>
            </p:cNvPr>
            <p:cNvCxnSpPr>
              <a:cxnSpLocks/>
            </p:cNvCxnSpPr>
            <p:nvPr/>
          </p:nvCxnSpPr>
          <p:spPr>
            <a:xfrm flipH="1">
              <a:off x="3555512" y="1757595"/>
              <a:ext cx="4404" cy="501613"/>
            </a:xfrm>
            <a:prstGeom prst="line">
              <a:avLst/>
            </a:prstGeom>
            <a:ln w="952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7" name="CaixaDeTexto 66">
                  <a:extLst>
                    <a:ext uri="{FF2B5EF4-FFF2-40B4-BE49-F238E27FC236}">
                      <a16:creationId xmlns:a16="http://schemas.microsoft.com/office/drawing/2014/main" id="{37A24E53-B80D-29AD-D284-85B58EB2F1BB}"/>
                    </a:ext>
                  </a:extLst>
                </p:cNvPr>
                <p:cNvSpPr txBox="1"/>
                <p:nvPr/>
              </p:nvSpPr>
              <p:spPr>
                <a:xfrm>
                  <a:off x="1666168" y="1933871"/>
                  <a:ext cx="1258623" cy="3506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200" b="0" i="1" smtClean="0">
                            <a:latin typeface="Cambria Math" panose="02040503050406030204" pitchFamily="18" charset="0"/>
                          </a:rPr>
                          <m:t>𝑑</m:t>
                        </m:r>
                        <m:r>
                          <a:rPr lang="pt-BR" sz="1200" b="0" i="1" smtClean="0">
                            <a:latin typeface="Cambria Math" panose="02040503050406030204" pitchFamily="18" charset="0"/>
                          </a:rPr>
                          <m:t>=100 </m:t>
                        </m:r>
                        <m:r>
                          <a:rPr lang="pt-BR" sz="1200" b="0" i="1" smtClean="0">
                            <a:latin typeface="Cambria Math" panose="02040503050406030204" pitchFamily="18" charset="0"/>
                          </a:rPr>
                          <m:t>𝑚𝑚</m:t>
                        </m:r>
                      </m:oMath>
                    </m:oMathPara>
                  </a14:m>
                  <a:endParaRPr lang="pt-BR" sz="1200"/>
                </a:p>
              </p:txBody>
            </p:sp>
          </mc:Choice>
          <mc:Fallback xmlns="">
            <p:sp>
              <p:nvSpPr>
                <p:cNvPr id="67" name="CaixaDeTexto 66">
                  <a:extLst>
                    <a:ext uri="{FF2B5EF4-FFF2-40B4-BE49-F238E27FC236}">
                      <a16:creationId xmlns:a16="http://schemas.microsoft.com/office/drawing/2014/main" id="{37A24E53-B80D-29AD-D284-85B58EB2F1BB}"/>
                    </a:ext>
                  </a:extLst>
                </p:cNvPr>
                <p:cNvSpPr txBox="1">
                  <a:spLocks noRot="1" noChangeAspect="1" noMove="1" noResize="1" noEditPoints="1" noAdjustHandles="1" noChangeArrowheads="1" noChangeShapeType="1" noTextEdit="1"/>
                </p:cNvSpPr>
                <p:nvPr/>
              </p:nvSpPr>
              <p:spPr>
                <a:xfrm>
                  <a:off x="1666168" y="1933871"/>
                  <a:ext cx="1258623" cy="350675"/>
                </a:xfrm>
                <a:prstGeom prst="rect">
                  <a:avLst/>
                </a:prstGeom>
                <a:blipFill>
                  <a:blip r:embed="rId7"/>
                  <a:stretch>
                    <a:fillRect r="-629"/>
                  </a:stretch>
                </a:blipFill>
              </p:spPr>
              <p:txBody>
                <a:bodyPr/>
                <a:lstStyle/>
                <a:p>
                  <a:r>
                    <a:rPr lang="pt-BR">
                      <a:noFill/>
                    </a:rPr>
                    <a:t> </a:t>
                  </a:r>
                </a:p>
              </p:txBody>
            </p:sp>
          </mc:Fallback>
        </mc:AlternateContent>
        <p:grpSp>
          <p:nvGrpSpPr>
            <p:cNvPr id="69" name="Agrupar 68">
              <a:extLst>
                <a:ext uri="{FF2B5EF4-FFF2-40B4-BE49-F238E27FC236}">
                  <a16:creationId xmlns:a16="http://schemas.microsoft.com/office/drawing/2014/main" id="{6BFC5669-335B-ED51-FCE2-F0B05F0CB65C}"/>
                </a:ext>
              </a:extLst>
            </p:cNvPr>
            <p:cNvGrpSpPr/>
            <p:nvPr/>
          </p:nvGrpSpPr>
          <p:grpSpPr>
            <a:xfrm>
              <a:off x="779214" y="1324886"/>
              <a:ext cx="495861" cy="368776"/>
              <a:chOff x="161602" y="1426275"/>
              <a:chExt cx="753825" cy="617529"/>
            </a:xfrm>
          </p:grpSpPr>
          <p:cxnSp>
            <p:nvCxnSpPr>
              <p:cNvPr id="84" name="Conector de Seta Reta 83">
                <a:extLst>
                  <a:ext uri="{FF2B5EF4-FFF2-40B4-BE49-F238E27FC236}">
                    <a16:creationId xmlns:a16="http://schemas.microsoft.com/office/drawing/2014/main" id="{AF4B458A-23E3-3AF9-AD43-724A79DC1FBD}"/>
                  </a:ext>
                </a:extLst>
              </p:cNvPr>
              <p:cNvCxnSpPr>
                <a:cxnSpLocks/>
                <a:stCxn id="55" idx="7"/>
              </p:cNvCxnSpPr>
              <p:nvPr/>
            </p:nvCxnSpPr>
            <p:spPr>
              <a:xfrm flipV="1">
                <a:off x="565980" y="1707620"/>
                <a:ext cx="349447" cy="30902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5" name="CaixaDeTexto 84">
                    <a:extLst>
                      <a:ext uri="{FF2B5EF4-FFF2-40B4-BE49-F238E27FC236}">
                        <a16:creationId xmlns:a16="http://schemas.microsoft.com/office/drawing/2014/main" id="{7474B32F-9873-A5C0-6667-1FE9AE706DE1}"/>
                      </a:ext>
                    </a:extLst>
                  </p:cNvPr>
                  <p:cNvSpPr txBox="1"/>
                  <p:nvPr/>
                </p:nvSpPr>
                <p:spPr>
                  <a:xfrm>
                    <a:off x="161602" y="1426275"/>
                    <a:ext cx="279169" cy="6175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i="1" smtClean="0">
                                  <a:latin typeface="Cambria Math" panose="02040503050406030204" pitchFamily="18" charset="0"/>
                                </a:rPr>
                                <m:t>𝑝</m:t>
                              </m:r>
                            </m:sub>
                          </m:sSub>
                        </m:oMath>
                      </m:oMathPara>
                    </a14:m>
                    <a:endParaRPr lang="pt-BR" sz="1200"/>
                  </a:p>
                </p:txBody>
              </p:sp>
            </mc:Choice>
            <mc:Fallback xmlns="">
              <p:sp>
                <p:nvSpPr>
                  <p:cNvPr id="85" name="CaixaDeTexto 84">
                    <a:extLst>
                      <a:ext uri="{FF2B5EF4-FFF2-40B4-BE49-F238E27FC236}">
                        <a16:creationId xmlns:a16="http://schemas.microsoft.com/office/drawing/2014/main" id="{7474B32F-9873-A5C0-6667-1FE9AE706DE1}"/>
                      </a:ext>
                    </a:extLst>
                  </p:cNvPr>
                  <p:cNvSpPr txBox="1">
                    <a:spLocks noRot="1" noChangeAspect="1" noMove="1" noResize="1" noEditPoints="1" noAdjustHandles="1" noChangeArrowheads="1" noChangeShapeType="1" noTextEdit="1"/>
                  </p:cNvSpPr>
                  <p:nvPr/>
                </p:nvSpPr>
                <p:spPr>
                  <a:xfrm>
                    <a:off x="161602" y="1426275"/>
                    <a:ext cx="279169" cy="617529"/>
                  </a:xfrm>
                  <a:prstGeom prst="rect">
                    <a:avLst/>
                  </a:prstGeom>
                  <a:blipFill>
                    <a:blip r:embed="rId8"/>
                    <a:stretch>
                      <a:fillRect r="-86957" b="-4545"/>
                    </a:stretch>
                  </a:blipFill>
                </p:spPr>
                <p:txBody>
                  <a:bodyPr/>
                  <a:lstStyle/>
                  <a:p>
                    <a:r>
                      <a:rPr lang="pt-BR">
                        <a:noFill/>
                      </a:rPr>
                      <a:t> </a:t>
                    </a:r>
                  </a:p>
                </p:txBody>
              </p:sp>
            </mc:Fallback>
          </mc:AlternateContent>
        </p:grpSp>
        <p:grpSp>
          <p:nvGrpSpPr>
            <p:cNvPr id="70" name="Agrupar 69">
              <a:extLst>
                <a:ext uri="{FF2B5EF4-FFF2-40B4-BE49-F238E27FC236}">
                  <a16:creationId xmlns:a16="http://schemas.microsoft.com/office/drawing/2014/main" id="{D91FBF92-9B1E-8167-F9BC-8447A011B37E}"/>
                </a:ext>
              </a:extLst>
            </p:cNvPr>
            <p:cNvGrpSpPr/>
            <p:nvPr/>
          </p:nvGrpSpPr>
          <p:grpSpPr>
            <a:xfrm>
              <a:off x="3348382" y="1289817"/>
              <a:ext cx="459915" cy="379972"/>
              <a:chOff x="372951" y="1396583"/>
              <a:chExt cx="699176" cy="636277"/>
            </a:xfrm>
          </p:grpSpPr>
          <p:cxnSp>
            <p:nvCxnSpPr>
              <p:cNvPr id="76" name="Conector de Seta Reta 75">
                <a:extLst>
                  <a:ext uri="{FF2B5EF4-FFF2-40B4-BE49-F238E27FC236}">
                    <a16:creationId xmlns:a16="http://schemas.microsoft.com/office/drawing/2014/main" id="{AA5DB6D3-9FDD-B0BA-C8AE-99F6A3BB501E}"/>
                  </a:ext>
                </a:extLst>
              </p:cNvPr>
              <p:cNvCxnSpPr>
                <a:cxnSpLocks/>
              </p:cNvCxnSpPr>
              <p:nvPr/>
            </p:nvCxnSpPr>
            <p:spPr>
              <a:xfrm flipV="1">
                <a:off x="719279" y="1717141"/>
                <a:ext cx="352848" cy="3157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3" name="CaixaDeTexto 82">
                    <a:extLst>
                      <a:ext uri="{FF2B5EF4-FFF2-40B4-BE49-F238E27FC236}">
                        <a16:creationId xmlns:a16="http://schemas.microsoft.com/office/drawing/2014/main" id="{727B67EF-4460-D05D-BC3E-F7D6F49EDE30}"/>
                      </a:ext>
                    </a:extLst>
                  </p:cNvPr>
                  <p:cNvSpPr txBox="1"/>
                  <p:nvPr/>
                </p:nvSpPr>
                <p:spPr>
                  <a:xfrm>
                    <a:off x="372951" y="1396583"/>
                    <a:ext cx="279170" cy="6175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b="0" i="1" smtClean="0">
                                  <a:latin typeface="Cambria Math" panose="02040503050406030204" pitchFamily="18" charset="0"/>
                                </a:rPr>
                                <m:t>𝑞</m:t>
                              </m:r>
                            </m:sub>
                          </m:sSub>
                        </m:oMath>
                      </m:oMathPara>
                    </a14:m>
                    <a:endParaRPr lang="pt-BR" sz="1200"/>
                  </a:p>
                </p:txBody>
              </p:sp>
            </mc:Choice>
            <mc:Fallback xmlns="">
              <p:sp>
                <p:nvSpPr>
                  <p:cNvPr id="83" name="CaixaDeTexto 82">
                    <a:extLst>
                      <a:ext uri="{FF2B5EF4-FFF2-40B4-BE49-F238E27FC236}">
                        <a16:creationId xmlns:a16="http://schemas.microsoft.com/office/drawing/2014/main" id="{727B67EF-4460-D05D-BC3E-F7D6F49EDE30}"/>
                      </a:ext>
                    </a:extLst>
                  </p:cNvPr>
                  <p:cNvSpPr txBox="1">
                    <a:spLocks noRot="1" noChangeAspect="1" noMove="1" noResize="1" noEditPoints="1" noAdjustHandles="1" noChangeArrowheads="1" noChangeShapeType="1" noTextEdit="1"/>
                  </p:cNvSpPr>
                  <p:nvPr/>
                </p:nvSpPr>
                <p:spPr>
                  <a:xfrm>
                    <a:off x="372951" y="1396583"/>
                    <a:ext cx="279170" cy="617530"/>
                  </a:xfrm>
                  <a:prstGeom prst="rect">
                    <a:avLst/>
                  </a:prstGeom>
                  <a:blipFill>
                    <a:blip r:embed="rId9"/>
                    <a:stretch>
                      <a:fillRect r="-86957" b="-4545"/>
                    </a:stretch>
                  </a:blipFill>
                </p:spPr>
                <p:txBody>
                  <a:bodyPr/>
                  <a:lstStyle/>
                  <a:p>
                    <a:r>
                      <a:rPr lang="pt-BR">
                        <a:noFill/>
                      </a:rPr>
                      <a:t> </a:t>
                    </a:r>
                  </a:p>
                </p:txBody>
              </p:sp>
            </mc:Fallback>
          </mc:AlternateContent>
        </p:grpSp>
      </p:grpSp>
      <p:grpSp>
        <p:nvGrpSpPr>
          <p:cNvPr id="105" name="Agrupar 104">
            <a:extLst>
              <a:ext uri="{FF2B5EF4-FFF2-40B4-BE49-F238E27FC236}">
                <a16:creationId xmlns:a16="http://schemas.microsoft.com/office/drawing/2014/main" id="{B7174446-0512-92A8-193D-3BA7C78B3C17}"/>
              </a:ext>
            </a:extLst>
          </p:cNvPr>
          <p:cNvGrpSpPr/>
          <p:nvPr/>
        </p:nvGrpSpPr>
        <p:grpSpPr>
          <a:xfrm>
            <a:off x="5446067" y="533332"/>
            <a:ext cx="1406667" cy="494338"/>
            <a:chOff x="461858" y="889013"/>
            <a:chExt cx="1406667" cy="494338"/>
          </a:xfrm>
        </p:grpSpPr>
        <mc:AlternateContent xmlns:mc="http://schemas.openxmlformats.org/markup-compatibility/2006" xmlns:a14="http://schemas.microsoft.com/office/drawing/2010/main">
          <mc:Choice Requires="a14">
            <p:sp>
              <p:nvSpPr>
                <p:cNvPr id="71" name="CaixaDeTexto 70">
                  <a:extLst>
                    <a:ext uri="{FF2B5EF4-FFF2-40B4-BE49-F238E27FC236}">
                      <a16:creationId xmlns:a16="http://schemas.microsoft.com/office/drawing/2014/main" id="{71206D46-039F-583A-DF90-735C9F073FC8}"/>
                    </a:ext>
                  </a:extLst>
                </p:cNvPr>
                <p:cNvSpPr txBox="1"/>
                <p:nvPr/>
              </p:nvSpPr>
              <p:spPr>
                <a:xfrm>
                  <a:off x="461858" y="1092053"/>
                  <a:ext cx="1406667"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b="0" i="1" smtClean="0">
                                <a:latin typeface="Cambria Math" panose="02040503050406030204" pitchFamily="18" charset="0"/>
                              </a:rPr>
                              <m:t>𝑝</m:t>
                            </m:r>
                          </m:sub>
                        </m:sSub>
                        <m:r>
                          <a:rPr lang="pt-BR" sz="1200" b="0" i="1" smtClean="0">
                            <a:latin typeface="Cambria Math" panose="02040503050406030204" pitchFamily="18" charset="0"/>
                          </a:rPr>
                          <m:t>=</m:t>
                        </m:r>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b="0" i="1" smtClean="0">
                                <a:latin typeface="Cambria Math" panose="02040503050406030204" pitchFamily="18" charset="0"/>
                              </a:rPr>
                              <m:t>𝑞</m:t>
                            </m:r>
                          </m:sub>
                        </m:sSub>
                        <m:r>
                          <a:rPr lang="pt-BR" sz="1200" b="0" i="1" smtClean="0">
                            <a:latin typeface="Cambria Math" panose="02040503050406030204" pitchFamily="18" charset="0"/>
                          </a:rPr>
                          <m:t>=10 </m:t>
                        </m:r>
                        <m:r>
                          <a:rPr lang="pt-BR" sz="1200" b="0" i="1" smtClean="0">
                            <a:latin typeface="Cambria Math" panose="02040503050406030204" pitchFamily="18" charset="0"/>
                          </a:rPr>
                          <m:t>𝑚𝑚</m:t>
                        </m:r>
                      </m:oMath>
                    </m:oMathPara>
                  </a14:m>
                  <a:endParaRPr lang="pt-BR" sz="1200"/>
                </a:p>
              </p:txBody>
            </p:sp>
          </mc:Choice>
          <mc:Fallback xmlns="">
            <p:sp>
              <p:nvSpPr>
                <p:cNvPr id="71" name="CaixaDeTexto 70">
                  <a:extLst>
                    <a:ext uri="{FF2B5EF4-FFF2-40B4-BE49-F238E27FC236}">
                      <a16:creationId xmlns:a16="http://schemas.microsoft.com/office/drawing/2014/main" id="{71206D46-039F-583A-DF90-735C9F073FC8}"/>
                    </a:ext>
                  </a:extLst>
                </p:cNvPr>
                <p:cNvSpPr txBox="1">
                  <a:spLocks noRot="1" noChangeAspect="1" noMove="1" noResize="1" noEditPoints="1" noAdjustHandles="1" noChangeArrowheads="1" noChangeShapeType="1" noTextEdit="1"/>
                </p:cNvSpPr>
                <p:nvPr/>
              </p:nvSpPr>
              <p:spPr>
                <a:xfrm>
                  <a:off x="461858" y="1092053"/>
                  <a:ext cx="1406667" cy="291298"/>
                </a:xfrm>
                <a:prstGeom prst="rect">
                  <a:avLst/>
                </a:prstGeom>
                <a:blipFill>
                  <a:blip r:embed="rId1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8" name="CaixaDeTexto 87">
                  <a:extLst>
                    <a:ext uri="{FF2B5EF4-FFF2-40B4-BE49-F238E27FC236}">
                      <a16:creationId xmlns:a16="http://schemas.microsoft.com/office/drawing/2014/main" id="{8228450C-FF74-E66A-6024-9C6723C1A589}"/>
                    </a:ext>
                  </a:extLst>
                </p:cNvPr>
                <p:cNvSpPr txBox="1"/>
                <p:nvPr/>
              </p:nvSpPr>
              <p:spPr>
                <a:xfrm>
                  <a:off x="465628" y="889013"/>
                  <a:ext cx="1057918" cy="291298"/>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b="0" i="1" smtClean="0">
                                <a:latin typeface="Cambria Math" panose="02040503050406030204" pitchFamily="18" charset="0"/>
                              </a:rPr>
                              <m:t>𝑁</m:t>
                            </m:r>
                          </m:e>
                          <m:sub>
                            <m:r>
                              <a:rPr lang="pt-BR" sz="1200" b="0" i="1" smtClean="0">
                                <a:latin typeface="Cambria Math" panose="02040503050406030204" pitchFamily="18" charset="0"/>
                              </a:rPr>
                              <m:t>𝑝</m:t>
                            </m:r>
                          </m:sub>
                        </m:sSub>
                        <m:r>
                          <a:rPr lang="pt-BR" sz="1200" b="0" i="1" smtClean="0">
                            <a:latin typeface="Cambria Math" panose="02040503050406030204" pitchFamily="18" charset="0"/>
                          </a:rPr>
                          <m:t>=</m:t>
                        </m:r>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𝑁</m:t>
                            </m:r>
                          </m:e>
                          <m:sub>
                            <m:r>
                              <a:rPr lang="pt-BR" sz="1200" b="0" i="1" smtClean="0">
                                <a:latin typeface="Cambria Math" panose="02040503050406030204" pitchFamily="18" charset="0"/>
                              </a:rPr>
                              <m:t>𝑞</m:t>
                            </m:r>
                          </m:sub>
                        </m:sSub>
                        <m:r>
                          <a:rPr lang="pt-BR" sz="1200" b="0" i="1" smtClean="0">
                            <a:latin typeface="Cambria Math" panose="02040503050406030204" pitchFamily="18" charset="0"/>
                          </a:rPr>
                          <m:t>=1</m:t>
                        </m:r>
                      </m:oMath>
                    </m:oMathPara>
                  </a14:m>
                  <a:endParaRPr lang="pt-BR" sz="1200"/>
                </a:p>
              </p:txBody>
            </p:sp>
          </mc:Choice>
          <mc:Fallback xmlns="">
            <p:sp>
              <p:nvSpPr>
                <p:cNvPr id="88" name="CaixaDeTexto 87">
                  <a:extLst>
                    <a:ext uri="{FF2B5EF4-FFF2-40B4-BE49-F238E27FC236}">
                      <a16:creationId xmlns:a16="http://schemas.microsoft.com/office/drawing/2014/main" id="{8228450C-FF74-E66A-6024-9C6723C1A589}"/>
                    </a:ext>
                  </a:extLst>
                </p:cNvPr>
                <p:cNvSpPr txBox="1">
                  <a:spLocks noRot="1" noChangeAspect="1" noMove="1" noResize="1" noEditPoints="1" noAdjustHandles="1" noChangeArrowheads="1" noChangeShapeType="1" noTextEdit="1"/>
                </p:cNvSpPr>
                <p:nvPr/>
              </p:nvSpPr>
              <p:spPr>
                <a:xfrm>
                  <a:off x="465628" y="889013"/>
                  <a:ext cx="1057918" cy="291298"/>
                </a:xfrm>
                <a:prstGeom prst="rect">
                  <a:avLst/>
                </a:prstGeom>
                <a:blipFill>
                  <a:blip r:embed="rId11"/>
                  <a:stretch>
                    <a:fillRect/>
                  </a:stretch>
                </a:blipFill>
                <a:ln>
                  <a:noFill/>
                </a:ln>
              </p:spPr>
              <p:txBody>
                <a:bodyPr/>
                <a:lstStyle/>
                <a:p>
                  <a:r>
                    <a:rPr lang="pt-BR">
                      <a:noFill/>
                    </a:rPr>
                    <a:t> </a:t>
                  </a:r>
                </a:p>
              </p:txBody>
            </p:sp>
          </mc:Fallback>
        </mc:AlternateContent>
      </p:grpSp>
      <p:sp>
        <p:nvSpPr>
          <p:cNvPr id="94" name="CaixaDeTexto 93">
            <a:extLst>
              <a:ext uri="{FF2B5EF4-FFF2-40B4-BE49-F238E27FC236}">
                <a16:creationId xmlns:a16="http://schemas.microsoft.com/office/drawing/2014/main" id="{F51B95B7-F16C-1755-7BB9-77E318C577F1}"/>
              </a:ext>
            </a:extLst>
          </p:cNvPr>
          <p:cNvSpPr txBox="1"/>
          <p:nvPr/>
        </p:nvSpPr>
        <p:spPr>
          <a:xfrm>
            <a:off x="299356" y="1522106"/>
            <a:ext cx="4752528" cy="795539"/>
          </a:xfrm>
          <a:prstGeom prst="rect">
            <a:avLst/>
          </a:prstGeom>
          <a:noFill/>
        </p:spPr>
        <p:txBody>
          <a:bodyPr wrap="square">
            <a:spAutoFit/>
          </a:bodyPr>
          <a:lstStyle>
            <a:defPPr>
              <a:defRPr lang="pt-BR"/>
            </a:defPPr>
            <a:lvl1pPr>
              <a:defRPr sz="1600"/>
            </a:lvl1pPr>
          </a:lstStyle>
          <a:p>
            <a:pPr>
              <a:lnSpc>
                <a:spcPct val="150000"/>
              </a:lnSpc>
            </a:pPr>
            <a:r>
              <a:rPr lang="en-US"/>
              <a:t>4. Green’s Sub-Matrices</a:t>
            </a:r>
          </a:p>
          <a:p>
            <a:pPr>
              <a:lnSpc>
                <a:spcPct val="150000"/>
              </a:lnSpc>
            </a:pPr>
            <a:r>
              <a:rPr lang="en-US"/>
              <a:t>4.1 Self-conductors – </a:t>
            </a:r>
            <a:r>
              <a:rPr lang="en-US" sz="1600"/>
              <a:t>Equations (52), (53) [1]: </a:t>
            </a:r>
            <a:endParaRPr lang="pt-BR"/>
          </a:p>
        </p:txBody>
      </p:sp>
      <mc:AlternateContent xmlns:mc="http://schemas.openxmlformats.org/markup-compatibility/2006" xmlns:a14="http://schemas.microsoft.com/office/drawing/2010/main">
        <mc:Choice Requires="a14">
          <p:sp>
            <p:nvSpPr>
              <p:cNvPr id="95" name="CaixaDeTexto 94">
                <a:extLst>
                  <a:ext uri="{FF2B5EF4-FFF2-40B4-BE49-F238E27FC236}">
                    <a16:creationId xmlns:a16="http://schemas.microsoft.com/office/drawing/2014/main" id="{A9852365-B134-FBB5-83C1-080CB55087C1}"/>
                  </a:ext>
                </a:extLst>
              </p:cNvPr>
              <p:cNvSpPr txBox="1"/>
              <p:nvPr/>
            </p:nvSpPr>
            <p:spPr>
              <a:xfrm>
                <a:off x="310891" y="2469201"/>
                <a:ext cx="3183623" cy="1416157"/>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left"/>
                    </m:oMathParaPr>
                    <m:oMath xmlns:m="http://schemas.openxmlformats.org/officeDocument/2006/math">
                      <m:sSubSup>
                        <m:sSubSupPr>
                          <m:ctrlPr>
                            <a:rPr lang="pt-BR" sz="1400" i="1" smtClean="0">
                              <a:latin typeface="Cambria Math" panose="02040503050406030204" pitchFamily="18" charset="0"/>
                            </a:rPr>
                          </m:ctrlPr>
                        </m:sSubSupPr>
                        <m:e>
                          <m:r>
                            <a:rPr lang="pt-BR" sz="1400" b="0" i="1">
                              <a:latin typeface="Cambria Math" panose="02040503050406030204" pitchFamily="18" charset="0"/>
                            </a:rPr>
                            <m:t>𝐺</m:t>
                          </m:r>
                        </m:e>
                        <m:sub>
                          <m:sSup>
                            <m:sSupPr>
                              <m:ctrlPr>
                                <a:rPr lang="pt-BR" sz="1400" i="1" smtClean="0">
                                  <a:latin typeface="Cambria Math" panose="02040503050406030204" pitchFamily="18" charset="0"/>
                                </a:rPr>
                              </m:ctrlPr>
                            </m:sSupPr>
                            <m:e>
                              <m:r>
                                <a:rPr lang="pt-BR" sz="1400" b="0" i="1" smtClean="0">
                                  <a:latin typeface="Cambria Math" panose="02040503050406030204" pitchFamily="18" charset="0"/>
                                </a:rPr>
                                <m:t>𝑛</m:t>
                              </m:r>
                            </m:e>
                            <m:sup>
                              <m:r>
                                <a:rPr lang="pt-BR" sz="1400" b="0" i="1" smtClean="0">
                                  <a:latin typeface="Cambria Math" panose="02040503050406030204" pitchFamily="18" charset="0"/>
                                </a:rPr>
                                <m:t>′</m:t>
                              </m:r>
                            </m:sup>
                          </m:sSup>
                          <m:r>
                            <a:rPr lang="pt-BR" sz="1400" b="0" i="1">
                              <a:latin typeface="Cambria Math" panose="02040503050406030204" pitchFamily="18" charset="0"/>
                            </a:rPr>
                            <m:t>, </m:t>
                          </m:r>
                          <m:r>
                            <a:rPr lang="pt-BR" sz="1400" i="1">
                              <a:latin typeface="Cambria Math" panose="02040503050406030204" pitchFamily="18" charset="0"/>
                            </a:rPr>
                            <m:t>  </m:t>
                          </m:r>
                          <m:r>
                            <a:rPr lang="pt-BR" sz="1400" b="0" i="1" smtClean="0">
                              <a:latin typeface="Cambria Math" panose="02040503050406030204" pitchFamily="18" charset="0"/>
                            </a:rPr>
                            <m:t>𝑛</m:t>
                          </m:r>
                        </m:sub>
                        <m:sup>
                          <m:r>
                            <a:rPr lang="pt-BR" sz="1400" i="1">
                              <a:latin typeface="Cambria Math" panose="02040503050406030204" pitchFamily="18" charset="0"/>
                            </a:rPr>
                            <m:t>(</m:t>
                          </m:r>
                          <m:r>
                            <a:rPr lang="pt-BR" sz="1400" b="0" i="1" smtClean="0">
                              <a:latin typeface="Cambria Math" panose="02040503050406030204" pitchFamily="18" charset="0"/>
                            </a:rPr>
                            <m:t>𝑝</m:t>
                          </m:r>
                          <m:r>
                            <a:rPr lang="pt-BR" sz="1400" i="1">
                              <a:latin typeface="Cambria Math" panose="02040503050406030204" pitchFamily="18" charset="0"/>
                            </a:rPr>
                            <m:t>,</m:t>
                          </m:r>
                          <m:r>
                            <a:rPr lang="pt-BR" sz="1400" b="0" i="1" smtClean="0">
                              <a:latin typeface="Cambria Math" panose="02040503050406030204" pitchFamily="18" charset="0"/>
                            </a:rPr>
                            <m:t>   </m:t>
                          </m:r>
                          <m:r>
                            <a:rPr lang="pt-BR" sz="1400" b="0" i="1" smtClean="0">
                              <a:latin typeface="Cambria Math" panose="02040503050406030204" pitchFamily="18" charset="0"/>
                            </a:rPr>
                            <m:t>𝑝</m:t>
                          </m:r>
                          <m:r>
                            <a:rPr lang="pt-BR" sz="1400" i="1">
                              <a:latin typeface="Cambria Math" panose="02040503050406030204" pitchFamily="18" charset="0"/>
                            </a:rPr>
                            <m:t>)</m:t>
                          </m:r>
                        </m:sup>
                      </m:sSubSup>
                      <m:r>
                        <a:rPr lang="pt-BR" sz="1400" i="1" smtClean="0">
                          <a:latin typeface="Cambria Math" panose="02040503050406030204" pitchFamily="18" charset="0"/>
                        </a:rPr>
                        <m:t>=</m:t>
                      </m:r>
                      <m:d>
                        <m:dPr>
                          <m:begChr m:val="{"/>
                          <m:endChr m:val=""/>
                          <m:ctrlPr>
                            <a:rPr lang="pt-BR" sz="1400" i="1" smtClean="0">
                              <a:latin typeface="Cambria Math" panose="02040503050406030204" pitchFamily="18" charset="0"/>
                            </a:rPr>
                          </m:ctrlPr>
                        </m:dPr>
                        <m:e>
                          <m:eqArr>
                            <m:eqArrPr>
                              <m:ctrlPr>
                                <a:rPr lang="pt-BR" sz="1400" i="1" smtClean="0">
                                  <a:latin typeface="Cambria Math" panose="02040503050406030204" pitchFamily="18" charset="0"/>
                                </a:rPr>
                              </m:ctrlPr>
                            </m:eqArrPr>
                            <m:e>
                              <m:f>
                                <m:fPr>
                                  <m:ctrlPr>
                                    <a:rPr lang="pt-BR" sz="1400" i="1">
                                      <a:latin typeface="Cambria Math" panose="02040503050406030204" pitchFamily="18" charset="0"/>
                                    </a:rPr>
                                  </m:ctrlPr>
                                </m:fPr>
                                <m:num>
                                  <m:r>
                                    <a:rPr lang="pt-BR" sz="1400">
                                      <a:latin typeface="Cambria Math" panose="02040503050406030204" pitchFamily="18" charset="0"/>
                                    </a:rPr>
                                    <m:t>1</m:t>
                                  </m:r>
                                </m:num>
                                <m:den>
                                  <m:r>
                                    <a:rPr lang="pt-BR" sz="1400" i="1">
                                      <a:latin typeface="Cambria Math" panose="02040503050406030204" pitchFamily="18" charset="0"/>
                                    </a:rPr>
                                    <m:t>2</m:t>
                                  </m:r>
                                  <m:r>
                                    <a:rPr lang="pt-BR" sz="1400" i="1">
                                      <a:latin typeface="Cambria Math" panose="02040503050406030204" pitchFamily="18" charset="0"/>
                                    </a:rPr>
                                    <m:t>𝜋</m:t>
                                  </m:r>
                                </m:den>
                              </m:f>
                              <m:func>
                                <m:funcPr>
                                  <m:ctrlPr>
                                    <a:rPr lang="pt-BR" sz="1400" i="1">
                                      <a:latin typeface="Cambria Math" panose="02040503050406030204" pitchFamily="18" charset="0"/>
                                    </a:rPr>
                                  </m:ctrlPr>
                                </m:funcPr>
                                <m:fName>
                                  <m:r>
                                    <m:rPr>
                                      <m:sty m:val="p"/>
                                    </m:rPr>
                                    <a:rPr lang="pt-BR" sz="1400">
                                      <a:latin typeface="Cambria Math" panose="02040503050406030204" pitchFamily="18" charset="0"/>
                                    </a:rPr>
                                    <m:t>ln</m:t>
                                  </m:r>
                                </m:fName>
                                <m:e>
                                  <m:d>
                                    <m:dPr>
                                      <m:ctrlPr>
                                        <a:rPr lang="pt-BR" sz="1400" i="1">
                                          <a:latin typeface="Cambria Math" panose="02040503050406030204" pitchFamily="18" charset="0"/>
                                        </a:rPr>
                                      </m:ctrlPr>
                                    </m:dPr>
                                    <m:e>
                                      <m:sSub>
                                        <m:sSubPr>
                                          <m:ctrlPr>
                                            <a:rPr lang="pt-BR" sz="1400" i="1">
                                              <a:latin typeface="Cambria Math" panose="02040503050406030204" pitchFamily="18" charset="0"/>
                                            </a:rPr>
                                          </m:ctrlPr>
                                        </m:sSubPr>
                                        <m:e>
                                          <m:r>
                                            <a:rPr lang="pt-BR" sz="1400" b="0" i="1" smtClean="0">
                                              <a:latin typeface="Cambria Math" panose="02040503050406030204" pitchFamily="18" charset="0"/>
                                            </a:rPr>
                                            <m:t>𝑎</m:t>
                                          </m:r>
                                        </m:e>
                                        <m:sub>
                                          <m:r>
                                            <a:rPr lang="pt-BR" sz="1400" i="1">
                                              <a:latin typeface="Cambria Math" panose="02040503050406030204" pitchFamily="18" charset="0"/>
                                            </a:rPr>
                                            <m:t>𝑝</m:t>
                                          </m:r>
                                        </m:sub>
                                      </m:sSub>
                                    </m:e>
                                  </m:d>
                                </m:e>
                              </m:func>
                              <m:r>
                                <a:rPr lang="pt-BR" sz="1400" b="0" i="1" smtClean="0">
                                  <a:latin typeface="Cambria Math" panose="02040503050406030204" pitchFamily="18" charset="0"/>
                                </a:rPr>
                                <m:t>   </m:t>
                              </m:r>
                              <m:r>
                                <a:rPr lang="pt-BR" sz="1400" i="1" smtClean="0">
                                  <a:latin typeface="Cambria Math" panose="02040503050406030204" pitchFamily="18" charset="0"/>
                                </a:rPr>
                                <m:t> </m:t>
                              </m:r>
                              <m:r>
                                <a:rPr lang="pt-BR" sz="1400" b="0" i="1" smtClean="0">
                                  <a:latin typeface="Cambria Math" panose="02040503050406030204" pitchFamily="18" charset="0"/>
                                </a:rPr>
                                <m:t>(</m:t>
                              </m:r>
                              <m:sSup>
                                <m:sSupPr>
                                  <m:ctrlPr>
                                    <a:rPr lang="pt-BR" sz="1400" b="0" i="1" smtClean="0">
                                      <a:latin typeface="Cambria Math" panose="02040503050406030204" pitchFamily="18" charset="0"/>
                                    </a:rPr>
                                  </m:ctrlPr>
                                </m:sSupPr>
                                <m:e>
                                  <m:r>
                                    <a:rPr lang="pt-BR" sz="1400" b="0" i="1" smtClean="0">
                                      <a:latin typeface="Cambria Math" panose="02040503050406030204" pitchFamily="18" charset="0"/>
                                    </a:rPr>
                                    <m:t>𝑛</m:t>
                                  </m:r>
                                </m:e>
                                <m:sup>
                                  <m:r>
                                    <a:rPr lang="pt-BR" sz="1400" b="0" i="1" smtClean="0">
                                      <a:latin typeface="Cambria Math" panose="02040503050406030204" pitchFamily="18" charset="0"/>
                                    </a:rPr>
                                    <m:t>′</m:t>
                                  </m:r>
                                </m:sup>
                              </m:sSup>
                              <m:r>
                                <a:rPr lang="pt-BR" sz="1400" b="0" i="1" smtClean="0">
                                  <a:latin typeface="Cambria Math" panose="02040503050406030204" pitchFamily="18" charset="0"/>
                                </a:rPr>
                                <m:t>=</m:t>
                              </m:r>
                              <m:r>
                                <a:rPr lang="pt-BR" sz="1400" b="0" i="1" smtClean="0">
                                  <a:latin typeface="Cambria Math" panose="02040503050406030204" pitchFamily="18" charset="0"/>
                                </a:rPr>
                                <m:t>𝑛</m:t>
                              </m:r>
                              <m:r>
                                <a:rPr lang="pt-BR" sz="1400" b="0" i="1" smtClean="0">
                                  <a:latin typeface="Cambria Math" panose="02040503050406030204" pitchFamily="18" charset="0"/>
                                </a:rPr>
                                <m:t>=0)</m:t>
                              </m:r>
                            </m:e>
                            <m:e>
                              <m:r>
                                <a:rPr lang="pt-BR" sz="1400" b="0" i="1" smtClean="0">
                                  <a:latin typeface="Cambria Math" panose="02040503050406030204" pitchFamily="18" charset="0"/>
                                </a:rPr>
                                <m:t> </m:t>
                              </m:r>
                            </m:e>
                            <m:e>
                              <m:r>
                                <a:rPr lang="pt-BR" sz="1400" b="0" i="1" smtClean="0">
                                  <a:latin typeface="Cambria Math" panose="02040503050406030204" pitchFamily="18" charset="0"/>
                                </a:rPr>
                                <m:t>−</m:t>
                              </m:r>
                              <m:f>
                                <m:fPr>
                                  <m:ctrlPr>
                                    <a:rPr lang="pt-BR" sz="1400" i="1">
                                      <a:latin typeface="Cambria Math" panose="02040503050406030204" pitchFamily="18" charset="0"/>
                                    </a:rPr>
                                  </m:ctrlPr>
                                </m:fPr>
                                <m:num>
                                  <m:r>
                                    <a:rPr lang="pt-BR" sz="1400">
                                      <a:latin typeface="Cambria Math" panose="02040503050406030204" pitchFamily="18" charset="0"/>
                                    </a:rPr>
                                    <m:t>1</m:t>
                                  </m:r>
                                </m:num>
                                <m:den>
                                  <m:r>
                                    <a:rPr lang="pt-BR" sz="1400" b="0" i="1" smtClean="0">
                                      <a:latin typeface="Cambria Math" panose="02040503050406030204" pitchFamily="18" charset="0"/>
                                    </a:rPr>
                                    <m:t>4</m:t>
                                  </m:r>
                                  <m:r>
                                    <a:rPr lang="pt-BR" sz="1400" i="1">
                                      <a:latin typeface="Cambria Math" panose="02040503050406030204" pitchFamily="18" charset="0"/>
                                    </a:rPr>
                                    <m:t>𝜋</m:t>
                                  </m:r>
                                  <m:d>
                                    <m:dPr>
                                      <m:begChr m:val="|"/>
                                      <m:endChr m:val="|"/>
                                      <m:ctrlPr>
                                        <a:rPr lang="pt-BR" sz="1400" b="0" i="1" smtClean="0">
                                          <a:latin typeface="Cambria Math" panose="02040503050406030204" pitchFamily="18" charset="0"/>
                                        </a:rPr>
                                      </m:ctrlPr>
                                    </m:dPr>
                                    <m:e>
                                      <m:r>
                                        <a:rPr lang="pt-BR" sz="1400" b="0" i="1" smtClean="0">
                                          <a:latin typeface="Cambria Math" panose="02040503050406030204" pitchFamily="18" charset="0"/>
                                        </a:rPr>
                                        <m:t>𝑛</m:t>
                                      </m:r>
                                    </m:e>
                                  </m:d>
                                </m:den>
                              </m:f>
                              <m:r>
                                <a:rPr lang="pt-BR" sz="1400" b="0" i="1" smtClean="0">
                                  <a:latin typeface="Cambria Math" panose="02040503050406030204" pitchFamily="18" charset="0"/>
                                </a:rPr>
                                <m:t>      (</m:t>
                              </m:r>
                              <m:sSup>
                                <m:sSupPr>
                                  <m:ctrlPr>
                                    <a:rPr lang="pt-BR" sz="1400" i="1">
                                      <a:latin typeface="Cambria Math" panose="02040503050406030204" pitchFamily="18" charset="0"/>
                                    </a:rPr>
                                  </m:ctrlPr>
                                </m:sSupPr>
                                <m:e>
                                  <m:r>
                                    <a:rPr lang="pt-BR" sz="1400" i="1">
                                      <a:latin typeface="Cambria Math" panose="02040503050406030204" pitchFamily="18" charset="0"/>
                                    </a:rPr>
                                    <m:t>𝑛</m:t>
                                  </m:r>
                                </m:e>
                                <m:sup>
                                  <m:r>
                                    <a:rPr lang="pt-BR" sz="1400" i="1">
                                      <a:latin typeface="Cambria Math" panose="02040503050406030204" pitchFamily="18" charset="0"/>
                                    </a:rPr>
                                    <m:t>′</m:t>
                                  </m:r>
                                </m:sup>
                              </m:sSup>
                              <m:r>
                                <a:rPr lang="pt-BR" sz="1400" i="1">
                                  <a:latin typeface="Cambria Math" panose="02040503050406030204" pitchFamily="18" charset="0"/>
                                </a:rPr>
                                <m:t>=</m:t>
                              </m:r>
                              <m:r>
                                <a:rPr lang="pt-BR" sz="1400" i="1">
                                  <a:latin typeface="Cambria Math" panose="02040503050406030204" pitchFamily="18" charset="0"/>
                                </a:rPr>
                                <m:t>𝑛</m:t>
                              </m:r>
                              <m:r>
                                <a:rPr lang="pt-BR" sz="1400" b="0" i="1" smtClean="0">
                                  <a:latin typeface="Cambria Math" panose="02040503050406030204" pitchFamily="18" charset="0"/>
                                </a:rPr>
                                <m:t>≠</m:t>
                              </m:r>
                              <m:r>
                                <a:rPr lang="pt-BR" sz="1400" i="1">
                                  <a:latin typeface="Cambria Math" panose="02040503050406030204" pitchFamily="18" charset="0"/>
                                </a:rPr>
                                <m:t>0</m:t>
                              </m:r>
                              <m:r>
                                <a:rPr lang="pt-BR" sz="1400" b="0" i="1" smtClean="0">
                                  <a:latin typeface="Cambria Math" panose="02040503050406030204" pitchFamily="18" charset="0"/>
                                </a:rPr>
                                <m:t>)</m:t>
                              </m:r>
                            </m:e>
                            <m:e>
                              <m:r>
                                <a:rPr lang="pt-BR" sz="1400" b="0" i="1" smtClean="0">
                                  <a:latin typeface="Cambria Math" panose="02040503050406030204" pitchFamily="18" charset="0"/>
                                </a:rPr>
                                <m:t> </m:t>
                              </m:r>
                            </m:e>
                            <m:e>
                              <m:r>
                                <a:rPr lang="pt-BR" sz="1400" b="0" i="1" smtClean="0">
                                  <a:latin typeface="Cambria Math" panose="02040503050406030204" pitchFamily="18" charset="0"/>
                                </a:rPr>
                                <m:t>0</m:t>
                              </m:r>
                              <m:r>
                                <a:rPr lang="pt-BR" sz="1400" i="1">
                                  <a:latin typeface="Cambria Math" panose="02040503050406030204" pitchFamily="18" charset="0"/>
                                </a:rPr>
                                <m:t>     </m:t>
                              </m:r>
                              <m:r>
                                <a:rPr lang="pt-BR" sz="1400" b="0" i="1" smtClean="0">
                                  <a:latin typeface="Cambria Math" panose="02040503050406030204" pitchFamily="18" charset="0"/>
                                </a:rPr>
                                <m:t> </m:t>
                              </m:r>
                              <m:r>
                                <a:rPr lang="pt-BR" sz="1400" i="1">
                                  <a:latin typeface="Cambria Math" panose="02040503050406030204" pitchFamily="18" charset="0"/>
                                </a:rPr>
                                <m:t> </m:t>
                              </m:r>
                              <m:r>
                                <a:rPr lang="pt-BR" sz="1400" b="0" i="1" smtClean="0">
                                  <a:latin typeface="Cambria Math" panose="02040503050406030204" pitchFamily="18" charset="0"/>
                                </a:rPr>
                                <m:t>   </m:t>
                              </m:r>
                              <m:sSup>
                                <m:sSupPr>
                                  <m:ctrlPr>
                                    <a:rPr lang="pt-BR" sz="1400" i="1">
                                      <a:latin typeface="Cambria Math" panose="02040503050406030204" pitchFamily="18" charset="0"/>
                                    </a:rPr>
                                  </m:ctrlPr>
                                </m:sSupPr>
                                <m:e>
                                  <m:r>
                                    <a:rPr lang="pt-BR" sz="1400" b="0" i="1" smtClean="0">
                                      <a:latin typeface="Cambria Math" panose="02040503050406030204" pitchFamily="18" charset="0"/>
                                    </a:rPr>
                                    <m:t>(</m:t>
                                  </m:r>
                                  <m:r>
                                    <a:rPr lang="pt-BR" sz="1400" i="1">
                                      <a:latin typeface="Cambria Math" panose="02040503050406030204" pitchFamily="18" charset="0"/>
                                    </a:rPr>
                                    <m:t>𝑛</m:t>
                                  </m:r>
                                </m:e>
                                <m:sup>
                                  <m:r>
                                    <a:rPr lang="pt-BR" sz="1400" i="1">
                                      <a:latin typeface="Cambria Math" panose="02040503050406030204" pitchFamily="18" charset="0"/>
                                    </a:rPr>
                                    <m:t>′</m:t>
                                  </m:r>
                                </m:sup>
                              </m:sSup>
                              <m:r>
                                <a:rPr lang="pt-BR" sz="1400" i="1">
                                  <a:latin typeface="Cambria Math" panose="02040503050406030204" pitchFamily="18" charset="0"/>
                                </a:rPr>
                                <m:t>≠</m:t>
                              </m:r>
                              <m:r>
                                <a:rPr lang="pt-BR" sz="1400" i="1">
                                  <a:latin typeface="Cambria Math" panose="02040503050406030204" pitchFamily="18" charset="0"/>
                                </a:rPr>
                                <m:t>𝑛</m:t>
                              </m:r>
                              <m:r>
                                <a:rPr lang="pt-BR" sz="1400" b="0" i="1" smtClean="0">
                                  <a:latin typeface="Cambria Math" panose="02040503050406030204" pitchFamily="18" charset="0"/>
                                </a:rPr>
                                <m:t>)</m:t>
                              </m:r>
                            </m:e>
                          </m:eqArr>
                        </m:e>
                      </m:d>
                    </m:oMath>
                  </m:oMathPara>
                </a14:m>
                <a:endParaRPr lang="en-US" sz="1400"/>
              </a:p>
            </p:txBody>
          </p:sp>
        </mc:Choice>
        <mc:Fallback xmlns="">
          <p:sp>
            <p:nvSpPr>
              <p:cNvPr id="95" name="CaixaDeTexto 94">
                <a:extLst>
                  <a:ext uri="{FF2B5EF4-FFF2-40B4-BE49-F238E27FC236}">
                    <a16:creationId xmlns:a16="http://schemas.microsoft.com/office/drawing/2014/main" id="{A9852365-B134-FBB5-83C1-080CB55087C1}"/>
                  </a:ext>
                </a:extLst>
              </p:cNvPr>
              <p:cNvSpPr txBox="1">
                <a:spLocks noRot="1" noChangeAspect="1" noMove="1" noResize="1" noEditPoints="1" noAdjustHandles="1" noChangeArrowheads="1" noChangeShapeType="1" noTextEdit="1"/>
              </p:cNvSpPr>
              <p:nvPr/>
            </p:nvSpPr>
            <p:spPr>
              <a:xfrm>
                <a:off x="310891" y="2469201"/>
                <a:ext cx="3183623" cy="1416157"/>
              </a:xfrm>
              <a:prstGeom prst="rect">
                <a:avLst/>
              </a:prstGeom>
              <a:blipFill>
                <a:blip r:embed="rId1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2" name="CaixaDeTexto 101">
                <a:extLst>
                  <a:ext uri="{FF2B5EF4-FFF2-40B4-BE49-F238E27FC236}">
                    <a16:creationId xmlns:a16="http://schemas.microsoft.com/office/drawing/2014/main" id="{E24F1599-B1FA-0352-1073-7CB719D562DD}"/>
                  </a:ext>
                </a:extLst>
              </p:cNvPr>
              <p:cNvSpPr txBox="1"/>
              <p:nvPr/>
            </p:nvSpPr>
            <p:spPr>
              <a:xfrm>
                <a:off x="310891" y="4280467"/>
                <a:ext cx="5130584" cy="1324850"/>
              </a:xfrm>
              <a:prstGeom prst="rect">
                <a:avLst/>
              </a:prstGeom>
              <a:noFill/>
            </p:spPr>
            <p:txBody>
              <a:bodyPr wrap="square">
                <a:spAutoFit/>
              </a:bodyPr>
              <a:lstStyle>
                <a:defPPr>
                  <a:defRPr lang="pt-BR"/>
                </a:defPPr>
                <a:lvl1pPr>
                  <a:defRPr sz="1600"/>
                </a:lvl1pPr>
              </a:lstStyle>
              <a:p>
                <a:pPr>
                  <a:lnSpc>
                    <a:spcPct val="150000"/>
                  </a:lnSpc>
                </a:pPr>
                <a14:m>
                  <m:oMathPara xmlns:m="http://schemas.openxmlformats.org/officeDocument/2006/math">
                    <m:oMathParaPr>
                      <m:jc m:val="left"/>
                    </m:oMathParaPr>
                    <m:oMath xmlns:m="http://schemas.openxmlformats.org/officeDocument/2006/math">
                      <m:sSubSup>
                        <m:sSubSupPr>
                          <m:ctrlPr>
                            <a:rPr lang="pt-BR" sz="1400" i="1" smtClean="0">
                              <a:solidFill>
                                <a:schemeClr val="tx1"/>
                              </a:solidFill>
                              <a:latin typeface="Cambria Math" panose="02040503050406030204" pitchFamily="18" charset="0"/>
                            </a:rPr>
                          </m:ctrlPr>
                        </m:sSubSupPr>
                        <m:e>
                          <m:r>
                            <a:rPr lang="pt-BR" sz="1400" b="1" i="1">
                              <a:solidFill>
                                <a:schemeClr val="tx1"/>
                              </a:solidFill>
                              <a:latin typeface="Cambria Math" panose="02040503050406030204" pitchFamily="18" charset="0"/>
                            </a:rPr>
                            <m:t>𝑮</m:t>
                          </m:r>
                        </m:e>
                        <m:sub>
                          <m:r>
                            <a:rPr lang="pt-BR" sz="1400" b="0" i="1" smtClean="0">
                              <a:solidFill>
                                <a:schemeClr val="tx1"/>
                              </a:solidFill>
                              <a:latin typeface="Cambria Math" panose="02040503050406030204" pitchFamily="18" charset="0"/>
                            </a:rPr>
                            <m:t> </m:t>
                          </m:r>
                        </m:sub>
                        <m:sup>
                          <m:r>
                            <a:rPr lang="pt-BR" sz="1400" i="1">
                              <a:solidFill>
                                <a:schemeClr val="tx1"/>
                              </a:solidFill>
                              <a:latin typeface="Cambria Math" panose="02040503050406030204" pitchFamily="18" charset="0"/>
                            </a:rPr>
                            <m:t>(</m:t>
                          </m:r>
                          <m:r>
                            <a:rPr lang="pt-BR" sz="1400" b="0" i="1" smtClean="0">
                              <a:solidFill>
                                <a:schemeClr val="tx1"/>
                              </a:solidFill>
                              <a:latin typeface="Cambria Math" panose="02040503050406030204" pitchFamily="18" charset="0"/>
                            </a:rPr>
                            <m:t>𝑝</m:t>
                          </m:r>
                          <m:r>
                            <a:rPr lang="pt-BR" sz="1400" b="0" i="1" smtClean="0">
                              <a:solidFill>
                                <a:schemeClr val="tx1"/>
                              </a:solidFill>
                              <a:latin typeface="Cambria Math" panose="02040503050406030204" pitchFamily="18" charset="0"/>
                            </a:rPr>
                            <m:t>,   </m:t>
                          </m:r>
                          <m:r>
                            <a:rPr lang="pt-BR" sz="1400" b="0" i="1" smtClean="0">
                              <a:solidFill>
                                <a:schemeClr val="tx1"/>
                              </a:solidFill>
                              <a:latin typeface="Cambria Math" panose="02040503050406030204" pitchFamily="18" charset="0"/>
                            </a:rPr>
                            <m:t>𝑝</m:t>
                          </m:r>
                          <m:r>
                            <a:rPr lang="pt-BR" sz="1400" i="1">
                              <a:solidFill>
                                <a:schemeClr val="tx1"/>
                              </a:solidFill>
                              <a:latin typeface="Cambria Math" panose="02040503050406030204" pitchFamily="18" charset="0"/>
                            </a:rPr>
                            <m:t>)</m:t>
                          </m:r>
                        </m:sup>
                      </m:sSubSup>
                      <m:r>
                        <a:rPr lang="pt-BR" sz="1400" b="0" i="1" smtClean="0">
                          <a:solidFill>
                            <a:schemeClr val="tx1"/>
                          </a:solidFill>
                          <a:latin typeface="Cambria Math" panose="02040503050406030204" pitchFamily="18" charset="0"/>
                        </a:rPr>
                        <m:t>=</m:t>
                      </m:r>
                      <m:sSubSup>
                        <m:sSubSupPr>
                          <m:ctrlPr>
                            <a:rPr lang="pt-BR" sz="1400" i="1">
                              <a:latin typeface="Cambria Math" panose="02040503050406030204" pitchFamily="18" charset="0"/>
                            </a:rPr>
                          </m:ctrlPr>
                        </m:sSubSupPr>
                        <m:e>
                          <m:r>
                            <a:rPr lang="pt-BR" sz="1400" b="1" i="1">
                              <a:latin typeface="Cambria Math" panose="02040503050406030204" pitchFamily="18" charset="0"/>
                            </a:rPr>
                            <m:t>𝑮</m:t>
                          </m:r>
                        </m:e>
                        <m:sub>
                          <m:r>
                            <a:rPr lang="pt-BR" sz="1400" i="1">
                              <a:latin typeface="Cambria Math" panose="02040503050406030204" pitchFamily="18" charset="0"/>
                            </a:rPr>
                            <m:t> </m:t>
                          </m:r>
                        </m:sub>
                        <m:sup>
                          <m:r>
                            <a:rPr lang="pt-BR" sz="1400" i="1">
                              <a:latin typeface="Cambria Math" panose="02040503050406030204" pitchFamily="18" charset="0"/>
                            </a:rPr>
                            <m:t>(</m:t>
                          </m:r>
                          <m:r>
                            <a:rPr lang="pt-BR" sz="1400" b="0" i="1" smtClean="0">
                              <a:latin typeface="Cambria Math" panose="02040503050406030204" pitchFamily="18" charset="0"/>
                            </a:rPr>
                            <m:t>𝑞</m:t>
                          </m:r>
                          <m:r>
                            <a:rPr lang="pt-BR" sz="1400" i="1">
                              <a:latin typeface="Cambria Math" panose="02040503050406030204" pitchFamily="18" charset="0"/>
                            </a:rPr>
                            <m:t>,  </m:t>
                          </m:r>
                          <m:r>
                            <a:rPr lang="pt-BR" sz="1400" b="0" i="1" smtClean="0">
                              <a:latin typeface="Cambria Math" panose="02040503050406030204" pitchFamily="18" charset="0"/>
                            </a:rPr>
                            <m:t> </m:t>
                          </m:r>
                          <m:r>
                            <a:rPr lang="pt-BR" sz="1400" b="0" i="1" smtClean="0">
                              <a:latin typeface="Cambria Math" panose="02040503050406030204" pitchFamily="18" charset="0"/>
                            </a:rPr>
                            <m:t>𝑞</m:t>
                          </m:r>
                          <m:r>
                            <a:rPr lang="pt-BR" sz="1400" i="1">
                              <a:latin typeface="Cambria Math" panose="02040503050406030204" pitchFamily="18" charset="0"/>
                            </a:rPr>
                            <m:t>)</m:t>
                          </m:r>
                        </m:sup>
                      </m:sSubSup>
                      <m:r>
                        <a:rPr lang="pt-BR" sz="1400" i="1">
                          <a:latin typeface="Cambria Math" panose="02040503050406030204" pitchFamily="18" charset="0"/>
                        </a:rPr>
                        <m:t>=</m:t>
                      </m:r>
                      <m:d>
                        <m:dPr>
                          <m:begChr m:val="["/>
                          <m:endChr m:val="]"/>
                          <m:ctrlPr>
                            <a:rPr lang="pt-BR" sz="1400" b="0" i="1" smtClean="0">
                              <a:solidFill>
                                <a:schemeClr val="tx1"/>
                              </a:solidFill>
                              <a:latin typeface="Cambria Math" panose="02040503050406030204" pitchFamily="18" charset="0"/>
                            </a:rPr>
                          </m:ctrlPr>
                        </m:dPr>
                        <m:e>
                          <m:m>
                            <m:mPr>
                              <m:mcs>
                                <m:mc>
                                  <m:mcPr>
                                    <m:count m:val="3"/>
                                    <m:mcJc m:val="center"/>
                                  </m:mcPr>
                                </m:mc>
                              </m:mcs>
                              <m:ctrlPr>
                                <a:rPr lang="pt-BR" sz="1400" b="0" i="1" smtClean="0">
                                  <a:solidFill>
                                    <a:schemeClr val="tx1"/>
                                  </a:solidFill>
                                  <a:latin typeface="Cambria Math" panose="02040503050406030204" pitchFamily="18" charset="0"/>
                                </a:rPr>
                              </m:ctrlPr>
                            </m:mPr>
                            <m:mr>
                              <m:e>
                                <m:r>
                                  <m:rPr>
                                    <m:brk m:alnAt="7"/>
                                  </m:rPr>
                                  <a:rPr lang="pt-BR" sz="1400" b="0" i="1" smtClean="0">
                                    <a:solidFill>
                                      <a:schemeClr val="tx1"/>
                                    </a:solidFill>
                                    <a:latin typeface="Cambria Math" panose="02040503050406030204" pitchFamily="18" charset="0"/>
                                  </a:rPr>
                                  <m:t>−</m:t>
                                </m:r>
                                <m:r>
                                  <a:rPr lang="pt-BR" sz="1400" i="1">
                                    <a:latin typeface="Cambria Math" panose="02040503050406030204" pitchFamily="18" charset="0"/>
                                  </a:rPr>
                                  <m:t>7</m:t>
                                </m:r>
                                <m:r>
                                  <a:rPr lang="pt-BR" sz="1400" b="0" i="1" smtClean="0">
                                    <a:latin typeface="Cambria Math" panose="02040503050406030204" pitchFamily="18" charset="0"/>
                                  </a:rPr>
                                  <m:t>.</m:t>
                                </m:r>
                                <m:r>
                                  <a:rPr lang="pt-BR" sz="1400" i="1">
                                    <a:latin typeface="Cambria Math" panose="02040503050406030204" pitchFamily="18" charset="0"/>
                                  </a:rPr>
                                  <m:t>9577</m:t>
                                </m:r>
                                <m:r>
                                  <a:rPr lang="pt-BR" sz="1400" b="0" i="1" smtClean="0">
                                    <a:latin typeface="Cambria Math" panose="02040503050406030204" pitchFamily="18" charset="0"/>
                                  </a:rPr>
                                  <m:t>×</m:t>
                                </m:r>
                                <m:sSup>
                                  <m:sSupPr>
                                    <m:ctrlPr>
                                      <a:rPr lang="pt-BR" sz="1400" b="0" i="1" smtClean="0">
                                        <a:latin typeface="Cambria Math" panose="02040503050406030204" pitchFamily="18" charset="0"/>
                                      </a:rPr>
                                    </m:ctrlPr>
                                  </m:sSupPr>
                                  <m:e>
                                    <m:r>
                                      <m:rPr>
                                        <m:brk m:alnAt="7"/>
                                      </m:rPr>
                                      <a:rPr lang="pt-BR" sz="1400" b="0" i="1" smtClean="0">
                                        <a:latin typeface="Cambria Math" panose="02040503050406030204" pitchFamily="18" charset="0"/>
                                      </a:rPr>
                                      <m:t>1</m:t>
                                    </m:r>
                                    <m:r>
                                      <a:rPr lang="pt-BR" sz="1400" b="0" i="1" smtClean="0">
                                        <a:latin typeface="Cambria Math" panose="02040503050406030204" pitchFamily="18" charset="0"/>
                                      </a:rPr>
                                      <m:t>0</m:t>
                                    </m:r>
                                  </m:e>
                                  <m:sup>
                                    <m:r>
                                      <m:rPr>
                                        <m:brk m:alnAt="7"/>
                                      </m:rPr>
                                      <a:rPr lang="pt-BR" sz="1400" b="0" i="1" smtClean="0">
                                        <a:latin typeface="Cambria Math" panose="02040503050406030204" pitchFamily="18" charset="0"/>
                                        <a:ea typeface="Cambria Math" panose="02040503050406030204" pitchFamily="18" charset="0"/>
                                      </a:rPr>
                                      <m:t>−</m:t>
                                    </m:r>
                                    <m:r>
                                      <a:rPr lang="pt-BR" sz="1400" b="0" i="1" smtClean="0">
                                        <a:latin typeface="Cambria Math" panose="02040503050406030204" pitchFamily="18" charset="0"/>
                                      </a:rPr>
                                      <m:t>2</m:t>
                                    </m:r>
                                  </m:sup>
                                </m:sSup>
                              </m:e>
                              <m:e/>
                              <m:e/>
                            </m:mr>
                            <m:mr>
                              <m:e/>
                              <m:e>
                                <m:r>
                                  <a:rPr lang="pt-BR" sz="1400" b="0" i="1" smtClean="0">
                                    <a:solidFill>
                                      <a:schemeClr val="tx1"/>
                                    </a:solidFill>
                                    <a:latin typeface="Cambria Math" panose="02040503050406030204" pitchFamily="18" charset="0"/>
                                  </a:rPr>
                                  <m:t>−</m:t>
                                </m:r>
                                <m:r>
                                  <a:rPr lang="pt-BR" sz="1400" i="1">
                                    <a:latin typeface="Cambria Math" panose="02040503050406030204" pitchFamily="18" charset="0"/>
                                  </a:rPr>
                                  <m:t>7</m:t>
                                </m:r>
                                <m:r>
                                  <a:rPr lang="pt-BR" sz="1400" b="0" i="1" smtClean="0">
                                    <a:latin typeface="Cambria Math" panose="02040503050406030204" pitchFamily="18" charset="0"/>
                                  </a:rPr>
                                  <m:t>.</m:t>
                                </m:r>
                                <m:r>
                                  <a:rPr lang="pt-BR" sz="1400" i="1">
                                    <a:latin typeface="Cambria Math" panose="02040503050406030204" pitchFamily="18" charset="0"/>
                                  </a:rPr>
                                  <m:t>329</m:t>
                                </m:r>
                                <m:r>
                                  <a:rPr lang="pt-BR" sz="1400" b="0" i="1" smtClean="0">
                                    <a:latin typeface="Cambria Math" panose="02040503050406030204" pitchFamily="18" charset="0"/>
                                  </a:rPr>
                                  <m:t>4</m:t>
                                </m:r>
                                <m:r>
                                  <m:rPr>
                                    <m:brk m:alnAt="7"/>
                                  </m:rPr>
                                  <a:rPr lang="pt-BR" sz="1400" i="1">
                                    <a:latin typeface="Cambria Math" panose="02040503050406030204" pitchFamily="18" charset="0"/>
                                  </a:rPr>
                                  <m:t>×</m:t>
                                </m:r>
                                <m:sSup>
                                  <m:sSupPr>
                                    <m:ctrlPr>
                                      <a:rPr lang="pt-BR" sz="1400" i="1">
                                        <a:latin typeface="Cambria Math" panose="02040503050406030204" pitchFamily="18" charset="0"/>
                                      </a:rPr>
                                    </m:ctrlPr>
                                  </m:sSupPr>
                                  <m:e>
                                    <m:r>
                                      <m:rPr>
                                        <m:brk m:alnAt="7"/>
                                      </m:rPr>
                                      <a:rPr lang="pt-BR" sz="1400" i="1">
                                        <a:latin typeface="Cambria Math" panose="02040503050406030204" pitchFamily="18" charset="0"/>
                                      </a:rPr>
                                      <m:t>1</m:t>
                                    </m:r>
                                    <m:r>
                                      <a:rPr lang="pt-BR" sz="1400" i="1">
                                        <a:latin typeface="Cambria Math" panose="02040503050406030204" pitchFamily="18" charset="0"/>
                                      </a:rPr>
                                      <m:t>0</m:t>
                                    </m:r>
                                  </m:e>
                                  <m:sup>
                                    <m:r>
                                      <m:rPr>
                                        <m:brk m:alnAt="7"/>
                                      </m:rPr>
                                      <a:rPr lang="pt-BR" sz="1400" i="1">
                                        <a:latin typeface="Cambria Math" panose="02040503050406030204" pitchFamily="18" charset="0"/>
                                        <a:ea typeface="Cambria Math" panose="02040503050406030204" pitchFamily="18" charset="0"/>
                                      </a:rPr>
                                      <m:t>−</m:t>
                                    </m:r>
                                    <m:r>
                                      <a:rPr lang="pt-BR" sz="1400" b="0" i="1" smtClean="0">
                                        <a:latin typeface="Cambria Math" panose="02040503050406030204" pitchFamily="18" charset="0"/>
                                        <a:ea typeface="Cambria Math" panose="02040503050406030204" pitchFamily="18" charset="0"/>
                                      </a:rPr>
                                      <m:t>1</m:t>
                                    </m:r>
                                  </m:sup>
                                </m:sSup>
                              </m:e>
                              <m:e/>
                            </m:mr>
                            <m:mr>
                              <m:e/>
                              <m:e/>
                              <m:e>
                                <m:r>
                                  <m:rPr>
                                    <m:brk m:alnAt="7"/>
                                  </m:rPr>
                                  <a:rPr lang="pt-BR" sz="1400" i="1">
                                    <a:latin typeface="Cambria Math" panose="02040503050406030204" pitchFamily="18" charset="0"/>
                                  </a:rPr>
                                  <m:t>−</m:t>
                                </m:r>
                                <m:r>
                                  <a:rPr lang="pt-BR" sz="1400" i="1">
                                    <a:latin typeface="Cambria Math" panose="02040503050406030204" pitchFamily="18" charset="0"/>
                                  </a:rPr>
                                  <m:t>7</m:t>
                                </m:r>
                                <m:r>
                                  <a:rPr lang="pt-BR" sz="1400" b="0" i="1" smtClean="0">
                                    <a:latin typeface="Cambria Math" panose="02040503050406030204" pitchFamily="18" charset="0"/>
                                  </a:rPr>
                                  <m:t>.</m:t>
                                </m:r>
                                <m:r>
                                  <a:rPr lang="pt-BR" sz="1400" i="1">
                                    <a:latin typeface="Cambria Math" panose="02040503050406030204" pitchFamily="18" charset="0"/>
                                  </a:rPr>
                                  <m:t>9577</m:t>
                                </m:r>
                                <m:r>
                                  <m:rPr>
                                    <m:brk m:alnAt="7"/>
                                  </m:rPr>
                                  <a:rPr lang="pt-BR" sz="1400" i="1">
                                    <a:latin typeface="Cambria Math" panose="02040503050406030204" pitchFamily="18" charset="0"/>
                                  </a:rPr>
                                  <m:t>×</m:t>
                                </m:r>
                                <m:sSup>
                                  <m:sSupPr>
                                    <m:ctrlPr>
                                      <a:rPr lang="pt-BR" sz="1400" i="1">
                                        <a:latin typeface="Cambria Math" panose="02040503050406030204" pitchFamily="18" charset="0"/>
                                      </a:rPr>
                                    </m:ctrlPr>
                                  </m:sSupPr>
                                  <m:e>
                                    <m:r>
                                      <m:rPr>
                                        <m:brk m:alnAt="7"/>
                                      </m:rPr>
                                      <a:rPr lang="pt-BR" sz="1400" i="1">
                                        <a:latin typeface="Cambria Math" panose="02040503050406030204" pitchFamily="18" charset="0"/>
                                      </a:rPr>
                                      <m:t>1</m:t>
                                    </m:r>
                                    <m:r>
                                      <a:rPr lang="pt-BR" sz="1400" i="1">
                                        <a:latin typeface="Cambria Math" panose="02040503050406030204" pitchFamily="18" charset="0"/>
                                      </a:rPr>
                                      <m:t>0</m:t>
                                    </m:r>
                                  </m:e>
                                  <m:sup>
                                    <m:r>
                                      <m:rPr>
                                        <m:brk m:alnAt="7"/>
                                      </m:rPr>
                                      <a:rPr lang="pt-BR" sz="1400" i="1">
                                        <a:latin typeface="Cambria Math" panose="02040503050406030204" pitchFamily="18" charset="0"/>
                                        <a:ea typeface="Cambria Math" panose="02040503050406030204" pitchFamily="18" charset="0"/>
                                      </a:rPr>
                                      <m:t>−</m:t>
                                    </m:r>
                                    <m:r>
                                      <a:rPr lang="pt-BR" sz="1400" i="1">
                                        <a:latin typeface="Cambria Math" panose="02040503050406030204" pitchFamily="18" charset="0"/>
                                      </a:rPr>
                                      <m:t>2</m:t>
                                    </m:r>
                                  </m:sup>
                                </m:sSup>
                              </m:e>
                            </m:mr>
                          </m:m>
                        </m:e>
                      </m:d>
                    </m:oMath>
                  </m:oMathPara>
                </a14:m>
                <a:endParaRPr lang="en-US" sz="1400">
                  <a:solidFill>
                    <a:srgbClr val="FF0000"/>
                  </a:solidFill>
                </a:endParaRPr>
              </a:p>
            </p:txBody>
          </p:sp>
        </mc:Choice>
        <mc:Fallback xmlns="">
          <p:sp>
            <p:nvSpPr>
              <p:cNvPr id="102" name="CaixaDeTexto 101">
                <a:extLst>
                  <a:ext uri="{FF2B5EF4-FFF2-40B4-BE49-F238E27FC236}">
                    <a16:creationId xmlns:a16="http://schemas.microsoft.com/office/drawing/2014/main" id="{E24F1599-B1FA-0352-1073-7CB719D562DD}"/>
                  </a:ext>
                </a:extLst>
              </p:cNvPr>
              <p:cNvSpPr txBox="1">
                <a:spLocks noRot="1" noChangeAspect="1" noMove="1" noResize="1" noEditPoints="1" noAdjustHandles="1" noChangeArrowheads="1" noChangeShapeType="1" noTextEdit="1"/>
              </p:cNvSpPr>
              <p:nvPr/>
            </p:nvSpPr>
            <p:spPr>
              <a:xfrm>
                <a:off x="310891" y="4280467"/>
                <a:ext cx="5130584" cy="1324850"/>
              </a:xfrm>
              <a:prstGeom prst="rect">
                <a:avLst/>
              </a:prstGeom>
              <a:blipFill>
                <a:blip r:embed="rId13"/>
                <a:stretch>
                  <a:fillRect/>
                </a:stretch>
              </a:blipFill>
            </p:spPr>
            <p:txBody>
              <a:bodyPr/>
              <a:lstStyle/>
              <a:p>
                <a:r>
                  <a:rPr lang="pt-BR">
                    <a:noFill/>
                  </a:rPr>
                  <a:t> </a:t>
                </a:r>
              </a:p>
            </p:txBody>
          </p:sp>
        </mc:Fallback>
      </mc:AlternateContent>
      <p:grpSp>
        <p:nvGrpSpPr>
          <p:cNvPr id="110" name="Agrupar 109">
            <a:extLst>
              <a:ext uri="{FF2B5EF4-FFF2-40B4-BE49-F238E27FC236}">
                <a16:creationId xmlns:a16="http://schemas.microsoft.com/office/drawing/2014/main" id="{614ED148-2141-7A10-87C1-7AE69DC9420E}"/>
              </a:ext>
            </a:extLst>
          </p:cNvPr>
          <p:cNvGrpSpPr/>
          <p:nvPr/>
        </p:nvGrpSpPr>
        <p:grpSpPr>
          <a:xfrm>
            <a:off x="6096000" y="1628800"/>
            <a:ext cx="5544616" cy="3976517"/>
            <a:chOff x="6096000" y="1628800"/>
            <a:chExt cx="5544616" cy="3976517"/>
          </a:xfrm>
        </p:grpSpPr>
        <p:sp>
          <p:nvSpPr>
            <p:cNvPr id="106" name="CaixaDeTexto 105">
              <a:extLst>
                <a:ext uri="{FF2B5EF4-FFF2-40B4-BE49-F238E27FC236}">
                  <a16:creationId xmlns:a16="http://schemas.microsoft.com/office/drawing/2014/main" id="{32139591-C5B7-286E-26B8-56163249E7AE}"/>
                </a:ext>
              </a:extLst>
            </p:cNvPr>
            <p:cNvSpPr txBox="1"/>
            <p:nvPr/>
          </p:nvSpPr>
          <p:spPr>
            <a:xfrm>
              <a:off x="6105364" y="1628800"/>
              <a:ext cx="5098795" cy="338554"/>
            </a:xfrm>
            <a:prstGeom prst="rect">
              <a:avLst/>
            </a:prstGeom>
            <a:noFill/>
          </p:spPr>
          <p:txBody>
            <a:bodyPr wrap="square">
              <a:spAutoFit/>
            </a:bodyPr>
            <a:lstStyle>
              <a:defPPr>
                <a:defRPr lang="pt-BR"/>
              </a:defPPr>
              <a:lvl1pPr>
                <a:defRPr sz="1600"/>
              </a:lvl1pPr>
            </a:lstStyle>
            <a:p>
              <a:r>
                <a:rPr lang="en-US"/>
                <a:t>4.2 Mutual-conductors</a:t>
              </a:r>
              <a:r>
                <a:rPr lang="en-US" sz="1600"/>
                <a:t>: </a:t>
              </a:r>
              <a:endParaRPr lang="pt-BR"/>
            </a:p>
          </p:txBody>
        </p:sp>
        <mc:AlternateContent xmlns:mc="http://schemas.openxmlformats.org/markup-compatibility/2006" xmlns:a14="http://schemas.microsoft.com/office/drawing/2010/main">
          <mc:Choice Requires="a14">
            <p:sp>
              <p:nvSpPr>
                <p:cNvPr id="107" name="CaixaDeTexto 106">
                  <a:extLst>
                    <a:ext uri="{FF2B5EF4-FFF2-40B4-BE49-F238E27FC236}">
                      <a16:creationId xmlns:a16="http://schemas.microsoft.com/office/drawing/2014/main" id="{4DC08C29-5E11-E0CD-0436-89E52B866D67}"/>
                    </a:ext>
                  </a:extLst>
                </p:cNvPr>
                <p:cNvSpPr txBox="1"/>
                <p:nvPr/>
              </p:nvSpPr>
              <p:spPr>
                <a:xfrm>
                  <a:off x="6098495" y="2612598"/>
                  <a:ext cx="4822041" cy="1284454"/>
                </a:xfrm>
                <a:prstGeom prst="rect">
                  <a:avLst/>
                </a:prstGeom>
                <a:noFill/>
              </p:spPr>
              <p:txBody>
                <a:bodyPr wrap="square">
                  <a:spAutoFit/>
                </a:bodyPr>
                <a:lstStyle>
                  <a:defPPr>
                    <a:defRPr lang="pt-BR"/>
                  </a:defPPr>
                  <a:lvl1pPr>
                    <a:defRPr sz="1600"/>
                  </a:lvl1pPr>
                </a:lstStyle>
                <a:p>
                  <a14:m>
                    <m:oMath xmlns:m="http://schemas.openxmlformats.org/officeDocument/2006/math">
                      <m:sSubSup>
                        <m:sSubSupPr>
                          <m:ctrlPr>
                            <a:rPr lang="pt-BR" sz="1400" i="1" smtClean="0">
                              <a:latin typeface="Cambria Math" panose="02040503050406030204" pitchFamily="18" charset="0"/>
                            </a:rPr>
                          </m:ctrlPr>
                        </m:sSubSupPr>
                        <m:e>
                          <m:r>
                            <a:rPr lang="pt-BR" sz="1400" b="0" i="1">
                              <a:latin typeface="Cambria Math" panose="02040503050406030204" pitchFamily="18" charset="0"/>
                            </a:rPr>
                            <m:t>𝐺</m:t>
                          </m:r>
                        </m:e>
                        <m:sub>
                          <m:sSup>
                            <m:sSupPr>
                              <m:ctrlPr>
                                <a:rPr lang="pt-BR" sz="1400" b="0" i="1" smtClean="0">
                                  <a:latin typeface="Cambria Math" panose="02040503050406030204" pitchFamily="18" charset="0"/>
                                </a:rPr>
                              </m:ctrlPr>
                            </m:sSupPr>
                            <m:e>
                              <m:r>
                                <a:rPr lang="pt-BR" sz="1400" b="0" i="1" smtClean="0">
                                  <a:latin typeface="Cambria Math" panose="02040503050406030204" pitchFamily="18" charset="0"/>
                                </a:rPr>
                                <m:t>𝑛</m:t>
                              </m:r>
                            </m:e>
                            <m:sup>
                              <m:r>
                                <a:rPr lang="pt-BR" sz="1400" b="0" i="1" smtClean="0">
                                  <a:latin typeface="Cambria Math" panose="02040503050406030204" pitchFamily="18" charset="0"/>
                                </a:rPr>
                                <m:t>′</m:t>
                              </m:r>
                            </m:sup>
                          </m:sSup>
                          <m:r>
                            <a:rPr lang="pt-BR" sz="1400" b="0" i="1">
                              <a:latin typeface="Cambria Math" panose="02040503050406030204" pitchFamily="18" charset="0"/>
                            </a:rPr>
                            <m:t>, </m:t>
                          </m:r>
                          <m:r>
                            <a:rPr lang="pt-BR" sz="1400" i="1">
                              <a:latin typeface="Cambria Math" panose="02040503050406030204" pitchFamily="18" charset="0"/>
                            </a:rPr>
                            <m:t>  </m:t>
                          </m:r>
                          <m:r>
                            <a:rPr lang="pt-BR" sz="1400" b="0" i="1" smtClean="0">
                              <a:latin typeface="Cambria Math" panose="02040503050406030204" pitchFamily="18" charset="0"/>
                            </a:rPr>
                            <m:t>0</m:t>
                          </m:r>
                        </m:sub>
                        <m:sup>
                          <m:r>
                            <a:rPr lang="pt-BR" sz="1400" i="1">
                              <a:latin typeface="Cambria Math" panose="02040503050406030204" pitchFamily="18" charset="0"/>
                            </a:rPr>
                            <m:t>(</m:t>
                          </m:r>
                          <m:r>
                            <a:rPr lang="pt-BR" sz="1400" b="0" i="1" smtClean="0">
                              <a:latin typeface="Cambria Math" panose="02040503050406030204" pitchFamily="18" charset="0"/>
                            </a:rPr>
                            <m:t>𝑝</m:t>
                          </m:r>
                          <m:r>
                            <a:rPr lang="pt-BR" sz="1400" i="1">
                              <a:latin typeface="Cambria Math" panose="02040503050406030204" pitchFamily="18" charset="0"/>
                            </a:rPr>
                            <m:t>,</m:t>
                          </m:r>
                          <m:r>
                            <a:rPr lang="pt-BR" sz="1400" b="0" i="1" smtClean="0">
                              <a:latin typeface="Cambria Math" panose="02040503050406030204" pitchFamily="18" charset="0"/>
                            </a:rPr>
                            <m:t>   </m:t>
                          </m:r>
                          <m:r>
                            <a:rPr lang="pt-BR" sz="1400" b="0" i="1" smtClean="0">
                              <a:latin typeface="Cambria Math" panose="02040503050406030204" pitchFamily="18" charset="0"/>
                            </a:rPr>
                            <m:t>𝑞</m:t>
                          </m:r>
                          <m:r>
                            <a:rPr lang="pt-BR" sz="1400" i="1">
                              <a:latin typeface="Cambria Math" panose="02040503050406030204" pitchFamily="18" charset="0"/>
                            </a:rPr>
                            <m:t>)</m:t>
                          </m:r>
                        </m:sup>
                      </m:sSubSup>
                      <m:r>
                        <a:rPr lang="pt-BR" sz="1400" i="1" smtClean="0">
                          <a:latin typeface="Cambria Math" panose="02040503050406030204" pitchFamily="18" charset="0"/>
                        </a:rPr>
                        <m:t>=</m:t>
                      </m:r>
                    </m:oMath>
                  </a14:m>
                  <a:r>
                    <a:rPr lang="pt-BR" sz="1400"/>
                    <a:t> </a:t>
                  </a:r>
                  <a14:m>
                    <m:oMath xmlns:m="http://schemas.openxmlformats.org/officeDocument/2006/math">
                      <m:d>
                        <m:dPr>
                          <m:begChr m:val="{"/>
                          <m:endChr m:val=""/>
                          <m:ctrlPr>
                            <a:rPr lang="pt-BR" sz="1400" i="1">
                              <a:latin typeface="Cambria Math" panose="02040503050406030204" pitchFamily="18" charset="0"/>
                            </a:rPr>
                          </m:ctrlPr>
                        </m:dPr>
                        <m:e>
                          <m:eqArr>
                            <m:eqArrPr>
                              <m:ctrlPr>
                                <a:rPr lang="pt-BR" sz="1400" i="1">
                                  <a:latin typeface="Cambria Math" panose="02040503050406030204" pitchFamily="18" charset="0"/>
                                </a:rPr>
                              </m:ctrlPr>
                            </m:eqArrPr>
                            <m:e>
                              <m:f>
                                <m:fPr>
                                  <m:ctrlPr>
                                    <a:rPr lang="pt-BR" sz="1400" i="1">
                                      <a:latin typeface="Cambria Math" panose="02040503050406030204" pitchFamily="18" charset="0"/>
                                    </a:rPr>
                                  </m:ctrlPr>
                                </m:fPr>
                                <m:num>
                                  <m:r>
                                    <a:rPr lang="pt-BR" sz="1400">
                                      <a:latin typeface="Cambria Math" panose="02040503050406030204" pitchFamily="18" charset="0"/>
                                    </a:rPr>
                                    <m:t>1</m:t>
                                  </m:r>
                                </m:num>
                                <m:den>
                                  <m:r>
                                    <a:rPr lang="pt-BR" sz="1400" i="1">
                                      <a:latin typeface="Cambria Math" panose="02040503050406030204" pitchFamily="18" charset="0"/>
                                    </a:rPr>
                                    <m:t>2</m:t>
                                  </m:r>
                                  <m:r>
                                    <a:rPr lang="pt-BR" sz="1400" i="1">
                                      <a:latin typeface="Cambria Math" panose="02040503050406030204" pitchFamily="18" charset="0"/>
                                    </a:rPr>
                                    <m:t>𝜋</m:t>
                                  </m:r>
                                </m:den>
                              </m:f>
                              <m:func>
                                <m:funcPr>
                                  <m:ctrlPr>
                                    <a:rPr lang="pt-BR" sz="1400" i="1">
                                      <a:latin typeface="Cambria Math" panose="02040503050406030204" pitchFamily="18" charset="0"/>
                                    </a:rPr>
                                  </m:ctrlPr>
                                </m:funcPr>
                                <m:fName>
                                  <m:r>
                                    <m:rPr>
                                      <m:sty m:val="p"/>
                                    </m:rPr>
                                    <a:rPr lang="pt-BR" sz="1400">
                                      <a:latin typeface="Cambria Math" panose="02040503050406030204" pitchFamily="18" charset="0"/>
                                    </a:rPr>
                                    <m:t>ln</m:t>
                                  </m:r>
                                </m:fName>
                                <m:e>
                                  <m:d>
                                    <m:dPr>
                                      <m:ctrlPr>
                                        <a:rPr lang="pt-BR" sz="1400" i="1">
                                          <a:latin typeface="Cambria Math" panose="02040503050406030204" pitchFamily="18" charset="0"/>
                                        </a:rPr>
                                      </m:ctrlPr>
                                    </m:dPr>
                                    <m:e>
                                      <m:sSub>
                                        <m:sSubPr>
                                          <m:ctrlPr>
                                            <a:rPr lang="pt-BR" sz="1400" i="1">
                                              <a:latin typeface="Cambria Math" panose="02040503050406030204" pitchFamily="18" charset="0"/>
                                            </a:rPr>
                                          </m:ctrlPr>
                                        </m:sSubPr>
                                        <m:e>
                                          <m:r>
                                            <a:rPr lang="pt-BR" sz="1400" b="0" i="1" smtClean="0">
                                              <a:latin typeface="Cambria Math" panose="02040503050406030204" pitchFamily="18" charset="0"/>
                                            </a:rPr>
                                            <m:t>𝑑</m:t>
                                          </m:r>
                                        </m:e>
                                        <m:sub>
                                          <m:r>
                                            <a:rPr lang="pt-BR" sz="1400" i="1">
                                              <a:latin typeface="Cambria Math" panose="02040503050406030204" pitchFamily="18" charset="0"/>
                                            </a:rPr>
                                            <m:t>𝑝</m:t>
                                          </m:r>
                                          <m:r>
                                            <a:rPr lang="pt-BR" sz="1400" b="0" i="1" smtClean="0">
                                              <a:latin typeface="Cambria Math" panose="02040503050406030204" pitchFamily="18" charset="0"/>
                                            </a:rPr>
                                            <m:t>,</m:t>
                                          </m:r>
                                          <m:r>
                                            <a:rPr lang="pt-BR" sz="1400" b="0" i="1" smtClean="0">
                                              <a:latin typeface="Cambria Math" panose="02040503050406030204" pitchFamily="18" charset="0"/>
                                            </a:rPr>
                                            <m:t>𝑞</m:t>
                                          </m:r>
                                        </m:sub>
                                      </m:sSub>
                                    </m:e>
                                  </m:d>
                                </m:e>
                              </m:func>
                              <m:r>
                                <a:rPr lang="pt-BR" sz="1400" i="1">
                                  <a:latin typeface="Cambria Math" panose="02040503050406030204" pitchFamily="18" charset="0"/>
                                </a:rPr>
                                <m:t>   </m:t>
                              </m:r>
                              <m:r>
                                <a:rPr lang="pt-BR" sz="1400" b="0" i="1" smtClean="0">
                                  <a:latin typeface="Cambria Math" panose="02040503050406030204" pitchFamily="18" charset="0"/>
                                </a:rPr>
                                <m:t>                                          (</m:t>
                              </m:r>
                              <m:sSup>
                                <m:sSupPr>
                                  <m:ctrlPr>
                                    <a:rPr lang="pt-BR" sz="1400" b="0" i="1" smtClean="0">
                                      <a:latin typeface="Cambria Math" panose="02040503050406030204" pitchFamily="18" charset="0"/>
                                    </a:rPr>
                                  </m:ctrlPr>
                                </m:sSupPr>
                                <m:e>
                                  <m:r>
                                    <a:rPr lang="pt-BR" sz="1400" i="1" smtClean="0">
                                      <a:latin typeface="Cambria Math" panose="02040503050406030204" pitchFamily="18" charset="0"/>
                                    </a:rPr>
                                    <m:t>𝑛</m:t>
                                  </m:r>
                                </m:e>
                                <m:sup>
                                  <m:r>
                                    <a:rPr lang="pt-BR" sz="1400" b="0" i="1" smtClean="0">
                                      <a:latin typeface="Cambria Math" panose="02040503050406030204" pitchFamily="18" charset="0"/>
                                    </a:rPr>
                                    <m:t>′</m:t>
                                  </m:r>
                                </m:sup>
                              </m:sSup>
                              <m:r>
                                <a:rPr lang="pt-BR" sz="1400" b="0" i="1" smtClean="0">
                                  <a:latin typeface="Cambria Math" panose="02040503050406030204" pitchFamily="18" charset="0"/>
                                </a:rPr>
                                <m:t>=</m:t>
                              </m:r>
                              <m:r>
                                <a:rPr lang="pt-BR" sz="1400" i="1" smtClean="0">
                                  <a:latin typeface="Cambria Math" panose="02040503050406030204" pitchFamily="18" charset="0"/>
                                </a:rPr>
                                <m:t>0</m:t>
                              </m:r>
                              <m:r>
                                <a:rPr lang="pt-BR" sz="1400" b="0" i="1" smtClean="0">
                                  <a:latin typeface="Cambria Math" panose="02040503050406030204" pitchFamily="18" charset="0"/>
                                </a:rPr>
                                <m:t>)</m:t>
                              </m:r>
                            </m:e>
                            <m:e>
                              <m:r>
                                <a:rPr lang="pt-BR" sz="1400" b="0" i="1" smtClean="0">
                                  <a:latin typeface="Cambria Math" panose="02040503050406030204" pitchFamily="18" charset="0"/>
                                </a:rPr>
                                <m:t> </m:t>
                              </m:r>
                            </m:e>
                            <m:e>
                              <m:r>
                                <a:rPr lang="pt-BR" sz="1400" b="0" i="1" smtClean="0">
                                  <a:latin typeface="Cambria Math" panose="02040503050406030204" pitchFamily="18" charset="0"/>
                                </a:rPr>
                                <m:t> </m:t>
                              </m:r>
                            </m:e>
                            <m:e>
                              <m:r>
                                <a:rPr lang="pt-BR" sz="1400" b="0" i="1" smtClean="0">
                                  <a:latin typeface="Cambria Math" panose="02040503050406030204" pitchFamily="18" charset="0"/>
                                </a:rPr>
                                <m:t>−</m:t>
                              </m:r>
                              <m:f>
                                <m:fPr>
                                  <m:ctrlPr>
                                    <a:rPr lang="pt-BR" sz="1400" i="1">
                                      <a:latin typeface="Cambria Math" panose="02040503050406030204" pitchFamily="18" charset="0"/>
                                    </a:rPr>
                                  </m:ctrlPr>
                                </m:fPr>
                                <m:num>
                                  <m:r>
                                    <a:rPr lang="pt-BR" sz="1400">
                                      <a:latin typeface="Cambria Math" panose="02040503050406030204" pitchFamily="18" charset="0"/>
                                    </a:rPr>
                                    <m:t>1</m:t>
                                  </m:r>
                                </m:num>
                                <m:den>
                                  <m:r>
                                    <a:rPr lang="pt-BR" sz="1400" i="1">
                                      <a:latin typeface="Cambria Math" panose="02040503050406030204" pitchFamily="18" charset="0"/>
                                    </a:rPr>
                                    <m:t>4</m:t>
                                  </m:r>
                                  <m:r>
                                    <a:rPr lang="pt-BR" sz="1400" i="1">
                                      <a:latin typeface="Cambria Math" panose="02040503050406030204" pitchFamily="18" charset="0"/>
                                    </a:rPr>
                                    <m:t>𝜋</m:t>
                                  </m:r>
                                  <m:d>
                                    <m:dPr>
                                      <m:begChr m:val="|"/>
                                      <m:endChr m:val="|"/>
                                      <m:ctrlPr>
                                        <a:rPr lang="pt-BR" sz="1400" i="1">
                                          <a:latin typeface="Cambria Math" panose="02040503050406030204" pitchFamily="18" charset="0"/>
                                        </a:rPr>
                                      </m:ctrlPr>
                                    </m:dPr>
                                    <m:e>
                                      <m:sSup>
                                        <m:sSupPr>
                                          <m:ctrlPr>
                                            <a:rPr lang="pt-BR" sz="1400" b="0" i="1" smtClean="0">
                                              <a:latin typeface="Cambria Math" panose="02040503050406030204" pitchFamily="18" charset="0"/>
                                            </a:rPr>
                                          </m:ctrlPr>
                                        </m:sSupPr>
                                        <m:e>
                                          <m:r>
                                            <a:rPr lang="pt-BR" sz="1400" i="1">
                                              <a:latin typeface="Cambria Math" panose="02040503050406030204" pitchFamily="18" charset="0"/>
                                            </a:rPr>
                                            <m:t>𝑛</m:t>
                                          </m:r>
                                        </m:e>
                                        <m:sup>
                                          <m:r>
                                            <a:rPr lang="pt-BR" sz="1400" b="0" i="1" smtClean="0">
                                              <a:latin typeface="Cambria Math" panose="02040503050406030204" pitchFamily="18" charset="0"/>
                                            </a:rPr>
                                            <m:t>′</m:t>
                                          </m:r>
                                        </m:sup>
                                      </m:sSup>
                                    </m:e>
                                  </m:d>
                                </m:den>
                              </m:f>
                              <m:sSup>
                                <m:sSupPr>
                                  <m:ctrlPr>
                                    <a:rPr lang="pt-BR" sz="1400" b="0" i="1" smtClean="0">
                                      <a:latin typeface="Cambria Math" panose="02040503050406030204" pitchFamily="18" charset="0"/>
                                    </a:rPr>
                                  </m:ctrlPr>
                                </m:sSupPr>
                                <m:e>
                                  <m:d>
                                    <m:dPr>
                                      <m:ctrlPr>
                                        <a:rPr lang="pt-BR" sz="1400" b="0" i="1" smtClean="0">
                                          <a:latin typeface="Cambria Math" panose="02040503050406030204" pitchFamily="18" charset="0"/>
                                        </a:rPr>
                                      </m:ctrlPr>
                                    </m:dPr>
                                    <m:e>
                                      <m:f>
                                        <m:fPr>
                                          <m:ctrlPr>
                                            <a:rPr lang="pt-BR" sz="1400" b="0" i="1" smtClean="0">
                                              <a:latin typeface="Cambria Math" panose="02040503050406030204" pitchFamily="18" charset="0"/>
                                            </a:rPr>
                                          </m:ctrlPr>
                                        </m:fPr>
                                        <m:num>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𝑝</m:t>
                                              </m:r>
                                            </m:sub>
                                          </m:sSub>
                                        </m:num>
                                        <m:den>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𝑑</m:t>
                                              </m:r>
                                            </m:e>
                                            <m:sub>
                                              <m:r>
                                                <a:rPr lang="pt-BR" sz="1400" b="0" i="1" smtClean="0">
                                                  <a:latin typeface="Cambria Math" panose="02040503050406030204" pitchFamily="18" charset="0"/>
                                                </a:rPr>
                                                <m:t>𝑝</m:t>
                                              </m:r>
                                              <m:r>
                                                <a:rPr lang="pt-BR" sz="1400" b="0" i="1" smtClean="0">
                                                  <a:latin typeface="Cambria Math" panose="02040503050406030204" pitchFamily="18" charset="0"/>
                                                </a:rPr>
                                                <m:t>,</m:t>
                                              </m:r>
                                              <m:r>
                                                <a:rPr lang="pt-BR" sz="1400" b="0" i="1" smtClean="0">
                                                  <a:latin typeface="Cambria Math" panose="02040503050406030204" pitchFamily="18" charset="0"/>
                                                </a:rPr>
                                                <m:t>𝑞</m:t>
                                              </m:r>
                                            </m:sub>
                                          </m:sSub>
                                        </m:den>
                                      </m:f>
                                    </m:e>
                                  </m:d>
                                </m:e>
                                <m:sup>
                                  <m:d>
                                    <m:dPr>
                                      <m:begChr m:val="|"/>
                                      <m:endChr m:val="|"/>
                                      <m:ctrlPr>
                                        <a:rPr lang="pt-BR" sz="1400" b="0" i="1" smtClean="0">
                                          <a:latin typeface="Cambria Math" panose="02040503050406030204" pitchFamily="18" charset="0"/>
                                        </a:rPr>
                                      </m:ctrlPr>
                                    </m:dPr>
                                    <m:e>
                                      <m:sSup>
                                        <m:sSupPr>
                                          <m:ctrlPr>
                                            <a:rPr lang="pt-BR" sz="1400" b="0" i="1" smtClean="0">
                                              <a:latin typeface="Cambria Math" panose="02040503050406030204" pitchFamily="18" charset="0"/>
                                            </a:rPr>
                                          </m:ctrlPr>
                                        </m:sSupPr>
                                        <m:e>
                                          <m:r>
                                            <a:rPr lang="pt-BR" sz="1400" b="0" i="1" smtClean="0">
                                              <a:latin typeface="Cambria Math" panose="02040503050406030204" pitchFamily="18" charset="0"/>
                                            </a:rPr>
                                            <m:t>𝑛</m:t>
                                          </m:r>
                                        </m:e>
                                        <m:sup>
                                          <m:r>
                                            <a:rPr lang="pt-BR" sz="1400" b="0" i="1" smtClean="0">
                                              <a:latin typeface="Cambria Math" panose="02040503050406030204" pitchFamily="18" charset="0"/>
                                            </a:rPr>
                                            <m:t>′</m:t>
                                          </m:r>
                                        </m:sup>
                                      </m:sSup>
                                    </m:e>
                                  </m:d>
                                </m:sup>
                              </m:sSup>
                              <m:sSup>
                                <m:sSupPr>
                                  <m:ctrlPr>
                                    <a:rPr lang="pt-BR" sz="1400" b="0" i="1" smtClean="0">
                                      <a:latin typeface="Cambria Math" panose="02040503050406030204" pitchFamily="18" charset="0"/>
                                    </a:rPr>
                                  </m:ctrlPr>
                                </m:sSupPr>
                                <m:e>
                                  <m:d>
                                    <m:dPr>
                                      <m:ctrlPr>
                                        <a:rPr lang="pt-BR" sz="1400" b="0" i="1" smtClean="0">
                                          <a:latin typeface="Cambria Math" panose="02040503050406030204" pitchFamily="18" charset="0"/>
                                        </a:rPr>
                                      </m:ctrlPr>
                                    </m:dPr>
                                    <m:e>
                                      <m:r>
                                        <a:rPr lang="pt-BR" sz="1400" b="0" i="1" smtClean="0">
                                          <a:latin typeface="Cambria Math" panose="02040503050406030204" pitchFamily="18" charset="0"/>
                                        </a:rPr>
                                        <m:t>−</m:t>
                                      </m:r>
                                      <m:f>
                                        <m:fPr>
                                          <m:ctrlPr>
                                            <a:rPr lang="pt-BR" sz="1400" b="0" i="1" smtClean="0">
                                              <a:latin typeface="Cambria Math" panose="02040503050406030204" pitchFamily="18" charset="0"/>
                                            </a:rPr>
                                          </m:ctrlPr>
                                        </m:fPr>
                                        <m:num>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𝑥</m:t>
                                              </m:r>
                                            </m:e>
                                            <m:sub>
                                              <m:r>
                                                <a:rPr lang="pt-BR" sz="1400" b="0" i="1" smtClean="0">
                                                  <a:latin typeface="Cambria Math" panose="02040503050406030204" pitchFamily="18" charset="0"/>
                                                </a:rPr>
                                                <m:t>𝑝</m:t>
                                              </m:r>
                                              <m:r>
                                                <a:rPr lang="pt-BR" sz="1400" b="0" i="1" smtClean="0">
                                                  <a:latin typeface="Cambria Math" panose="02040503050406030204" pitchFamily="18" charset="0"/>
                                                </a:rPr>
                                                <m:t>,</m:t>
                                              </m:r>
                                              <m:r>
                                                <a:rPr lang="pt-BR" sz="1400" b="0" i="1" smtClean="0">
                                                  <a:latin typeface="Cambria Math" panose="02040503050406030204" pitchFamily="18" charset="0"/>
                                                </a:rPr>
                                                <m:t>𝑞</m:t>
                                              </m:r>
                                            </m:sub>
                                          </m:sSub>
                                          <m:r>
                                            <a:rPr lang="pt-BR" sz="1400" b="0" i="1" smtClean="0">
                                              <a:latin typeface="Cambria Math" panose="02040503050406030204" pitchFamily="18" charset="0"/>
                                            </a:rPr>
                                            <m:t>−</m:t>
                                          </m:r>
                                          <m:r>
                                            <a:rPr lang="pt-BR" sz="1400" b="0" i="1" smtClean="0">
                                              <a:latin typeface="Cambria Math" panose="02040503050406030204" pitchFamily="18" charset="0"/>
                                            </a:rPr>
                                            <m:t>𝑗</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𝑦</m:t>
                                              </m:r>
                                            </m:e>
                                            <m:sub>
                                              <m:r>
                                                <a:rPr lang="pt-BR" sz="1400" b="0" i="1" smtClean="0">
                                                  <a:latin typeface="Cambria Math" panose="02040503050406030204" pitchFamily="18" charset="0"/>
                                                </a:rPr>
                                                <m:t>𝑝</m:t>
                                              </m:r>
                                              <m:r>
                                                <a:rPr lang="pt-BR" sz="1400" b="0" i="1" smtClean="0">
                                                  <a:latin typeface="Cambria Math" panose="02040503050406030204" pitchFamily="18" charset="0"/>
                                                </a:rPr>
                                                <m:t>,</m:t>
                                              </m:r>
                                              <m:r>
                                                <a:rPr lang="pt-BR" sz="1400" b="0" i="1" smtClean="0">
                                                  <a:latin typeface="Cambria Math" panose="02040503050406030204" pitchFamily="18" charset="0"/>
                                                </a:rPr>
                                                <m:t>𝑞</m:t>
                                              </m:r>
                                            </m:sub>
                                          </m:sSub>
                                          <m:r>
                                            <a:rPr lang="pt-BR" sz="1400" b="0" i="1" smtClean="0">
                                              <a:latin typeface="Cambria Math" panose="02040503050406030204" pitchFamily="18" charset="0"/>
                                            </a:rPr>
                                            <m:t> </m:t>
                                          </m:r>
                                        </m:num>
                                        <m:den>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𝑑</m:t>
                                              </m:r>
                                            </m:e>
                                            <m:sub>
                                              <m:r>
                                                <a:rPr lang="pt-BR" sz="1400" b="0" i="1" smtClean="0">
                                                  <a:latin typeface="Cambria Math" panose="02040503050406030204" pitchFamily="18" charset="0"/>
                                                </a:rPr>
                                                <m:t>𝑝</m:t>
                                              </m:r>
                                              <m:r>
                                                <a:rPr lang="pt-BR" sz="1400" b="0" i="1" smtClean="0">
                                                  <a:latin typeface="Cambria Math" panose="02040503050406030204" pitchFamily="18" charset="0"/>
                                                </a:rPr>
                                                <m:t>,</m:t>
                                              </m:r>
                                              <m:r>
                                                <a:rPr lang="pt-BR" sz="1400" b="0" i="1" smtClean="0">
                                                  <a:latin typeface="Cambria Math" panose="02040503050406030204" pitchFamily="18" charset="0"/>
                                                </a:rPr>
                                                <m:t>𝑞</m:t>
                                              </m:r>
                                            </m:sub>
                                          </m:sSub>
                                        </m:den>
                                      </m:f>
                                    </m:e>
                                  </m:d>
                                </m:e>
                                <m:sup>
                                  <m:sSup>
                                    <m:sSupPr>
                                      <m:ctrlPr>
                                        <a:rPr lang="pt-BR" sz="1400" b="0" i="1" smtClean="0">
                                          <a:latin typeface="Cambria Math" panose="02040503050406030204" pitchFamily="18" charset="0"/>
                                        </a:rPr>
                                      </m:ctrlPr>
                                    </m:sSupPr>
                                    <m:e>
                                      <m:r>
                                        <a:rPr lang="pt-BR" sz="1400" b="0" i="1" smtClean="0">
                                          <a:latin typeface="Cambria Math" panose="02040503050406030204" pitchFamily="18" charset="0"/>
                                        </a:rPr>
                                        <m:t>𝑛</m:t>
                                      </m:r>
                                    </m:e>
                                    <m:sup>
                                      <m:r>
                                        <a:rPr lang="pt-BR" sz="1400" b="0" i="1" smtClean="0">
                                          <a:latin typeface="Cambria Math" panose="02040503050406030204" pitchFamily="18" charset="0"/>
                                        </a:rPr>
                                        <m:t>′</m:t>
                                      </m:r>
                                    </m:sup>
                                  </m:sSup>
                                </m:sup>
                              </m:sSup>
                              <m:r>
                                <a:rPr lang="pt-BR" sz="1400" b="0" i="1" smtClean="0">
                                  <a:latin typeface="Cambria Math" panose="02040503050406030204" pitchFamily="18" charset="0"/>
                                </a:rPr>
                                <m:t>     (</m:t>
                              </m:r>
                              <m:sSup>
                                <m:sSupPr>
                                  <m:ctrlPr>
                                    <a:rPr lang="pt-BR" sz="1400" b="0" i="1" smtClean="0">
                                      <a:latin typeface="Cambria Math" panose="02040503050406030204" pitchFamily="18" charset="0"/>
                                    </a:rPr>
                                  </m:ctrlPr>
                                </m:sSupPr>
                                <m:e>
                                  <m:r>
                                    <a:rPr lang="pt-BR" sz="1400" i="1" smtClean="0">
                                      <a:latin typeface="Cambria Math" panose="02040503050406030204" pitchFamily="18" charset="0"/>
                                    </a:rPr>
                                    <m:t>𝑛</m:t>
                                  </m:r>
                                </m:e>
                                <m:sup>
                                  <m:r>
                                    <a:rPr lang="pt-BR" sz="1400" b="0" i="1" smtClean="0">
                                      <a:latin typeface="Cambria Math" panose="02040503050406030204" pitchFamily="18" charset="0"/>
                                    </a:rPr>
                                    <m:t>′</m:t>
                                  </m:r>
                                </m:sup>
                              </m:sSup>
                              <m:r>
                                <a:rPr lang="pt-BR" sz="1400" b="0" i="1" smtClean="0">
                                  <a:latin typeface="Cambria Math" panose="02040503050406030204" pitchFamily="18" charset="0"/>
                                </a:rPr>
                                <m:t>≠0)</m:t>
                              </m:r>
                            </m:e>
                          </m:eqArr>
                        </m:e>
                      </m:d>
                    </m:oMath>
                  </a14:m>
                  <a:endParaRPr lang="en-US" sz="1400"/>
                </a:p>
              </p:txBody>
            </p:sp>
          </mc:Choice>
          <mc:Fallback xmlns="">
            <p:sp>
              <p:nvSpPr>
                <p:cNvPr id="107" name="CaixaDeTexto 106">
                  <a:extLst>
                    <a:ext uri="{FF2B5EF4-FFF2-40B4-BE49-F238E27FC236}">
                      <a16:creationId xmlns:a16="http://schemas.microsoft.com/office/drawing/2014/main" id="{4DC08C29-5E11-E0CD-0436-89E52B866D67}"/>
                    </a:ext>
                  </a:extLst>
                </p:cNvPr>
                <p:cNvSpPr txBox="1">
                  <a:spLocks noRot="1" noChangeAspect="1" noMove="1" noResize="1" noEditPoints="1" noAdjustHandles="1" noChangeArrowheads="1" noChangeShapeType="1" noTextEdit="1"/>
                </p:cNvSpPr>
                <p:nvPr/>
              </p:nvSpPr>
              <p:spPr>
                <a:xfrm>
                  <a:off x="6098495" y="2612598"/>
                  <a:ext cx="4822041" cy="1284454"/>
                </a:xfrm>
                <a:prstGeom prst="rect">
                  <a:avLst/>
                </a:prstGeom>
                <a:blipFill>
                  <a:blip r:embed="rId1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8" name="CaixaDeTexto 107">
                  <a:extLst>
                    <a:ext uri="{FF2B5EF4-FFF2-40B4-BE49-F238E27FC236}">
                      <a16:creationId xmlns:a16="http://schemas.microsoft.com/office/drawing/2014/main" id="{14969170-3F0E-E897-1041-C0026976859F}"/>
                    </a:ext>
                  </a:extLst>
                </p:cNvPr>
                <p:cNvSpPr txBox="1"/>
                <p:nvPr/>
              </p:nvSpPr>
              <p:spPr>
                <a:xfrm>
                  <a:off x="6096000" y="2043765"/>
                  <a:ext cx="5544616" cy="338554"/>
                </a:xfrm>
                <a:prstGeom prst="rect">
                  <a:avLst/>
                </a:prstGeom>
                <a:noFill/>
              </p:spPr>
              <p:txBody>
                <a:bodyPr wrap="square">
                  <a:spAutoFit/>
                </a:bodyPr>
                <a:lstStyle>
                  <a:defPPr>
                    <a:defRPr lang="pt-BR"/>
                  </a:defPPr>
                  <a:lvl1pPr>
                    <a:defRPr sz="1600"/>
                  </a:lvl1pPr>
                </a:lstStyle>
                <a:p>
                  <a:r>
                    <a:rPr lang="en-US" sz="1600"/>
                    <a:t>4.2.1 Central Column (</a:t>
                  </a:r>
                  <a14:m>
                    <m:oMath xmlns:m="http://schemas.openxmlformats.org/officeDocument/2006/math">
                      <m:r>
                        <a:rPr lang="en-US" sz="1600" i="1" smtClean="0">
                          <a:latin typeface="Cambria Math" panose="02040503050406030204" pitchFamily="18" charset="0"/>
                        </a:rPr>
                        <m:t>𝑛</m:t>
                      </m:r>
                      <m:r>
                        <a:rPr lang="pt-BR" sz="1600" b="0" i="1" smtClean="0">
                          <a:latin typeface="Cambria Math" panose="02040503050406030204" pitchFamily="18" charset="0"/>
                        </a:rPr>
                        <m:t>=</m:t>
                      </m:r>
                      <m:r>
                        <a:rPr lang="en-US" sz="1600" i="1" smtClean="0">
                          <a:latin typeface="Cambria Math" panose="02040503050406030204" pitchFamily="18" charset="0"/>
                        </a:rPr>
                        <m:t>0</m:t>
                      </m:r>
                    </m:oMath>
                  </a14:m>
                  <a:r>
                    <a:rPr lang="en-US" sz="1600"/>
                    <a:t>): Equations (45), (46) [1]: </a:t>
                  </a:r>
                  <a:endParaRPr lang="pt-BR"/>
                </a:p>
              </p:txBody>
            </p:sp>
          </mc:Choice>
          <mc:Fallback xmlns="">
            <p:sp>
              <p:nvSpPr>
                <p:cNvPr id="108" name="CaixaDeTexto 107">
                  <a:extLst>
                    <a:ext uri="{FF2B5EF4-FFF2-40B4-BE49-F238E27FC236}">
                      <a16:creationId xmlns:a16="http://schemas.microsoft.com/office/drawing/2014/main" id="{14969170-3F0E-E897-1041-C0026976859F}"/>
                    </a:ext>
                  </a:extLst>
                </p:cNvPr>
                <p:cNvSpPr txBox="1">
                  <a:spLocks noRot="1" noChangeAspect="1" noMove="1" noResize="1" noEditPoints="1" noAdjustHandles="1" noChangeArrowheads="1" noChangeShapeType="1" noTextEdit="1"/>
                </p:cNvSpPr>
                <p:nvPr/>
              </p:nvSpPr>
              <p:spPr>
                <a:xfrm>
                  <a:off x="6096000" y="2043765"/>
                  <a:ext cx="5544616" cy="338554"/>
                </a:xfrm>
                <a:prstGeom prst="rect">
                  <a:avLst/>
                </a:prstGeom>
                <a:blipFill>
                  <a:blip r:embed="rId15"/>
                  <a:stretch>
                    <a:fillRect l="-549" t="-5357" b="-2142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9" name="CaixaDeTexto 108">
                  <a:extLst>
                    <a:ext uri="{FF2B5EF4-FFF2-40B4-BE49-F238E27FC236}">
                      <a16:creationId xmlns:a16="http://schemas.microsoft.com/office/drawing/2014/main" id="{2AA358E1-82A2-BDF9-1D2D-6A5B3CC1C4A5}"/>
                    </a:ext>
                  </a:extLst>
                </p:cNvPr>
                <p:cNvSpPr txBox="1"/>
                <p:nvPr/>
              </p:nvSpPr>
              <p:spPr>
                <a:xfrm>
                  <a:off x="6183891" y="4280467"/>
                  <a:ext cx="4941740" cy="1324850"/>
                </a:xfrm>
                <a:prstGeom prst="rect">
                  <a:avLst/>
                </a:prstGeom>
                <a:noFill/>
              </p:spPr>
              <p:txBody>
                <a:bodyPr wrap="square">
                  <a:spAutoFit/>
                </a:bodyPr>
                <a:lstStyle>
                  <a:defPPr>
                    <a:defRPr lang="pt-BR"/>
                  </a:defPPr>
                  <a:lvl1pPr>
                    <a:defRPr sz="1600"/>
                  </a:lvl1pPr>
                </a:lstStyle>
                <a:p>
                  <a:pPr>
                    <a:lnSpc>
                      <a:spcPct val="150000"/>
                    </a:lnSpc>
                  </a:pPr>
                  <a14:m>
                    <m:oMathPara xmlns:m="http://schemas.openxmlformats.org/officeDocument/2006/math">
                      <m:oMathParaPr>
                        <m:jc m:val="left"/>
                      </m:oMathParaPr>
                      <m:oMath xmlns:m="http://schemas.openxmlformats.org/officeDocument/2006/math">
                        <m:sSubSup>
                          <m:sSubSupPr>
                            <m:ctrlPr>
                              <a:rPr lang="pt-BR" sz="1400" i="1" smtClean="0">
                                <a:solidFill>
                                  <a:schemeClr val="tx1"/>
                                </a:solidFill>
                                <a:latin typeface="Cambria Math" panose="02040503050406030204" pitchFamily="18" charset="0"/>
                              </a:rPr>
                            </m:ctrlPr>
                          </m:sSubSupPr>
                          <m:e>
                            <m:r>
                              <a:rPr lang="pt-BR" sz="1400" b="1" i="1">
                                <a:solidFill>
                                  <a:schemeClr val="tx1"/>
                                </a:solidFill>
                                <a:latin typeface="Cambria Math" panose="02040503050406030204" pitchFamily="18" charset="0"/>
                              </a:rPr>
                              <m:t>𝑮</m:t>
                            </m:r>
                          </m:e>
                          <m:sub>
                            <m:r>
                              <a:rPr lang="pt-BR" sz="1400" b="0" i="1" smtClean="0">
                                <a:solidFill>
                                  <a:schemeClr val="tx1"/>
                                </a:solidFill>
                                <a:latin typeface="Cambria Math" panose="02040503050406030204" pitchFamily="18" charset="0"/>
                              </a:rPr>
                              <m:t> </m:t>
                            </m:r>
                          </m:sub>
                          <m:sup>
                            <m:r>
                              <a:rPr lang="pt-BR" sz="1400" i="1">
                                <a:solidFill>
                                  <a:schemeClr val="tx1"/>
                                </a:solidFill>
                                <a:latin typeface="Cambria Math" panose="02040503050406030204" pitchFamily="18" charset="0"/>
                              </a:rPr>
                              <m:t>(</m:t>
                            </m:r>
                            <m:r>
                              <a:rPr lang="pt-BR" sz="1400" b="0" i="1" smtClean="0">
                                <a:solidFill>
                                  <a:schemeClr val="tx1"/>
                                </a:solidFill>
                                <a:latin typeface="Cambria Math" panose="02040503050406030204" pitchFamily="18" charset="0"/>
                              </a:rPr>
                              <m:t>𝑝</m:t>
                            </m:r>
                            <m:r>
                              <a:rPr lang="pt-BR" sz="1400" b="0" i="1" smtClean="0">
                                <a:solidFill>
                                  <a:schemeClr val="tx1"/>
                                </a:solidFill>
                                <a:latin typeface="Cambria Math" panose="02040503050406030204" pitchFamily="18" charset="0"/>
                              </a:rPr>
                              <m:t>,   </m:t>
                            </m:r>
                            <m:r>
                              <a:rPr lang="pt-BR" sz="1400" b="0" i="1" smtClean="0">
                                <a:solidFill>
                                  <a:schemeClr val="tx1"/>
                                </a:solidFill>
                                <a:latin typeface="Cambria Math" panose="02040503050406030204" pitchFamily="18" charset="0"/>
                              </a:rPr>
                              <m:t>𝑞</m:t>
                            </m:r>
                            <m:r>
                              <a:rPr lang="pt-BR" sz="1400" i="1">
                                <a:solidFill>
                                  <a:schemeClr val="tx1"/>
                                </a:solidFill>
                                <a:latin typeface="Cambria Math" panose="02040503050406030204" pitchFamily="18" charset="0"/>
                              </a:rPr>
                              <m:t>)</m:t>
                            </m:r>
                          </m:sup>
                        </m:sSubSup>
                        <m:r>
                          <a:rPr lang="pt-BR" sz="1400" b="0" i="1" smtClean="0">
                            <a:solidFill>
                              <a:schemeClr val="tx1"/>
                            </a:solidFill>
                            <a:latin typeface="Cambria Math" panose="02040503050406030204" pitchFamily="18" charset="0"/>
                          </a:rPr>
                          <m:t>=</m:t>
                        </m:r>
                        <m:sSubSup>
                          <m:sSubSupPr>
                            <m:ctrlPr>
                              <a:rPr lang="pt-BR" sz="1400" i="1">
                                <a:latin typeface="Cambria Math" panose="02040503050406030204" pitchFamily="18" charset="0"/>
                              </a:rPr>
                            </m:ctrlPr>
                          </m:sSubSupPr>
                          <m:e>
                            <m:r>
                              <a:rPr lang="pt-BR" sz="1400" b="1" i="1">
                                <a:latin typeface="Cambria Math" panose="02040503050406030204" pitchFamily="18" charset="0"/>
                              </a:rPr>
                              <m:t>𝑮</m:t>
                            </m:r>
                          </m:e>
                          <m:sub>
                            <m:r>
                              <a:rPr lang="pt-BR" sz="1400" i="1">
                                <a:latin typeface="Cambria Math" panose="02040503050406030204" pitchFamily="18" charset="0"/>
                              </a:rPr>
                              <m:t> </m:t>
                            </m:r>
                          </m:sub>
                          <m:sup>
                            <m:r>
                              <a:rPr lang="pt-BR" sz="1400" i="1">
                                <a:latin typeface="Cambria Math" panose="02040503050406030204" pitchFamily="18" charset="0"/>
                              </a:rPr>
                              <m:t>(</m:t>
                            </m:r>
                            <m:r>
                              <a:rPr lang="pt-BR" sz="1400" b="0" i="1" smtClean="0">
                                <a:latin typeface="Cambria Math" panose="02040503050406030204" pitchFamily="18" charset="0"/>
                              </a:rPr>
                              <m:t>𝑞</m:t>
                            </m:r>
                            <m:r>
                              <a:rPr lang="pt-BR" sz="1400" b="0" i="1" smtClean="0">
                                <a:latin typeface="Cambria Math" panose="02040503050406030204" pitchFamily="18" charset="0"/>
                              </a:rPr>
                              <m:t>,   </m:t>
                            </m:r>
                            <m:r>
                              <a:rPr lang="pt-BR" sz="1400" i="1">
                                <a:latin typeface="Cambria Math" panose="02040503050406030204" pitchFamily="18" charset="0"/>
                              </a:rPr>
                              <m:t>𝑝</m:t>
                            </m:r>
                            <m:r>
                              <a:rPr lang="pt-BR" sz="1400" i="1">
                                <a:latin typeface="Cambria Math" panose="02040503050406030204" pitchFamily="18" charset="0"/>
                              </a:rPr>
                              <m:t>)</m:t>
                            </m:r>
                          </m:sup>
                        </m:sSubSup>
                        <m:r>
                          <a:rPr lang="pt-BR" sz="1400" i="1">
                            <a:latin typeface="Cambria Math" panose="02040503050406030204" pitchFamily="18" charset="0"/>
                          </a:rPr>
                          <m:t>=</m:t>
                        </m:r>
                        <m:d>
                          <m:dPr>
                            <m:begChr m:val="["/>
                            <m:endChr m:val="]"/>
                            <m:ctrlPr>
                              <a:rPr lang="pt-BR" sz="1400" b="0" i="1" smtClean="0">
                                <a:solidFill>
                                  <a:schemeClr val="tx1"/>
                                </a:solidFill>
                                <a:latin typeface="Cambria Math" panose="02040503050406030204" pitchFamily="18" charset="0"/>
                              </a:rPr>
                            </m:ctrlPr>
                          </m:dPr>
                          <m:e>
                            <m:m>
                              <m:mPr>
                                <m:mcs>
                                  <m:mc>
                                    <m:mcPr>
                                      <m:count m:val="3"/>
                                      <m:mcJc m:val="center"/>
                                    </m:mcPr>
                                  </m:mc>
                                </m:mcs>
                                <m:ctrlPr>
                                  <a:rPr lang="pt-BR" sz="1400" b="0" i="1" smtClean="0">
                                    <a:solidFill>
                                      <a:schemeClr val="tx1"/>
                                    </a:solidFill>
                                    <a:latin typeface="Cambria Math" panose="02040503050406030204" pitchFamily="18" charset="0"/>
                                  </a:rPr>
                                </m:ctrlPr>
                              </m:mPr>
                              <m:mr>
                                <m:e>
                                  <m:r>
                                    <m:rPr>
                                      <m:brk m:alnAt="7"/>
                                    </m:rPr>
                                    <a:rPr lang="pt-BR" sz="1400" b="0" i="1" smtClean="0">
                                      <a:solidFill>
                                        <a:schemeClr val="bg1"/>
                                      </a:solidFill>
                                      <a:latin typeface="Cambria Math" panose="02040503050406030204" pitchFamily="18" charset="0"/>
                                    </a:rPr>
                                    <m:t>0</m:t>
                                  </m:r>
                                </m:e>
                                <m:e>
                                  <m:r>
                                    <m:rPr>
                                      <m:brk m:alnAt="7"/>
                                    </m:rPr>
                                    <a:rPr lang="pt-BR" sz="1400" i="1">
                                      <a:latin typeface="Cambria Math" panose="02040503050406030204" pitchFamily="18" charset="0"/>
                                    </a:rPr>
                                    <m:t>−</m:t>
                                  </m:r>
                                  <m:r>
                                    <a:rPr lang="pt-BR" sz="1400" i="1">
                                      <a:latin typeface="Cambria Math" panose="02040503050406030204" pitchFamily="18" charset="0"/>
                                    </a:rPr>
                                    <m:t>7.9577×</m:t>
                                  </m:r>
                                  <m:sSup>
                                    <m:sSupPr>
                                      <m:ctrlPr>
                                        <a:rPr lang="pt-BR" sz="1400" i="1">
                                          <a:latin typeface="Cambria Math" panose="02040503050406030204" pitchFamily="18" charset="0"/>
                                        </a:rPr>
                                      </m:ctrlPr>
                                    </m:sSupPr>
                                    <m:e>
                                      <m:r>
                                        <m:rPr>
                                          <m:brk m:alnAt="7"/>
                                        </m:rPr>
                                        <a:rPr lang="pt-BR" sz="1400" i="1">
                                          <a:latin typeface="Cambria Math" panose="02040503050406030204" pitchFamily="18" charset="0"/>
                                        </a:rPr>
                                        <m:t>1</m:t>
                                      </m:r>
                                      <m:r>
                                        <a:rPr lang="pt-BR" sz="1400" i="1">
                                          <a:latin typeface="Cambria Math" panose="02040503050406030204" pitchFamily="18" charset="0"/>
                                        </a:rPr>
                                        <m:t>0</m:t>
                                      </m:r>
                                    </m:e>
                                    <m:sup>
                                      <m:r>
                                        <m:rPr>
                                          <m:brk m:alnAt="7"/>
                                        </m:rPr>
                                        <a:rPr lang="pt-BR" sz="1400" i="1">
                                          <a:latin typeface="Cambria Math" panose="02040503050406030204" pitchFamily="18" charset="0"/>
                                          <a:ea typeface="Cambria Math" panose="02040503050406030204" pitchFamily="18" charset="0"/>
                                        </a:rPr>
                                        <m:t>−</m:t>
                                      </m:r>
                                      <m:r>
                                        <a:rPr lang="pt-BR" sz="1400" b="0" i="1" smtClean="0">
                                          <a:latin typeface="Cambria Math" panose="02040503050406030204" pitchFamily="18" charset="0"/>
                                          <a:ea typeface="Cambria Math" panose="02040503050406030204" pitchFamily="18" charset="0"/>
                                        </a:rPr>
                                        <m:t>3</m:t>
                                      </m:r>
                                    </m:sup>
                                  </m:sSup>
                                </m:e>
                                <m:e>
                                  <m:r>
                                    <m:rPr>
                                      <m:brk m:alnAt="7"/>
                                    </m:rPr>
                                    <a:rPr lang="pt-BR" sz="1400" i="1" smtClean="0">
                                      <a:solidFill>
                                        <a:schemeClr val="bg1"/>
                                      </a:solidFill>
                                      <a:latin typeface="Cambria Math" panose="02040503050406030204" pitchFamily="18" charset="0"/>
                                    </a:rPr>
                                    <m:t>−</m:t>
                                  </m:r>
                                  <m:r>
                                    <a:rPr lang="pt-BR" sz="1400" i="1">
                                      <a:solidFill>
                                        <a:schemeClr val="bg1"/>
                                      </a:solidFill>
                                      <a:latin typeface="Cambria Math" panose="02040503050406030204" pitchFamily="18" charset="0"/>
                                    </a:rPr>
                                    <m:t>7.9577×</m:t>
                                  </m:r>
                                  <m:sSup>
                                    <m:sSupPr>
                                      <m:ctrlPr>
                                        <a:rPr lang="pt-BR" sz="1400" i="1">
                                          <a:solidFill>
                                            <a:schemeClr val="bg1"/>
                                          </a:solidFill>
                                          <a:latin typeface="Cambria Math" panose="02040503050406030204" pitchFamily="18" charset="0"/>
                                        </a:rPr>
                                      </m:ctrlPr>
                                    </m:sSupPr>
                                    <m:e>
                                      <m:r>
                                        <m:rPr>
                                          <m:brk m:alnAt="7"/>
                                        </m:rPr>
                                        <a:rPr lang="pt-BR" sz="1400" i="1">
                                          <a:solidFill>
                                            <a:schemeClr val="bg1"/>
                                          </a:solidFill>
                                          <a:latin typeface="Cambria Math" panose="02040503050406030204" pitchFamily="18" charset="0"/>
                                        </a:rPr>
                                        <m:t>1</m:t>
                                      </m:r>
                                      <m:r>
                                        <a:rPr lang="pt-BR" sz="1400" i="1">
                                          <a:solidFill>
                                            <a:schemeClr val="bg1"/>
                                          </a:solidFill>
                                          <a:latin typeface="Cambria Math" panose="02040503050406030204" pitchFamily="18" charset="0"/>
                                        </a:rPr>
                                        <m:t>0</m:t>
                                      </m:r>
                                    </m:e>
                                    <m:sup>
                                      <m:r>
                                        <m:rPr>
                                          <m:brk m:alnAt="7"/>
                                        </m:rPr>
                                        <a:rPr lang="pt-BR" sz="1400" i="1">
                                          <a:solidFill>
                                            <a:schemeClr val="bg1"/>
                                          </a:solidFill>
                                          <a:latin typeface="Cambria Math" panose="02040503050406030204" pitchFamily="18" charset="0"/>
                                          <a:ea typeface="Cambria Math" panose="02040503050406030204" pitchFamily="18" charset="0"/>
                                        </a:rPr>
                                        <m:t>−</m:t>
                                      </m:r>
                                      <m:r>
                                        <a:rPr lang="pt-BR" sz="1400" b="0" i="1" smtClean="0">
                                          <a:solidFill>
                                            <a:schemeClr val="bg1"/>
                                          </a:solidFill>
                                          <a:latin typeface="Cambria Math" panose="02040503050406030204" pitchFamily="18" charset="0"/>
                                          <a:ea typeface="Cambria Math" panose="02040503050406030204" pitchFamily="18" charset="0"/>
                                        </a:rPr>
                                        <m:t>4</m:t>
                                      </m:r>
                                    </m:sup>
                                  </m:sSup>
                                </m:e>
                              </m:mr>
                              <m:mr>
                                <m:e>
                                  <m:r>
                                    <m:rPr>
                                      <m:brk m:alnAt="7"/>
                                    </m:rPr>
                                    <a:rPr lang="pt-BR" sz="1400" i="1" smtClean="0">
                                      <a:solidFill>
                                        <a:schemeClr val="bg1"/>
                                      </a:solidFill>
                                      <a:latin typeface="Cambria Math" panose="02040503050406030204" pitchFamily="18" charset="0"/>
                                    </a:rPr>
                                    <m:t>−</m:t>
                                  </m:r>
                                  <m:r>
                                    <a:rPr lang="pt-BR" sz="1400" i="1">
                                      <a:solidFill>
                                        <a:schemeClr val="bg1"/>
                                      </a:solidFill>
                                      <a:latin typeface="Cambria Math" panose="02040503050406030204" pitchFamily="18" charset="0"/>
                                    </a:rPr>
                                    <m:t>7.9577×</m:t>
                                  </m:r>
                                  <m:sSup>
                                    <m:sSupPr>
                                      <m:ctrlPr>
                                        <a:rPr lang="pt-BR" sz="1400" i="1">
                                          <a:solidFill>
                                            <a:schemeClr val="bg1"/>
                                          </a:solidFill>
                                          <a:latin typeface="Cambria Math" panose="02040503050406030204" pitchFamily="18" charset="0"/>
                                        </a:rPr>
                                      </m:ctrlPr>
                                    </m:sSupPr>
                                    <m:e>
                                      <m:r>
                                        <m:rPr>
                                          <m:brk m:alnAt="7"/>
                                        </m:rPr>
                                        <a:rPr lang="pt-BR" sz="1400" i="1">
                                          <a:solidFill>
                                            <a:schemeClr val="bg1"/>
                                          </a:solidFill>
                                          <a:latin typeface="Cambria Math" panose="02040503050406030204" pitchFamily="18" charset="0"/>
                                        </a:rPr>
                                        <m:t>1</m:t>
                                      </m:r>
                                      <m:r>
                                        <a:rPr lang="pt-BR" sz="1400" i="1">
                                          <a:solidFill>
                                            <a:schemeClr val="bg1"/>
                                          </a:solidFill>
                                          <a:latin typeface="Cambria Math" panose="02040503050406030204" pitchFamily="18" charset="0"/>
                                        </a:rPr>
                                        <m:t>0</m:t>
                                      </m:r>
                                    </m:e>
                                    <m:sup>
                                      <m:r>
                                        <m:rPr>
                                          <m:brk m:alnAt="7"/>
                                        </m:rPr>
                                        <a:rPr lang="pt-BR" sz="1400" i="1">
                                          <a:solidFill>
                                            <a:schemeClr val="bg1"/>
                                          </a:solidFill>
                                          <a:latin typeface="Cambria Math" panose="02040503050406030204" pitchFamily="18" charset="0"/>
                                          <a:ea typeface="Cambria Math" panose="02040503050406030204" pitchFamily="18" charset="0"/>
                                        </a:rPr>
                                        <m:t>−</m:t>
                                      </m:r>
                                      <m:r>
                                        <a:rPr lang="pt-BR" sz="1400" i="1">
                                          <a:solidFill>
                                            <a:schemeClr val="bg1"/>
                                          </a:solidFill>
                                          <a:latin typeface="Cambria Math" panose="02040503050406030204" pitchFamily="18" charset="0"/>
                                          <a:ea typeface="Cambria Math" panose="02040503050406030204" pitchFamily="18" charset="0"/>
                                        </a:rPr>
                                        <m:t>3</m:t>
                                      </m:r>
                                    </m:sup>
                                  </m:sSup>
                                </m:e>
                                <m:e>
                                  <m:r>
                                    <a:rPr lang="pt-BR" sz="1400" b="0" i="1" smtClean="0">
                                      <a:solidFill>
                                        <a:schemeClr val="tx1"/>
                                      </a:solidFill>
                                      <a:latin typeface="Cambria Math" panose="02040503050406030204" pitchFamily="18" charset="0"/>
                                    </a:rPr>
                                    <m:t>−</m:t>
                                  </m:r>
                                  <m:r>
                                    <a:rPr lang="pt-BR" sz="1400" i="1">
                                      <a:latin typeface="Cambria Math" panose="02040503050406030204" pitchFamily="18" charset="0"/>
                                    </a:rPr>
                                    <m:t>3</m:t>
                                  </m:r>
                                  <m:r>
                                    <a:rPr lang="pt-BR" sz="1400" b="0" i="1" smtClean="0">
                                      <a:latin typeface="Cambria Math" panose="02040503050406030204" pitchFamily="18" charset="0"/>
                                    </a:rPr>
                                    <m:t>.</m:t>
                                  </m:r>
                                  <m:r>
                                    <a:rPr lang="pt-BR" sz="1400" i="1">
                                      <a:latin typeface="Cambria Math" panose="02040503050406030204" pitchFamily="18" charset="0"/>
                                    </a:rPr>
                                    <m:t>664</m:t>
                                  </m:r>
                                  <m:r>
                                    <a:rPr lang="pt-BR" sz="1400" b="0" i="1" smtClean="0">
                                      <a:latin typeface="Cambria Math" panose="02040503050406030204" pitchFamily="18" charset="0"/>
                                    </a:rPr>
                                    <m:t>7</m:t>
                                  </m:r>
                                  <m:r>
                                    <a:rPr lang="pt-BR" sz="1400" i="1">
                                      <a:latin typeface="Cambria Math" panose="02040503050406030204" pitchFamily="18" charset="0"/>
                                    </a:rPr>
                                    <m:t>×</m:t>
                                  </m:r>
                                  <m:sSup>
                                    <m:sSupPr>
                                      <m:ctrlPr>
                                        <a:rPr lang="pt-BR" sz="1400" i="1">
                                          <a:latin typeface="Cambria Math" panose="02040503050406030204" pitchFamily="18" charset="0"/>
                                        </a:rPr>
                                      </m:ctrlPr>
                                    </m:sSupPr>
                                    <m:e>
                                      <m:r>
                                        <m:rPr>
                                          <m:brk m:alnAt="7"/>
                                        </m:rPr>
                                        <a:rPr lang="pt-BR" sz="1400" i="1">
                                          <a:latin typeface="Cambria Math" panose="02040503050406030204" pitchFamily="18" charset="0"/>
                                        </a:rPr>
                                        <m:t>1</m:t>
                                      </m:r>
                                      <m:r>
                                        <a:rPr lang="pt-BR" sz="1400" i="1">
                                          <a:latin typeface="Cambria Math" panose="02040503050406030204" pitchFamily="18" charset="0"/>
                                        </a:rPr>
                                        <m:t>0</m:t>
                                      </m:r>
                                    </m:e>
                                    <m:sup>
                                      <m:r>
                                        <m:rPr>
                                          <m:brk m:alnAt="7"/>
                                        </m:rPr>
                                        <a:rPr lang="pt-BR" sz="1400" i="1">
                                          <a:latin typeface="Cambria Math" panose="02040503050406030204" pitchFamily="18" charset="0"/>
                                          <a:ea typeface="Cambria Math" panose="02040503050406030204" pitchFamily="18" charset="0"/>
                                        </a:rPr>
                                        <m:t>−</m:t>
                                      </m:r>
                                      <m:r>
                                        <a:rPr lang="pt-BR" sz="1400" b="0" i="1" smtClean="0">
                                          <a:latin typeface="Cambria Math" panose="02040503050406030204" pitchFamily="18" charset="0"/>
                                          <a:ea typeface="Cambria Math" panose="02040503050406030204" pitchFamily="18" charset="0"/>
                                        </a:rPr>
                                        <m:t>1</m:t>
                                      </m:r>
                                    </m:sup>
                                  </m:sSup>
                                </m:e>
                                <m:e>
                                  <m:r>
                                    <m:rPr>
                                      <m:brk m:alnAt="7"/>
                                    </m:rPr>
                                    <a:rPr lang="pt-BR" sz="1400" i="1" smtClean="0">
                                      <a:solidFill>
                                        <a:schemeClr val="bg1"/>
                                      </a:solidFill>
                                      <a:latin typeface="Cambria Math" panose="02040503050406030204" pitchFamily="18" charset="0"/>
                                    </a:rPr>
                                    <m:t>−</m:t>
                                  </m:r>
                                  <m:r>
                                    <a:rPr lang="pt-BR" sz="1400" i="1">
                                      <a:solidFill>
                                        <a:schemeClr val="bg1"/>
                                      </a:solidFill>
                                      <a:latin typeface="Cambria Math" panose="02040503050406030204" pitchFamily="18" charset="0"/>
                                    </a:rPr>
                                    <m:t>7.9577×</m:t>
                                  </m:r>
                                  <m:sSup>
                                    <m:sSupPr>
                                      <m:ctrlPr>
                                        <a:rPr lang="pt-BR" sz="1400" i="1">
                                          <a:solidFill>
                                            <a:schemeClr val="bg1"/>
                                          </a:solidFill>
                                          <a:latin typeface="Cambria Math" panose="02040503050406030204" pitchFamily="18" charset="0"/>
                                        </a:rPr>
                                      </m:ctrlPr>
                                    </m:sSupPr>
                                    <m:e>
                                      <m:r>
                                        <m:rPr>
                                          <m:brk m:alnAt="7"/>
                                        </m:rPr>
                                        <a:rPr lang="pt-BR" sz="1400" i="1">
                                          <a:solidFill>
                                            <a:schemeClr val="bg1"/>
                                          </a:solidFill>
                                          <a:latin typeface="Cambria Math" panose="02040503050406030204" pitchFamily="18" charset="0"/>
                                        </a:rPr>
                                        <m:t>1</m:t>
                                      </m:r>
                                      <m:r>
                                        <a:rPr lang="pt-BR" sz="1400" i="1">
                                          <a:solidFill>
                                            <a:schemeClr val="bg1"/>
                                          </a:solidFill>
                                          <a:latin typeface="Cambria Math" panose="02040503050406030204" pitchFamily="18" charset="0"/>
                                        </a:rPr>
                                        <m:t>0</m:t>
                                      </m:r>
                                    </m:e>
                                    <m:sup>
                                      <m:r>
                                        <m:rPr>
                                          <m:brk m:alnAt="7"/>
                                        </m:rPr>
                                        <a:rPr lang="pt-BR" sz="1400" i="1">
                                          <a:solidFill>
                                            <a:schemeClr val="bg1"/>
                                          </a:solidFill>
                                          <a:latin typeface="Cambria Math" panose="02040503050406030204" pitchFamily="18" charset="0"/>
                                          <a:ea typeface="Cambria Math" panose="02040503050406030204" pitchFamily="18" charset="0"/>
                                        </a:rPr>
                                        <m:t>−</m:t>
                                      </m:r>
                                      <m:r>
                                        <a:rPr lang="pt-BR" sz="1400" i="1">
                                          <a:solidFill>
                                            <a:schemeClr val="bg1"/>
                                          </a:solidFill>
                                          <a:latin typeface="Cambria Math" panose="02040503050406030204" pitchFamily="18" charset="0"/>
                                          <a:ea typeface="Cambria Math" panose="02040503050406030204" pitchFamily="18" charset="0"/>
                                        </a:rPr>
                                        <m:t>3</m:t>
                                      </m:r>
                                    </m:sup>
                                  </m:sSup>
                                </m:e>
                              </m:mr>
                              <m:mr>
                                <m:e>
                                  <m:r>
                                    <m:rPr>
                                      <m:brk m:alnAt="7"/>
                                    </m:rPr>
                                    <a:rPr lang="pt-BR" sz="1400" i="1" smtClean="0">
                                      <a:solidFill>
                                        <a:schemeClr val="bg1"/>
                                      </a:solidFill>
                                      <a:latin typeface="Cambria Math" panose="02040503050406030204" pitchFamily="18" charset="0"/>
                                    </a:rPr>
                                    <m:t>−</m:t>
                                  </m:r>
                                  <m:r>
                                    <a:rPr lang="pt-BR" sz="1400" i="1">
                                      <a:solidFill>
                                        <a:schemeClr val="bg1"/>
                                      </a:solidFill>
                                      <a:latin typeface="Cambria Math" panose="02040503050406030204" pitchFamily="18" charset="0"/>
                                    </a:rPr>
                                    <m:t>7.9577×</m:t>
                                  </m:r>
                                  <m:sSup>
                                    <m:sSupPr>
                                      <m:ctrlPr>
                                        <a:rPr lang="pt-BR" sz="1400" i="1">
                                          <a:solidFill>
                                            <a:schemeClr val="bg1"/>
                                          </a:solidFill>
                                          <a:latin typeface="Cambria Math" panose="02040503050406030204" pitchFamily="18" charset="0"/>
                                        </a:rPr>
                                      </m:ctrlPr>
                                    </m:sSupPr>
                                    <m:e>
                                      <m:r>
                                        <m:rPr>
                                          <m:brk m:alnAt="7"/>
                                        </m:rPr>
                                        <a:rPr lang="pt-BR" sz="1400" i="1">
                                          <a:solidFill>
                                            <a:schemeClr val="bg1"/>
                                          </a:solidFill>
                                          <a:latin typeface="Cambria Math" panose="02040503050406030204" pitchFamily="18" charset="0"/>
                                        </a:rPr>
                                        <m:t>1</m:t>
                                      </m:r>
                                      <m:r>
                                        <a:rPr lang="pt-BR" sz="1400" i="1">
                                          <a:solidFill>
                                            <a:schemeClr val="bg1"/>
                                          </a:solidFill>
                                          <a:latin typeface="Cambria Math" panose="02040503050406030204" pitchFamily="18" charset="0"/>
                                        </a:rPr>
                                        <m:t>0</m:t>
                                      </m:r>
                                    </m:e>
                                    <m:sup>
                                      <m:r>
                                        <m:rPr>
                                          <m:brk m:alnAt="7"/>
                                        </m:rPr>
                                        <a:rPr lang="pt-BR" sz="1400" i="1">
                                          <a:solidFill>
                                            <a:schemeClr val="bg1"/>
                                          </a:solidFill>
                                          <a:latin typeface="Cambria Math" panose="02040503050406030204" pitchFamily="18" charset="0"/>
                                          <a:ea typeface="Cambria Math" panose="02040503050406030204" pitchFamily="18" charset="0"/>
                                        </a:rPr>
                                        <m:t>−</m:t>
                                      </m:r>
                                      <m:r>
                                        <a:rPr lang="pt-BR" sz="1400" b="0" i="1" smtClean="0">
                                          <a:solidFill>
                                            <a:schemeClr val="bg1"/>
                                          </a:solidFill>
                                          <a:latin typeface="Cambria Math" panose="02040503050406030204" pitchFamily="18" charset="0"/>
                                          <a:ea typeface="Cambria Math" panose="02040503050406030204" pitchFamily="18" charset="0"/>
                                        </a:rPr>
                                        <m:t>4</m:t>
                                      </m:r>
                                    </m:sup>
                                  </m:sSup>
                                </m:e>
                                <m:e>
                                  <m:r>
                                    <m:rPr>
                                      <m:brk m:alnAt="7"/>
                                    </m:rPr>
                                    <a:rPr lang="pt-BR" sz="1400" i="1">
                                      <a:latin typeface="Cambria Math" panose="02040503050406030204" pitchFamily="18" charset="0"/>
                                    </a:rPr>
                                    <m:t>−</m:t>
                                  </m:r>
                                  <m:r>
                                    <a:rPr lang="pt-BR" sz="1400" i="1">
                                      <a:latin typeface="Cambria Math" panose="02040503050406030204" pitchFamily="18" charset="0"/>
                                    </a:rPr>
                                    <m:t>7.9577×</m:t>
                                  </m:r>
                                  <m:sSup>
                                    <m:sSupPr>
                                      <m:ctrlPr>
                                        <a:rPr lang="pt-BR" sz="1400" i="1">
                                          <a:latin typeface="Cambria Math" panose="02040503050406030204" pitchFamily="18" charset="0"/>
                                        </a:rPr>
                                      </m:ctrlPr>
                                    </m:sSupPr>
                                    <m:e>
                                      <m:r>
                                        <m:rPr>
                                          <m:brk m:alnAt="7"/>
                                        </m:rPr>
                                        <a:rPr lang="pt-BR" sz="1400" i="1">
                                          <a:latin typeface="Cambria Math" panose="02040503050406030204" pitchFamily="18" charset="0"/>
                                        </a:rPr>
                                        <m:t>1</m:t>
                                      </m:r>
                                      <m:r>
                                        <a:rPr lang="pt-BR" sz="1400" i="1">
                                          <a:latin typeface="Cambria Math" panose="02040503050406030204" pitchFamily="18" charset="0"/>
                                        </a:rPr>
                                        <m:t>0</m:t>
                                      </m:r>
                                    </m:e>
                                    <m:sup>
                                      <m:r>
                                        <m:rPr>
                                          <m:brk m:alnAt="7"/>
                                        </m:rPr>
                                        <a:rPr lang="pt-BR" sz="1400" i="1">
                                          <a:latin typeface="Cambria Math" panose="02040503050406030204" pitchFamily="18" charset="0"/>
                                          <a:ea typeface="Cambria Math" panose="02040503050406030204" pitchFamily="18" charset="0"/>
                                        </a:rPr>
                                        <m:t>−</m:t>
                                      </m:r>
                                      <m:r>
                                        <a:rPr lang="pt-BR" sz="1400" i="1">
                                          <a:latin typeface="Cambria Math" panose="02040503050406030204" pitchFamily="18" charset="0"/>
                                          <a:ea typeface="Cambria Math" panose="02040503050406030204" pitchFamily="18" charset="0"/>
                                        </a:rPr>
                                        <m:t>3</m:t>
                                      </m:r>
                                    </m:sup>
                                  </m:sSup>
                                </m:e>
                                <m:e>
                                  <m:r>
                                    <a:rPr lang="pt-BR" sz="1400" b="0" i="1" smtClean="0">
                                      <a:solidFill>
                                        <a:schemeClr val="bg1"/>
                                      </a:solidFill>
                                      <a:latin typeface="Cambria Math" panose="02040503050406030204" pitchFamily="18" charset="0"/>
                                    </a:rPr>
                                    <m:t>0</m:t>
                                  </m:r>
                                </m:e>
                              </m:mr>
                            </m:m>
                          </m:e>
                        </m:d>
                      </m:oMath>
                    </m:oMathPara>
                  </a14:m>
                  <a:endParaRPr lang="en-US" sz="1400">
                    <a:solidFill>
                      <a:srgbClr val="FF0000"/>
                    </a:solidFill>
                  </a:endParaRPr>
                </a:p>
              </p:txBody>
            </p:sp>
          </mc:Choice>
          <mc:Fallback xmlns="">
            <p:sp>
              <p:nvSpPr>
                <p:cNvPr id="109" name="CaixaDeTexto 108">
                  <a:extLst>
                    <a:ext uri="{FF2B5EF4-FFF2-40B4-BE49-F238E27FC236}">
                      <a16:creationId xmlns:a16="http://schemas.microsoft.com/office/drawing/2014/main" id="{2AA358E1-82A2-BDF9-1D2D-6A5B3CC1C4A5}"/>
                    </a:ext>
                  </a:extLst>
                </p:cNvPr>
                <p:cNvSpPr txBox="1">
                  <a:spLocks noRot="1" noChangeAspect="1" noMove="1" noResize="1" noEditPoints="1" noAdjustHandles="1" noChangeArrowheads="1" noChangeShapeType="1" noTextEdit="1"/>
                </p:cNvSpPr>
                <p:nvPr/>
              </p:nvSpPr>
              <p:spPr>
                <a:xfrm>
                  <a:off x="6183891" y="4280467"/>
                  <a:ext cx="4941740" cy="1324850"/>
                </a:xfrm>
                <a:prstGeom prst="rect">
                  <a:avLst/>
                </a:prstGeom>
                <a:blipFill>
                  <a:blip r:embed="rId16"/>
                  <a:stretch>
                    <a:fillRect/>
                  </a:stretch>
                </a:blipFill>
              </p:spPr>
              <p:txBody>
                <a:bodyPr/>
                <a:lstStyle/>
                <a:p>
                  <a:r>
                    <a:rPr lang="pt-BR">
                      <a:noFill/>
                    </a:rPr>
                    <a:t> </a:t>
                  </a:r>
                </a:p>
              </p:txBody>
            </p:sp>
          </mc:Fallback>
        </mc:AlternateContent>
      </p:grpSp>
    </p:spTree>
    <p:extLst>
      <p:ext uri="{BB962C8B-B14F-4D97-AF65-F5344CB8AC3E}">
        <p14:creationId xmlns:p14="http://schemas.microsoft.com/office/powerpoint/2010/main" val="4095282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p:bldP spid="10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29</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2880271"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Bifilar Line</a:t>
            </a:r>
            <a:endParaRPr lang="pt-BR" sz="2000">
              <a:ln w="0"/>
              <a:effectLst>
                <a:outerShdw blurRad="38100" dist="19050" dir="2700000" algn="tl" rotWithShape="0">
                  <a:schemeClr val="dk1">
                    <a:alpha val="40000"/>
                  </a:schemeClr>
                </a:outerShdw>
              </a:effectLst>
            </a:endParaRP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1800152" cy="307777"/>
          </a:xfrm>
          <a:prstGeom prst="rect">
            <a:avLst/>
          </a:prstGeom>
          <a:noFill/>
        </p:spPr>
        <p:txBody>
          <a:bodyPr wrap="square">
            <a:spAutoFit/>
          </a:bodyPr>
          <a:lstStyle/>
          <a:p>
            <a:pPr algn="l" rtl="0" eaLnBrk="1" latinLnBrk="0" hangingPunct="1">
              <a:spcBef>
                <a:spcPts val="0"/>
              </a:spcBef>
              <a:spcAft>
                <a:spcPts val="0"/>
              </a:spcAft>
              <a:buClrTx/>
              <a:buSzPts val="1800"/>
            </a:pPr>
            <a:r>
              <a:rPr lang="pt-BR" sz="1400" kern="1200">
                <a:solidFill>
                  <a:srgbClr val="0070C0"/>
                </a:solidFill>
                <a:effectLst/>
                <a:latin typeface="Arial Black" panose="020B0A04020102020204" pitchFamily="34" charset="0"/>
                <a:ea typeface="+mn-ea"/>
                <a:cs typeface="+mn-cs"/>
              </a:rPr>
              <a:t>Examples</a:t>
            </a:r>
            <a:endParaRPr lang="pt-BR" sz="1400">
              <a:solidFill>
                <a:srgbClr val="0070C0"/>
              </a:solidFill>
              <a:latin typeface="Arial Black" panose="020B0A04020102020204" pitchFamily="34" charset="0"/>
            </a:endParaRPr>
          </a:p>
        </p:txBody>
      </p:sp>
      <p:grpSp>
        <p:nvGrpSpPr>
          <p:cNvPr id="103" name="Agrupar 102">
            <a:extLst>
              <a:ext uri="{FF2B5EF4-FFF2-40B4-BE49-F238E27FC236}">
                <a16:creationId xmlns:a16="http://schemas.microsoft.com/office/drawing/2014/main" id="{9545FADD-D1AF-56F6-E275-4DA40195E398}"/>
              </a:ext>
            </a:extLst>
          </p:cNvPr>
          <p:cNvGrpSpPr/>
          <p:nvPr/>
        </p:nvGrpSpPr>
        <p:grpSpPr>
          <a:xfrm>
            <a:off x="2154502" y="512677"/>
            <a:ext cx="3203416" cy="720080"/>
            <a:chOff x="296351" y="1289817"/>
            <a:chExt cx="4167169" cy="994729"/>
          </a:xfrm>
        </p:grpSpPr>
        <mc:AlternateContent xmlns:mc="http://schemas.openxmlformats.org/markup-compatibility/2006" xmlns:a14="http://schemas.microsoft.com/office/drawing/2010/main">
          <mc:Choice Requires="a14">
            <p:sp>
              <p:nvSpPr>
                <p:cNvPr id="43" name="CaixaDeTexto 42">
                  <a:extLst>
                    <a:ext uri="{FF2B5EF4-FFF2-40B4-BE49-F238E27FC236}">
                      <a16:creationId xmlns:a16="http://schemas.microsoft.com/office/drawing/2014/main" id="{B06BD3A3-04DF-3BA7-18F6-03C981D15656}"/>
                    </a:ext>
                  </a:extLst>
                </p:cNvPr>
                <p:cNvSpPr txBox="1"/>
                <p:nvPr/>
              </p:nvSpPr>
              <p:spPr>
                <a:xfrm>
                  <a:off x="1955286" y="1449633"/>
                  <a:ext cx="678611" cy="3506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b="0" i="1" smtClean="0">
                                <a:latin typeface="Cambria Math" panose="02040503050406030204" pitchFamily="18" charset="0"/>
                              </a:rPr>
                              <m:t>𝜀</m:t>
                            </m:r>
                          </m:e>
                          <m:sub>
                            <m:r>
                              <a:rPr lang="pt-BR" sz="1200" b="0" i="1" smtClean="0">
                                <a:latin typeface="Cambria Math" panose="02040503050406030204" pitchFamily="18" charset="0"/>
                              </a:rPr>
                              <m:t>0</m:t>
                            </m:r>
                          </m:sub>
                        </m:sSub>
                        <m:r>
                          <a:rPr lang="pt-BR" sz="1200" b="0" i="1" smtClean="0">
                            <a:latin typeface="Cambria Math" panose="02040503050406030204" pitchFamily="18" charset="0"/>
                          </a:rPr>
                          <m:t>,</m:t>
                        </m:r>
                        <m:sSub>
                          <m:sSubPr>
                            <m:ctrlPr>
                              <a:rPr lang="pt-BR" sz="1200" i="1">
                                <a:latin typeface="Cambria Math" panose="02040503050406030204" pitchFamily="18" charset="0"/>
                              </a:rPr>
                            </m:ctrlPr>
                          </m:sSubPr>
                          <m:e>
                            <m:r>
                              <a:rPr lang="pt-BR" sz="1200" b="0" i="1" smtClean="0">
                                <a:latin typeface="Cambria Math" panose="02040503050406030204" pitchFamily="18" charset="0"/>
                              </a:rPr>
                              <m:t>𝜇</m:t>
                            </m:r>
                          </m:e>
                          <m:sub>
                            <m:r>
                              <a:rPr lang="pt-BR" sz="1200" i="1">
                                <a:latin typeface="Cambria Math" panose="02040503050406030204" pitchFamily="18" charset="0"/>
                              </a:rPr>
                              <m:t>0</m:t>
                            </m:r>
                          </m:sub>
                        </m:sSub>
                      </m:oMath>
                    </m:oMathPara>
                  </a14:m>
                  <a:endParaRPr lang="pt-BR" sz="1400"/>
                </a:p>
              </p:txBody>
            </p:sp>
          </mc:Choice>
          <mc:Fallback xmlns="">
            <p:sp>
              <p:nvSpPr>
                <p:cNvPr id="43" name="CaixaDeTexto 42">
                  <a:extLst>
                    <a:ext uri="{FF2B5EF4-FFF2-40B4-BE49-F238E27FC236}">
                      <a16:creationId xmlns:a16="http://schemas.microsoft.com/office/drawing/2014/main" id="{B06BD3A3-04DF-3BA7-18F6-03C981D15656}"/>
                    </a:ext>
                  </a:extLst>
                </p:cNvPr>
                <p:cNvSpPr txBox="1">
                  <a:spLocks noRot="1" noChangeAspect="1" noMove="1" noResize="1" noEditPoints="1" noAdjustHandles="1" noChangeArrowheads="1" noChangeShapeType="1" noTextEdit="1"/>
                </p:cNvSpPr>
                <p:nvPr/>
              </p:nvSpPr>
              <p:spPr>
                <a:xfrm>
                  <a:off x="1955286" y="1449633"/>
                  <a:ext cx="678611" cy="350675"/>
                </a:xfrm>
                <a:prstGeom prst="rect">
                  <a:avLst/>
                </a:prstGeom>
                <a:blipFill>
                  <a:blip r:embed="rId4"/>
                  <a:stretch>
                    <a:fillRect b="-7143"/>
                  </a:stretch>
                </a:blipFill>
              </p:spPr>
              <p:txBody>
                <a:bodyPr/>
                <a:lstStyle/>
                <a:p>
                  <a:r>
                    <a:rPr lang="pt-BR">
                      <a:noFill/>
                    </a:rPr>
                    <a:t> </a:t>
                  </a:r>
                </a:p>
              </p:txBody>
            </p:sp>
          </mc:Fallback>
        </mc:AlternateContent>
        <p:grpSp>
          <p:nvGrpSpPr>
            <p:cNvPr id="48" name="Agrupar 47">
              <a:extLst>
                <a:ext uri="{FF2B5EF4-FFF2-40B4-BE49-F238E27FC236}">
                  <a16:creationId xmlns:a16="http://schemas.microsoft.com/office/drawing/2014/main" id="{392F5D22-86DA-911E-571B-6D4C9288CDA3}"/>
                </a:ext>
              </a:extLst>
            </p:cNvPr>
            <p:cNvGrpSpPr/>
            <p:nvPr/>
          </p:nvGrpSpPr>
          <p:grpSpPr>
            <a:xfrm>
              <a:off x="296351" y="1317213"/>
              <a:ext cx="534710" cy="429175"/>
              <a:chOff x="1727607" y="2057326"/>
              <a:chExt cx="1105580" cy="939626"/>
            </a:xfrm>
          </p:grpSpPr>
          <p:grpSp>
            <p:nvGrpSpPr>
              <p:cNvPr id="49" name="Agrupar 48">
                <a:extLst>
                  <a:ext uri="{FF2B5EF4-FFF2-40B4-BE49-F238E27FC236}">
                    <a16:creationId xmlns:a16="http://schemas.microsoft.com/office/drawing/2014/main" id="{5FEEC642-9982-C301-57CC-849114046999}"/>
                  </a:ext>
                </a:extLst>
              </p:cNvPr>
              <p:cNvGrpSpPr/>
              <p:nvPr/>
            </p:nvGrpSpPr>
            <p:grpSpPr>
              <a:xfrm>
                <a:off x="2520585" y="2889662"/>
                <a:ext cx="108012" cy="107290"/>
                <a:chOff x="2999656" y="3825766"/>
                <a:chExt cx="182880" cy="182880"/>
              </a:xfrm>
            </p:grpSpPr>
            <p:sp>
              <p:nvSpPr>
                <p:cNvPr id="51" name="Elipse 50">
                  <a:extLst>
                    <a:ext uri="{FF2B5EF4-FFF2-40B4-BE49-F238E27FC236}">
                      <a16:creationId xmlns:a16="http://schemas.microsoft.com/office/drawing/2014/main" id="{54D1A8C8-45B1-4D58-6756-A2BC585C4500}"/>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00"/>
                </a:p>
              </p:txBody>
            </p:sp>
            <p:sp>
              <p:nvSpPr>
                <p:cNvPr id="52" name="Elipse 51">
                  <a:extLst>
                    <a:ext uri="{FF2B5EF4-FFF2-40B4-BE49-F238E27FC236}">
                      <a16:creationId xmlns:a16="http://schemas.microsoft.com/office/drawing/2014/main" id="{01CCD84D-5F2B-2ACF-2054-822CAE2993D2}"/>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00"/>
                </a:p>
              </p:txBody>
            </p:sp>
          </p:grpSp>
          <mc:AlternateContent xmlns:mc="http://schemas.openxmlformats.org/markup-compatibility/2006" xmlns:a14="http://schemas.microsoft.com/office/drawing/2010/main">
            <mc:Choice Requires="a14">
              <p:sp>
                <p:nvSpPr>
                  <p:cNvPr id="50" name="CaixaDeTexto 49">
                    <a:extLst>
                      <a:ext uri="{FF2B5EF4-FFF2-40B4-BE49-F238E27FC236}">
                        <a16:creationId xmlns:a16="http://schemas.microsoft.com/office/drawing/2014/main" id="{CCAAE736-B8D0-6FB9-4F93-D5AF13048187}"/>
                      </a:ext>
                    </a:extLst>
                  </p:cNvPr>
                  <p:cNvSpPr txBox="1"/>
                  <p:nvPr/>
                </p:nvSpPr>
                <p:spPr>
                  <a:xfrm>
                    <a:off x="1727607" y="2057326"/>
                    <a:ext cx="1105580" cy="87777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200" b="0" i="1" smtClean="0">
                                  <a:latin typeface="Cambria Math" panose="02040503050406030204" pitchFamily="18" charset="0"/>
                                </a:rPr>
                              </m:ctrlPr>
                            </m:sSubSupPr>
                            <m:e>
                              <m:r>
                                <a:rPr lang="pt-BR" sz="1200" b="0" i="1" smtClean="0">
                                  <a:latin typeface="Cambria Math" panose="02040503050406030204" pitchFamily="18" charset="0"/>
                                </a:rPr>
                                <m:t>𝐽</m:t>
                              </m:r>
                            </m:e>
                            <m:sub>
                              <m:r>
                                <a:rPr lang="pt-BR" sz="1200" b="0" i="1" smtClean="0">
                                  <a:latin typeface="Cambria Math" panose="02040503050406030204" pitchFamily="18" charset="0"/>
                                </a:rPr>
                                <m:t>𝑠</m:t>
                              </m:r>
                            </m:sub>
                            <m:sup>
                              <m:r>
                                <a:rPr lang="pt-BR" sz="1200" b="0" i="1" smtClean="0">
                                  <a:latin typeface="Cambria Math" panose="02040503050406030204" pitchFamily="18" charset="0"/>
                                </a:rPr>
                                <m:t>(</m:t>
                              </m:r>
                              <m:r>
                                <a:rPr lang="pt-BR" sz="1200" b="0" i="1" smtClean="0">
                                  <a:latin typeface="Cambria Math" panose="02040503050406030204" pitchFamily="18" charset="0"/>
                                </a:rPr>
                                <m:t>𝑝</m:t>
                              </m:r>
                              <m:r>
                                <a:rPr lang="pt-BR" sz="1200" b="0" i="1" smtClean="0">
                                  <a:latin typeface="Cambria Math" panose="02040503050406030204" pitchFamily="18" charset="0"/>
                                </a:rPr>
                                <m:t>)</m:t>
                              </m:r>
                            </m:sup>
                          </m:sSubSup>
                        </m:oMath>
                      </m:oMathPara>
                    </a14:m>
                    <a:endParaRPr lang="pt-BR" sz="1200"/>
                  </a:p>
                </p:txBody>
              </p:sp>
            </mc:Choice>
            <mc:Fallback xmlns="">
              <p:sp>
                <p:nvSpPr>
                  <p:cNvPr id="50" name="CaixaDeTexto 49">
                    <a:extLst>
                      <a:ext uri="{FF2B5EF4-FFF2-40B4-BE49-F238E27FC236}">
                        <a16:creationId xmlns:a16="http://schemas.microsoft.com/office/drawing/2014/main" id="{CCAAE736-B8D0-6FB9-4F93-D5AF13048187}"/>
                      </a:ext>
                    </a:extLst>
                  </p:cNvPr>
                  <p:cNvSpPr txBox="1">
                    <a:spLocks noRot="1" noChangeAspect="1" noMove="1" noResize="1" noEditPoints="1" noAdjustHandles="1" noChangeArrowheads="1" noChangeShapeType="1" noTextEdit="1"/>
                  </p:cNvSpPr>
                  <p:nvPr/>
                </p:nvSpPr>
                <p:spPr>
                  <a:xfrm>
                    <a:off x="1727607" y="2057326"/>
                    <a:ext cx="1105580" cy="877773"/>
                  </a:xfrm>
                  <a:prstGeom prst="rect">
                    <a:avLst/>
                  </a:prstGeom>
                  <a:blipFill>
                    <a:blip r:embed="rId5"/>
                    <a:stretch>
                      <a:fillRect b="-10417"/>
                    </a:stretch>
                  </a:blipFill>
                </p:spPr>
                <p:txBody>
                  <a:bodyPr/>
                  <a:lstStyle/>
                  <a:p>
                    <a:r>
                      <a:rPr lang="pt-BR">
                        <a:noFill/>
                      </a:rPr>
                      <a:t> </a:t>
                    </a:r>
                  </a:p>
                </p:txBody>
              </p:sp>
            </mc:Fallback>
          </mc:AlternateContent>
        </p:grpSp>
        <p:grpSp>
          <p:nvGrpSpPr>
            <p:cNvPr id="57" name="Agrupar 56">
              <a:extLst>
                <a:ext uri="{FF2B5EF4-FFF2-40B4-BE49-F238E27FC236}">
                  <a16:creationId xmlns:a16="http://schemas.microsoft.com/office/drawing/2014/main" id="{ABD87001-94A2-FEE0-ADBE-A11481EB9C44}"/>
                </a:ext>
              </a:extLst>
            </p:cNvPr>
            <p:cNvGrpSpPr/>
            <p:nvPr/>
          </p:nvGrpSpPr>
          <p:grpSpPr>
            <a:xfrm>
              <a:off x="3858434" y="1299279"/>
              <a:ext cx="605086" cy="440237"/>
              <a:chOff x="2520585" y="2033107"/>
              <a:chExt cx="1251094" cy="963845"/>
            </a:xfrm>
          </p:grpSpPr>
          <p:grpSp>
            <p:nvGrpSpPr>
              <p:cNvPr id="58" name="Agrupar 57">
                <a:extLst>
                  <a:ext uri="{FF2B5EF4-FFF2-40B4-BE49-F238E27FC236}">
                    <a16:creationId xmlns:a16="http://schemas.microsoft.com/office/drawing/2014/main" id="{C796E931-C6B7-36F2-557C-0092648BC2B8}"/>
                  </a:ext>
                </a:extLst>
              </p:cNvPr>
              <p:cNvGrpSpPr/>
              <p:nvPr/>
            </p:nvGrpSpPr>
            <p:grpSpPr>
              <a:xfrm>
                <a:off x="2520585" y="2889662"/>
                <a:ext cx="108012" cy="107290"/>
                <a:chOff x="2999656" y="3825766"/>
                <a:chExt cx="182880" cy="182880"/>
              </a:xfrm>
            </p:grpSpPr>
            <p:sp>
              <p:nvSpPr>
                <p:cNvPr id="60" name="Elipse 59">
                  <a:extLst>
                    <a:ext uri="{FF2B5EF4-FFF2-40B4-BE49-F238E27FC236}">
                      <a16:creationId xmlns:a16="http://schemas.microsoft.com/office/drawing/2014/main" id="{A000AB3E-D18F-92BB-F8F5-DB00FB875FF7}"/>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00"/>
                </a:p>
              </p:txBody>
            </p:sp>
            <p:sp>
              <p:nvSpPr>
                <p:cNvPr id="61" name="Elipse 60">
                  <a:extLst>
                    <a:ext uri="{FF2B5EF4-FFF2-40B4-BE49-F238E27FC236}">
                      <a16:creationId xmlns:a16="http://schemas.microsoft.com/office/drawing/2014/main" id="{8AA1926F-607B-54AC-C3EC-90800ECD33E3}"/>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00"/>
                </a:p>
              </p:txBody>
            </p:sp>
          </p:grpSp>
          <mc:AlternateContent xmlns:mc="http://schemas.openxmlformats.org/markup-compatibility/2006" xmlns:a14="http://schemas.microsoft.com/office/drawing/2010/main">
            <mc:Choice Requires="a14">
              <p:sp>
                <p:nvSpPr>
                  <p:cNvPr id="59" name="CaixaDeTexto 58">
                    <a:extLst>
                      <a:ext uri="{FF2B5EF4-FFF2-40B4-BE49-F238E27FC236}">
                        <a16:creationId xmlns:a16="http://schemas.microsoft.com/office/drawing/2014/main" id="{BABB723B-F436-7566-C6E4-E9DBC0ACDB14}"/>
                      </a:ext>
                    </a:extLst>
                  </p:cNvPr>
                  <p:cNvSpPr txBox="1"/>
                  <p:nvPr/>
                </p:nvSpPr>
                <p:spPr>
                  <a:xfrm>
                    <a:off x="2668927" y="2033107"/>
                    <a:ext cx="1102752" cy="87777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200" b="0" i="1" smtClean="0">
                                  <a:latin typeface="Cambria Math" panose="02040503050406030204" pitchFamily="18" charset="0"/>
                                </a:rPr>
                              </m:ctrlPr>
                            </m:sSubSupPr>
                            <m:e>
                              <m:r>
                                <a:rPr lang="pt-BR" sz="1200" b="0" i="1" smtClean="0">
                                  <a:latin typeface="Cambria Math" panose="02040503050406030204" pitchFamily="18" charset="0"/>
                                </a:rPr>
                                <m:t>𝐽</m:t>
                              </m:r>
                            </m:e>
                            <m:sub>
                              <m:r>
                                <a:rPr lang="pt-BR" sz="1200" b="0" i="1" smtClean="0">
                                  <a:latin typeface="Cambria Math" panose="02040503050406030204" pitchFamily="18" charset="0"/>
                                </a:rPr>
                                <m:t>𝑠</m:t>
                              </m:r>
                            </m:sub>
                            <m:sup>
                              <m:r>
                                <a:rPr lang="pt-BR" sz="1200" b="0" i="1" smtClean="0">
                                  <a:latin typeface="Cambria Math" panose="02040503050406030204" pitchFamily="18" charset="0"/>
                                </a:rPr>
                                <m:t>(</m:t>
                              </m:r>
                              <m:r>
                                <a:rPr lang="en-US" sz="1200" b="0" i="1" smtClean="0">
                                  <a:latin typeface="Cambria Math" panose="02040503050406030204" pitchFamily="18" charset="0"/>
                                </a:rPr>
                                <m:t>𝑞</m:t>
                              </m:r>
                              <m:r>
                                <a:rPr lang="pt-BR" sz="1200" b="0" i="1" smtClean="0">
                                  <a:latin typeface="Cambria Math" panose="02040503050406030204" pitchFamily="18" charset="0"/>
                                </a:rPr>
                                <m:t>)</m:t>
                              </m:r>
                            </m:sup>
                          </m:sSubSup>
                        </m:oMath>
                      </m:oMathPara>
                    </a14:m>
                    <a:endParaRPr lang="pt-BR" sz="1200"/>
                  </a:p>
                </p:txBody>
              </p:sp>
            </mc:Choice>
            <mc:Fallback xmlns="">
              <p:sp>
                <p:nvSpPr>
                  <p:cNvPr id="59" name="CaixaDeTexto 58">
                    <a:extLst>
                      <a:ext uri="{FF2B5EF4-FFF2-40B4-BE49-F238E27FC236}">
                        <a16:creationId xmlns:a16="http://schemas.microsoft.com/office/drawing/2014/main" id="{BABB723B-F436-7566-C6E4-E9DBC0ACDB14}"/>
                      </a:ext>
                    </a:extLst>
                  </p:cNvPr>
                  <p:cNvSpPr txBox="1">
                    <a:spLocks noRot="1" noChangeAspect="1" noMove="1" noResize="1" noEditPoints="1" noAdjustHandles="1" noChangeArrowheads="1" noChangeShapeType="1" noTextEdit="1"/>
                  </p:cNvSpPr>
                  <p:nvPr/>
                </p:nvSpPr>
                <p:spPr>
                  <a:xfrm>
                    <a:off x="2668927" y="2033107"/>
                    <a:ext cx="1102752" cy="877772"/>
                  </a:xfrm>
                  <a:prstGeom prst="rect">
                    <a:avLst/>
                  </a:prstGeom>
                  <a:blipFill>
                    <a:blip r:embed="rId6"/>
                    <a:stretch>
                      <a:fillRect b="-10417"/>
                    </a:stretch>
                  </a:blipFill>
                </p:spPr>
                <p:txBody>
                  <a:bodyPr/>
                  <a:lstStyle/>
                  <a:p>
                    <a:r>
                      <a:rPr lang="pt-BR">
                        <a:noFill/>
                      </a:rPr>
                      <a:t> </a:t>
                    </a:r>
                  </a:p>
                </p:txBody>
              </p:sp>
            </mc:Fallback>
          </mc:AlternateContent>
        </p:grpSp>
        <p:sp>
          <p:nvSpPr>
            <p:cNvPr id="47" name="Elipse 46">
              <a:extLst>
                <a:ext uri="{FF2B5EF4-FFF2-40B4-BE49-F238E27FC236}">
                  <a16:creationId xmlns:a16="http://schemas.microsoft.com/office/drawing/2014/main" id="{51049A00-6ED3-935F-5225-9D06DC40A4D0}"/>
                </a:ext>
              </a:extLst>
            </p:cNvPr>
            <p:cNvSpPr/>
            <p:nvPr/>
          </p:nvSpPr>
          <p:spPr>
            <a:xfrm>
              <a:off x="696308" y="1390188"/>
              <a:ext cx="661637" cy="632885"/>
            </a:xfrm>
            <a:prstGeom prst="ellipse">
              <a:avLst/>
            </a:prstGeom>
            <a:noFill/>
            <a:ln w="19050">
              <a:solidFill>
                <a:schemeClr val="tx2">
                  <a:lumMod val="90000"/>
                  <a:lumOff val="1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1600"/>
            </a:p>
          </p:txBody>
        </p:sp>
        <p:sp>
          <p:nvSpPr>
            <p:cNvPr id="53" name="Elipse 52">
              <a:extLst>
                <a:ext uri="{FF2B5EF4-FFF2-40B4-BE49-F238E27FC236}">
                  <a16:creationId xmlns:a16="http://schemas.microsoft.com/office/drawing/2014/main" id="{34E04851-1E4B-F7D9-9DD6-CC1AFB6F1CCD}"/>
                </a:ext>
              </a:extLst>
            </p:cNvPr>
            <p:cNvSpPr/>
            <p:nvPr/>
          </p:nvSpPr>
          <p:spPr>
            <a:xfrm>
              <a:off x="3229096" y="1383106"/>
              <a:ext cx="661637" cy="632885"/>
            </a:xfrm>
            <a:prstGeom prst="ellipse">
              <a:avLst/>
            </a:prstGeom>
            <a:noFill/>
            <a:ln w="19050">
              <a:solidFill>
                <a:schemeClr val="accent1">
                  <a:lumMod val="60000"/>
                  <a:lumOff val="4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1600"/>
            </a:p>
          </p:txBody>
        </p:sp>
        <p:sp>
          <p:nvSpPr>
            <p:cNvPr id="54" name="Elipse 53">
              <a:extLst>
                <a:ext uri="{FF2B5EF4-FFF2-40B4-BE49-F238E27FC236}">
                  <a16:creationId xmlns:a16="http://schemas.microsoft.com/office/drawing/2014/main" id="{183E481E-4455-290B-4272-39BB752DA807}"/>
                </a:ext>
              </a:extLst>
            </p:cNvPr>
            <p:cNvSpPr/>
            <p:nvPr/>
          </p:nvSpPr>
          <p:spPr>
            <a:xfrm>
              <a:off x="3544878" y="1667961"/>
              <a:ext cx="30074" cy="2730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00"/>
            </a:p>
          </p:txBody>
        </p:sp>
        <p:sp>
          <p:nvSpPr>
            <p:cNvPr id="55" name="Elipse 54">
              <a:extLst>
                <a:ext uri="{FF2B5EF4-FFF2-40B4-BE49-F238E27FC236}">
                  <a16:creationId xmlns:a16="http://schemas.microsoft.com/office/drawing/2014/main" id="{20053EDF-AD84-037B-F133-9C3F96681918}"/>
                </a:ext>
              </a:extLst>
            </p:cNvPr>
            <p:cNvSpPr/>
            <p:nvPr/>
          </p:nvSpPr>
          <p:spPr>
            <a:xfrm>
              <a:off x="1009922" y="1669789"/>
              <a:ext cx="30074" cy="2730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00"/>
            </a:p>
          </p:txBody>
        </p:sp>
        <p:cxnSp>
          <p:nvCxnSpPr>
            <p:cNvPr id="56" name="Conector de Seta Reta 55">
              <a:extLst>
                <a:ext uri="{FF2B5EF4-FFF2-40B4-BE49-F238E27FC236}">
                  <a16:creationId xmlns:a16="http://schemas.microsoft.com/office/drawing/2014/main" id="{BDE6BC70-9815-BCBC-8DCE-1075E3F7CD92}"/>
                </a:ext>
              </a:extLst>
            </p:cNvPr>
            <p:cNvCxnSpPr>
              <a:cxnSpLocks/>
            </p:cNvCxnSpPr>
            <p:nvPr/>
          </p:nvCxnSpPr>
          <p:spPr>
            <a:xfrm>
              <a:off x="1020554" y="2211872"/>
              <a:ext cx="2534958" cy="0"/>
            </a:xfrm>
            <a:prstGeom prst="straightConnector1">
              <a:avLst/>
            </a:prstGeom>
            <a:ln w="6350">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62" name="Conector reto 61">
              <a:extLst>
                <a:ext uri="{FF2B5EF4-FFF2-40B4-BE49-F238E27FC236}">
                  <a16:creationId xmlns:a16="http://schemas.microsoft.com/office/drawing/2014/main" id="{53550CF9-F181-C494-3352-8D25E4C9FE59}"/>
                </a:ext>
              </a:extLst>
            </p:cNvPr>
            <p:cNvCxnSpPr>
              <a:cxnSpLocks/>
            </p:cNvCxnSpPr>
            <p:nvPr/>
          </p:nvCxnSpPr>
          <p:spPr>
            <a:xfrm flipH="1">
              <a:off x="1020554" y="1752347"/>
              <a:ext cx="4404" cy="501613"/>
            </a:xfrm>
            <a:prstGeom prst="line">
              <a:avLst/>
            </a:prstGeom>
            <a:ln w="6350"/>
          </p:spPr>
          <p:style>
            <a:lnRef idx="1">
              <a:schemeClr val="dk1"/>
            </a:lnRef>
            <a:fillRef idx="0">
              <a:schemeClr val="dk1"/>
            </a:fillRef>
            <a:effectRef idx="0">
              <a:schemeClr val="dk1"/>
            </a:effectRef>
            <a:fontRef idx="minor">
              <a:schemeClr val="tx1"/>
            </a:fontRef>
          </p:style>
        </p:cxnSp>
        <p:cxnSp>
          <p:nvCxnSpPr>
            <p:cNvPr id="63" name="Conector reto 62">
              <a:extLst>
                <a:ext uri="{FF2B5EF4-FFF2-40B4-BE49-F238E27FC236}">
                  <a16:creationId xmlns:a16="http://schemas.microsoft.com/office/drawing/2014/main" id="{BA24B537-B045-D5FC-A933-55DA1553D52F}"/>
                </a:ext>
              </a:extLst>
            </p:cNvPr>
            <p:cNvCxnSpPr>
              <a:cxnSpLocks/>
            </p:cNvCxnSpPr>
            <p:nvPr/>
          </p:nvCxnSpPr>
          <p:spPr>
            <a:xfrm flipH="1">
              <a:off x="3555512" y="1757595"/>
              <a:ext cx="4404" cy="501613"/>
            </a:xfrm>
            <a:prstGeom prst="line">
              <a:avLst/>
            </a:prstGeom>
            <a:ln w="952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7" name="CaixaDeTexto 66">
                  <a:extLst>
                    <a:ext uri="{FF2B5EF4-FFF2-40B4-BE49-F238E27FC236}">
                      <a16:creationId xmlns:a16="http://schemas.microsoft.com/office/drawing/2014/main" id="{37A24E53-B80D-29AD-D284-85B58EB2F1BB}"/>
                    </a:ext>
                  </a:extLst>
                </p:cNvPr>
                <p:cNvSpPr txBox="1"/>
                <p:nvPr/>
              </p:nvSpPr>
              <p:spPr>
                <a:xfrm>
                  <a:off x="1666168" y="1933871"/>
                  <a:ext cx="1258623" cy="3506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200" b="0" i="1" smtClean="0">
                            <a:latin typeface="Cambria Math" panose="02040503050406030204" pitchFamily="18" charset="0"/>
                          </a:rPr>
                          <m:t>𝑑</m:t>
                        </m:r>
                        <m:r>
                          <a:rPr lang="pt-BR" sz="1200" b="0" i="1" smtClean="0">
                            <a:latin typeface="Cambria Math" panose="02040503050406030204" pitchFamily="18" charset="0"/>
                          </a:rPr>
                          <m:t>=100 </m:t>
                        </m:r>
                        <m:r>
                          <a:rPr lang="pt-BR" sz="1200" b="0" i="1" smtClean="0">
                            <a:latin typeface="Cambria Math" panose="02040503050406030204" pitchFamily="18" charset="0"/>
                          </a:rPr>
                          <m:t>𝑚𝑚</m:t>
                        </m:r>
                      </m:oMath>
                    </m:oMathPara>
                  </a14:m>
                  <a:endParaRPr lang="pt-BR" sz="1200"/>
                </a:p>
              </p:txBody>
            </p:sp>
          </mc:Choice>
          <mc:Fallback xmlns="">
            <p:sp>
              <p:nvSpPr>
                <p:cNvPr id="67" name="CaixaDeTexto 66">
                  <a:extLst>
                    <a:ext uri="{FF2B5EF4-FFF2-40B4-BE49-F238E27FC236}">
                      <a16:creationId xmlns:a16="http://schemas.microsoft.com/office/drawing/2014/main" id="{37A24E53-B80D-29AD-D284-85B58EB2F1BB}"/>
                    </a:ext>
                  </a:extLst>
                </p:cNvPr>
                <p:cNvSpPr txBox="1">
                  <a:spLocks noRot="1" noChangeAspect="1" noMove="1" noResize="1" noEditPoints="1" noAdjustHandles="1" noChangeArrowheads="1" noChangeShapeType="1" noTextEdit="1"/>
                </p:cNvSpPr>
                <p:nvPr/>
              </p:nvSpPr>
              <p:spPr>
                <a:xfrm>
                  <a:off x="1666168" y="1933871"/>
                  <a:ext cx="1258623" cy="350675"/>
                </a:xfrm>
                <a:prstGeom prst="rect">
                  <a:avLst/>
                </a:prstGeom>
                <a:blipFill>
                  <a:blip r:embed="rId7"/>
                  <a:stretch>
                    <a:fillRect r="-629"/>
                  </a:stretch>
                </a:blipFill>
              </p:spPr>
              <p:txBody>
                <a:bodyPr/>
                <a:lstStyle/>
                <a:p>
                  <a:r>
                    <a:rPr lang="pt-BR">
                      <a:noFill/>
                    </a:rPr>
                    <a:t> </a:t>
                  </a:r>
                </a:p>
              </p:txBody>
            </p:sp>
          </mc:Fallback>
        </mc:AlternateContent>
        <p:grpSp>
          <p:nvGrpSpPr>
            <p:cNvPr id="69" name="Agrupar 68">
              <a:extLst>
                <a:ext uri="{FF2B5EF4-FFF2-40B4-BE49-F238E27FC236}">
                  <a16:creationId xmlns:a16="http://schemas.microsoft.com/office/drawing/2014/main" id="{6BFC5669-335B-ED51-FCE2-F0B05F0CB65C}"/>
                </a:ext>
              </a:extLst>
            </p:cNvPr>
            <p:cNvGrpSpPr/>
            <p:nvPr/>
          </p:nvGrpSpPr>
          <p:grpSpPr>
            <a:xfrm>
              <a:off x="779214" y="1324886"/>
              <a:ext cx="495861" cy="368776"/>
              <a:chOff x="161602" y="1426275"/>
              <a:chExt cx="753825" cy="617529"/>
            </a:xfrm>
          </p:grpSpPr>
          <p:cxnSp>
            <p:nvCxnSpPr>
              <p:cNvPr id="84" name="Conector de Seta Reta 83">
                <a:extLst>
                  <a:ext uri="{FF2B5EF4-FFF2-40B4-BE49-F238E27FC236}">
                    <a16:creationId xmlns:a16="http://schemas.microsoft.com/office/drawing/2014/main" id="{AF4B458A-23E3-3AF9-AD43-724A79DC1FBD}"/>
                  </a:ext>
                </a:extLst>
              </p:cNvPr>
              <p:cNvCxnSpPr>
                <a:cxnSpLocks/>
                <a:stCxn id="55" idx="7"/>
              </p:cNvCxnSpPr>
              <p:nvPr/>
            </p:nvCxnSpPr>
            <p:spPr>
              <a:xfrm flipV="1">
                <a:off x="565980" y="1707620"/>
                <a:ext cx="349447" cy="30902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5" name="CaixaDeTexto 84">
                    <a:extLst>
                      <a:ext uri="{FF2B5EF4-FFF2-40B4-BE49-F238E27FC236}">
                        <a16:creationId xmlns:a16="http://schemas.microsoft.com/office/drawing/2014/main" id="{7474B32F-9873-A5C0-6667-1FE9AE706DE1}"/>
                      </a:ext>
                    </a:extLst>
                  </p:cNvPr>
                  <p:cNvSpPr txBox="1"/>
                  <p:nvPr/>
                </p:nvSpPr>
                <p:spPr>
                  <a:xfrm>
                    <a:off x="161602" y="1426275"/>
                    <a:ext cx="279169" cy="6175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i="1" smtClean="0">
                                  <a:latin typeface="Cambria Math" panose="02040503050406030204" pitchFamily="18" charset="0"/>
                                </a:rPr>
                                <m:t>𝑝</m:t>
                              </m:r>
                            </m:sub>
                          </m:sSub>
                        </m:oMath>
                      </m:oMathPara>
                    </a14:m>
                    <a:endParaRPr lang="pt-BR" sz="1200"/>
                  </a:p>
                </p:txBody>
              </p:sp>
            </mc:Choice>
            <mc:Fallback xmlns="">
              <p:sp>
                <p:nvSpPr>
                  <p:cNvPr id="85" name="CaixaDeTexto 84">
                    <a:extLst>
                      <a:ext uri="{FF2B5EF4-FFF2-40B4-BE49-F238E27FC236}">
                        <a16:creationId xmlns:a16="http://schemas.microsoft.com/office/drawing/2014/main" id="{7474B32F-9873-A5C0-6667-1FE9AE706DE1}"/>
                      </a:ext>
                    </a:extLst>
                  </p:cNvPr>
                  <p:cNvSpPr txBox="1">
                    <a:spLocks noRot="1" noChangeAspect="1" noMove="1" noResize="1" noEditPoints="1" noAdjustHandles="1" noChangeArrowheads="1" noChangeShapeType="1" noTextEdit="1"/>
                  </p:cNvSpPr>
                  <p:nvPr/>
                </p:nvSpPr>
                <p:spPr>
                  <a:xfrm>
                    <a:off x="161602" y="1426275"/>
                    <a:ext cx="279169" cy="617529"/>
                  </a:xfrm>
                  <a:prstGeom prst="rect">
                    <a:avLst/>
                  </a:prstGeom>
                  <a:blipFill>
                    <a:blip r:embed="rId8"/>
                    <a:stretch>
                      <a:fillRect r="-86957" b="-4545"/>
                    </a:stretch>
                  </a:blipFill>
                </p:spPr>
                <p:txBody>
                  <a:bodyPr/>
                  <a:lstStyle/>
                  <a:p>
                    <a:r>
                      <a:rPr lang="pt-BR">
                        <a:noFill/>
                      </a:rPr>
                      <a:t> </a:t>
                    </a:r>
                  </a:p>
                </p:txBody>
              </p:sp>
            </mc:Fallback>
          </mc:AlternateContent>
        </p:grpSp>
        <p:grpSp>
          <p:nvGrpSpPr>
            <p:cNvPr id="70" name="Agrupar 69">
              <a:extLst>
                <a:ext uri="{FF2B5EF4-FFF2-40B4-BE49-F238E27FC236}">
                  <a16:creationId xmlns:a16="http://schemas.microsoft.com/office/drawing/2014/main" id="{D91FBF92-9B1E-8167-F9BC-8447A011B37E}"/>
                </a:ext>
              </a:extLst>
            </p:cNvPr>
            <p:cNvGrpSpPr/>
            <p:nvPr/>
          </p:nvGrpSpPr>
          <p:grpSpPr>
            <a:xfrm>
              <a:off x="3348382" y="1289817"/>
              <a:ext cx="459915" cy="379972"/>
              <a:chOff x="372951" y="1396583"/>
              <a:chExt cx="699176" cy="636277"/>
            </a:xfrm>
          </p:grpSpPr>
          <p:cxnSp>
            <p:nvCxnSpPr>
              <p:cNvPr id="76" name="Conector de Seta Reta 75">
                <a:extLst>
                  <a:ext uri="{FF2B5EF4-FFF2-40B4-BE49-F238E27FC236}">
                    <a16:creationId xmlns:a16="http://schemas.microsoft.com/office/drawing/2014/main" id="{AA5DB6D3-9FDD-B0BA-C8AE-99F6A3BB501E}"/>
                  </a:ext>
                </a:extLst>
              </p:cNvPr>
              <p:cNvCxnSpPr>
                <a:cxnSpLocks/>
              </p:cNvCxnSpPr>
              <p:nvPr/>
            </p:nvCxnSpPr>
            <p:spPr>
              <a:xfrm flipV="1">
                <a:off x="719279" y="1717141"/>
                <a:ext cx="352848" cy="3157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3" name="CaixaDeTexto 82">
                    <a:extLst>
                      <a:ext uri="{FF2B5EF4-FFF2-40B4-BE49-F238E27FC236}">
                        <a16:creationId xmlns:a16="http://schemas.microsoft.com/office/drawing/2014/main" id="{727B67EF-4460-D05D-BC3E-F7D6F49EDE30}"/>
                      </a:ext>
                    </a:extLst>
                  </p:cNvPr>
                  <p:cNvSpPr txBox="1"/>
                  <p:nvPr/>
                </p:nvSpPr>
                <p:spPr>
                  <a:xfrm>
                    <a:off x="372951" y="1396583"/>
                    <a:ext cx="279170" cy="6175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b="0" i="1" smtClean="0">
                                  <a:latin typeface="Cambria Math" panose="02040503050406030204" pitchFamily="18" charset="0"/>
                                </a:rPr>
                                <m:t>𝑞</m:t>
                              </m:r>
                            </m:sub>
                          </m:sSub>
                        </m:oMath>
                      </m:oMathPara>
                    </a14:m>
                    <a:endParaRPr lang="pt-BR" sz="1200"/>
                  </a:p>
                </p:txBody>
              </p:sp>
            </mc:Choice>
            <mc:Fallback xmlns="">
              <p:sp>
                <p:nvSpPr>
                  <p:cNvPr id="83" name="CaixaDeTexto 82">
                    <a:extLst>
                      <a:ext uri="{FF2B5EF4-FFF2-40B4-BE49-F238E27FC236}">
                        <a16:creationId xmlns:a16="http://schemas.microsoft.com/office/drawing/2014/main" id="{727B67EF-4460-D05D-BC3E-F7D6F49EDE30}"/>
                      </a:ext>
                    </a:extLst>
                  </p:cNvPr>
                  <p:cNvSpPr txBox="1">
                    <a:spLocks noRot="1" noChangeAspect="1" noMove="1" noResize="1" noEditPoints="1" noAdjustHandles="1" noChangeArrowheads="1" noChangeShapeType="1" noTextEdit="1"/>
                  </p:cNvSpPr>
                  <p:nvPr/>
                </p:nvSpPr>
                <p:spPr>
                  <a:xfrm>
                    <a:off x="372951" y="1396583"/>
                    <a:ext cx="279170" cy="617530"/>
                  </a:xfrm>
                  <a:prstGeom prst="rect">
                    <a:avLst/>
                  </a:prstGeom>
                  <a:blipFill>
                    <a:blip r:embed="rId9"/>
                    <a:stretch>
                      <a:fillRect r="-86957" b="-4545"/>
                    </a:stretch>
                  </a:blipFill>
                </p:spPr>
                <p:txBody>
                  <a:bodyPr/>
                  <a:lstStyle/>
                  <a:p>
                    <a:r>
                      <a:rPr lang="pt-BR">
                        <a:noFill/>
                      </a:rPr>
                      <a:t> </a:t>
                    </a:r>
                  </a:p>
                </p:txBody>
              </p:sp>
            </mc:Fallback>
          </mc:AlternateContent>
        </p:grpSp>
      </p:grpSp>
      <p:grpSp>
        <p:nvGrpSpPr>
          <p:cNvPr id="105" name="Agrupar 104">
            <a:extLst>
              <a:ext uri="{FF2B5EF4-FFF2-40B4-BE49-F238E27FC236}">
                <a16:creationId xmlns:a16="http://schemas.microsoft.com/office/drawing/2014/main" id="{B7174446-0512-92A8-193D-3BA7C78B3C17}"/>
              </a:ext>
            </a:extLst>
          </p:cNvPr>
          <p:cNvGrpSpPr/>
          <p:nvPr/>
        </p:nvGrpSpPr>
        <p:grpSpPr>
          <a:xfrm>
            <a:off x="5446067" y="533332"/>
            <a:ext cx="1406667" cy="494338"/>
            <a:chOff x="461858" y="889013"/>
            <a:chExt cx="1406667" cy="494338"/>
          </a:xfrm>
        </p:grpSpPr>
        <mc:AlternateContent xmlns:mc="http://schemas.openxmlformats.org/markup-compatibility/2006" xmlns:a14="http://schemas.microsoft.com/office/drawing/2010/main">
          <mc:Choice Requires="a14">
            <p:sp>
              <p:nvSpPr>
                <p:cNvPr id="71" name="CaixaDeTexto 70">
                  <a:extLst>
                    <a:ext uri="{FF2B5EF4-FFF2-40B4-BE49-F238E27FC236}">
                      <a16:creationId xmlns:a16="http://schemas.microsoft.com/office/drawing/2014/main" id="{71206D46-039F-583A-DF90-735C9F073FC8}"/>
                    </a:ext>
                  </a:extLst>
                </p:cNvPr>
                <p:cNvSpPr txBox="1"/>
                <p:nvPr/>
              </p:nvSpPr>
              <p:spPr>
                <a:xfrm>
                  <a:off x="461858" y="1092053"/>
                  <a:ext cx="1406667"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b="0" i="1" smtClean="0">
                                <a:latin typeface="Cambria Math" panose="02040503050406030204" pitchFamily="18" charset="0"/>
                              </a:rPr>
                              <m:t>𝑝</m:t>
                            </m:r>
                          </m:sub>
                        </m:sSub>
                        <m:r>
                          <a:rPr lang="pt-BR" sz="1200" b="0" i="1" smtClean="0">
                            <a:latin typeface="Cambria Math" panose="02040503050406030204" pitchFamily="18" charset="0"/>
                          </a:rPr>
                          <m:t>=</m:t>
                        </m:r>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b="0" i="1" smtClean="0">
                                <a:latin typeface="Cambria Math" panose="02040503050406030204" pitchFamily="18" charset="0"/>
                              </a:rPr>
                              <m:t>𝑞</m:t>
                            </m:r>
                          </m:sub>
                        </m:sSub>
                        <m:r>
                          <a:rPr lang="pt-BR" sz="1200" b="0" i="1" smtClean="0">
                            <a:latin typeface="Cambria Math" panose="02040503050406030204" pitchFamily="18" charset="0"/>
                          </a:rPr>
                          <m:t>=10 </m:t>
                        </m:r>
                        <m:r>
                          <a:rPr lang="pt-BR" sz="1200" b="0" i="1" smtClean="0">
                            <a:latin typeface="Cambria Math" panose="02040503050406030204" pitchFamily="18" charset="0"/>
                          </a:rPr>
                          <m:t>𝑚𝑚</m:t>
                        </m:r>
                      </m:oMath>
                    </m:oMathPara>
                  </a14:m>
                  <a:endParaRPr lang="pt-BR" sz="1200"/>
                </a:p>
              </p:txBody>
            </p:sp>
          </mc:Choice>
          <mc:Fallback xmlns="">
            <p:sp>
              <p:nvSpPr>
                <p:cNvPr id="71" name="CaixaDeTexto 70">
                  <a:extLst>
                    <a:ext uri="{FF2B5EF4-FFF2-40B4-BE49-F238E27FC236}">
                      <a16:creationId xmlns:a16="http://schemas.microsoft.com/office/drawing/2014/main" id="{71206D46-039F-583A-DF90-735C9F073FC8}"/>
                    </a:ext>
                  </a:extLst>
                </p:cNvPr>
                <p:cNvSpPr txBox="1">
                  <a:spLocks noRot="1" noChangeAspect="1" noMove="1" noResize="1" noEditPoints="1" noAdjustHandles="1" noChangeArrowheads="1" noChangeShapeType="1" noTextEdit="1"/>
                </p:cNvSpPr>
                <p:nvPr/>
              </p:nvSpPr>
              <p:spPr>
                <a:xfrm>
                  <a:off x="461858" y="1092053"/>
                  <a:ext cx="1406667" cy="291298"/>
                </a:xfrm>
                <a:prstGeom prst="rect">
                  <a:avLst/>
                </a:prstGeom>
                <a:blipFill>
                  <a:blip r:embed="rId1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8" name="CaixaDeTexto 87">
                  <a:extLst>
                    <a:ext uri="{FF2B5EF4-FFF2-40B4-BE49-F238E27FC236}">
                      <a16:creationId xmlns:a16="http://schemas.microsoft.com/office/drawing/2014/main" id="{8228450C-FF74-E66A-6024-9C6723C1A589}"/>
                    </a:ext>
                  </a:extLst>
                </p:cNvPr>
                <p:cNvSpPr txBox="1"/>
                <p:nvPr/>
              </p:nvSpPr>
              <p:spPr>
                <a:xfrm>
                  <a:off x="465628" y="889013"/>
                  <a:ext cx="1057918" cy="291298"/>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b="0" i="1" smtClean="0">
                                <a:latin typeface="Cambria Math" panose="02040503050406030204" pitchFamily="18" charset="0"/>
                              </a:rPr>
                              <m:t>𝑁</m:t>
                            </m:r>
                          </m:e>
                          <m:sub>
                            <m:r>
                              <a:rPr lang="pt-BR" sz="1200" b="0" i="1" smtClean="0">
                                <a:latin typeface="Cambria Math" panose="02040503050406030204" pitchFamily="18" charset="0"/>
                              </a:rPr>
                              <m:t>𝑝</m:t>
                            </m:r>
                          </m:sub>
                        </m:sSub>
                        <m:r>
                          <a:rPr lang="pt-BR" sz="1200" b="0" i="1" smtClean="0">
                            <a:latin typeface="Cambria Math" panose="02040503050406030204" pitchFamily="18" charset="0"/>
                          </a:rPr>
                          <m:t>=</m:t>
                        </m:r>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𝑁</m:t>
                            </m:r>
                          </m:e>
                          <m:sub>
                            <m:r>
                              <a:rPr lang="pt-BR" sz="1200" b="0" i="1" smtClean="0">
                                <a:latin typeface="Cambria Math" panose="02040503050406030204" pitchFamily="18" charset="0"/>
                              </a:rPr>
                              <m:t>𝑞</m:t>
                            </m:r>
                          </m:sub>
                        </m:sSub>
                        <m:r>
                          <a:rPr lang="pt-BR" sz="1200" b="0" i="1" smtClean="0">
                            <a:latin typeface="Cambria Math" panose="02040503050406030204" pitchFamily="18" charset="0"/>
                          </a:rPr>
                          <m:t>=1</m:t>
                        </m:r>
                      </m:oMath>
                    </m:oMathPara>
                  </a14:m>
                  <a:endParaRPr lang="pt-BR" sz="1200"/>
                </a:p>
              </p:txBody>
            </p:sp>
          </mc:Choice>
          <mc:Fallback xmlns="">
            <p:sp>
              <p:nvSpPr>
                <p:cNvPr id="88" name="CaixaDeTexto 87">
                  <a:extLst>
                    <a:ext uri="{FF2B5EF4-FFF2-40B4-BE49-F238E27FC236}">
                      <a16:creationId xmlns:a16="http://schemas.microsoft.com/office/drawing/2014/main" id="{8228450C-FF74-E66A-6024-9C6723C1A589}"/>
                    </a:ext>
                  </a:extLst>
                </p:cNvPr>
                <p:cNvSpPr txBox="1">
                  <a:spLocks noRot="1" noChangeAspect="1" noMove="1" noResize="1" noEditPoints="1" noAdjustHandles="1" noChangeArrowheads="1" noChangeShapeType="1" noTextEdit="1"/>
                </p:cNvSpPr>
                <p:nvPr/>
              </p:nvSpPr>
              <p:spPr>
                <a:xfrm>
                  <a:off x="465628" y="889013"/>
                  <a:ext cx="1057918" cy="291298"/>
                </a:xfrm>
                <a:prstGeom prst="rect">
                  <a:avLst/>
                </a:prstGeom>
                <a:blipFill>
                  <a:blip r:embed="rId11"/>
                  <a:stretch>
                    <a:fillRect/>
                  </a:stretch>
                </a:blipFill>
                <a:ln>
                  <a:noFill/>
                </a:ln>
              </p:spPr>
              <p:txBody>
                <a:bodyPr/>
                <a:lstStyle/>
                <a:p>
                  <a:r>
                    <a:rPr lang="pt-BR">
                      <a:noFill/>
                    </a:rPr>
                    <a:t> </a:t>
                  </a:r>
                </a:p>
              </p:txBody>
            </p:sp>
          </mc:Fallback>
        </mc:AlternateContent>
      </p:grpSp>
      <p:grpSp>
        <p:nvGrpSpPr>
          <p:cNvPr id="13" name="Agrupar 12">
            <a:extLst>
              <a:ext uri="{FF2B5EF4-FFF2-40B4-BE49-F238E27FC236}">
                <a16:creationId xmlns:a16="http://schemas.microsoft.com/office/drawing/2014/main" id="{895780E0-5782-CD0D-E5CE-EDD161C9B167}"/>
              </a:ext>
            </a:extLst>
          </p:cNvPr>
          <p:cNvGrpSpPr/>
          <p:nvPr/>
        </p:nvGrpSpPr>
        <p:grpSpPr>
          <a:xfrm>
            <a:off x="6487757" y="1597904"/>
            <a:ext cx="5558608" cy="3912030"/>
            <a:chOff x="6487757" y="1597904"/>
            <a:chExt cx="5558608" cy="3912030"/>
          </a:xfrm>
        </p:grpSpPr>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EB77FE1C-A297-137B-7409-4C722FA1B8FF}"/>
                    </a:ext>
                  </a:extLst>
                </p:cNvPr>
                <p:cNvSpPr txBox="1"/>
                <p:nvPr/>
              </p:nvSpPr>
              <p:spPr>
                <a:xfrm>
                  <a:off x="6500137" y="2204864"/>
                  <a:ext cx="5546228" cy="436017"/>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sz="1400" i="1" smtClean="0">
                                <a:latin typeface="Cambria Math" panose="02040503050406030204" pitchFamily="18" charset="0"/>
                              </a:rPr>
                            </m:ctrlPr>
                          </m:sSubSupPr>
                          <m:e>
                            <m:r>
                              <a:rPr lang="pt-BR" sz="1400" b="0" i="1">
                                <a:latin typeface="Cambria Math" panose="02040503050406030204" pitchFamily="18" charset="0"/>
                              </a:rPr>
                              <m:t>𝐺</m:t>
                            </m:r>
                          </m:e>
                          <m:sub>
                            <m:sSup>
                              <m:sSupPr>
                                <m:ctrlPr>
                                  <a:rPr lang="pt-BR" sz="1400" b="0" i="1" smtClean="0">
                                    <a:latin typeface="Cambria Math" panose="02040503050406030204" pitchFamily="18" charset="0"/>
                                  </a:rPr>
                                </m:ctrlPr>
                              </m:sSupPr>
                              <m:e>
                                <m:r>
                                  <a:rPr lang="pt-BR" sz="1400" b="0" i="1" smtClean="0">
                                    <a:latin typeface="Cambria Math" panose="02040503050406030204" pitchFamily="18" charset="0"/>
                                  </a:rPr>
                                  <m:t>𝑛</m:t>
                                </m:r>
                              </m:e>
                              <m:sup>
                                <m:r>
                                  <a:rPr lang="pt-BR" sz="1400" b="0" i="1" smtClean="0">
                                    <a:latin typeface="Cambria Math" panose="02040503050406030204" pitchFamily="18" charset="0"/>
                                  </a:rPr>
                                  <m:t>′</m:t>
                                </m:r>
                              </m:sup>
                            </m:sSup>
                            <m:r>
                              <a:rPr lang="pt-BR" sz="1400" b="0" i="1">
                                <a:latin typeface="Cambria Math" panose="02040503050406030204" pitchFamily="18" charset="0"/>
                              </a:rPr>
                              <m:t>, </m:t>
                            </m:r>
                            <m:r>
                              <a:rPr lang="pt-BR" sz="1400" i="1">
                                <a:latin typeface="Cambria Math" panose="02040503050406030204" pitchFamily="18" charset="0"/>
                              </a:rPr>
                              <m:t>  </m:t>
                            </m:r>
                            <m:r>
                              <a:rPr lang="pt-BR" sz="1400" b="0" i="1" smtClean="0">
                                <a:latin typeface="Cambria Math" panose="02040503050406030204" pitchFamily="18" charset="0"/>
                              </a:rPr>
                              <m:t>𝑛</m:t>
                            </m:r>
                          </m:sub>
                          <m:sup>
                            <m:r>
                              <a:rPr lang="pt-BR" sz="1400" i="1">
                                <a:latin typeface="Cambria Math" panose="02040503050406030204" pitchFamily="18" charset="0"/>
                              </a:rPr>
                              <m:t>(</m:t>
                            </m:r>
                            <m:r>
                              <a:rPr lang="pt-BR" sz="1400" b="0" i="1" smtClean="0">
                                <a:latin typeface="Cambria Math" panose="02040503050406030204" pitchFamily="18" charset="0"/>
                              </a:rPr>
                              <m:t>𝑝</m:t>
                            </m:r>
                            <m:r>
                              <a:rPr lang="pt-BR" sz="1400" i="1">
                                <a:latin typeface="Cambria Math" panose="02040503050406030204" pitchFamily="18" charset="0"/>
                              </a:rPr>
                              <m:t>,</m:t>
                            </m:r>
                            <m:r>
                              <a:rPr lang="pt-BR" sz="1400" b="0" i="1" smtClean="0">
                                <a:latin typeface="Cambria Math" panose="02040503050406030204" pitchFamily="18" charset="0"/>
                              </a:rPr>
                              <m:t>   </m:t>
                            </m:r>
                            <m:r>
                              <a:rPr lang="pt-BR" sz="1400" b="0" i="1" smtClean="0">
                                <a:latin typeface="Cambria Math" panose="02040503050406030204" pitchFamily="18" charset="0"/>
                              </a:rPr>
                              <m:t>𝑞</m:t>
                            </m:r>
                            <m:r>
                              <a:rPr lang="pt-BR" sz="1400" i="1">
                                <a:latin typeface="Cambria Math" panose="02040503050406030204" pitchFamily="18" charset="0"/>
                              </a:rPr>
                              <m:t>)</m:t>
                            </m:r>
                          </m:sup>
                        </m:sSubSup>
                        <m:r>
                          <a:rPr lang="pt-BR" sz="1400" i="1" smtClean="0">
                            <a:latin typeface="Cambria Math" panose="02040503050406030204" pitchFamily="18" charset="0"/>
                          </a:rPr>
                          <m:t>=</m:t>
                        </m:r>
                        <m:sSup>
                          <m:sSupPr>
                            <m:ctrlPr>
                              <a:rPr lang="pt-BR" sz="1400" b="0" i="1" smtClean="0">
                                <a:latin typeface="Cambria Math" panose="02040503050406030204" pitchFamily="18" charset="0"/>
                              </a:rPr>
                            </m:ctrlPr>
                          </m:sSupPr>
                          <m:e>
                            <m:d>
                              <m:dPr>
                                <m:ctrlPr>
                                  <a:rPr lang="pt-BR" sz="1400" b="0" i="1" smtClean="0">
                                    <a:latin typeface="Cambria Math" panose="02040503050406030204" pitchFamily="18" charset="0"/>
                                  </a:rPr>
                                </m:ctrlPr>
                              </m:dPr>
                              <m:e>
                                <m:sSubSup>
                                  <m:sSubSupPr>
                                    <m:ctrlPr>
                                      <a:rPr lang="pt-BR" sz="1400" i="1">
                                        <a:latin typeface="Cambria Math" panose="02040503050406030204" pitchFamily="18" charset="0"/>
                                      </a:rPr>
                                    </m:ctrlPr>
                                  </m:sSubSupPr>
                                  <m:e>
                                    <m:r>
                                      <a:rPr lang="pt-BR" sz="1400" i="1">
                                        <a:latin typeface="Cambria Math" panose="02040503050406030204" pitchFamily="18" charset="0"/>
                                      </a:rPr>
                                      <m:t>𝐺</m:t>
                                    </m:r>
                                  </m:e>
                                  <m:sub>
                                    <m:sSup>
                                      <m:sSupPr>
                                        <m:ctrlPr>
                                          <a:rPr lang="pt-BR" sz="1400" i="1">
                                            <a:latin typeface="Cambria Math" panose="02040503050406030204" pitchFamily="18" charset="0"/>
                                          </a:rPr>
                                        </m:ctrlPr>
                                      </m:sSupPr>
                                      <m:e>
                                        <m:r>
                                          <a:rPr lang="pt-BR" sz="1400" b="0" i="1" smtClean="0">
                                            <a:latin typeface="Cambria Math" panose="02040503050406030204" pitchFamily="18" charset="0"/>
                                          </a:rPr>
                                          <m:t>−</m:t>
                                        </m:r>
                                        <m:r>
                                          <a:rPr lang="pt-BR" sz="1400" i="1">
                                            <a:latin typeface="Cambria Math" panose="02040503050406030204" pitchFamily="18" charset="0"/>
                                          </a:rPr>
                                          <m:t>𝑛</m:t>
                                        </m:r>
                                      </m:e>
                                      <m:sup>
                                        <m:r>
                                          <a:rPr lang="pt-BR" sz="1400" i="1">
                                            <a:latin typeface="Cambria Math" panose="02040503050406030204" pitchFamily="18" charset="0"/>
                                          </a:rPr>
                                          <m:t>′</m:t>
                                        </m:r>
                                      </m:sup>
                                    </m:sSup>
                                    <m:r>
                                      <a:rPr lang="pt-BR" sz="1400" i="1">
                                        <a:latin typeface="Cambria Math" panose="02040503050406030204" pitchFamily="18" charset="0"/>
                                      </a:rPr>
                                      <m:t>,   </m:t>
                                    </m:r>
                                    <m:r>
                                      <a:rPr lang="pt-BR" sz="1400" b="0" i="1" smtClean="0">
                                        <a:latin typeface="Cambria Math" panose="02040503050406030204" pitchFamily="18" charset="0"/>
                                      </a:rPr>
                                      <m:t>−</m:t>
                                    </m:r>
                                    <m:r>
                                      <a:rPr lang="pt-BR" sz="1400" i="1">
                                        <a:latin typeface="Cambria Math" panose="02040503050406030204" pitchFamily="18" charset="0"/>
                                      </a:rPr>
                                      <m:t>𝑛</m:t>
                                    </m:r>
                                  </m:sub>
                                  <m:sup>
                                    <m:d>
                                      <m:dPr>
                                        <m:ctrlPr>
                                          <a:rPr lang="pt-BR" sz="1400" i="1">
                                            <a:latin typeface="Cambria Math" panose="02040503050406030204" pitchFamily="18" charset="0"/>
                                          </a:rPr>
                                        </m:ctrlPr>
                                      </m:dPr>
                                      <m:e>
                                        <m:r>
                                          <a:rPr lang="pt-BR" sz="1400" i="1">
                                            <a:latin typeface="Cambria Math" panose="02040503050406030204" pitchFamily="18" charset="0"/>
                                          </a:rPr>
                                          <m:t>𝑝</m:t>
                                        </m:r>
                                        <m:r>
                                          <a:rPr lang="pt-BR" sz="1400" i="1">
                                            <a:latin typeface="Cambria Math" panose="02040503050406030204" pitchFamily="18" charset="0"/>
                                          </a:rPr>
                                          <m:t>,   </m:t>
                                        </m:r>
                                        <m:r>
                                          <a:rPr lang="pt-BR" sz="1400" i="1">
                                            <a:latin typeface="Cambria Math" panose="02040503050406030204" pitchFamily="18" charset="0"/>
                                          </a:rPr>
                                          <m:t>𝑞</m:t>
                                        </m:r>
                                      </m:e>
                                    </m:d>
                                  </m:sup>
                                </m:sSubSup>
                              </m:e>
                            </m:d>
                          </m:e>
                          <m:sup>
                            <m:r>
                              <a:rPr lang="pt-BR" sz="1400" b="0" i="1" smtClean="0">
                                <a:latin typeface="Cambria Math" panose="02040503050406030204" pitchFamily="18" charset="0"/>
                              </a:rPr>
                              <m:t>∗</m:t>
                            </m:r>
                          </m:sup>
                        </m:sSup>
                      </m:oMath>
                    </m:oMathPara>
                  </a14:m>
                  <a:endParaRPr lang="en-US" sz="1400"/>
                </a:p>
              </p:txBody>
            </p:sp>
          </mc:Choice>
          <mc:Fallback xmlns="">
            <p:sp>
              <p:nvSpPr>
                <p:cNvPr id="3" name="CaixaDeTexto 2">
                  <a:extLst>
                    <a:ext uri="{FF2B5EF4-FFF2-40B4-BE49-F238E27FC236}">
                      <a16:creationId xmlns:a16="http://schemas.microsoft.com/office/drawing/2014/main" id="{EB77FE1C-A297-137B-7409-4C722FA1B8FF}"/>
                    </a:ext>
                  </a:extLst>
                </p:cNvPr>
                <p:cNvSpPr txBox="1">
                  <a:spLocks noRot="1" noChangeAspect="1" noMove="1" noResize="1" noEditPoints="1" noAdjustHandles="1" noChangeArrowheads="1" noChangeShapeType="1" noTextEdit="1"/>
                </p:cNvSpPr>
                <p:nvPr/>
              </p:nvSpPr>
              <p:spPr>
                <a:xfrm>
                  <a:off x="6500137" y="2204864"/>
                  <a:ext cx="5546228" cy="436017"/>
                </a:xfrm>
                <a:prstGeom prst="rect">
                  <a:avLst/>
                </a:prstGeom>
                <a:blipFill>
                  <a:blip r:embed="rId1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024384E6-C655-ECA9-D471-85AFACB588FF}"/>
                    </a:ext>
                  </a:extLst>
                </p:cNvPr>
                <p:cNvSpPr txBox="1"/>
                <p:nvPr/>
              </p:nvSpPr>
              <p:spPr>
                <a:xfrm>
                  <a:off x="6487757" y="1597904"/>
                  <a:ext cx="5150102" cy="338554"/>
                </a:xfrm>
                <a:prstGeom prst="rect">
                  <a:avLst/>
                </a:prstGeom>
                <a:noFill/>
              </p:spPr>
              <p:txBody>
                <a:bodyPr wrap="square">
                  <a:spAutoFit/>
                </a:bodyPr>
                <a:lstStyle>
                  <a:defPPr>
                    <a:defRPr lang="pt-BR"/>
                  </a:defPPr>
                  <a:lvl1pPr>
                    <a:defRPr sz="1600"/>
                  </a:lvl1pPr>
                </a:lstStyle>
                <a:p>
                  <a:r>
                    <a:rPr lang="en-US" sz="1600"/>
                    <a:t>4.2.3 Negative Columns (</a:t>
                  </a:r>
                  <a14:m>
                    <m:oMath xmlns:m="http://schemas.openxmlformats.org/officeDocument/2006/math">
                      <m:r>
                        <a:rPr lang="en-US" sz="1600" i="1" smtClean="0">
                          <a:latin typeface="Cambria Math" panose="02040503050406030204" pitchFamily="18" charset="0"/>
                        </a:rPr>
                        <m:t>𝑛</m:t>
                      </m:r>
                      <m:r>
                        <a:rPr lang="pt-BR" sz="1600" b="0" i="1" smtClean="0">
                          <a:latin typeface="Cambria Math" panose="02040503050406030204" pitchFamily="18" charset="0"/>
                        </a:rPr>
                        <m:t>&lt;</m:t>
                      </m:r>
                      <m:r>
                        <a:rPr lang="en-US" sz="1600" i="1" smtClean="0">
                          <a:latin typeface="Cambria Math" panose="02040503050406030204" pitchFamily="18" charset="0"/>
                        </a:rPr>
                        <m:t>0</m:t>
                      </m:r>
                    </m:oMath>
                  </a14:m>
                  <a:r>
                    <a:rPr lang="en-US" sz="1600"/>
                    <a:t>): Equation (51) [1]: </a:t>
                  </a:r>
                  <a:endParaRPr lang="pt-BR"/>
                </a:p>
              </p:txBody>
            </p:sp>
          </mc:Choice>
          <mc:Fallback xmlns="">
            <p:sp>
              <p:nvSpPr>
                <p:cNvPr id="5" name="CaixaDeTexto 4">
                  <a:extLst>
                    <a:ext uri="{FF2B5EF4-FFF2-40B4-BE49-F238E27FC236}">
                      <a16:creationId xmlns:a16="http://schemas.microsoft.com/office/drawing/2014/main" id="{024384E6-C655-ECA9-D471-85AFACB588FF}"/>
                    </a:ext>
                  </a:extLst>
                </p:cNvPr>
                <p:cNvSpPr txBox="1">
                  <a:spLocks noRot="1" noChangeAspect="1" noMove="1" noResize="1" noEditPoints="1" noAdjustHandles="1" noChangeArrowheads="1" noChangeShapeType="1" noTextEdit="1"/>
                </p:cNvSpPr>
                <p:nvPr/>
              </p:nvSpPr>
              <p:spPr>
                <a:xfrm>
                  <a:off x="6487757" y="1597904"/>
                  <a:ext cx="5150102" cy="338554"/>
                </a:xfrm>
                <a:prstGeom prst="rect">
                  <a:avLst/>
                </a:prstGeom>
                <a:blipFill>
                  <a:blip r:embed="rId13"/>
                  <a:stretch>
                    <a:fillRect l="-592" t="-5357" b="-2142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DBF066AA-973D-AFEB-57B4-B81FD1105440}"/>
                    </a:ext>
                  </a:extLst>
                </p:cNvPr>
                <p:cNvSpPr txBox="1"/>
                <p:nvPr/>
              </p:nvSpPr>
              <p:spPr>
                <a:xfrm>
                  <a:off x="6501749" y="4185084"/>
                  <a:ext cx="4941740" cy="1324850"/>
                </a:xfrm>
                <a:prstGeom prst="rect">
                  <a:avLst/>
                </a:prstGeom>
                <a:noFill/>
              </p:spPr>
              <p:txBody>
                <a:bodyPr wrap="square">
                  <a:spAutoFit/>
                </a:bodyPr>
                <a:lstStyle>
                  <a:defPPr>
                    <a:defRPr lang="pt-BR"/>
                  </a:defPPr>
                  <a:lvl1pPr>
                    <a:defRPr sz="1600"/>
                  </a:lvl1pPr>
                </a:lstStyle>
                <a:p>
                  <a:pPr>
                    <a:lnSpc>
                      <a:spcPct val="150000"/>
                    </a:lnSpc>
                  </a:pPr>
                  <a14:m>
                    <m:oMathPara xmlns:m="http://schemas.openxmlformats.org/officeDocument/2006/math">
                      <m:oMathParaPr>
                        <m:jc m:val="left"/>
                      </m:oMathParaPr>
                      <m:oMath xmlns:m="http://schemas.openxmlformats.org/officeDocument/2006/math">
                        <m:sSubSup>
                          <m:sSubSupPr>
                            <m:ctrlPr>
                              <a:rPr lang="pt-BR" sz="1400" i="1" smtClean="0">
                                <a:solidFill>
                                  <a:schemeClr val="tx1"/>
                                </a:solidFill>
                                <a:latin typeface="Cambria Math" panose="02040503050406030204" pitchFamily="18" charset="0"/>
                              </a:rPr>
                            </m:ctrlPr>
                          </m:sSubSupPr>
                          <m:e>
                            <m:r>
                              <a:rPr lang="pt-BR" sz="1400" b="1" i="1">
                                <a:solidFill>
                                  <a:schemeClr val="tx1"/>
                                </a:solidFill>
                                <a:latin typeface="Cambria Math" panose="02040503050406030204" pitchFamily="18" charset="0"/>
                              </a:rPr>
                              <m:t>𝑮</m:t>
                            </m:r>
                          </m:e>
                          <m:sub>
                            <m:r>
                              <a:rPr lang="pt-BR" sz="1400" b="0" i="1" smtClean="0">
                                <a:solidFill>
                                  <a:schemeClr val="tx1"/>
                                </a:solidFill>
                                <a:latin typeface="Cambria Math" panose="02040503050406030204" pitchFamily="18" charset="0"/>
                              </a:rPr>
                              <m:t> </m:t>
                            </m:r>
                          </m:sub>
                          <m:sup>
                            <m:r>
                              <a:rPr lang="pt-BR" sz="1400" i="1">
                                <a:solidFill>
                                  <a:schemeClr val="tx1"/>
                                </a:solidFill>
                                <a:latin typeface="Cambria Math" panose="02040503050406030204" pitchFamily="18" charset="0"/>
                              </a:rPr>
                              <m:t>(</m:t>
                            </m:r>
                            <m:r>
                              <a:rPr lang="pt-BR" sz="1400" b="0" i="1" smtClean="0">
                                <a:solidFill>
                                  <a:schemeClr val="tx1"/>
                                </a:solidFill>
                                <a:latin typeface="Cambria Math" panose="02040503050406030204" pitchFamily="18" charset="0"/>
                              </a:rPr>
                              <m:t>𝑝</m:t>
                            </m:r>
                            <m:r>
                              <a:rPr lang="pt-BR" sz="1400" b="0" i="1" smtClean="0">
                                <a:solidFill>
                                  <a:schemeClr val="tx1"/>
                                </a:solidFill>
                                <a:latin typeface="Cambria Math" panose="02040503050406030204" pitchFamily="18" charset="0"/>
                              </a:rPr>
                              <m:t>,   </m:t>
                            </m:r>
                            <m:r>
                              <a:rPr lang="pt-BR" sz="1400" b="0" i="1" smtClean="0">
                                <a:solidFill>
                                  <a:schemeClr val="tx1"/>
                                </a:solidFill>
                                <a:latin typeface="Cambria Math" panose="02040503050406030204" pitchFamily="18" charset="0"/>
                              </a:rPr>
                              <m:t>𝑞</m:t>
                            </m:r>
                            <m:r>
                              <a:rPr lang="pt-BR" sz="1400" i="1">
                                <a:solidFill>
                                  <a:schemeClr val="tx1"/>
                                </a:solidFill>
                                <a:latin typeface="Cambria Math" panose="02040503050406030204" pitchFamily="18" charset="0"/>
                              </a:rPr>
                              <m:t>)</m:t>
                            </m:r>
                          </m:sup>
                        </m:sSubSup>
                        <m:r>
                          <a:rPr lang="pt-BR" sz="1400" b="0" i="1" smtClean="0">
                            <a:solidFill>
                              <a:schemeClr val="tx1"/>
                            </a:solidFill>
                            <a:latin typeface="Cambria Math" panose="02040503050406030204" pitchFamily="18" charset="0"/>
                          </a:rPr>
                          <m:t>=</m:t>
                        </m:r>
                        <m:sSubSup>
                          <m:sSubSupPr>
                            <m:ctrlPr>
                              <a:rPr lang="pt-BR" sz="1400" i="1">
                                <a:latin typeface="Cambria Math" panose="02040503050406030204" pitchFamily="18" charset="0"/>
                              </a:rPr>
                            </m:ctrlPr>
                          </m:sSubSupPr>
                          <m:e>
                            <m:r>
                              <a:rPr lang="pt-BR" sz="1400" b="1" i="1">
                                <a:latin typeface="Cambria Math" panose="02040503050406030204" pitchFamily="18" charset="0"/>
                              </a:rPr>
                              <m:t>𝑮</m:t>
                            </m:r>
                          </m:e>
                          <m:sub>
                            <m:r>
                              <a:rPr lang="pt-BR" sz="1400" i="1">
                                <a:latin typeface="Cambria Math" panose="02040503050406030204" pitchFamily="18" charset="0"/>
                              </a:rPr>
                              <m:t> </m:t>
                            </m:r>
                          </m:sub>
                          <m:sup>
                            <m:r>
                              <a:rPr lang="pt-BR" sz="1400" i="1">
                                <a:latin typeface="Cambria Math" panose="02040503050406030204" pitchFamily="18" charset="0"/>
                              </a:rPr>
                              <m:t>(</m:t>
                            </m:r>
                            <m:r>
                              <a:rPr lang="pt-BR" sz="1400" b="0" i="1" smtClean="0">
                                <a:latin typeface="Cambria Math" panose="02040503050406030204" pitchFamily="18" charset="0"/>
                              </a:rPr>
                              <m:t>𝑞</m:t>
                            </m:r>
                            <m:r>
                              <a:rPr lang="pt-BR" sz="1400" b="0" i="1" smtClean="0">
                                <a:latin typeface="Cambria Math" panose="02040503050406030204" pitchFamily="18" charset="0"/>
                              </a:rPr>
                              <m:t>,   </m:t>
                            </m:r>
                            <m:r>
                              <a:rPr lang="pt-BR" sz="1400" i="1">
                                <a:latin typeface="Cambria Math" panose="02040503050406030204" pitchFamily="18" charset="0"/>
                              </a:rPr>
                              <m:t>𝑝</m:t>
                            </m:r>
                            <m:r>
                              <a:rPr lang="pt-BR" sz="1400" i="1">
                                <a:latin typeface="Cambria Math" panose="02040503050406030204" pitchFamily="18" charset="0"/>
                              </a:rPr>
                              <m:t>)</m:t>
                            </m:r>
                          </m:sup>
                        </m:sSubSup>
                        <m:r>
                          <a:rPr lang="pt-BR" sz="1400" i="1">
                            <a:latin typeface="Cambria Math" panose="02040503050406030204" pitchFamily="18" charset="0"/>
                          </a:rPr>
                          <m:t>=</m:t>
                        </m:r>
                        <m:d>
                          <m:dPr>
                            <m:begChr m:val="["/>
                            <m:endChr m:val="]"/>
                            <m:ctrlPr>
                              <a:rPr lang="pt-BR" sz="1400" b="0" i="1" smtClean="0">
                                <a:solidFill>
                                  <a:schemeClr val="tx1"/>
                                </a:solidFill>
                                <a:latin typeface="Cambria Math" panose="02040503050406030204" pitchFamily="18" charset="0"/>
                              </a:rPr>
                            </m:ctrlPr>
                          </m:dPr>
                          <m:e>
                            <m:m>
                              <m:mPr>
                                <m:mcs>
                                  <m:mc>
                                    <m:mcPr>
                                      <m:count m:val="3"/>
                                      <m:mcJc m:val="center"/>
                                    </m:mcPr>
                                  </m:mc>
                                </m:mcs>
                                <m:ctrlPr>
                                  <a:rPr lang="pt-BR" sz="1400" b="0" i="1" smtClean="0">
                                    <a:solidFill>
                                      <a:schemeClr val="tx1"/>
                                    </a:solidFill>
                                    <a:latin typeface="Cambria Math" panose="02040503050406030204" pitchFamily="18" charset="0"/>
                                  </a:rPr>
                                </m:ctrlPr>
                              </m:mPr>
                              <m:mr>
                                <m:e>
                                  <m:r>
                                    <m:rPr>
                                      <m:brk m:alnAt="7"/>
                                    </m:rPr>
                                    <a:rPr lang="pt-BR" sz="1400" b="0" i="1" smtClean="0">
                                      <a:solidFill>
                                        <a:schemeClr val="tx1"/>
                                      </a:solidFill>
                                      <a:latin typeface="Cambria Math" panose="02040503050406030204" pitchFamily="18" charset="0"/>
                                    </a:rPr>
                                    <m:t>0</m:t>
                                  </m:r>
                                </m:e>
                                <m:e>
                                  <m:r>
                                    <m:rPr>
                                      <m:brk m:alnAt="7"/>
                                    </m:rPr>
                                    <a:rPr lang="pt-BR" sz="1400" i="1" smtClean="0">
                                      <a:solidFill>
                                        <a:schemeClr val="bg1">
                                          <a:lumMod val="65000"/>
                                        </a:schemeClr>
                                      </a:solidFill>
                                      <a:latin typeface="Cambria Math" panose="02040503050406030204" pitchFamily="18" charset="0"/>
                                    </a:rPr>
                                    <m:t>−</m:t>
                                  </m:r>
                                  <m:r>
                                    <a:rPr lang="pt-BR" sz="1400" i="1">
                                      <a:solidFill>
                                        <a:schemeClr val="bg1">
                                          <a:lumMod val="65000"/>
                                        </a:schemeClr>
                                      </a:solidFill>
                                      <a:latin typeface="Cambria Math" panose="02040503050406030204" pitchFamily="18" charset="0"/>
                                    </a:rPr>
                                    <m:t>7.9577×</m:t>
                                  </m:r>
                                  <m:sSup>
                                    <m:sSupPr>
                                      <m:ctrlPr>
                                        <a:rPr lang="pt-BR" sz="1400" i="1">
                                          <a:solidFill>
                                            <a:schemeClr val="bg1">
                                              <a:lumMod val="65000"/>
                                            </a:schemeClr>
                                          </a:solidFill>
                                          <a:latin typeface="Cambria Math" panose="02040503050406030204" pitchFamily="18" charset="0"/>
                                        </a:rPr>
                                      </m:ctrlPr>
                                    </m:sSupPr>
                                    <m:e>
                                      <m:r>
                                        <m:rPr>
                                          <m:brk m:alnAt="7"/>
                                        </m:rPr>
                                        <a:rPr lang="pt-BR" sz="1400" i="1">
                                          <a:solidFill>
                                            <a:schemeClr val="bg1">
                                              <a:lumMod val="65000"/>
                                            </a:schemeClr>
                                          </a:solidFill>
                                          <a:latin typeface="Cambria Math" panose="02040503050406030204" pitchFamily="18" charset="0"/>
                                        </a:rPr>
                                        <m:t>1</m:t>
                                      </m:r>
                                      <m:r>
                                        <a:rPr lang="pt-BR" sz="1400" i="1">
                                          <a:solidFill>
                                            <a:schemeClr val="bg1">
                                              <a:lumMod val="65000"/>
                                            </a:schemeClr>
                                          </a:solidFill>
                                          <a:latin typeface="Cambria Math" panose="02040503050406030204" pitchFamily="18" charset="0"/>
                                        </a:rPr>
                                        <m:t>0</m:t>
                                      </m:r>
                                    </m:e>
                                    <m:sup>
                                      <m:r>
                                        <m:rPr>
                                          <m:brk m:alnAt="7"/>
                                        </m:rPr>
                                        <a:rPr lang="pt-BR" sz="1400" i="1">
                                          <a:solidFill>
                                            <a:schemeClr val="bg1">
                                              <a:lumMod val="65000"/>
                                            </a:schemeClr>
                                          </a:solidFill>
                                          <a:latin typeface="Cambria Math" panose="02040503050406030204" pitchFamily="18" charset="0"/>
                                          <a:ea typeface="Cambria Math" panose="02040503050406030204" pitchFamily="18" charset="0"/>
                                        </a:rPr>
                                        <m:t>−</m:t>
                                      </m:r>
                                      <m:r>
                                        <a:rPr lang="pt-BR" sz="1400" b="0" i="1" smtClean="0">
                                          <a:solidFill>
                                            <a:schemeClr val="bg1">
                                              <a:lumMod val="65000"/>
                                            </a:schemeClr>
                                          </a:solidFill>
                                          <a:latin typeface="Cambria Math" panose="02040503050406030204" pitchFamily="18" charset="0"/>
                                          <a:ea typeface="Cambria Math" panose="02040503050406030204" pitchFamily="18" charset="0"/>
                                        </a:rPr>
                                        <m:t>3</m:t>
                                      </m:r>
                                    </m:sup>
                                  </m:sSup>
                                </m:e>
                                <m:e>
                                  <m:r>
                                    <m:rPr>
                                      <m:brk m:alnAt="7"/>
                                    </m:rPr>
                                    <a:rPr lang="pt-BR" sz="1400" i="1" smtClean="0">
                                      <a:solidFill>
                                        <a:schemeClr val="bg1">
                                          <a:lumMod val="65000"/>
                                        </a:schemeClr>
                                      </a:solidFill>
                                      <a:latin typeface="Cambria Math" panose="02040503050406030204" pitchFamily="18" charset="0"/>
                                    </a:rPr>
                                    <m:t>−</m:t>
                                  </m:r>
                                  <m:r>
                                    <a:rPr lang="pt-BR" sz="1400" i="1">
                                      <a:solidFill>
                                        <a:schemeClr val="bg1">
                                          <a:lumMod val="65000"/>
                                        </a:schemeClr>
                                      </a:solidFill>
                                      <a:latin typeface="Cambria Math" panose="02040503050406030204" pitchFamily="18" charset="0"/>
                                    </a:rPr>
                                    <m:t>7.9577×</m:t>
                                  </m:r>
                                  <m:sSup>
                                    <m:sSupPr>
                                      <m:ctrlPr>
                                        <a:rPr lang="pt-BR" sz="1400" i="1">
                                          <a:solidFill>
                                            <a:schemeClr val="bg1">
                                              <a:lumMod val="65000"/>
                                            </a:schemeClr>
                                          </a:solidFill>
                                          <a:latin typeface="Cambria Math" panose="02040503050406030204" pitchFamily="18" charset="0"/>
                                        </a:rPr>
                                      </m:ctrlPr>
                                    </m:sSupPr>
                                    <m:e>
                                      <m:r>
                                        <m:rPr>
                                          <m:brk m:alnAt="7"/>
                                        </m:rPr>
                                        <a:rPr lang="pt-BR" sz="1400" i="1">
                                          <a:solidFill>
                                            <a:schemeClr val="bg1">
                                              <a:lumMod val="65000"/>
                                            </a:schemeClr>
                                          </a:solidFill>
                                          <a:latin typeface="Cambria Math" panose="02040503050406030204" pitchFamily="18" charset="0"/>
                                        </a:rPr>
                                        <m:t>1</m:t>
                                      </m:r>
                                      <m:r>
                                        <a:rPr lang="pt-BR" sz="1400" i="1">
                                          <a:solidFill>
                                            <a:schemeClr val="bg1">
                                              <a:lumMod val="65000"/>
                                            </a:schemeClr>
                                          </a:solidFill>
                                          <a:latin typeface="Cambria Math" panose="02040503050406030204" pitchFamily="18" charset="0"/>
                                        </a:rPr>
                                        <m:t>0</m:t>
                                      </m:r>
                                    </m:e>
                                    <m:sup>
                                      <m:r>
                                        <m:rPr>
                                          <m:brk m:alnAt="7"/>
                                        </m:rPr>
                                        <a:rPr lang="pt-BR" sz="1400" i="1">
                                          <a:solidFill>
                                            <a:schemeClr val="bg1">
                                              <a:lumMod val="65000"/>
                                            </a:schemeClr>
                                          </a:solidFill>
                                          <a:latin typeface="Cambria Math" panose="02040503050406030204" pitchFamily="18" charset="0"/>
                                          <a:ea typeface="Cambria Math" panose="02040503050406030204" pitchFamily="18" charset="0"/>
                                        </a:rPr>
                                        <m:t>−</m:t>
                                      </m:r>
                                      <m:r>
                                        <a:rPr lang="pt-BR" sz="1400" b="0" i="1" smtClean="0">
                                          <a:solidFill>
                                            <a:schemeClr val="bg1">
                                              <a:lumMod val="65000"/>
                                            </a:schemeClr>
                                          </a:solidFill>
                                          <a:latin typeface="Cambria Math" panose="02040503050406030204" pitchFamily="18" charset="0"/>
                                          <a:ea typeface="Cambria Math" panose="02040503050406030204" pitchFamily="18" charset="0"/>
                                        </a:rPr>
                                        <m:t>4</m:t>
                                      </m:r>
                                    </m:sup>
                                  </m:sSup>
                                </m:e>
                              </m:mr>
                              <m:mr>
                                <m:e>
                                  <m:r>
                                    <m:rPr>
                                      <m:brk m:alnAt="7"/>
                                    </m:rPr>
                                    <a:rPr lang="pt-BR" sz="1400" i="1" smtClean="0">
                                      <a:solidFill>
                                        <a:schemeClr val="tx1"/>
                                      </a:solidFill>
                                      <a:latin typeface="Cambria Math" panose="02040503050406030204" pitchFamily="18" charset="0"/>
                                    </a:rPr>
                                    <m:t>−</m:t>
                                  </m:r>
                                  <m:r>
                                    <a:rPr lang="pt-BR" sz="1400" i="1">
                                      <a:solidFill>
                                        <a:schemeClr val="tx1"/>
                                      </a:solidFill>
                                      <a:latin typeface="Cambria Math" panose="02040503050406030204" pitchFamily="18" charset="0"/>
                                    </a:rPr>
                                    <m:t>7.9577×</m:t>
                                  </m:r>
                                  <m:sSup>
                                    <m:sSupPr>
                                      <m:ctrlPr>
                                        <a:rPr lang="pt-BR" sz="1400" i="1">
                                          <a:solidFill>
                                            <a:schemeClr val="tx1"/>
                                          </a:solidFill>
                                          <a:latin typeface="Cambria Math" panose="02040503050406030204" pitchFamily="18" charset="0"/>
                                        </a:rPr>
                                      </m:ctrlPr>
                                    </m:sSupPr>
                                    <m:e>
                                      <m:r>
                                        <m:rPr>
                                          <m:brk m:alnAt="7"/>
                                        </m:rPr>
                                        <a:rPr lang="pt-BR" sz="1400" i="1">
                                          <a:solidFill>
                                            <a:schemeClr val="tx1"/>
                                          </a:solidFill>
                                          <a:latin typeface="Cambria Math" panose="02040503050406030204" pitchFamily="18" charset="0"/>
                                        </a:rPr>
                                        <m:t>1</m:t>
                                      </m:r>
                                      <m:r>
                                        <a:rPr lang="pt-BR" sz="1400" i="1">
                                          <a:solidFill>
                                            <a:schemeClr val="tx1"/>
                                          </a:solidFill>
                                          <a:latin typeface="Cambria Math" panose="02040503050406030204" pitchFamily="18" charset="0"/>
                                        </a:rPr>
                                        <m:t>0</m:t>
                                      </m:r>
                                    </m:e>
                                    <m:sup>
                                      <m:r>
                                        <m:rPr>
                                          <m:brk m:alnAt="7"/>
                                        </m:rPr>
                                        <a:rPr lang="pt-BR" sz="1400" i="1">
                                          <a:solidFill>
                                            <a:schemeClr val="tx1"/>
                                          </a:solidFill>
                                          <a:latin typeface="Cambria Math" panose="02040503050406030204" pitchFamily="18" charset="0"/>
                                          <a:ea typeface="Cambria Math" panose="02040503050406030204" pitchFamily="18" charset="0"/>
                                        </a:rPr>
                                        <m:t>−</m:t>
                                      </m:r>
                                      <m:r>
                                        <a:rPr lang="pt-BR" sz="1400" i="1">
                                          <a:solidFill>
                                            <a:schemeClr val="tx1"/>
                                          </a:solidFill>
                                          <a:latin typeface="Cambria Math" panose="02040503050406030204" pitchFamily="18" charset="0"/>
                                          <a:ea typeface="Cambria Math" panose="02040503050406030204" pitchFamily="18" charset="0"/>
                                        </a:rPr>
                                        <m:t>3</m:t>
                                      </m:r>
                                    </m:sup>
                                  </m:sSup>
                                </m:e>
                                <m:e>
                                  <m:r>
                                    <a:rPr lang="pt-BR" sz="1400" b="0" i="1" smtClean="0">
                                      <a:solidFill>
                                        <a:schemeClr val="bg1">
                                          <a:lumMod val="65000"/>
                                        </a:schemeClr>
                                      </a:solidFill>
                                      <a:latin typeface="Cambria Math" panose="02040503050406030204" pitchFamily="18" charset="0"/>
                                    </a:rPr>
                                    <m:t>−</m:t>
                                  </m:r>
                                  <m:r>
                                    <a:rPr lang="pt-BR" sz="1400" i="1">
                                      <a:solidFill>
                                        <a:schemeClr val="bg1">
                                          <a:lumMod val="65000"/>
                                        </a:schemeClr>
                                      </a:solidFill>
                                      <a:latin typeface="Cambria Math" panose="02040503050406030204" pitchFamily="18" charset="0"/>
                                    </a:rPr>
                                    <m:t>3</m:t>
                                  </m:r>
                                  <m:r>
                                    <a:rPr lang="pt-BR" sz="1400" b="0" i="1" smtClean="0">
                                      <a:solidFill>
                                        <a:schemeClr val="bg1">
                                          <a:lumMod val="65000"/>
                                        </a:schemeClr>
                                      </a:solidFill>
                                      <a:latin typeface="Cambria Math" panose="02040503050406030204" pitchFamily="18" charset="0"/>
                                    </a:rPr>
                                    <m:t>.</m:t>
                                  </m:r>
                                  <m:r>
                                    <a:rPr lang="pt-BR" sz="1400" i="1">
                                      <a:solidFill>
                                        <a:schemeClr val="bg1">
                                          <a:lumMod val="65000"/>
                                        </a:schemeClr>
                                      </a:solidFill>
                                      <a:latin typeface="Cambria Math" panose="02040503050406030204" pitchFamily="18" charset="0"/>
                                    </a:rPr>
                                    <m:t>664</m:t>
                                  </m:r>
                                  <m:r>
                                    <a:rPr lang="pt-BR" sz="1400" b="0" i="1" smtClean="0">
                                      <a:solidFill>
                                        <a:schemeClr val="bg1">
                                          <a:lumMod val="65000"/>
                                        </a:schemeClr>
                                      </a:solidFill>
                                      <a:latin typeface="Cambria Math" panose="02040503050406030204" pitchFamily="18" charset="0"/>
                                    </a:rPr>
                                    <m:t>7</m:t>
                                  </m:r>
                                  <m:r>
                                    <a:rPr lang="pt-BR" sz="1400" i="1">
                                      <a:solidFill>
                                        <a:schemeClr val="bg1">
                                          <a:lumMod val="65000"/>
                                        </a:schemeClr>
                                      </a:solidFill>
                                      <a:latin typeface="Cambria Math" panose="02040503050406030204" pitchFamily="18" charset="0"/>
                                    </a:rPr>
                                    <m:t>×</m:t>
                                  </m:r>
                                  <m:sSup>
                                    <m:sSupPr>
                                      <m:ctrlPr>
                                        <a:rPr lang="pt-BR" sz="1400" i="1">
                                          <a:solidFill>
                                            <a:schemeClr val="bg1">
                                              <a:lumMod val="65000"/>
                                            </a:schemeClr>
                                          </a:solidFill>
                                          <a:latin typeface="Cambria Math" panose="02040503050406030204" pitchFamily="18" charset="0"/>
                                        </a:rPr>
                                      </m:ctrlPr>
                                    </m:sSupPr>
                                    <m:e>
                                      <m:r>
                                        <m:rPr>
                                          <m:brk m:alnAt="7"/>
                                        </m:rPr>
                                        <a:rPr lang="pt-BR" sz="1400" i="1">
                                          <a:solidFill>
                                            <a:schemeClr val="bg1">
                                              <a:lumMod val="65000"/>
                                            </a:schemeClr>
                                          </a:solidFill>
                                          <a:latin typeface="Cambria Math" panose="02040503050406030204" pitchFamily="18" charset="0"/>
                                        </a:rPr>
                                        <m:t>1</m:t>
                                      </m:r>
                                      <m:r>
                                        <a:rPr lang="pt-BR" sz="1400" i="1">
                                          <a:solidFill>
                                            <a:schemeClr val="bg1">
                                              <a:lumMod val="65000"/>
                                            </a:schemeClr>
                                          </a:solidFill>
                                          <a:latin typeface="Cambria Math" panose="02040503050406030204" pitchFamily="18" charset="0"/>
                                        </a:rPr>
                                        <m:t>0</m:t>
                                      </m:r>
                                    </m:e>
                                    <m:sup>
                                      <m:r>
                                        <m:rPr>
                                          <m:brk m:alnAt="7"/>
                                        </m:rPr>
                                        <a:rPr lang="pt-BR" sz="1400" i="1">
                                          <a:solidFill>
                                            <a:schemeClr val="bg1">
                                              <a:lumMod val="65000"/>
                                            </a:schemeClr>
                                          </a:solidFill>
                                          <a:latin typeface="Cambria Math" panose="02040503050406030204" pitchFamily="18" charset="0"/>
                                          <a:ea typeface="Cambria Math" panose="02040503050406030204" pitchFamily="18" charset="0"/>
                                        </a:rPr>
                                        <m:t>−</m:t>
                                      </m:r>
                                      <m:r>
                                        <a:rPr lang="pt-BR" sz="1400" b="0" i="1" smtClean="0">
                                          <a:solidFill>
                                            <a:schemeClr val="bg1">
                                              <a:lumMod val="65000"/>
                                            </a:schemeClr>
                                          </a:solidFill>
                                          <a:latin typeface="Cambria Math" panose="02040503050406030204" pitchFamily="18" charset="0"/>
                                          <a:ea typeface="Cambria Math" panose="02040503050406030204" pitchFamily="18" charset="0"/>
                                        </a:rPr>
                                        <m:t>1</m:t>
                                      </m:r>
                                    </m:sup>
                                  </m:sSup>
                                </m:e>
                                <m:e>
                                  <m:r>
                                    <m:rPr>
                                      <m:brk m:alnAt="7"/>
                                    </m:rPr>
                                    <a:rPr lang="pt-BR" sz="1400" i="1" smtClean="0">
                                      <a:solidFill>
                                        <a:schemeClr val="bg1">
                                          <a:lumMod val="65000"/>
                                        </a:schemeClr>
                                      </a:solidFill>
                                      <a:latin typeface="Cambria Math" panose="02040503050406030204" pitchFamily="18" charset="0"/>
                                    </a:rPr>
                                    <m:t>−</m:t>
                                  </m:r>
                                  <m:r>
                                    <a:rPr lang="pt-BR" sz="1400" i="1" smtClean="0">
                                      <a:solidFill>
                                        <a:schemeClr val="bg1">
                                          <a:lumMod val="65000"/>
                                        </a:schemeClr>
                                      </a:solidFill>
                                      <a:latin typeface="Cambria Math" panose="02040503050406030204" pitchFamily="18" charset="0"/>
                                    </a:rPr>
                                    <m:t>7.9577×</m:t>
                                  </m:r>
                                  <m:sSup>
                                    <m:sSupPr>
                                      <m:ctrlPr>
                                        <a:rPr lang="pt-BR" sz="1400" i="1">
                                          <a:solidFill>
                                            <a:schemeClr val="bg1">
                                              <a:lumMod val="65000"/>
                                            </a:schemeClr>
                                          </a:solidFill>
                                          <a:latin typeface="Cambria Math" panose="02040503050406030204" pitchFamily="18" charset="0"/>
                                        </a:rPr>
                                      </m:ctrlPr>
                                    </m:sSupPr>
                                    <m:e>
                                      <m:r>
                                        <m:rPr>
                                          <m:brk m:alnAt="7"/>
                                        </m:rPr>
                                        <a:rPr lang="pt-BR" sz="1400" i="1">
                                          <a:solidFill>
                                            <a:schemeClr val="bg1">
                                              <a:lumMod val="65000"/>
                                            </a:schemeClr>
                                          </a:solidFill>
                                          <a:latin typeface="Cambria Math" panose="02040503050406030204" pitchFamily="18" charset="0"/>
                                        </a:rPr>
                                        <m:t>1</m:t>
                                      </m:r>
                                      <m:r>
                                        <a:rPr lang="pt-BR" sz="1400" i="1">
                                          <a:solidFill>
                                            <a:schemeClr val="bg1">
                                              <a:lumMod val="65000"/>
                                            </a:schemeClr>
                                          </a:solidFill>
                                          <a:latin typeface="Cambria Math" panose="02040503050406030204" pitchFamily="18" charset="0"/>
                                        </a:rPr>
                                        <m:t>0</m:t>
                                      </m:r>
                                    </m:e>
                                    <m:sup>
                                      <m:r>
                                        <m:rPr>
                                          <m:brk m:alnAt="7"/>
                                        </m:rPr>
                                        <a:rPr lang="pt-BR" sz="1400" i="1">
                                          <a:solidFill>
                                            <a:schemeClr val="bg1">
                                              <a:lumMod val="65000"/>
                                            </a:schemeClr>
                                          </a:solidFill>
                                          <a:latin typeface="Cambria Math" panose="02040503050406030204" pitchFamily="18" charset="0"/>
                                          <a:ea typeface="Cambria Math" panose="02040503050406030204" pitchFamily="18" charset="0"/>
                                        </a:rPr>
                                        <m:t>−</m:t>
                                      </m:r>
                                      <m:r>
                                        <a:rPr lang="pt-BR" sz="1400" i="1">
                                          <a:solidFill>
                                            <a:schemeClr val="bg1">
                                              <a:lumMod val="65000"/>
                                            </a:schemeClr>
                                          </a:solidFill>
                                          <a:latin typeface="Cambria Math" panose="02040503050406030204" pitchFamily="18" charset="0"/>
                                          <a:ea typeface="Cambria Math" panose="02040503050406030204" pitchFamily="18" charset="0"/>
                                        </a:rPr>
                                        <m:t>3</m:t>
                                      </m:r>
                                    </m:sup>
                                  </m:sSup>
                                </m:e>
                              </m:mr>
                              <m:mr>
                                <m:e>
                                  <m:r>
                                    <m:rPr>
                                      <m:brk m:alnAt="7"/>
                                    </m:rPr>
                                    <a:rPr lang="pt-BR" sz="1400" i="1" smtClean="0">
                                      <a:solidFill>
                                        <a:schemeClr val="tx1"/>
                                      </a:solidFill>
                                      <a:latin typeface="Cambria Math" panose="02040503050406030204" pitchFamily="18" charset="0"/>
                                    </a:rPr>
                                    <m:t>−</m:t>
                                  </m:r>
                                  <m:r>
                                    <a:rPr lang="pt-BR" sz="1400" i="1">
                                      <a:solidFill>
                                        <a:schemeClr val="tx1"/>
                                      </a:solidFill>
                                      <a:latin typeface="Cambria Math" panose="02040503050406030204" pitchFamily="18" charset="0"/>
                                    </a:rPr>
                                    <m:t>7.9577×</m:t>
                                  </m:r>
                                  <m:sSup>
                                    <m:sSupPr>
                                      <m:ctrlPr>
                                        <a:rPr lang="pt-BR" sz="1400" i="1">
                                          <a:solidFill>
                                            <a:schemeClr val="tx1"/>
                                          </a:solidFill>
                                          <a:latin typeface="Cambria Math" panose="02040503050406030204" pitchFamily="18" charset="0"/>
                                        </a:rPr>
                                      </m:ctrlPr>
                                    </m:sSupPr>
                                    <m:e>
                                      <m:r>
                                        <m:rPr>
                                          <m:brk m:alnAt="7"/>
                                        </m:rPr>
                                        <a:rPr lang="pt-BR" sz="1400" i="1">
                                          <a:solidFill>
                                            <a:schemeClr val="tx1"/>
                                          </a:solidFill>
                                          <a:latin typeface="Cambria Math" panose="02040503050406030204" pitchFamily="18" charset="0"/>
                                        </a:rPr>
                                        <m:t>1</m:t>
                                      </m:r>
                                      <m:r>
                                        <a:rPr lang="pt-BR" sz="1400" i="1">
                                          <a:solidFill>
                                            <a:schemeClr val="tx1"/>
                                          </a:solidFill>
                                          <a:latin typeface="Cambria Math" panose="02040503050406030204" pitchFamily="18" charset="0"/>
                                        </a:rPr>
                                        <m:t>0</m:t>
                                      </m:r>
                                    </m:e>
                                    <m:sup>
                                      <m:r>
                                        <m:rPr>
                                          <m:brk m:alnAt="7"/>
                                        </m:rPr>
                                        <a:rPr lang="pt-BR" sz="1400" i="1">
                                          <a:solidFill>
                                            <a:schemeClr val="tx1"/>
                                          </a:solidFill>
                                          <a:latin typeface="Cambria Math" panose="02040503050406030204" pitchFamily="18" charset="0"/>
                                          <a:ea typeface="Cambria Math" panose="02040503050406030204" pitchFamily="18" charset="0"/>
                                        </a:rPr>
                                        <m:t>−</m:t>
                                      </m:r>
                                      <m:r>
                                        <a:rPr lang="pt-BR" sz="1400" b="0" i="1" smtClean="0">
                                          <a:solidFill>
                                            <a:schemeClr val="tx1"/>
                                          </a:solidFill>
                                          <a:latin typeface="Cambria Math" panose="02040503050406030204" pitchFamily="18" charset="0"/>
                                          <a:ea typeface="Cambria Math" panose="02040503050406030204" pitchFamily="18" charset="0"/>
                                        </a:rPr>
                                        <m:t>4</m:t>
                                      </m:r>
                                    </m:sup>
                                  </m:sSup>
                                </m:e>
                                <m:e>
                                  <m:r>
                                    <m:rPr>
                                      <m:brk m:alnAt="7"/>
                                    </m:rPr>
                                    <a:rPr lang="pt-BR" sz="1400" i="1" smtClean="0">
                                      <a:solidFill>
                                        <a:schemeClr val="bg1">
                                          <a:lumMod val="65000"/>
                                        </a:schemeClr>
                                      </a:solidFill>
                                      <a:latin typeface="Cambria Math" panose="02040503050406030204" pitchFamily="18" charset="0"/>
                                    </a:rPr>
                                    <m:t>−</m:t>
                                  </m:r>
                                  <m:r>
                                    <a:rPr lang="pt-BR" sz="1400" i="1">
                                      <a:solidFill>
                                        <a:schemeClr val="bg1">
                                          <a:lumMod val="65000"/>
                                        </a:schemeClr>
                                      </a:solidFill>
                                      <a:latin typeface="Cambria Math" panose="02040503050406030204" pitchFamily="18" charset="0"/>
                                    </a:rPr>
                                    <m:t>7.9577×</m:t>
                                  </m:r>
                                  <m:sSup>
                                    <m:sSupPr>
                                      <m:ctrlPr>
                                        <a:rPr lang="pt-BR" sz="1400" i="1">
                                          <a:solidFill>
                                            <a:schemeClr val="bg1">
                                              <a:lumMod val="65000"/>
                                            </a:schemeClr>
                                          </a:solidFill>
                                          <a:latin typeface="Cambria Math" panose="02040503050406030204" pitchFamily="18" charset="0"/>
                                        </a:rPr>
                                      </m:ctrlPr>
                                    </m:sSupPr>
                                    <m:e>
                                      <m:r>
                                        <m:rPr>
                                          <m:brk m:alnAt="7"/>
                                        </m:rPr>
                                        <a:rPr lang="pt-BR" sz="1400" i="1">
                                          <a:solidFill>
                                            <a:schemeClr val="bg1">
                                              <a:lumMod val="65000"/>
                                            </a:schemeClr>
                                          </a:solidFill>
                                          <a:latin typeface="Cambria Math" panose="02040503050406030204" pitchFamily="18" charset="0"/>
                                        </a:rPr>
                                        <m:t>1</m:t>
                                      </m:r>
                                      <m:r>
                                        <a:rPr lang="pt-BR" sz="1400" i="1">
                                          <a:solidFill>
                                            <a:schemeClr val="bg1">
                                              <a:lumMod val="65000"/>
                                            </a:schemeClr>
                                          </a:solidFill>
                                          <a:latin typeface="Cambria Math" panose="02040503050406030204" pitchFamily="18" charset="0"/>
                                        </a:rPr>
                                        <m:t>0</m:t>
                                      </m:r>
                                    </m:e>
                                    <m:sup>
                                      <m:r>
                                        <m:rPr>
                                          <m:brk m:alnAt="7"/>
                                        </m:rPr>
                                        <a:rPr lang="pt-BR" sz="1400" i="1">
                                          <a:solidFill>
                                            <a:schemeClr val="bg1">
                                              <a:lumMod val="65000"/>
                                            </a:schemeClr>
                                          </a:solidFill>
                                          <a:latin typeface="Cambria Math" panose="02040503050406030204" pitchFamily="18" charset="0"/>
                                          <a:ea typeface="Cambria Math" panose="02040503050406030204" pitchFamily="18" charset="0"/>
                                        </a:rPr>
                                        <m:t>−</m:t>
                                      </m:r>
                                      <m:r>
                                        <a:rPr lang="pt-BR" sz="1400" i="1">
                                          <a:solidFill>
                                            <a:schemeClr val="bg1">
                                              <a:lumMod val="65000"/>
                                            </a:schemeClr>
                                          </a:solidFill>
                                          <a:latin typeface="Cambria Math" panose="02040503050406030204" pitchFamily="18" charset="0"/>
                                          <a:ea typeface="Cambria Math" panose="02040503050406030204" pitchFamily="18" charset="0"/>
                                        </a:rPr>
                                        <m:t>3</m:t>
                                      </m:r>
                                    </m:sup>
                                  </m:sSup>
                                </m:e>
                                <m:e>
                                  <m:r>
                                    <a:rPr lang="pt-BR" sz="1400" b="0" i="1" smtClean="0">
                                      <a:solidFill>
                                        <a:schemeClr val="bg1">
                                          <a:lumMod val="65000"/>
                                        </a:schemeClr>
                                      </a:solidFill>
                                      <a:latin typeface="Cambria Math" panose="02040503050406030204" pitchFamily="18" charset="0"/>
                                    </a:rPr>
                                    <m:t>0</m:t>
                                  </m:r>
                                </m:e>
                              </m:mr>
                            </m:m>
                          </m:e>
                        </m:d>
                      </m:oMath>
                    </m:oMathPara>
                  </a14:m>
                  <a:endParaRPr lang="en-US" sz="1400">
                    <a:solidFill>
                      <a:srgbClr val="FF0000"/>
                    </a:solidFill>
                  </a:endParaRPr>
                </a:p>
              </p:txBody>
            </p:sp>
          </mc:Choice>
          <mc:Fallback xmlns="">
            <p:sp>
              <p:nvSpPr>
                <p:cNvPr id="7" name="CaixaDeTexto 6">
                  <a:extLst>
                    <a:ext uri="{FF2B5EF4-FFF2-40B4-BE49-F238E27FC236}">
                      <a16:creationId xmlns:a16="http://schemas.microsoft.com/office/drawing/2014/main" id="{DBF066AA-973D-AFEB-57B4-B81FD1105440}"/>
                    </a:ext>
                  </a:extLst>
                </p:cNvPr>
                <p:cNvSpPr txBox="1">
                  <a:spLocks noRot="1" noChangeAspect="1" noMove="1" noResize="1" noEditPoints="1" noAdjustHandles="1" noChangeArrowheads="1" noChangeShapeType="1" noTextEdit="1"/>
                </p:cNvSpPr>
                <p:nvPr/>
              </p:nvSpPr>
              <p:spPr>
                <a:xfrm>
                  <a:off x="6501749" y="4185084"/>
                  <a:ext cx="4941740" cy="1324850"/>
                </a:xfrm>
                <a:prstGeom prst="rect">
                  <a:avLst/>
                </a:prstGeom>
                <a:blipFill>
                  <a:blip r:embed="rId14"/>
                  <a:stretch>
                    <a:fillRect/>
                  </a:stretch>
                </a:blipFill>
              </p:spPr>
              <p:txBody>
                <a:bodyPr/>
                <a:lstStyle/>
                <a:p>
                  <a:r>
                    <a:rPr lang="pt-BR">
                      <a:noFill/>
                    </a:rPr>
                    <a:t> </a:t>
                  </a:r>
                </a:p>
              </p:txBody>
            </p:sp>
          </mc:Fallback>
        </mc:AlternateContent>
        <p:sp>
          <p:nvSpPr>
            <p:cNvPr id="10" name="CaixaDeTexto 9">
              <a:extLst>
                <a:ext uri="{FF2B5EF4-FFF2-40B4-BE49-F238E27FC236}">
                  <a16:creationId xmlns:a16="http://schemas.microsoft.com/office/drawing/2014/main" id="{7B8EF3D5-9F47-6C9D-8CB8-4C020EB50D04}"/>
                </a:ext>
              </a:extLst>
            </p:cNvPr>
            <p:cNvSpPr txBox="1"/>
            <p:nvPr/>
          </p:nvSpPr>
          <p:spPr>
            <a:xfrm>
              <a:off x="6532615" y="2934953"/>
              <a:ext cx="4603945" cy="307777"/>
            </a:xfrm>
            <a:prstGeom prst="rect">
              <a:avLst/>
            </a:prstGeom>
            <a:noFill/>
          </p:spPr>
          <p:txBody>
            <a:bodyPr wrap="square">
              <a:spAutoFit/>
            </a:bodyPr>
            <a:lstStyle>
              <a:defPPr>
                <a:defRPr lang="pt-BR"/>
              </a:defPPr>
              <a:lvl1pPr>
                <a:defRPr sz="1600"/>
              </a:lvl1pPr>
            </a:lstStyle>
            <a:p>
              <a:pPr algn="r"/>
              <a:r>
                <a:rPr lang="pt-BR" sz="1400"/>
                <a:t>* denotes complex conjugation.</a:t>
              </a:r>
            </a:p>
          </p:txBody>
        </p:sp>
      </p:grpSp>
      <p:grpSp>
        <p:nvGrpSpPr>
          <p:cNvPr id="12" name="Agrupar 11">
            <a:extLst>
              <a:ext uri="{FF2B5EF4-FFF2-40B4-BE49-F238E27FC236}">
                <a16:creationId xmlns:a16="http://schemas.microsoft.com/office/drawing/2014/main" id="{C572B630-7255-BA17-97C4-BDDCD0C4AF40}"/>
              </a:ext>
            </a:extLst>
          </p:cNvPr>
          <p:cNvGrpSpPr/>
          <p:nvPr/>
        </p:nvGrpSpPr>
        <p:grpSpPr>
          <a:xfrm>
            <a:off x="249360" y="1597904"/>
            <a:ext cx="5558608" cy="3912030"/>
            <a:chOff x="249360" y="1597904"/>
            <a:chExt cx="5558608" cy="3912030"/>
          </a:xfrm>
        </p:grpSpPr>
        <mc:AlternateContent xmlns:mc="http://schemas.openxmlformats.org/markup-compatibility/2006" xmlns:a14="http://schemas.microsoft.com/office/drawing/2010/main">
          <mc:Choice Requires="a14">
            <p:sp>
              <p:nvSpPr>
                <p:cNvPr id="107" name="CaixaDeTexto 106">
                  <a:extLst>
                    <a:ext uri="{FF2B5EF4-FFF2-40B4-BE49-F238E27FC236}">
                      <a16:creationId xmlns:a16="http://schemas.microsoft.com/office/drawing/2014/main" id="{4DC08C29-5E11-E0CD-0436-89E52B866D67}"/>
                    </a:ext>
                  </a:extLst>
                </p:cNvPr>
                <p:cNvSpPr txBox="1"/>
                <p:nvPr/>
              </p:nvSpPr>
              <p:spPr>
                <a:xfrm>
                  <a:off x="261740" y="2204864"/>
                  <a:ext cx="5546228" cy="1247777"/>
                </a:xfrm>
                <a:prstGeom prst="rect">
                  <a:avLst/>
                </a:prstGeom>
                <a:noFill/>
              </p:spPr>
              <p:txBody>
                <a:bodyPr wrap="square">
                  <a:spAutoFit/>
                </a:bodyPr>
                <a:lstStyle>
                  <a:defPPr>
                    <a:defRPr lang="pt-BR"/>
                  </a:defPPr>
                  <a:lvl1pPr>
                    <a:defRPr sz="1600"/>
                  </a:lvl1pPr>
                </a:lstStyle>
                <a:p>
                  <a14:m>
                    <m:oMath xmlns:m="http://schemas.openxmlformats.org/officeDocument/2006/math">
                      <m:sSubSup>
                        <m:sSubSupPr>
                          <m:ctrlPr>
                            <a:rPr lang="pt-BR" sz="1400" i="1" smtClean="0">
                              <a:latin typeface="Cambria Math" panose="02040503050406030204" pitchFamily="18" charset="0"/>
                            </a:rPr>
                          </m:ctrlPr>
                        </m:sSubSupPr>
                        <m:e>
                          <m:r>
                            <a:rPr lang="pt-BR" sz="1400" b="0" i="1">
                              <a:latin typeface="Cambria Math" panose="02040503050406030204" pitchFamily="18" charset="0"/>
                            </a:rPr>
                            <m:t>𝐺</m:t>
                          </m:r>
                        </m:e>
                        <m:sub>
                          <m:sSup>
                            <m:sSupPr>
                              <m:ctrlPr>
                                <a:rPr lang="pt-BR" sz="1400" b="0" i="1" smtClean="0">
                                  <a:latin typeface="Cambria Math" panose="02040503050406030204" pitchFamily="18" charset="0"/>
                                </a:rPr>
                              </m:ctrlPr>
                            </m:sSupPr>
                            <m:e>
                              <m:r>
                                <a:rPr lang="pt-BR" sz="1400" b="0" i="1" smtClean="0">
                                  <a:latin typeface="Cambria Math" panose="02040503050406030204" pitchFamily="18" charset="0"/>
                                </a:rPr>
                                <m:t>𝑛</m:t>
                              </m:r>
                            </m:e>
                            <m:sup>
                              <m:r>
                                <a:rPr lang="pt-BR" sz="1400" b="0" i="1" smtClean="0">
                                  <a:latin typeface="Cambria Math" panose="02040503050406030204" pitchFamily="18" charset="0"/>
                                </a:rPr>
                                <m:t>′</m:t>
                              </m:r>
                            </m:sup>
                          </m:sSup>
                          <m:r>
                            <a:rPr lang="pt-BR" sz="1400" b="0" i="1">
                              <a:latin typeface="Cambria Math" panose="02040503050406030204" pitchFamily="18" charset="0"/>
                            </a:rPr>
                            <m:t>, </m:t>
                          </m:r>
                          <m:r>
                            <a:rPr lang="pt-BR" sz="1400" i="1">
                              <a:latin typeface="Cambria Math" panose="02040503050406030204" pitchFamily="18" charset="0"/>
                            </a:rPr>
                            <m:t>  </m:t>
                          </m:r>
                          <m:r>
                            <a:rPr lang="pt-BR" sz="1400" b="0" i="1" smtClean="0">
                              <a:latin typeface="Cambria Math" panose="02040503050406030204" pitchFamily="18" charset="0"/>
                            </a:rPr>
                            <m:t>𝑛</m:t>
                          </m:r>
                        </m:sub>
                        <m:sup>
                          <m:r>
                            <a:rPr lang="pt-BR" sz="1400" i="1">
                              <a:latin typeface="Cambria Math" panose="02040503050406030204" pitchFamily="18" charset="0"/>
                            </a:rPr>
                            <m:t>(</m:t>
                          </m:r>
                          <m:r>
                            <a:rPr lang="pt-BR" sz="1400" b="0" i="1" smtClean="0">
                              <a:latin typeface="Cambria Math" panose="02040503050406030204" pitchFamily="18" charset="0"/>
                            </a:rPr>
                            <m:t>𝑝</m:t>
                          </m:r>
                          <m:r>
                            <a:rPr lang="pt-BR" sz="1400" i="1">
                              <a:latin typeface="Cambria Math" panose="02040503050406030204" pitchFamily="18" charset="0"/>
                            </a:rPr>
                            <m:t>,</m:t>
                          </m:r>
                          <m:r>
                            <a:rPr lang="pt-BR" sz="1400" b="0" i="1" smtClean="0">
                              <a:latin typeface="Cambria Math" panose="02040503050406030204" pitchFamily="18" charset="0"/>
                            </a:rPr>
                            <m:t>   </m:t>
                          </m:r>
                          <m:r>
                            <a:rPr lang="pt-BR" sz="1400" b="0" i="1" smtClean="0">
                              <a:latin typeface="Cambria Math" panose="02040503050406030204" pitchFamily="18" charset="0"/>
                            </a:rPr>
                            <m:t>𝑞</m:t>
                          </m:r>
                          <m:r>
                            <a:rPr lang="pt-BR" sz="1400" i="1">
                              <a:latin typeface="Cambria Math" panose="02040503050406030204" pitchFamily="18" charset="0"/>
                            </a:rPr>
                            <m:t>)</m:t>
                          </m:r>
                        </m:sup>
                      </m:sSubSup>
                      <m:r>
                        <a:rPr lang="pt-BR" sz="1400" i="1" smtClean="0">
                          <a:latin typeface="Cambria Math" panose="02040503050406030204" pitchFamily="18" charset="0"/>
                        </a:rPr>
                        <m:t>=</m:t>
                      </m:r>
                    </m:oMath>
                  </a14:m>
                  <a:r>
                    <a:rPr lang="pt-BR" sz="1400"/>
                    <a:t> </a:t>
                  </a:r>
                  <a14:m>
                    <m:oMath xmlns:m="http://schemas.openxmlformats.org/officeDocument/2006/math">
                      <m:d>
                        <m:dPr>
                          <m:begChr m:val="{"/>
                          <m:endChr m:val=""/>
                          <m:ctrlPr>
                            <a:rPr lang="pt-BR" sz="1400" i="1" smtClean="0">
                              <a:latin typeface="Cambria Math" panose="02040503050406030204" pitchFamily="18" charset="0"/>
                            </a:rPr>
                          </m:ctrlPr>
                        </m:dPr>
                        <m:e>
                          <m:eqArr>
                            <m:eqArrPr>
                              <m:ctrlPr>
                                <a:rPr lang="pt-BR" sz="1400" i="1">
                                  <a:latin typeface="Cambria Math" panose="02040503050406030204" pitchFamily="18" charset="0"/>
                                </a:rPr>
                              </m:ctrlPr>
                            </m:eqArrPr>
                            <m:e>
                              <m:r>
                                <a:rPr lang="pt-BR" sz="1400" b="0" i="1" smtClean="0">
                                  <a:latin typeface="Cambria Math" panose="02040503050406030204" pitchFamily="18" charset="0"/>
                                </a:rPr>
                                <m:t>                                  </m:t>
                              </m:r>
                              <m:r>
                                <a:rPr lang="pt-BR" sz="1400" i="1" smtClean="0">
                                  <a:latin typeface="Cambria Math" panose="02040503050406030204" pitchFamily="18" charset="0"/>
                                </a:rPr>
                                <m:t>0</m:t>
                              </m:r>
                              <m:r>
                                <a:rPr lang="pt-BR" sz="1400" i="1">
                                  <a:latin typeface="Cambria Math" panose="02040503050406030204" pitchFamily="18" charset="0"/>
                                </a:rPr>
                                <m:t>   </m:t>
                              </m:r>
                              <m:r>
                                <a:rPr lang="pt-BR" sz="1400" b="0" i="1" smtClean="0">
                                  <a:latin typeface="Cambria Math" panose="02040503050406030204" pitchFamily="18" charset="0"/>
                                </a:rPr>
                                <m:t>                                             (</m:t>
                              </m:r>
                              <m:sSup>
                                <m:sSupPr>
                                  <m:ctrlPr>
                                    <a:rPr lang="pt-BR" sz="1400" b="0" i="1" smtClean="0">
                                      <a:latin typeface="Cambria Math" panose="02040503050406030204" pitchFamily="18" charset="0"/>
                                    </a:rPr>
                                  </m:ctrlPr>
                                </m:sSupPr>
                                <m:e>
                                  <m:r>
                                    <a:rPr lang="pt-BR" sz="1400" i="1" smtClean="0">
                                      <a:latin typeface="Cambria Math" panose="02040503050406030204" pitchFamily="18" charset="0"/>
                                    </a:rPr>
                                    <m:t>𝑛</m:t>
                                  </m:r>
                                </m:e>
                                <m:sup>
                                  <m:r>
                                    <a:rPr lang="pt-BR" sz="1400" b="0" i="1" smtClean="0">
                                      <a:latin typeface="Cambria Math" panose="02040503050406030204" pitchFamily="18" charset="0"/>
                                    </a:rPr>
                                    <m:t>′</m:t>
                                  </m:r>
                                </m:sup>
                              </m:sSup>
                              <m:r>
                                <a:rPr lang="pt-BR" sz="1400" i="1">
                                  <a:latin typeface="Cambria Math" panose="02040503050406030204" pitchFamily="18" charset="0"/>
                                  <a:ea typeface="Cambria Math" panose="02040503050406030204" pitchFamily="18" charset="0"/>
                                </a:rPr>
                                <m:t>≥</m:t>
                              </m:r>
                              <m:r>
                                <a:rPr lang="pt-BR" sz="1400" b="0" i="1" smtClean="0">
                                  <a:latin typeface="Cambria Math" panose="02040503050406030204" pitchFamily="18" charset="0"/>
                                </a:rPr>
                                <m:t>1)</m:t>
                              </m:r>
                            </m:e>
                            <m:e>
                              <m:r>
                                <a:rPr lang="pt-BR" sz="1400" b="0" i="1" smtClean="0">
                                  <a:latin typeface="Cambria Math" panose="02040503050406030204" pitchFamily="18" charset="0"/>
                                </a:rPr>
                                <m:t> </m:t>
                              </m:r>
                            </m:e>
                            <m:e>
                              <m:r>
                                <a:rPr lang="pt-BR" sz="1400" b="0" i="1" smtClean="0">
                                  <a:latin typeface="Cambria Math" panose="02040503050406030204" pitchFamily="18" charset="0"/>
                                </a:rPr>
                                <m:t> </m:t>
                              </m:r>
                            </m:e>
                            <m:e>
                              <m:r>
                                <a:rPr lang="pt-BR" sz="1400" b="0" i="1" smtClean="0">
                                  <a:latin typeface="Cambria Math" panose="02040503050406030204" pitchFamily="18" charset="0"/>
                                </a:rPr>
                                <m:t>−</m:t>
                              </m:r>
                              <m:r>
                                <a:rPr lang="pt-BR" sz="1400" b="0" i="1" smtClean="0">
                                  <a:latin typeface="Cambria Math" panose="02040503050406030204" pitchFamily="18" charset="0"/>
                                </a:rPr>
                                <m:t>𝜋</m:t>
                              </m:r>
                              <m:f>
                                <m:fPr>
                                  <m:ctrlPr>
                                    <a:rPr lang="pt-BR" sz="1400" i="1">
                                      <a:latin typeface="Cambria Math" panose="02040503050406030204" pitchFamily="18" charset="0"/>
                                    </a:rPr>
                                  </m:ctrlPr>
                                </m:fPr>
                                <m:num>
                                  <m:sSup>
                                    <m:sSupPr>
                                      <m:ctrlPr>
                                        <a:rPr lang="pt-BR" sz="1400" i="1" smtClean="0">
                                          <a:latin typeface="Cambria Math" panose="02040503050406030204" pitchFamily="18" charset="0"/>
                                        </a:rPr>
                                      </m:ctrlPr>
                                    </m:sSupPr>
                                    <m:e>
                                      <m:sSub>
                                        <m:sSubPr>
                                          <m:ctrlPr>
                                            <a:rPr lang="pt-BR" sz="1400" i="1">
                                              <a:latin typeface="Cambria Math" panose="02040503050406030204" pitchFamily="18" charset="0"/>
                                            </a:rPr>
                                          </m:ctrlPr>
                                        </m:sSubPr>
                                        <m:e>
                                          <m:r>
                                            <a:rPr lang="pt-BR" sz="1400" i="1">
                                              <a:latin typeface="Cambria Math" panose="02040503050406030204" pitchFamily="18" charset="0"/>
                                            </a:rPr>
                                            <m:t>(</m:t>
                                          </m:r>
                                          <m:r>
                                            <a:rPr lang="pt-BR" sz="1400" i="1">
                                              <a:latin typeface="Cambria Math" panose="02040503050406030204" pitchFamily="18" charset="0"/>
                                            </a:rPr>
                                            <m:t>𝑎</m:t>
                                          </m:r>
                                        </m:e>
                                        <m:sub>
                                          <m:r>
                                            <a:rPr lang="pt-BR" sz="1400" i="1">
                                              <a:latin typeface="Cambria Math" panose="02040503050406030204" pitchFamily="18" charset="0"/>
                                            </a:rPr>
                                            <m:t>𝑞</m:t>
                                          </m:r>
                                        </m:sub>
                                      </m:sSub>
                                      <m:r>
                                        <a:rPr lang="pt-BR" sz="1400" i="1">
                                          <a:latin typeface="Cambria Math" panose="02040503050406030204" pitchFamily="18" charset="0"/>
                                        </a:rPr>
                                        <m:t>)</m:t>
                                      </m:r>
                                    </m:e>
                                    <m:sup>
                                      <m:r>
                                        <a:rPr lang="pt-BR" sz="1400" b="0" i="1" smtClean="0">
                                          <a:latin typeface="Cambria Math" panose="02040503050406030204" pitchFamily="18" charset="0"/>
                                        </a:rPr>
                                        <m:t>𝑛</m:t>
                                      </m:r>
                                    </m:sup>
                                  </m:sSup>
                                </m:num>
                                <m:den>
                                  <m:sSup>
                                    <m:sSupPr>
                                      <m:ctrlPr>
                                        <a:rPr lang="pt-BR" sz="1400" i="1">
                                          <a:latin typeface="Cambria Math" panose="02040503050406030204" pitchFamily="18" charset="0"/>
                                        </a:rPr>
                                      </m:ctrlPr>
                                    </m:sSupPr>
                                    <m:e>
                                      <m:sSub>
                                        <m:sSubPr>
                                          <m:ctrlPr>
                                            <a:rPr lang="pt-BR" sz="1400" i="1">
                                              <a:latin typeface="Cambria Math" panose="02040503050406030204" pitchFamily="18" charset="0"/>
                                            </a:rPr>
                                          </m:ctrlPr>
                                        </m:sSubPr>
                                        <m:e>
                                          <m:r>
                                            <a:rPr lang="pt-BR" sz="1400" i="1">
                                              <a:latin typeface="Cambria Math" panose="02040503050406030204" pitchFamily="18" charset="0"/>
                                            </a:rPr>
                                            <m:t>(</m:t>
                                          </m:r>
                                          <m:r>
                                            <a:rPr lang="pt-BR" sz="1400" b="0" i="1" smtClean="0">
                                              <a:latin typeface="Cambria Math" panose="02040503050406030204" pitchFamily="18" charset="0"/>
                                            </a:rPr>
                                            <m:t>−</m:t>
                                          </m:r>
                                          <m:r>
                                            <a:rPr lang="pt-BR" sz="1400" i="1">
                                              <a:latin typeface="Cambria Math" panose="02040503050406030204" pitchFamily="18" charset="0"/>
                                            </a:rPr>
                                            <m:t>𝑎</m:t>
                                          </m:r>
                                        </m:e>
                                        <m:sub>
                                          <m:r>
                                            <a:rPr lang="pt-BR" sz="1400" b="0" i="1" smtClean="0">
                                              <a:latin typeface="Cambria Math" panose="02040503050406030204" pitchFamily="18" charset="0"/>
                                            </a:rPr>
                                            <m:t>𝑝</m:t>
                                          </m:r>
                                        </m:sub>
                                      </m:sSub>
                                      <m:r>
                                        <a:rPr lang="pt-BR" sz="1400" i="1">
                                          <a:latin typeface="Cambria Math" panose="02040503050406030204" pitchFamily="18" charset="0"/>
                                        </a:rPr>
                                        <m:t>)</m:t>
                                      </m:r>
                                    </m:e>
                                    <m:sup>
                                      <m:sSup>
                                        <m:sSupPr>
                                          <m:ctrlPr>
                                            <a:rPr lang="pt-BR" sz="1400" b="0" i="1" smtClean="0">
                                              <a:latin typeface="Cambria Math" panose="02040503050406030204" pitchFamily="18" charset="0"/>
                                            </a:rPr>
                                          </m:ctrlPr>
                                        </m:sSupPr>
                                        <m:e>
                                          <m:r>
                                            <a:rPr lang="pt-BR" sz="1400" i="1">
                                              <a:latin typeface="Cambria Math" panose="02040503050406030204" pitchFamily="18" charset="0"/>
                                            </a:rPr>
                                            <m:t>𝑛</m:t>
                                          </m:r>
                                        </m:e>
                                        <m:sup>
                                          <m:r>
                                            <a:rPr lang="pt-BR" sz="1400" b="0" i="1" smtClean="0">
                                              <a:latin typeface="Cambria Math" panose="02040503050406030204" pitchFamily="18" charset="0"/>
                                            </a:rPr>
                                            <m:t>′</m:t>
                                          </m:r>
                                        </m:sup>
                                      </m:sSup>
                                    </m:sup>
                                  </m:sSup>
                                </m:den>
                              </m:f>
                              <m:sSup>
                                <m:sSupPr>
                                  <m:ctrlPr>
                                    <a:rPr lang="pt-BR" sz="1400" b="0" i="1" smtClean="0">
                                      <a:latin typeface="Cambria Math" panose="02040503050406030204" pitchFamily="18" charset="0"/>
                                    </a:rPr>
                                  </m:ctrlPr>
                                </m:sSupPr>
                                <m:e>
                                  <m:d>
                                    <m:dPr>
                                      <m:ctrlPr>
                                        <a:rPr lang="pt-BR" sz="1400" b="0" i="1" smtClean="0">
                                          <a:latin typeface="Cambria Math" panose="02040503050406030204" pitchFamily="18" charset="0"/>
                                        </a:rPr>
                                      </m:ctrlPr>
                                    </m:dPr>
                                    <m:e>
                                      <m:eqArr>
                                        <m:eqArrPr>
                                          <m:ctrlPr>
                                            <a:rPr lang="pt-BR" sz="1400" b="0" i="1" smtClean="0">
                                              <a:latin typeface="Cambria Math" panose="02040503050406030204" pitchFamily="18" charset="0"/>
                                            </a:rPr>
                                          </m:ctrlPr>
                                        </m:eqArrPr>
                                        <m:e>
                                          <m:r>
                                            <a:rPr lang="pt-BR" i="1">
                                              <a:latin typeface="Cambria Math" panose="02040503050406030204" pitchFamily="18" charset="0"/>
                                            </a:rPr>
                                            <m:t>𝑛</m:t>
                                          </m:r>
                                          <m:r>
                                            <a:rPr lang="pt-BR" i="1">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𝑛</m:t>
                                              </m:r>
                                            </m:e>
                                            <m:sup>
                                              <m:r>
                                                <a:rPr lang="pt-BR" i="1">
                                                  <a:latin typeface="Cambria Math" panose="02040503050406030204" pitchFamily="18" charset="0"/>
                                                </a:rPr>
                                                <m:t>′</m:t>
                                              </m:r>
                                            </m:sup>
                                          </m:sSup>
                                          <m:r>
                                            <a:rPr lang="pt-BR" i="1">
                                              <a:latin typeface="Cambria Math" panose="02040503050406030204" pitchFamily="18" charset="0"/>
                                            </a:rPr>
                                            <m:t>−1</m:t>
                                          </m:r>
                                        </m:e>
                                        <m:e>
                                          <m:sSup>
                                            <m:sSupPr>
                                              <m:ctrlPr>
                                                <a:rPr lang="pt-BR" i="1">
                                                  <a:latin typeface="Cambria Math" panose="02040503050406030204" pitchFamily="18" charset="0"/>
                                                </a:rPr>
                                              </m:ctrlPr>
                                            </m:sSupPr>
                                            <m:e>
                                              <m:r>
                                                <a:rPr lang="pt-BR" i="1">
                                                  <a:latin typeface="Cambria Math" panose="02040503050406030204" pitchFamily="18" charset="0"/>
                                                </a:rPr>
                                                <m:t>𝑛</m:t>
                                              </m:r>
                                            </m:e>
                                            <m:sup>
                                              <m:r>
                                                <a:rPr lang="pt-BR" i="1">
                                                  <a:latin typeface="Cambria Math" panose="02040503050406030204" pitchFamily="18" charset="0"/>
                                                </a:rPr>
                                                <m:t>′</m:t>
                                              </m:r>
                                            </m:sup>
                                          </m:sSup>
                                        </m:e>
                                      </m:eqArr>
                                    </m:e>
                                  </m:d>
                                </m:e>
                                <m:sup>
                                  <m:r>
                                    <a:rPr lang="pt-BR" sz="1400" b="0" i="1" smtClean="0">
                                      <a:latin typeface="Cambria Math" panose="02040503050406030204" pitchFamily="18" charset="0"/>
                                    </a:rPr>
                                    <m:t> </m:t>
                                  </m:r>
                                </m:sup>
                              </m:sSup>
                              <m:f>
                                <m:fPr>
                                  <m:ctrlPr>
                                    <a:rPr lang="pt-BR" sz="1400" i="1">
                                      <a:latin typeface="Cambria Math" panose="02040503050406030204" pitchFamily="18" charset="0"/>
                                    </a:rPr>
                                  </m:ctrlPr>
                                </m:fPr>
                                <m:num>
                                  <m:sSup>
                                    <m:sSupPr>
                                      <m:ctrlPr>
                                        <a:rPr lang="pt-BR" sz="1400" b="0" i="1" smtClean="0">
                                          <a:latin typeface="Cambria Math" panose="02040503050406030204" pitchFamily="18" charset="0"/>
                                        </a:rPr>
                                      </m:ctrlPr>
                                    </m:sSupPr>
                                    <m:e>
                                      <m:d>
                                        <m:dPr>
                                          <m:ctrlPr>
                                            <a:rPr lang="pt-BR" sz="1400" b="0" i="1" smtClean="0">
                                              <a:latin typeface="Cambria Math" panose="02040503050406030204" pitchFamily="18" charset="0"/>
                                            </a:rPr>
                                          </m:ctrlPr>
                                        </m:dPr>
                                        <m:e>
                                          <m:sSub>
                                            <m:sSubPr>
                                              <m:ctrlPr>
                                                <a:rPr lang="pt-BR" sz="1400" i="1">
                                                  <a:latin typeface="Cambria Math" panose="02040503050406030204" pitchFamily="18" charset="0"/>
                                                </a:rPr>
                                              </m:ctrlPr>
                                            </m:sSubPr>
                                            <m:e>
                                              <m:r>
                                                <a:rPr lang="pt-BR" sz="1400" b="0" i="1" smtClean="0">
                                                  <a:latin typeface="Cambria Math" panose="02040503050406030204" pitchFamily="18" charset="0"/>
                                                </a:rPr>
                                                <m:t>𝑑</m:t>
                                              </m:r>
                                            </m:e>
                                            <m:sub>
                                              <m:r>
                                                <a:rPr lang="pt-BR" sz="1400" b="0" i="1" smtClean="0">
                                                  <a:latin typeface="Cambria Math" panose="02040503050406030204" pitchFamily="18" charset="0"/>
                                                </a:rPr>
                                                <m:t>𝑥</m:t>
                                              </m:r>
                                            </m:sub>
                                          </m:sSub>
                                          <m:r>
                                            <a:rPr lang="pt-BR" sz="1400" b="0" i="1" smtClean="0">
                                              <a:latin typeface="Cambria Math" panose="02040503050406030204" pitchFamily="18" charset="0"/>
                                            </a:rPr>
                                            <m:t>  </m:t>
                                          </m:r>
                                          <m:r>
                                            <a:rPr lang="pt-BR" sz="1400" i="1">
                                              <a:latin typeface="Cambria Math" panose="02040503050406030204" pitchFamily="18" charset="0"/>
                                            </a:rPr>
                                            <m:t>−</m:t>
                                          </m:r>
                                          <m:r>
                                            <a:rPr lang="pt-BR" sz="1400" b="0" i="1" smtClean="0">
                                              <a:latin typeface="Cambria Math" panose="02040503050406030204" pitchFamily="18" charset="0"/>
                                            </a:rPr>
                                            <m:t>  </m:t>
                                          </m:r>
                                          <m:r>
                                            <a:rPr lang="pt-BR" sz="1400" i="1">
                                              <a:latin typeface="Cambria Math" panose="02040503050406030204" pitchFamily="18" charset="0"/>
                                            </a:rPr>
                                            <m:t>𝑗</m:t>
                                          </m:r>
                                          <m:sSub>
                                            <m:sSubPr>
                                              <m:ctrlPr>
                                                <a:rPr lang="pt-BR" sz="1400" i="1">
                                                  <a:latin typeface="Cambria Math" panose="02040503050406030204" pitchFamily="18" charset="0"/>
                                                </a:rPr>
                                              </m:ctrlPr>
                                            </m:sSubPr>
                                            <m:e>
                                              <m:r>
                                                <a:rPr lang="pt-BR" sz="1400" b="0" i="1" smtClean="0">
                                                  <a:latin typeface="Cambria Math" panose="02040503050406030204" pitchFamily="18" charset="0"/>
                                                </a:rPr>
                                                <m:t>𝑑</m:t>
                                              </m:r>
                                            </m:e>
                                            <m:sub>
                                              <m:r>
                                                <a:rPr lang="pt-BR" sz="1400" b="0" i="1" smtClean="0">
                                                  <a:latin typeface="Cambria Math" panose="02040503050406030204" pitchFamily="18" charset="0"/>
                                                </a:rPr>
                                                <m:t>𝑦</m:t>
                                              </m:r>
                                            </m:sub>
                                          </m:sSub>
                                          <m:r>
                                            <a:rPr lang="pt-BR" sz="1400" i="1">
                                              <a:latin typeface="Cambria Math" panose="02040503050406030204" pitchFamily="18" charset="0"/>
                                            </a:rPr>
                                            <m:t> </m:t>
                                          </m:r>
                                        </m:e>
                                      </m:d>
                                    </m:e>
                                    <m:sup>
                                      <m:r>
                                        <a:rPr lang="pt-BR" sz="1400" b="0" i="1" smtClean="0">
                                          <a:latin typeface="Cambria Math" panose="02040503050406030204" pitchFamily="18" charset="0"/>
                                        </a:rPr>
                                        <m:t>−</m:t>
                                      </m:r>
                                      <m:r>
                                        <a:rPr lang="pt-BR" sz="1400" b="0" i="1" smtClean="0">
                                          <a:latin typeface="Cambria Math" panose="02040503050406030204" pitchFamily="18" charset="0"/>
                                        </a:rPr>
                                        <m:t>𝑛</m:t>
                                      </m:r>
                                      <m:r>
                                        <a:rPr lang="pt-BR" sz="1400" b="0" i="1" smtClean="0">
                                          <a:latin typeface="Cambria Math" panose="02040503050406030204" pitchFamily="18" charset="0"/>
                                        </a:rPr>
                                        <m:t>+</m:t>
                                      </m:r>
                                      <m:sSup>
                                        <m:sSupPr>
                                          <m:ctrlPr>
                                            <a:rPr lang="pt-BR" sz="1400" b="0" i="1" smtClean="0">
                                              <a:latin typeface="Cambria Math" panose="02040503050406030204" pitchFamily="18" charset="0"/>
                                            </a:rPr>
                                          </m:ctrlPr>
                                        </m:sSupPr>
                                        <m:e>
                                          <m:r>
                                            <a:rPr lang="pt-BR" sz="1400" b="0" i="1" smtClean="0">
                                              <a:latin typeface="Cambria Math" panose="02040503050406030204" pitchFamily="18" charset="0"/>
                                            </a:rPr>
                                            <m:t>𝑛</m:t>
                                          </m:r>
                                        </m:e>
                                        <m:sup>
                                          <m:r>
                                            <a:rPr lang="pt-BR" sz="1400" b="0" i="1" smtClean="0">
                                              <a:latin typeface="Cambria Math" panose="02040503050406030204" pitchFamily="18" charset="0"/>
                                            </a:rPr>
                                            <m:t>′</m:t>
                                          </m:r>
                                        </m:sup>
                                      </m:sSup>
                                    </m:sup>
                                  </m:sSup>
                                </m:num>
                                <m:den>
                                  <m:r>
                                    <a:rPr lang="pt-BR" sz="1400" b="0" i="1" smtClean="0">
                                      <a:latin typeface="Cambria Math" panose="02040503050406030204" pitchFamily="18" charset="0"/>
                                    </a:rPr>
                                    <m:t>𝑛</m:t>
                                  </m:r>
                                  <m:sSup>
                                    <m:sSupPr>
                                      <m:ctrlPr>
                                        <a:rPr lang="pt-BR" sz="1400" b="0" i="1" smtClean="0">
                                          <a:latin typeface="Cambria Math" panose="02040503050406030204" pitchFamily="18" charset="0"/>
                                        </a:rPr>
                                      </m:ctrlPr>
                                    </m:sSupPr>
                                    <m:e>
                                      <m:d>
                                        <m:dPr>
                                          <m:ctrlPr>
                                            <a:rPr lang="pt-BR" sz="1400" b="0" i="1" smtClean="0">
                                              <a:latin typeface="Cambria Math" panose="02040503050406030204" pitchFamily="18" charset="0"/>
                                            </a:rPr>
                                          </m:ctrlPr>
                                        </m:dPr>
                                        <m:e>
                                          <m:r>
                                            <a:rPr lang="pt-BR" sz="1400" b="0" i="1" smtClean="0">
                                              <a:latin typeface="Cambria Math" panose="02040503050406030204" pitchFamily="18" charset="0"/>
                                            </a:rPr>
                                            <m:t>2</m:t>
                                          </m:r>
                                          <m:r>
                                            <a:rPr lang="pt-BR" sz="1400" b="0" i="1" smtClean="0">
                                              <a:latin typeface="Cambria Math" panose="02040503050406030204" pitchFamily="18" charset="0"/>
                                            </a:rPr>
                                            <m:t>𝜋</m:t>
                                          </m:r>
                                        </m:e>
                                      </m:d>
                                    </m:e>
                                    <m:sup>
                                      <m:r>
                                        <a:rPr lang="pt-BR" sz="1400" b="0" i="1" smtClean="0">
                                          <a:latin typeface="Cambria Math" panose="02040503050406030204" pitchFamily="18" charset="0"/>
                                        </a:rPr>
                                        <m:t>2</m:t>
                                      </m:r>
                                    </m:sup>
                                  </m:sSup>
                                </m:den>
                              </m:f>
                              <m:r>
                                <a:rPr lang="pt-BR" sz="1400" b="0" i="1" smtClean="0">
                                  <a:latin typeface="Cambria Math" panose="02040503050406030204" pitchFamily="18" charset="0"/>
                                </a:rPr>
                                <m:t>       (</m:t>
                              </m:r>
                              <m:sSup>
                                <m:sSupPr>
                                  <m:ctrlPr>
                                    <a:rPr lang="pt-BR" sz="1400" b="0" i="1" smtClean="0">
                                      <a:latin typeface="Cambria Math" panose="02040503050406030204" pitchFamily="18" charset="0"/>
                                    </a:rPr>
                                  </m:ctrlPr>
                                </m:sSupPr>
                                <m:e>
                                  <m:r>
                                    <a:rPr lang="pt-BR" sz="1400" i="1" smtClean="0">
                                      <a:latin typeface="Cambria Math" panose="02040503050406030204" pitchFamily="18" charset="0"/>
                                    </a:rPr>
                                    <m:t>𝑛</m:t>
                                  </m:r>
                                </m:e>
                                <m:sup>
                                  <m:r>
                                    <a:rPr lang="pt-BR" sz="1400" b="0" i="1" smtClean="0">
                                      <a:latin typeface="Cambria Math" panose="02040503050406030204" pitchFamily="18" charset="0"/>
                                    </a:rPr>
                                    <m:t>′</m:t>
                                  </m:r>
                                </m:sup>
                              </m:sSup>
                              <m:r>
                                <a:rPr lang="pt-BR" sz="1400" b="0" i="1" smtClean="0">
                                  <a:latin typeface="Cambria Math" panose="02040503050406030204" pitchFamily="18" charset="0"/>
                                </a:rPr>
                                <m:t>&lt;1)</m:t>
                              </m:r>
                            </m:e>
                          </m:eqArr>
                        </m:e>
                      </m:d>
                    </m:oMath>
                  </a14:m>
                  <a:endParaRPr lang="en-US" sz="1400"/>
                </a:p>
              </p:txBody>
            </p:sp>
          </mc:Choice>
          <mc:Fallback xmlns="">
            <p:sp>
              <p:nvSpPr>
                <p:cNvPr id="107" name="CaixaDeTexto 106">
                  <a:extLst>
                    <a:ext uri="{FF2B5EF4-FFF2-40B4-BE49-F238E27FC236}">
                      <a16:creationId xmlns:a16="http://schemas.microsoft.com/office/drawing/2014/main" id="{4DC08C29-5E11-E0CD-0436-89E52B866D67}"/>
                    </a:ext>
                  </a:extLst>
                </p:cNvPr>
                <p:cNvSpPr txBox="1">
                  <a:spLocks noRot="1" noChangeAspect="1" noMove="1" noResize="1" noEditPoints="1" noAdjustHandles="1" noChangeArrowheads="1" noChangeShapeType="1" noTextEdit="1"/>
                </p:cNvSpPr>
                <p:nvPr/>
              </p:nvSpPr>
              <p:spPr>
                <a:xfrm>
                  <a:off x="261740" y="2204864"/>
                  <a:ext cx="5546228" cy="1247777"/>
                </a:xfrm>
                <a:prstGeom prst="rect">
                  <a:avLst/>
                </a:prstGeom>
                <a:blipFill>
                  <a:blip r:embed="rId1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8" name="CaixaDeTexto 107">
                  <a:extLst>
                    <a:ext uri="{FF2B5EF4-FFF2-40B4-BE49-F238E27FC236}">
                      <a16:creationId xmlns:a16="http://schemas.microsoft.com/office/drawing/2014/main" id="{14969170-3F0E-E897-1041-C0026976859F}"/>
                    </a:ext>
                  </a:extLst>
                </p:cNvPr>
                <p:cNvSpPr txBox="1"/>
                <p:nvPr/>
              </p:nvSpPr>
              <p:spPr>
                <a:xfrm>
                  <a:off x="249360" y="1597904"/>
                  <a:ext cx="5150102" cy="338554"/>
                </a:xfrm>
                <a:prstGeom prst="rect">
                  <a:avLst/>
                </a:prstGeom>
                <a:noFill/>
              </p:spPr>
              <p:txBody>
                <a:bodyPr wrap="square">
                  <a:spAutoFit/>
                </a:bodyPr>
                <a:lstStyle>
                  <a:defPPr>
                    <a:defRPr lang="pt-BR"/>
                  </a:defPPr>
                  <a:lvl1pPr>
                    <a:defRPr sz="1600"/>
                  </a:lvl1pPr>
                </a:lstStyle>
                <a:p>
                  <a:r>
                    <a:rPr lang="en-US" sz="1600"/>
                    <a:t>4.2.2 Positive Columns (</a:t>
                  </a:r>
                  <a14:m>
                    <m:oMath xmlns:m="http://schemas.openxmlformats.org/officeDocument/2006/math">
                      <m:r>
                        <a:rPr lang="en-US" sz="1600" i="1" smtClean="0">
                          <a:latin typeface="Cambria Math" panose="02040503050406030204" pitchFamily="18" charset="0"/>
                        </a:rPr>
                        <m:t>𝑛</m:t>
                      </m:r>
                      <m:r>
                        <a:rPr lang="en-US" sz="1600" i="1" smtClean="0">
                          <a:latin typeface="Cambria Math" panose="02040503050406030204" pitchFamily="18" charset="0"/>
                        </a:rPr>
                        <m:t>&gt;0</m:t>
                      </m:r>
                    </m:oMath>
                  </a14:m>
                  <a:r>
                    <a:rPr lang="en-US" sz="1600"/>
                    <a:t>): Equations (49), (50) [1]: </a:t>
                  </a:r>
                  <a:endParaRPr lang="pt-BR"/>
                </a:p>
              </p:txBody>
            </p:sp>
          </mc:Choice>
          <mc:Fallback xmlns="">
            <p:sp>
              <p:nvSpPr>
                <p:cNvPr id="108" name="CaixaDeTexto 107">
                  <a:extLst>
                    <a:ext uri="{FF2B5EF4-FFF2-40B4-BE49-F238E27FC236}">
                      <a16:creationId xmlns:a16="http://schemas.microsoft.com/office/drawing/2014/main" id="{14969170-3F0E-E897-1041-C0026976859F}"/>
                    </a:ext>
                  </a:extLst>
                </p:cNvPr>
                <p:cNvSpPr txBox="1">
                  <a:spLocks noRot="1" noChangeAspect="1" noMove="1" noResize="1" noEditPoints="1" noAdjustHandles="1" noChangeArrowheads="1" noChangeShapeType="1" noTextEdit="1"/>
                </p:cNvSpPr>
                <p:nvPr/>
              </p:nvSpPr>
              <p:spPr>
                <a:xfrm>
                  <a:off x="249360" y="1597904"/>
                  <a:ext cx="5150102" cy="338554"/>
                </a:xfrm>
                <a:prstGeom prst="rect">
                  <a:avLst/>
                </a:prstGeom>
                <a:blipFill>
                  <a:blip r:embed="rId16"/>
                  <a:stretch>
                    <a:fillRect l="-710" t="-5357" b="-2142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9" name="CaixaDeTexto 108">
                  <a:extLst>
                    <a:ext uri="{FF2B5EF4-FFF2-40B4-BE49-F238E27FC236}">
                      <a16:creationId xmlns:a16="http://schemas.microsoft.com/office/drawing/2014/main" id="{2AA358E1-82A2-BDF9-1D2D-6A5B3CC1C4A5}"/>
                    </a:ext>
                  </a:extLst>
                </p:cNvPr>
                <p:cNvSpPr txBox="1"/>
                <p:nvPr/>
              </p:nvSpPr>
              <p:spPr>
                <a:xfrm>
                  <a:off x="263352" y="4185084"/>
                  <a:ext cx="4941740" cy="1324850"/>
                </a:xfrm>
                <a:prstGeom prst="rect">
                  <a:avLst/>
                </a:prstGeom>
                <a:noFill/>
              </p:spPr>
              <p:txBody>
                <a:bodyPr wrap="square">
                  <a:spAutoFit/>
                </a:bodyPr>
                <a:lstStyle>
                  <a:defPPr>
                    <a:defRPr lang="pt-BR"/>
                  </a:defPPr>
                  <a:lvl1pPr>
                    <a:defRPr sz="1600"/>
                  </a:lvl1pPr>
                </a:lstStyle>
                <a:p>
                  <a:pPr>
                    <a:lnSpc>
                      <a:spcPct val="150000"/>
                    </a:lnSpc>
                  </a:pPr>
                  <a14:m>
                    <m:oMathPara xmlns:m="http://schemas.openxmlformats.org/officeDocument/2006/math">
                      <m:oMathParaPr>
                        <m:jc m:val="left"/>
                      </m:oMathParaPr>
                      <m:oMath xmlns:m="http://schemas.openxmlformats.org/officeDocument/2006/math">
                        <m:sSubSup>
                          <m:sSubSupPr>
                            <m:ctrlPr>
                              <a:rPr lang="pt-BR" sz="1400" i="1" smtClean="0">
                                <a:solidFill>
                                  <a:schemeClr val="tx1"/>
                                </a:solidFill>
                                <a:latin typeface="Cambria Math" panose="02040503050406030204" pitchFamily="18" charset="0"/>
                              </a:rPr>
                            </m:ctrlPr>
                          </m:sSubSupPr>
                          <m:e>
                            <m:r>
                              <a:rPr lang="pt-BR" sz="1400" b="1" i="1">
                                <a:solidFill>
                                  <a:schemeClr val="tx1"/>
                                </a:solidFill>
                                <a:latin typeface="Cambria Math" panose="02040503050406030204" pitchFamily="18" charset="0"/>
                              </a:rPr>
                              <m:t>𝑮</m:t>
                            </m:r>
                          </m:e>
                          <m:sub>
                            <m:r>
                              <a:rPr lang="pt-BR" sz="1400" b="0" i="1" smtClean="0">
                                <a:solidFill>
                                  <a:schemeClr val="tx1"/>
                                </a:solidFill>
                                <a:latin typeface="Cambria Math" panose="02040503050406030204" pitchFamily="18" charset="0"/>
                              </a:rPr>
                              <m:t> </m:t>
                            </m:r>
                          </m:sub>
                          <m:sup>
                            <m:r>
                              <a:rPr lang="pt-BR" sz="1400" i="1">
                                <a:solidFill>
                                  <a:schemeClr val="tx1"/>
                                </a:solidFill>
                                <a:latin typeface="Cambria Math" panose="02040503050406030204" pitchFamily="18" charset="0"/>
                              </a:rPr>
                              <m:t>(</m:t>
                            </m:r>
                            <m:r>
                              <a:rPr lang="pt-BR" sz="1400" b="0" i="1" smtClean="0">
                                <a:solidFill>
                                  <a:schemeClr val="tx1"/>
                                </a:solidFill>
                                <a:latin typeface="Cambria Math" panose="02040503050406030204" pitchFamily="18" charset="0"/>
                              </a:rPr>
                              <m:t>𝑝</m:t>
                            </m:r>
                            <m:r>
                              <a:rPr lang="pt-BR" sz="1400" b="0" i="1" smtClean="0">
                                <a:solidFill>
                                  <a:schemeClr val="tx1"/>
                                </a:solidFill>
                                <a:latin typeface="Cambria Math" panose="02040503050406030204" pitchFamily="18" charset="0"/>
                              </a:rPr>
                              <m:t>,   </m:t>
                            </m:r>
                            <m:r>
                              <a:rPr lang="pt-BR" sz="1400" b="0" i="1" smtClean="0">
                                <a:solidFill>
                                  <a:schemeClr val="tx1"/>
                                </a:solidFill>
                                <a:latin typeface="Cambria Math" panose="02040503050406030204" pitchFamily="18" charset="0"/>
                              </a:rPr>
                              <m:t>𝑞</m:t>
                            </m:r>
                            <m:r>
                              <a:rPr lang="pt-BR" sz="1400" i="1">
                                <a:solidFill>
                                  <a:schemeClr val="tx1"/>
                                </a:solidFill>
                                <a:latin typeface="Cambria Math" panose="02040503050406030204" pitchFamily="18" charset="0"/>
                              </a:rPr>
                              <m:t>)</m:t>
                            </m:r>
                          </m:sup>
                        </m:sSubSup>
                        <m:r>
                          <a:rPr lang="pt-BR" sz="1400" b="0" i="1" smtClean="0">
                            <a:solidFill>
                              <a:schemeClr val="tx1"/>
                            </a:solidFill>
                            <a:latin typeface="Cambria Math" panose="02040503050406030204" pitchFamily="18" charset="0"/>
                          </a:rPr>
                          <m:t>=</m:t>
                        </m:r>
                        <m:sSubSup>
                          <m:sSubSupPr>
                            <m:ctrlPr>
                              <a:rPr lang="pt-BR" sz="1400" i="1">
                                <a:latin typeface="Cambria Math" panose="02040503050406030204" pitchFamily="18" charset="0"/>
                              </a:rPr>
                            </m:ctrlPr>
                          </m:sSubSupPr>
                          <m:e>
                            <m:r>
                              <a:rPr lang="pt-BR" sz="1400" b="1" i="1">
                                <a:latin typeface="Cambria Math" panose="02040503050406030204" pitchFamily="18" charset="0"/>
                              </a:rPr>
                              <m:t>𝑮</m:t>
                            </m:r>
                          </m:e>
                          <m:sub>
                            <m:r>
                              <a:rPr lang="pt-BR" sz="1400" i="1">
                                <a:latin typeface="Cambria Math" panose="02040503050406030204" pitchFamily="18" charset="0"/>
                              </a:rPr>
                              <m:t> </m:t>
                            </m:r>
                          </m:sub>
                          <m:sup>
                            <m:r>
                              <a:rPr lang="pt-BR" sz="1400" i="1">
                                <a:latin typeface="Cambria Math" panose="02040503050406030204" pitchFamily="18" charset="0"/>
                              </a:rPr>
                              <m:t>(</m:t>
                            </m:r>
                            <m:r>
                              <a:rPr lang="pt-BR" sz="1400" b="0" i="1" smtClean="0">
                                <a:latin typeface="Cambria Math" panose="02040503050406030204" pitchFamily="18" charset="0"/>
                              </a:rPr>
                              <m:t>𝑞</m:t>
                            </m:r>
                            <m:r>
                              <a:rPr lang="pt-BR" sz="1400" b="0" i="1" smtClean="0">
                                <a:latin typeface="Cambria Math" panose="02040503050406030204" pitchFamily="18" charset="0"/>
                              </a:rPr>
                              <m:t>,   </m:t>
                            </m:r>
                            <m:r>
                              <a:rPr lang="pt-BR" sz="1400" i="1">
                                <a:latin typeface="Cambria Math" panose="02040503050406030204" pitchFamily="18" charset="0"/>
                              </a:rPr>
                              <m:t>𝑝</m:t>
                            </m:r>
                            <m:r>
                              <a:rPr lang="pt-BR" sz="1400" i="1">
                                <a:latin typeface="Cambria Math" panose="02040503050406030204" pitchFamily="18" charset="0"/>
                              </a:rPr>
                              <m:t>)</m:t>
                            </m:r>
                          </m:sup>
                        </m:sSubSup>
                        <m:r>
                          <a:rPr lang="pt-BR" sz="1400" i="1">
                            <a:latin typeface="Cambria Math" panose="02040503050406030204" pitchFamily="18" charset="0"/>
                          </a:rPr>
                          <m:t>=</m:t>
                        </m:r>
                        <m:d>
                          <m:dPr>
                            <m:begChr m:val="["/>
                            <m:endChr m:val="]"/>
                            <m:ctrlPr>
                              <a:rPr lang="pt-BR" sz="1400" b="0" i="1" smtClean="0">
                                <a:solidFill>
                                  <a:schemeClr val="tx1"/>
                                </a:solidFill>
                                <a:latin typeface="Cambria Math" panose="02040503050406030204" pitchFamily="18" charset="0"/>
                              </a:rPr>
                            </m:ctrlPr>
                          </m:dPr>
                          <m:e>
                            <m:m>
                              <m:mPr>
                                <m:mcs>
                                  <m:mc>
                                    <m:mcPr>
                                      <m:count m:val="3"/>
                                      <m:mcJc m:val="center"/>
                                    </m:mcPr>
                                  </m:mc>
                                </m:mcs>
                                <m:ctrlPr>
                                  <a:rPr lang="pt-BR" sz="1400" b="0" i="1" smtClean="0">
                                    <a:solidFill>
                                      <a:schemeClr val="tx1"/>
                                    </a:solidFill>
                                    <a:latin typeface="Cambria Math" panose="02040503050406030204" pitchFamily="18" charset="0"/>
                                  </a:rPr>
                                </m:ctrlPr>
                              </m:mPr>
                              <m:mr>
                                <m:e>
                                  <m:r>
                                    <m:rPr>
                                      <m:brk m:alnAt="7"/>
                                    </m:rPr>
                                    <a:rPr lang="pt-BR" sz="1400" b="0" i="1" smtClean="0">
                                      <a:solidFill>
                                        <a:schemeClr val="bg1"/>
                                      </a:solidFill>
                                      <a:latin typeface="Cambria Math" panose="02040503050406030204" pitchFamily="18" charset="0"/>
                                    </a:rPr>
                                    <m:t>0</m:t>
                                  </m:r>
                                </m:e>
                                <m:e>
                                  <m:r>
                                    <m:rPr>
                                      <m:brk m:alnAt="7"/>
                                    </m:rPr>
                                    <a:rPr lang="pt-BR" sz="1400" i="1" smtClean="0">
                                      <a:solidFill>
                                        <a:schemeClr val="bg1">
                                          <a:lumMod val="65000"/>
                                        </a:schemeClr>
                                      </a:solidFill>
                                      <a:latin typeface="Cambria Math" panose="02040503050406030204" pitchFamily="18" charset="0"/>
                                    </a:rPr>
                                    <m:t>−</m:t>
                                  </m:r>
                                  <m:r>
                                    <a:rPr lang="pt-BR" sz="1400" i="1">
                                      <a:solidFill>
                                        <a:schemeClr val="bg1">
                                          <a:lumMod val="65000"/>
                                        </a:schemeClr>
                                      </a:solidFill>
                                      <a:latin typeface="Cambria Math" panose="02040503050406030204" pitchFamily="18" charset="0"/>
                                    </a:rPr>
                                    <m:t>7.9577×</m:t>
                                  </m:r>
                                  <m:sSup>
                                    <m:sSupPr>
                                      <m:ctrlPr>
                                        <a:rPr lang="pt-BR" sz="1400" i="1">
                                          <a:solidFill>
                                            <a:schemeClr val="bg1">
                                              <a:lumMod val="65000"/>
                                            </a:schemeClr>
                                          </a:solidFill>
                                          <a:latin typeface="Cambria Math" panose="02040503050406030204" pitchFamily="18" charset="0"/>
                                        </a:rPr>
                                      </m:ctrlPr>
                                    </m:sSupPr>
                                    <m:e>
                                      <m:r>
                                        <m:rPr>
                                          <m:brk m:alnAt="7"/>
                                        </m:rPr>
                                        <a:rPr lang="pt-BR" sz="1400" i="1">
                                          <a:solidFill>
                                            <a:schemeClr val="bg1">
                                              <a:lumMod val="65000"/>
                                            </a:schemeClr>
                                          </a:solidFill>
                                          <a:latin typeface="Cambria Math" panose="02040503050406030204" pitchFamily="18" charset="0"/>
                                        </a:rPr>
                                        <m:t>1</m:t>
                                      </m:r>
                                      <m:r>
                                        <a:rPr lang="pt-BR" sz="1400" i="1">
                                          <a:solidFill>
                                            <a:schemeClr val="bg1">
                                              <a:lumMod val="65000"/>
                                            </a:schemeClr>
                                          </a:solidFill>
                                          <a:latin typeface="Cambria Math" panose="02040503050406030204" pitchFamily="18" charset="0"/>
                                        </a:rPr>
                                        <m:t>0</m:t>
                                      </m:r>
                                    </m:e>
                                    <m:sup>
                                      <m:r>
                                        <m:rPr>
                                          <m:brk m:alnAt="7"/>
                                        </m:rPr>
                                        <a:rPr lang="pt-BR" sz="1400" i="1">
                                          <a:solidFill>
                                            <a:schemeClr val="bg1">
                                              <a:lumMod val="65000"/>
                                            </a:schemeClr>
                                          </a:solidFill>
                                          <a:latin typeface="Cambria Math" panose="02040503050406030204" pitchFamily="18" charset="0"/>
                                          <a:ea typeface="Cambria Math" panose="02040503050406030204" pitchFamily="18" charset="0"/>
                                        </a:rPr>
                                        <m:t>−</m:t>
                                      </m:r>
                                      <m:r>
                                        <a:rPr lang="pt-BR" sz="1400" b="0" i="1" smtClean="0">
                                          <a:solidFill>
                                            <a:schemeClr val="bg1">
                                              <a:lumMod val="65000"/>
                                            </a:schemeClr>
                                          </a:solidFill>
                                          <a:latin typeface="Cambria Math" panose="02040503050406030204" pitchFamily="18" charset="0"/>
                                          <a:ea typeface="Cambria Math" panose="02040503050406030204" pitchFamily="18" charset="0"/>
                                        </a:rPr>
                                        <m:t>3</m:t>
                                      </m:r>
                                    </m:sup>
                                  </m:sSup>
                                </m:e>
                                <m:e>
                                  <m:r>
                                    <m:rPr>
                                      <m:brk m:alnAt="7"/>
                                    </m:rPr>
                                    <a:rPr lang="pt-BR" sz="1400" i="1" smtClean="0">
                                      <a:solidFill>
                                        <a:schemeClr val="tx1"/>
                                      </a:solidFill>
                                      <a:latin typeface="Cambria Math" panose="02040503050406030204" pitchFamily="18" charset="0"/>
                                    </a:rPr>
                                    <m:t>−</m:t>
                                  </m:r>
                                  <m:r>
                                    <a:rPr lang="pt-BR" sz="1400" i="1">
                                      <a:solidFill>
                                        <a:schemeClr val="tx1"/>
                                      </a:solidFill>
                                      <a:latin typeface="Cambria Math" panose="02040503050406030204" pitchFamily="18" charset="0"/>
                                    </a:rPr>
                                    <m:t>7.9577×</m:t>
                                  </m:r>
                                  <m:sSup>
                                    <m:sSupPr>
                                      <m:ctrlPr>
                                        <a:rPr lang="pt-BR" sz="1400" i="1">
                                          <a:solidFill>
                                            <a:schemeClr val="tx1"/>
                                          </a:solidFill>
                                          <a:latin typeface="Cambria Math" panose="02040503050406030204" pitchFamily="18" charset="0"/>
                                        </a:rPr>
                                      </m:ctrlPr>
                                    </m:sSupPr>
                                    <m:e>
                                      <m:r>
                                        <m:rPr>
                                          <m:brk m:alnAt="7"/>
                                        </m:rPr>
                                        <a:rPr lang="pt-BR" sz="1400" i="1">
                                          <a:solidFill>
                                            <a:schemeClr val="tx1"/>
                                          </a:solidFill>
                                          <a:latin typeface="Cambria Math" panose="02040503050406030204" pitchFamily="18" charset="0"/>
                                        </a:rPr>
                                        <m:t>1</m:t>
                                      </m:r>
                                      <m:r>
                                        <a:rPr lang="pt-BR" sz="1400" i="1">
                                          <a:solidFill>
                                            <a:schemeClr val="tx1"/>
                                          </a:solidFill>
                                          <a:latin typeface="Cambria Math" panose="02040503050406030204" pitchFamily="18" charset="0"/>
                                        </a:rPr>
                                        <m:t>0</m:t>
                                      </m:r>
                                    </m:e>
                                    <m:sup>
                                      <m:r>
                                        <m:rPr>
                                          <m:brk m:alnAt="7"/>
                                        </m:rPr>
                                        <a:rPr lang="pt-BR" sz="1400" i="1">
                                          <a:solidFill>
                                            <a:schemeClr val="tx1"/>
                                          </a:solidFill>
                                          <a:latin typeface="Cambria Math" panose="02040503050406030204" pitchFamily="18" charset="0"/>
                                          <a:ea typeface="Cambria Math" panose="02040503050406030204" pitchFamily="18" charset="0"/>
                                        </a:rPr>
                                        <m:t>−</m:t>
                                      </m:r>
                                      <m:r>
                                        <a:rPr lang="pt-BR" sz="1400" b="0" i="1" smtClean="0">
                                          <a:solidFill>
                                            <a:schemeClr val="tx1"/>
                                          </a:solidFill>
                                          <a:latin typeface="Cambria Math" panose="02040503050406030204" pitchFamily="18" charset="0"/>
                                          <a:ea typeface="Cambria Math" panose="02040503050406030204" pitchFamily="18" charset="0"/>
                                        </a:rPr>
                                        <m:t>4</m:t>
                                      </m:r>
                                    </m:sup>
                                  </m:sSup>
                                </m:e>
                              </m:mr>
                              <m:mr>
                                <m:e>
                                  <m:r>
                                    <m:rPr>
                                      <m:brk m:alnAt="7"/>
                                    </m:rPr>
                                    <a:rPr lang="pt-BR" sz="1400" i="1" smtClean="0">
                                      <a:solidFill>
                                        <a:schemeClr val="bg1"/>
                                      </a:solidFill>
                                      <a:latin typeface="Cambria Math" panose="02040503050406030204" pitchFamily="18" charset="0"/>
                                    </a:rPr>
                                    <m:t>−</m:t>
                                  </m:r>
                                  <m:r>
                                    <a:rPr lang="pt-BR" sz="1400" i="1">
                                      <a:solidFill>
                                        <a:schemeClr val="bg1"/>
                                      </a:solidFill>
                                      <a:latin typeface="Cambria Math" panose="02040503050406030204" pitchFamily="18" charset="0"/>
                                    </a:rPr>
                                    <m:t>7.9577×</m:t>
                                  </m:r>
                                  <m:sSup>
                                    <m:sSupPr>
                                      <m:ctrlPr>
                                        <a:rPr lang="pt-BR" sz="1400" i="1">
                                          <a:solidFill>
                                            <a:schemeClr val="bg1"/>
                                          </a:solidFill>
                                          <a:latin typeface="Cambria Math" panose="02040503050406030204" pitchFamily="18" charset="0"/>
                                        </a:rPr>
                                      </m:ctrlPr>
                                    </m:sSupPr>
                                    <m:e>
                                      <m:r>
                                        <m:rPr>
                                          <m:brk m:alnAt="7"/>
                                        </m:rPr>
                                        <a:rPr lang="pt-BR" sz="1400" i="1">
                                          <a:solidFill>
                                            <a:schemeClr val="bg1"/>
                                          </a:solidFill>
                                          <a:latin typeface="Cambria Math" panose="02040503050406030204" pitchFamily="18" charset="0"/>
                                        </a:rPr>
                                        <m:t>1</m:t>
                                      </m:r>
                                      <m:r>
                                        <a:rPr lang="pt-BR" sz="1400" i="1">
                                          <a:solidFill>
                                            <a:schemeClr val="bg1"/>
                                          </a:solidFill>
                                          <a:latin typeface="Cambria Math" panose="02040503050406030204" pitchFamily="18" charset="0"/>
                                        </a:rPr>
                                        <m:t>0</m:t>
                                      </m:r>
                                    </m:e>
                                    <m:sup>
                                      <m:r>
                                        <m:rPr>
                                          <m:brk m:alnAt="7"/>
                                        </m:rPr>
                                        <a:rPr lang="pt-BR" sz="1400" i="1">
                                          <a:solidFill>
                                            <a:schemeClr val="bg1"/>
                                          </a:solidFill>
                                          <a:latin typeface="Cambria Math" panose="02040503050406030204" pitchFamily="18" charset="0"/>
                                          <a:ea typeface="Cambria Math" panose="02040503050406030204" pitchFamily="18" charset="0"/>
                                        </a:rPr>
                                        <m:t>−</m:t>
                                      </m:r>
                                      <m:r>
                                        <a:rPr lang="pt-BR" sz="1400" i="1">
                                          <a:solidFill>
                                            <a:schemeClr val="bg1"/>
                                          </a:solidFill>
                                          <a:latin typeface="Cambria Math" panose="02040503050406030204" pitchFamily="18" charset="0"/>
                                          <a:ea typeface="Cambria Math" panose="02040503050406030204" pitchFamily="18" charset="0"/>
                                        </a:rPr>
                                        <m:t>3</m:t>
                                      </m:r>
                                    </m:sup>
                                  </m:sSup>
                                </m:e>
                                <m:e>
                                  <m:r>
                                    <a:rPr lang="pt-BR" sz="1400" b="0" i="1" smtClean="0">
                                      <a:solidFill>
                                        <a:schemeClr val="bg1">
                                          <a:lumMod val="65000"/>
                                        </a:schemeClr>
                                      </a:solidFill>
                                      <a:latin typeface="Cambria Math" panose="02040503050406030204" pitchFamily="18" charset="0"/>
                                    </a:rPr>
                                    <m:t>−</m:t>
                                  </m:r>
                                  <m:r>
                                    <a:rPr lang="pt-BR" sz="1400" i="1">
                                      <a:solidFill>
                                        <a:schemeClr val="bg1">
                                          <a:lumMod val="65000"/>
                                        </a:schemeClr>
                                      </a:solidFill>
                                      <a:latin typeface="Cambria Math" panose="02040503050406030204" pitchFamily="18" charset="0"/>
                                    </a:rPr>
                                    <m:t>3</m:t>
                                  </m:r>
                                  <m:r>
                                    <a:rPr lang="pt-BR" sz="1400" b="0" i="1" smtClean="0">
                                      <a:solidFill>
                                        <a:schemeClr val="bg1">
                                          <a:lumMod val="65000"/>
                                        </a:schemeClr>
                                      </a:solidFill>
                                      <a:latin typeface="Cambria Math" panose="02040503050406030204" pitchFamily="18" charset="0"/>
                                    </a:rPr>
                                    <m:t>.</m:t>
                                  </m:r>
                                  <m:r>
                                    <a:rPr lang="pt-BR" sz="1400" i="1">
                                      <a:solidFill>
                                        <a:schemeClr val="bg1">
                                          <a:lumMod val="65000"/>
                                        </a:schemeClr>
                                      </a:solidFill>
                                      <a:latin typeface="Cambria Math" panose="02040503050406030204" pitchFamily="18" charset="0"/>
                                    </a:rPr>
                                    <m:t>664</m:t>
                                  </m:r>
                                  <m:r>
                                    <a:rPr lang="pt-BR" sz="1400" b="0" i="1" smtClean="0">
                                      <a:solidFill>
                                        <a:schemeClr val="bg1">
                                          <a:lumMod val="65000"/>
                                        </a:schemeClr>
                                      </a:solidFill>
                                      <a:latin typeface="Cambria Math" panose="02040503050406030204" pitchFamily="18" charset="0"/>
                                    </a:rPr>
                                    <m:t>7</m:t>
                                  </m:r>
                                  <m:r>
                                    <a:rPr lang="pt-BR" sz="1400" i="1">
                                      <a:solidFill>
                                        <a:schemeClr val="bg1">
                                          <a:lumMod val="65000"/>
                                        </a:schemeClr>
                                      </a:solidFill>
                                      <a:latin typeface="Cambria Math" panose="02040503050406030204" pitchFamily="18" charset="0"/>
                                    </a:rPr>
                                    <m:t>×</m:t>
                                  </m:r>
                                  <m:sSup>
                                    <m:sSupPr>
                                      <m:ctrlPr>
                                        <a:rPr lang="pt-BR" sz="1400" i="1">
                                          <a:solidFill>
                                            <a:schemeClr val="bg1">
                                              <a:lumMod val="65000"/>
                                            </a:schemeClr>
                                          </a:solidFill>
                                          <a:latin typeface="Cambria Math" panose="02040503050406030204" pitchFamily="18" charset="0"/>
                                        </a:rPr>
                                      </m:ctrlPr>
                                    </m:sSupPr>
                                    <m:e>
                                      <m:r>
                                        <m:rPr>
                                          <m:brk m:alnAt="7"/>
                                        </m:rPr>
                                        <a:rPr lang="pt-BR" sz="1400" i="1">
                                          <a:solidFill>
                                            <a:schemeClr val="bg1">
                                              <a:lumMod val="65000"/>
                                            </a:schemeClr>
                                          </a:solidFill>
                                          <a:latin typeface="Cambria Math" panose="02040503050406030204" pitchFamily="18" charset="0"/>
                                        </a:rPr>
                                        <m:t>1</m:t>
                                      </m:r>
                                      <m:r>
                                        <a:rPr lang="pt-BR" sz="1400" i="1">
                                          <a:solidFill>
                                            <a:schemeClr val="bg1">
                                              <a:lumMod val="65000"/>
                                            </a:schemeClr>
                                          </a:solidFill>
                                          <a:latin typeface="Cambria Math" panose="02040503050406030204" pitchFamily="18" charset="0"/>
                                        </a:rPr>
                                        <m:t>0</m:t>
                                      </m:r>
                                    </m:e>
                                    <m:sup>
                                      <m:r>
                                        <m:rPr>
                                          <m:brk m:alnAt="7"/>
                                        </m:rPr>
                                        <a:rPr lang="pt-BR" sz="1400" i="1">
                                          <a:solidFill>
                                            <a:schemeClr val="bg1">
                                              <a:lumMod val="65000"/>
                                            </a:schemeClr>
                                          </a:solidFill>
                                          <a:latin typeface="Cambria Math" panose="02040503050406030204" pitchFamily="18" charset="0"/>
                                          <a:ea typeface="Cambria Math" panose="02040503050406030204" pitchFamily="18" charset="0"/>
                                        </a:rPr>
                                        <m:t>−</m:t>
                                      </m:r>
                                      <m:r>
                                        <a:rPr lang="pt-BR" sz="1400" b="0" i="1" smtClean="0">
                                          <a:solidFill>
                                            <a:schemeClr val="bg1">
                                              <a:lumMod val="65000"/>
                                            </a:schemeClr>
                                          </a:solidFill>
                                          <a:latin typeface="Cambria Math" panose="02040503050406030204" pitchFamily="18" charset="0"/>
                                          <a:ea typeface="Cambria Math" panose="02040503050406030204" pitchFamily="18" charset="0"/>
                                        </a:rPr>
                                        <m:t>1</m:t>
                                      </m:r>
                                    </m:sup>
                                  </m:sSup>
                                </m:e>
                                <m:e>
                                  <m:r>
                                    <m:rPr>
                                      <m:brk m:alnAt="7"/>
                                    </m:rPr>
                                    <a:rPr lang="pt-BR" sz="1400" i="1" smtClean="0">
                                      <a:solidFill>
                                        <a:schemeClr val="tx1"/>
                                      </a:solidFill>
                                      <a:latin typeface="Cambria Math" panose="02040503050406030204" pitchFamily="18" charset="0"/>
                                    </a:rPr>
                                    <m:t>−</m:t>
                                  </m:r>
                                  <m:r>
                                    <a:rPr lang="pt-BR" sz="1400" i="1" smtClean="0">
                                      <a:solidFill>
                                        <a:schemeClr val="tx1"/>
                                      </a:solidFill>
                                      <a:latin typeface="Cambria Math" panose="02040503050406030204" pitchFamily="18" charset="0"/>
                                    </a:rPr>
                                    <m:t>7.9577×</m:t>
                                  </m:r>
                                  <m:sSup>
                                    <m:sSupPr>
                                      <m:ctrlPr>
                                        <a:rPr lang="pt-BR" sz="1400" i="1">
                                          <a:solidFill>
                                            <a:schemeClr val="tx1"/>
                                          </a:solidFill>
                                          <a:latin typeface="Cambria Math" panose="02040503050406030204" pitchFamily="18" charset="0"/>
                                        </a:rPr>
                                      </m:ctrlPr>
                                    </m:sSupPr>
                                    <m:e>
                                      <m:r>
                                        <m:rPr>
                                          <m:brk m:alnAt="7"/>
                                        </m:rPr>
                                        <a:rPr lang="pt-BR" sz="1400" i="1">
                                          <a:solidFill>
                                            <a:schemeClr val="tx1"/>
                                          </a:solidFill>
                                          <a:latin typeface="Cambria Math" panose="02040503050406030204" pitchFamily="18" charset="0"/>
                                        </a:rPr>
                                        <m:t>1</m:t>
                                      </m:r>
                                      <m:r>
                                        <a:rPr lang="pt-BR" sz="1400" i="1">
                                          <a:solidFill>
                                            <a:schemeClr val="tx1"/>
                                          </a:solidFill>
                                          <a:latin typeface="Cambria Math" panose="02040503050406030204" pitchFamily="18" charset="0"/>
                                        </a:rPr>
                                        <m:t>0</m:t>
                                      </m:r>
                                    </m:e>
                                    <m:sup>
                                      <m:r>
                                        <m:rPr>
                                          <m:brk m:alnAt="7"/>
                                        </m:rPr>
                                        <a:rPr lang="pt-BR" sz="1400" i="1">
                                          <a:solidFill>
                                            <a:schemeClr val="tx1"/>
                                          </a:solidFill>
                                          <a:latin typeface="Cambria Math" panose="02040503050406030204" pitchFamily="18" charset="0"/>
                                          <a:ea typeface="Cambria Math" panose="02040503050406030204" pitchFamily="18" charset="0"/>
                                        </a:rPr>
                                        <m:t>−</m:t>
                                      </m:r>
                                      <m:r>
                                        <a:rPr lang="pt-BR" sz="1400" i="1">
                                          <a:solidFill>
                                            <a:schemeClr val="tx1"/>
                                          </a:solidFill>
                                          <a:latin typeface="Cambria Math" panose="02040503050406030204" pitchFamily="18" charset="0"/>
                                          <a:ea typeface="Cambria Math" panose="02040503050406030204" pitchFamily="18" charset="0"/>
                                        </a:rPr>
                                        <m:t>3</m:t>
                                      </m:r>
                                    </m:sup>
                                  </m:sSup>
                                </m:e>
                              </m:mr>
                              <m:mr>
                                <m:e>
                                  <m:r>
                                    <m:rPr>
                                      <m:brk m:alnAt="7"/>
                                    </m:rPr>
                                    <a:rPr lang="pt-BR" sz="1400" i="1" smtClean="0">
                                      <a:solidFill>
                                        <a:schemeClr val="bg1"/>
                                      </a:solidFill>
                                      <a:latin typeface="Cambria Math" panose="02040503050406030204" pitchFamily="18" charset="0"/>
                                    </a:rPr>
                                    <m:t>−</m:t>
                                  </m:r>
                                  <m:r>
                                    <a:rPr lang="pt-BR" sz="1400" i="1">
                                      <a:solidFill>
                                        <a:schemeClr val="bg1"/>
                                      </a:solidFill>
                                      <a:latin typeface="Cambria Math" panose="02040503050406030204" pitchFamily="18" charset="0"/>
                                    </a:rPr>
                                    <m:t>7.9577×</m:t>
                                  </m:r>
                                  <m:sSup>
                                    <m:sSupPr>
                                      <m:ctrlPr>
                                        <a:rPr lang="pt-BR" sz="1400" i="1">
                                          <a:solidFill>
                                            <a:schemeClr val="bg1"/>
                                          </a:solidFill>
                                          <a:latin typeface="Cambria Math" panose="02040503050406030204" pitchFamily="18" charset="0"/>
                                        </a:rPr>
                                      </m:ctrlPr>
                                    </m:sSupPr>
                                    <m:e>
                                      <m:r>
                                        <m:rPr>
                                          <m:brk m:alnAt="7"/>
                                        </m:rPr>
                                        <a:rPr lang="pt-BR" sz="1400" i="1">
                                          <a:solidFill>
                                            <a:schemeClr val="bg1"/>
                                          </a:solidFill>
                                          <a:latin typeface="Cambria Math" panose="02040503050406030204" pitchFamily="18" charset="0"/>
                                        </a:rPr>
                                        <m:t>1</m:t>
                                      </m:r>
                                      <m:r>
                                        <a:rPr lang="pt-BR" sz="1400" i="1">
                                          <a:solidFill>
                                            <a:schemeClr val="bg1"/>
                                          </a:solidFill>
                                          <a:latin typeface="Cambria Math" panose="02040503050406030204" pitchFamily="18" charset="0"/>
                                        </a:rPr>
                                        <m:t>0</m:t>
                                      </m:r>
                                    </m:e>
                                    <m:sup>
                                      <m:r>
                                        <m:rPr>
                                          <m:brk m:alnAt="7"/>
                                        </m:rPr>
                                        <a:rPr lang="pt-BR" sz="1400" i="1">
                                          <a:solidFill>
                                            <a:schemeClr val="bg1"/>
                                          </a:solidFill>
                                          <a:latin typeface="Cambria Math" panose="02040503050406030204" pitchFamily="18" charset="0"/>
                                          <a:ea typeface="Cambria Math" panose="02040503050406030204" pitchFamily="18" charset="0"/>
                                        </a:rPr>
                                        <m:t>−</m:t>
                                      </m:r>
                                      <m:r>
                                        <a:rPr lang="pt-BR" sz="1400" b="0" i="1" smtClean="0">
                                          <a:solidFill>
                                            <a:schemeClr val="bg1"/>
                                          </a:solidFill>
                                          <a:latin typeface="Cambria Math" panose="02040503050406030204" pitchFamily="18" charset="0"/>
                                          <a:ea typeface="Cambria Math" panose="02040503050406030204" pitchFamily="18" charset="0"/>
                                        </a:rPr>
                                        <m:t>4</m:t>
                                      </m:r>
                                    </m:sup>
                                  </m:sSup>
                                </m:e>
                                <m:e>
                                  <m:r>
                                    <m:rPr>
                                      <m:brk m:alnAt="7"/>
                                    </m:rPr>
                                    <a:rPr lang="pt-BR" sz="1400" i="1" smtClean="0">
                                      <a:solidFill>
                                        <a:schemeClr val="bg1">
                                          <a:lumMod val="65000"/>
                                        </a:schemeClr>
                                      </a:solidFill>
                                      <a:latin typeface="Cambria Math" panose="02040503050406030204" pitchFamily="18" charset="0"/>
                                    </a:rPr>
                                    <m:t>−</m:t>
                                  </m:r>
                                  <m:r>
                                    <a:rPr lang="pt-BR" sz="1400" i="1">
                                      <a:solidFill>
                                        <a:schemeClr val="bg1">
                                          <a:lumMod val="65000"/>
                                        </a:schemeClr>
                                      </a:solidFill>
                                      <a:latin typeface="Cambria Math" panose="02040503050406030204" pitchFamily="18" charset="0"/>
                                    </a:rPr>
                                    <m:t>7.9577×</m:t>
                                  </m:r>
                                  <m:sSup>
                                    <m:sSupPr>
                                      <m:ctrlPr>
                                        <a:rPr lang="pt-BR" sz="1400" i="1">
                                          <a:solidFill>
                                            <a:schemeClr val="bg1">
                                              <a:lumMod val="65000"/>
                                            </a:schemeClr>
                                          </a:solidFill>
                                          <a:latin typeface="Cambria Math" panose="02040503050406030204" pitchFamily="18" charset="0"/>
                                        </a:rPr>
                                      </m:ctrlPr>
                                    </m:sSupPr>
                                    <m:e>
                                      <m:r>
                                        <m:rPr>
                                          <m:brk m:alnAt="7"/>
                                        </m:rPr>
                                        <a:rPr lang="pt-BR" sz="1400" i="1">
                                          <a:solidFill>
                                            <a:schemeClr val="bg1">
                                              <a:lumMod val="65000"/>
                                            </a:schemeClr>
                                          </a:solidFill>
                                          <a:latin typeface="Cambria Math" panose="02040503050406030204" pitchFamily="18" charset="0"/>
                                        </a:rPr>
                                        <m:t>1</m:t>
                                      </m:r>
                                      <m:r>
                                        <a:rPr lang="pt-BR" sz="1400" i="1">
                                          <a:solidFill>
                                            <a:schemeClr val="bg1">
                                              <a:lumMod val="65000"/>
                                            </a:schemeClr>
                                          </a:solidFill>
                                          <a:latin typeface="Cambria Math" panose="02040503050406030204" pitchFamily="18" charset="0"/>
                                        </a:rPr>
                                        <m:t>0</m:t>
                                      </m:r>
                                    </m:e>
                                    <m:sup>
                                      <m:r>
                                        <m:rPr>
                                          <m:brk m:alnAt="7"/>
                                        </m:rPr>
                                        <a:rPr lang="pt-BR" sz="1400" i="1">
                                          <a:solidFill>
                                            <a:schemeClr val="bg1">
                                              <a:lumMod val="65000"/>
                                            </a:schemeClr>
                                          </a:solidFill>
                                          <a:latin typeface="Cambria Math" panose="02040503050406030204" pitchFamily="18" charset="0"/>
                                          <a:ea typeface="Cambria Math" panose="02040503050406030204" pitchFamily="18" charset="0"/>
                                        </a:rPr>
                                        <m:t>−</m:t>
                                      </m:r>
                                      <m:r>
                                        <a:rPr lang="pt-BR" sz="1400" i="1">
                                          <a:solidFill>
                                            <a:schemeClr val="bg1">
                                              <a:lumMod val="65000"/>
                                            </a:schemeClr>
                                          </a:solidFill>
                                          <a:latin typeface="Cambria Math" panose="02040503050406030204" pitchFamily="18" charset="0"/>
                                          <a:ea typeface="Cambria Math" panose="02040503050406030204" pitchFamily="18" charset="0"/>
                                        </a:rPr>
                                        <m:t>3</m:t>
                                      </m:r>
                                    </m:sup>
                                  </m:sSup>
                                </m:e>
                                <m:e>
                                  <m:r>
                                    <a:rPr lang="pt-BR" sz="1400" b="0" i="1" smtClean="0">
                                      <a:solidFill>
                                        <a:schemeClr val="tx1"/>
                                      </a:solidFill>
                                      <a:latin typeface="Cambria Math" panose="02040503050406030204" pitchFamily="18" charset="0"/>
                                    </a:rPr>
                                    <m:t>0</m:t>
                                  </m:r>
                                </m:e>
                              </m:mr>
                            </m:m>
                          </m:e>
                        </m:d>
                      </m:oMath>
                    </m:oMathPara>
                  </a14:m>
                  <a:endParaRPr lang="en-US" sz="1400">
                    <a:solidFill>
                      <a:srgbClr val="FF0000"/>
                    </a:solidFill>
                  </a:endParaRPr>
                </a:p>
              </p:txBody>
            </p:sp>
          </mc:Choice>
          <mc:Fallback xmlns="">
            <p:sp>
              <p:nvSpPr>
                <p:cNvPr id="109" name="CaixaDeTexto 108">
                  <a:extLst>
                    <a:ext uri="{FF2B5EF4-FFF2-40B4-BE49-F238E27FC236}">
                      <a16:creationId xmlns:a16="http://schemas.microsoft.com/office/drawing/2014/main" id="{2AA358E1-82A2-BDF9-1D2D-6A5B3CC1C4A5}"/>
                    </a:ext>
                  </a:extLst>
                </p:cNvPr>
                <p:cNvSpPr txBox="1">
                  <a:spLocks noRot="1" noChangeAspect="1" noMove="1" noResize="1" noEditPoints="1" noAdjustHandles="1" noChangeArrowheads="1" noChangeShapeType="1" noTextEdit="1"/>
                </p:cNvSpPr>
                <p:nvPr/>
              </p:nvSpPr>
              <p:spPr>
                <a:xfrm>
                  <a:off x="263352" y="4185084"/>
                  <a:ext cx="4941740" cy="1324850"/>
                </a:xfrm>
                <a:prstGeom prst="rect">
                  <a:avLst/>
                </a:prstGeom>
                <a:blipFill>
                  <a:blip r:embed="rId1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1FD157D5-B670-A397-F4B6-408BF2657A3E}"/>
                    </a:ext>
                  </a:extLst>
                </p:cNvPr>
                <p:cNvSpPr txBox="1"/>
                <p:nvPr/>
              </p:nvSpPr>
              <p:spPr>
                <a:xfrm>
                  <a:off x="857220" y="3681028"/>
                  <a:ext cx="4603945" cy="415819"/>
                </a:xfrm>
                <a:prstGeom prst="rect">
                  <a:avLst/>
                </a:prstGeom>
                <a:noFill/>
              </p:spPr>
              <p:txBody>
                <a:bodyPr wrap="square">
                  <a:spAutoFit/>
                </a:bodyPr>
                <a:lstStyle>
                  <a:defPPr>
                    <a:defRPr lang="pt-BR"/>
                  </a:defPPr>
                  <a:lvl1pPr>
                    <a:defRPr sz="1600"/>
                  </a:lvl1pPr>
                </a:lstStyle>
                <a:p>
                  <a:pPr algn="r"/>
                  <a:r>
                    <a:rPr lang="pt-BR" sz="1400"/>
                    <a:t>With </a:t>
                  </a:r>
                  <a14:m>
                    <m:oMath xmlns:m="http://schemas.openxmlformats.org/officeDocument/2006/math">
                      <m:d>
                        <m:dPr>
                          <m:ctrlPr>
                            <a:rPr lang="pt-BR" sz="1400" b="0" i="1" smtClean="0">
                              <a:latin typeface="Cambria Math" panose="02040503050406030204" pitchFamily="18" charset="0"/>
                            </a:rPr>
                          </m:ctrlPr>
                        </m:dPr>
                        <m:e>
                          <m:eqArr>
                            <m:eqArrPr>
                              <m:ctrlPr>
                                <a:rPr lang="pt-BR" sz="1400" b="0" i="1" smtClean="0">
                                  <a:latin typeface="Cambria Math" panose="02040503050406030204" pitchFamily="18" charset="0"/>
                                </a:rPr>
                              </m:ctrlPr>
                            </m:eqArrPr>
                            <m:e>
                              <m:r>
                                <a:rPr lang="pt-BR" sz="1400" b="0" i="1" smtClean="0">
                                  <a:latin typeface="Cambria Math" panose="02040503050406030204" pitchFamily="18" charset="0"/>
                                </a:rPr>
                                <m:t>𝑛</m:t>
                              </m:r>
                            </m:e>
                            <m:e>
                              <m:r>
                                <a:rPr lang="pt-BR" sz="1400" b="0" i="1" smtClean="0">
                                  <a:latin typeface="Cambria Math" panose="02040503050406030204" pitchFamily="18" charset="0"/>
                                </a:rPr>
                                <m:t>𝑚</m:t>
                              </m:r>
                            </m:e>
                          </m:eqArr>
                        </m:e>
                      </m:d>
                    </m:oMath>
                  </a14:m>
                  <a:r>
                    <a:rPr lang="pt-BR" sz="1200"/>
                    <a:t> </a:t>
                  </a:r>
                  <a:r>
                    <a:rPr lang="pt-BR" sz="1400"/>
                    <a:t>being the binomial coefficient.</a:t>
                  </a:r>
                </a:p>
              </p:txBody>
            </p:sp>
          </mc:Choice>
          <mc:Fallback xmlns="">
            <p:sp>
              <p:nvSpPr>
                <p:cNvPr id="11" name="CaixaDeTexto 10">
                  <a:extLst>
                    <a:ext uri="{FF2B5EF4-FFF2-40B4-BE49-F238E27FC236}">
                      <a16:creationId xmlns:a16="http://schemas.microsoft.com/office/drawing/2014/main" id="{1FD157D5-B670-A397-F4B6-408BF2657A3E}"/>
                    </a:ext>
                  </a:extLst>
                </p:cNvPr>
                <p:cNvSpPr txBox="1">
                  <a:spLocks noRot="1" noChangeAspect="1" noMove="1" noResize="1" noEditPoints="1" noAdjustHandles="1" noChangeArrowheads="1" noChangeShapeType="1" noTextEdit="1"/>
                </p:cNvSpPr>
                <p:nvPr/>
              </p:nvSpPr>
              <p:spPr>
                <a:xfrm>
                  <a:off x="857220" y="3681028"/>
                  <a:ext cx="4603945" cy="415819"/>
                </a:xfrm>
                <a:prstGeom prst="rect">
                  <a:avLst/>
                </a:prstGeom>
                <a:blipFill>
                  <a:blip r:embed="rId18"/>
                  <a:stretch>
                    <a:fillRect r="-397" b="-2941"/>
                  </a:stretch>
                </a:blipFill>
              </p:spPr>
              <p:txBody>
                <a:bodyPr/>
                <a:lstStyle/>
                <a:p>
                  <a:r>
                    <a:rPr lang="pt-BR">
                      <a:noFill/>
                    </a:rPr>
                    <a:t> </a:t>
                  </a:r>
                </a:p>
              </p:txBody>
            </p:sp>
          </mc:Fallback>
        </mc:AlternateContent>
      </p:grpSp>
    </p:spTree>
    <p:extLst>
      <p:ext uri="{BB962C8B-B14F-4D97-AF65-F5344CB8AC3E}">
        <p14:creationId xmlns:p14="http://schemas.microsoft.com/office/powerpoint/2010/main" val="4153020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30</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2880271"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Bifilar Line</a:t>
            </a:r>
            <a:endParaRPr lang="pt-BR" sz="2000">
              <a:ln w="0"/>
              <a:effectLst>
                <a:outerShdw blurRad="38100" dist="19050" dir="2700000" algn="tl" rotWithShape="0">
                  <a:schemeClr val="dk1">
                    <a:alpha val="40000"/>
                  </a:schemeClr>
                </a:outerShdw>
              </a:effectLst>
            </a:endParaRP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1800152" cy="307777"/>
          </a:xfrm>
          <a:prstGeom prst="rect">
            <a:avLst/>
          </a:prstGeom>
          <a:noFill/>
        </p:spPr>
        <p:txBody>
          <a:bodyPr wrap="square">
            <a:spAutoFit/>
          </a:bodyPr>
          <a:lstStyle/>
          <a:p>
            <a:pPr algn="l" rtl="0" eaLnBrk="1" latinLnBrk="0" hangingPunct="1">
              <a:spcBef>
                <a:spcPts val="0"/>
              </a:spcBef>
              <a:spcAft>
                <a:spcPts val="0"/>
              </a:spcAft>
              <a:buClrTx/>
              <a:buSzPts val="1800"/>
            </a:pPr>
            <a:r>
              <a:rPr lang="pt-BR" sz="1400" kern="1200">
                <a:solidFill>
                  <a:srgbClr val="0070C0"/>
                </a:solidFill>
                <a:effectLst/>
                <a:latin typeface="Arial Black" panose="020B0A04020102020204" pitchFamily="34" charset="0"/>
                <a:ea typeface="+mn-ea"/>
                <a:cs typeface="+mn-cs"/>
              </a:rPr>
              <a:t>Examples</a:t>
            </a:r>
            <a:endParaRPr lang="pt-BR" sz="1400">
              <a:solidFill>
                <a:srgbClr val="0070C0"/>
              </a:solidFill>
              <a:latin typeface="Arial Black" panose="020B0A04020102020204" pitchFamily="34" charset="0"/>
            </a:endParaRPr>
          </a:p>
        </p:txBody>
      </p:sp>
      <p:grpSp>
        <p:nvGrpSpPr>
          <p:cNvPr id="103" name="Agrupar 102">
            <a:extLst>
              <a:ext uri="{FF2B5EF4-FFF2-40B4-BE49-F238E27FC236}">
                <a16:creationId xmlns:a16="http://schemas.microsoft.com/office/drawing/2014/main" id="{9545FADD-D1AF-56F6-E275-4DA40195E398}"/>
              </a:ext>
            </a:extLst>
          </p:cNvPr>
          <p:cNvGrpSpPr/>
          <p:nvPr/>
        </p:nvGrpSpPr>
        <p:grpSpPr>
          <a:xfrm>
            <a:off x="2154502" y="512677"/>
            <a:ext cx="3203416" cy="720080"/>
            <a:chOff x="296351" y="1289817"/>
            <a:chExt cx="4167169" cy="994729"/>
          </a:xfrm>
        </p:grpSpPr>
        <mc:AlternateContent xmlns:mc="http://schemas.openxmlformats.org/markup-compatibility/2006" xmlns:a14="http://schemas.microsoft.com/office/drawing/2010/main">
          <mc:Choice Requires="a14">
            <p:sp>
              <p:nvSpPr>
                <p:cNvPr id="43" name="CaixaDeTexto 42">
                  <a:extLst>
                    <a:ext uri="{FF2B5EF4-FFF2-40B4-BE49-F238E27FC236}">
                      <a16:creationId xmlns:a16="http://schemas.microsoft.com/office/drawing/2014/main" id="{B06BD3A3-04DF-3BA7-18F6-03C981D15656}"/>
                    </a:ext>
                  </a:extLst>
                </p:cNvPr>
                <p:cNvSpPr txBox="1"/>
                <p:nvPr/>
              </p:nvSpPr>
              <p:spPr>
                <a:xfrm>
                  <a:off x="1955286" y="1449633"/>
                  <a:ext cx="678611" cy="3506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b="0" i="1" smtClean="0">
                                <a:latin typeface="Cambria Math" panose="02040503050406030204" pitchFamily="18" charset="0"/>
                              </a:rPr>
                              <m:t>𝜀</m:t>
                            </m:r>
                          </m:e>
                          <m:sub>
                            <m:r>
                              <a:rPr lang="pt-BR" sz="1200" b="0" i="1" smtClean="0">
                                <a:latin typeface="Cambria Math" panose="02040503050406030204" pitchFamily="18" charset="0"/>
                              </a:rPr>
                              <m:t>0</m:t>
                            </m:r>
                          </m:sub>
                        </m:sSub>
                        <m:r>
                          <a:rPr lang="pt-BR" sz="1200" b="0" i="1" smtClean="0">
                            <a:latin typeface="Cambria Math" panose="02040503050406030204" pitchFamily="18" charset="0"/>
                          </a:rPr>
                          <m:t>,</m:t>
                        </m:r>
                        <m:sSub>
                          <m:sSubPr>
                            <m:ctrlPr>
                              <a:rPr lang="pt-BR" sz="1200" i="1">
                                <a:latin typeface="Cambria Math" panose="02040503050406030204" pitchFamily="18" charset="0"/>
                              </a:rPr>
                            </m:ctrlPr>
                          </m:sSubPr>
                          <m:e>
                            <m:r>
                              <a:rPr lang="pt-BR" sz="1200" b="0" i="1" smtClean="0">
                                <a:latin typeface="Cambria Math" panose="02040503050406030204" pitchFamily="18" charset="0"/>
                              </a:rPr>
                              <m:t>𝜇</m:t>
                            </m:r>
                          </m:e>
                          <m:sub>
                            <m:r>
                              <a:rPr lang="pt-BR" sz="1200" i="1">
                                <a:latin typeface="Cambria Math" panose="02040503050406030204" pitchFamily="18" charset="0"/>
                              </a:rPr>
                              <m:t>0</m:t>
                            </m:r>
                          </m:sub>
                        </m:sSub>
                      </m:oMath>
                    </m:oMathPara>
                  </a14:m>
                  <a:endParaRPr lang="pt-BR" sz="1400"/>
                </a:p>
              </p:txBody>
            </p:sp>
          </mc:Choice>
          <mc:Fallback xmlns="">
            <p:sp>
              <p:nvSpPr>
                <p:cNvPr id="43" name="CaixaDeTexto 42">
                  <a:extLst>
                    <a:ext uri="{FF2B5EF4-FFF2-40B4-BE49-F238E27FC236}">
                      <a16:creationId xmlns:a16="http://schemas.microsoft.com/office/drawing/2014/main" id="{B06BD3A3-04DF-3BA7-18F6-03C981D15656}"/>
                    </a:ext>
                  </a:extLst>
                </p:cNvPr>
                <p:cNvSpPr txBox="1">
                  <a:spLocks noRot="1" noChangeAspect="1" noMove="1" noResize="1" noEditPoints="1" noAdjustHandles="1" noChangeArrowheads="1" noChangeShapeType="1" noTextEdit="1"/>
                </p:cNvSpPr>
                <p:nvPr/>
              </p:nvSpPr>
              <p:spPr>
                <a:xfrm>
                  <a:off x="1955286" y="1449633"/>
                  <a:ext cx="678611" cy="350675"/>
                </a:xfrm>
                <a:prstGeom prst="rect">
                  <a:avLst/>
                </a:prstGeom>
                <a:blipFill>
                  <a:blip r:embed="rId4"/>
                  <a:stretch>
                    <a:fillRect b="-7143"/>
                  </a:stretch>
                </a:blipFill>
              </p:spPr>
              <p:txBody>
                <a:bodyPr/>
                <a:lstStyle/>
                <a:p>
                  <a:r>
                    <a:rPr lang="pt-BR">
                      <a:noFill/>
                    </a:rPr>
                    <a:t> </a:t>
                  </a:r>
                </a:p>
              </p:txBody>
            </p:sp>
          </mc:Fallback>
        </mc:AlternateContent>
        <p:grpSp>
          <p:nvGrpSpPr>
            <p:cNvPr id="48" name="Agrupar 47">
              <a:extLst>
                <a:ext uri="{FF2B5EF4-FFF2-40B4-BE49-F238E27FC236}">
                  <a16:creationId xmlns:a16="http://schemas.microsoft.com/office/drawing/2014/main" id="{392F5D22-86DA-911E-571B-6D4C9288CDA3}"/>
                </a:ext>
              </a:extLst>
            </p:cNvPr>
            <p:cNvGrpSpPr/>
            <p:nvPr/>
          </p:nvGrpSpPr>
          <p:grpSpPr>
            <a:xfrm>
              <a:off x="296351" y="1317213"/>
              <a:ext cx="534710" cy="429175"/>
              <a:chOff x="1727607" y="2057326"/>
              <a:chExt cx="1105580" cy="939626"/>
            </a:xfrm>
          </p:grpSpPr>
          <p:grpSp>
            <p:nvGrpSpPr>
              <p:cNvPr id="49" name="Agrupar 48">
                <a:extLst>
                  <a:ext uri="{FF2B5EF4-FFF2-40B4-BE49-F238E27FC236}">
                    <a16:creationId xmlns:a16="http://schemas.microsoft.com/office/drawing/2014/main" id="{5FEEC642-9982-C301-57CC-849114046999}"/>
                  </a:ext>
                </a:extLst>
              </p:cNvPr>
              <p:cNvGrpSpPr/>
              <p:nvPr/>
            </p:nvGrpSpPr>
            <p:grpSpPr>
              <a:xfrm>
                <a:off x="2520585" y="2889662"/>
                <a:ext cx="108012" cy="107290"/>
                <a:chOff x="2999656" y="3825766"/>
                <a:chExt cx="182880" cy="182880"/>
              </a:xfrm>
            </p:grpSpPr>
            <p:sp>
              <p:nvSpPr>
                <p:cNvPr id="51" name="Elipse 50">
                  <a:extLst>
                    <a:ext uri="{FF2B5EF4-FFF2-40B4-BE49-F238E27FC236}">
                      <a16:creationId xmlns:a16="http://schemas.microsoft.com/office/drawing/2014/main" id="{54D1A8C8-45B1-4D58-6756-A2BC585C4500}"/>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00"/>
                </a:p>
              </p:txBody>
            </p:sp>
            <p:sp>
              <p:nvSpPr>
                <p:cNvPr id="52" name="Elipse 51">
                  <a:extLst>
                    <a:ext uri="{FF2B5EF4-FFF2-40B4-BE49-F238E27FC236}">
                      <a16:creationId xmlns:a16="http://schemas.microsoft.com/office/drawing/2014/main" id="{01CCD84D-5F2B-2ACF-2054-822CAE2993D2}"/>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00"/>
                </a:p>
              </p:txBody>
            </p:sp>
          </p:grpSp>
          <mc:AlternateContent xmlns:mc="http://schemas.openxmlformats.org/markup-compatibility/2006" xmlns:a14="http://schemas.microsoft.com/office/drawing/2010/main">
            <mc:Choice Requires="a14">
              <p:sp>
                <p:nvSpPr>
                  <p:cNvPr id="50" name="CaixaDeTexto 49">
                    <a:extLst>
                      <a:ext uri="{FF2B5EF4-FFF2-40B4-BE49-F238E27FC236}">
                        <a16:creationId xmlns:a16="http://schemas.microsoft.com/office/drawing/2014/main" id="{CCAAE736-B8D0-6FB9-4F93-D5AF13048187}"/>
                      </a:ext>
                    </a:extLst>
                  </p:cNvPr>
                  <p:cNvSpPr txBox="1"/>
                  <p:nvPr/>
                </p:nvSpPr>
                <p:spPr>
                  <a:xfrm>
                    <a:off x="1727607" y="2057326"/>
                    <a:ext cx="1105580" cy="87777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200" b="0" i="1" smtClean="0">
                                  <a:latin typeface="Cambria Math" panose="02040503050406030204" pitchFamily="18" charset="0"/>
                                </a:rPr>
                              </m:ctrlPr>
                            </m:sSubSupPr>
                            <m:e>
                              <m:r>
                                <a:rPr lang="pt-BR" sz="1200" b="0" i="1" smtClean="0">
                                  <a:latin typeface="Cambria Math" panose="02040503050406030204" pitchFamily="18" charset="0"/>
                                </a:rPr>
                                <m:t>𝐽</m:t>
                              </m:r>
                            </m:e>
                            <m:sub>
                              <m:r>
                                <a:rPr lang="pt-BR" sz="1200" b="0" i="1" smtClean="0">
                                  <a:latin typeface="Cambria Math" panose="02040503050406030204" pitchFamily="18" charset="0"/>
                                </a:rPr>
                                <m:t>𝑠</m:t>
                              </m:r>
                            </m:sub>
                            <m:sup>
                              <m:r>
                                <a:rPr lang="pt-BR" sz="1200" b="0" i="1" smtClean="0">
                                  <a:latin typeface="Cambria Math" panose="02040503050406030204" pitchFamily="18" charset="0"/>
                                </a:rPr>
                                <m:t>(</m:t>
                              </m:r>
                              <m:r>
                                <a:rPr lang="pt-BR" sz="1200" b="0" i="1" smtClean="0">
                                  <a:latin typeface="Cambria Math" panose="02040503050406030204" pitchFamily="18" charset="0"/>
                                </a:rPr>
                                <m:t>𝑝</m:t>
                              </m:r>
                              <m:r>
                                <a:rPr lang="pt-BR" sz="1200" b="0" i="1" smtClean="0">
                                  <a:latin typeface="Cambria Math" panose="02040503050406030204" pitchFamily="18" charset="0"/>
                                </a:rPr>
                                <m:t>)</m:t>
                              </m:r>
                            </m:sup>
                          </m:sSubSup>
                        </m:oMath>
                      </m:oMathPara>
                    </a14:m>
                    <a:endParaRPr lang="pt-BR" sz="1200"/>
                  </a:p>
                </p:txBody>
              </p:sp>
            </mc:Choice>
            <mc:Fallback xmlns="">
              <p:sp>
                <p:nvSpPr>
                  <p:cNvPr id="50" name="CaixaDeTexto 49">
                    <a:extLst>
                      <a:ext uri="{FF2B5EF4-FFF2-40B4-BE49-F238E27FC236}">
                        <a16:creationId xmlns:a16="http://schemas.microsoft.com/office/drawing/2014/main" id="{CCAAE736-B8D0-6FB9-4F93-D5AF13048187}"/>
                      </a:ext>
                    </a:extLst>
                  </p:cNvPr>
                  <p:cNvSpPr txBox="1">
                    <a:spLocks noRot="1" noChangeAspect="1" noMove="1" noResize="1" noEditPoints="1" noAdjustHandles="1" noChangeArrowheads="1" noChangeShapeType="1" noTextEdit="1"/>
                  </p:cNvSpPr>
                  <p:nvPr/>
                </p:nvSpPr>
                <p:spPr>
                  <a:xfrm>
                    <a:off x="1727607" y="2057326"/>
                    <a:ext cx="1105580" cy="877773"/>
                  </a:xfrm>
                  <a:prstGeom prst="rect">
                    <a:avLst/>
                  </a:prstGeom>
                  <a:blipFill>
                    <a:blip r:embed="rId5"/>
                    <a:stretch>
                      <a:fillRect b="-10417"/>
                    </a:stretch>
                  </a:blipFill>
                </p:spPr>
                <p:txBody>
                  <a:bodyPr/>
                  <a:lstStyle/>
                  <a:p>
                    <a:r>
                      <a:rPr lang="pt-BR">
                        <a:noFill/>
                      </a:rPr>
                      <a:t> </a:t>
                    </a:r>
                  </a:p>
                </p:txBody>
              </p:sp>
            </mc:Fallback>
          </mc:AlternateContent>
        </p:grpSp>
        <p:grpSp>
          <p:nvGrpSpPr>
            <p:cNvPr id="57" name="Agrupar 56">
              <a:extLst>
                <a:ext uri="{FF2B5EF4-FFF2-40B4-BE49-F238E27FC236}">
                  <a16:creationId xmlns:a16="http://schemas.microsoft.com/office/drawing/2014/main" id="{ABD87001-94A2-FEE0-ADBE-A11481EB9C44}"/>
                </a:ext>
              </a:extLst>
            </p:cNvPr>
            <p:cNvGrpSpPr/>
            <p:nvPr/>
          </p:nvGrpSpPr>
          <p:grpSpPr>
            <a:xfrm>
              <a:off x="3858434" y="1299279"/>
              <a:ext cx="605086" cy="440237"/>
              <a:chOff x="2520585" y="2033107"/>
              <a:chExt cx="1251094" cy="963845"/>
            </a:xfrm>
          </p:grpSpPr>
          <p:grpSp>
            <p:nvGrpSpPr>
              <p:cNvPr id="58" name="Agrupar 57">
                <a:extLst>
                  <a:ext uri="{FF2B5EF4-FFF2-40B4-BE49-F238E27FC236}">
                    <a16:creationId xmlns:a16="http://schemas.microsoft.com/office/drawing/2014/main" id="{C796E931-C6B7-36F2-557C-0092648BC2B8}"/>
                  </a:ext>
                </a:extLst>
              </p:cNvPr>
              <p:cNvGrpSpPr/>
              <p:nvPr/>
            </p:nvGrpSpPr>
            <p:grpSpPr>
              <a:xfrm>
                <a:off x="2520585" y="2889662"/>
                <a:ext cx="108012" cy="107290"/>
                <a:chOff x="2999656" y="3825766"/>
                <a:chExt cx="182880" cy="182880"/>
              </a:xfrm>
            </p:grpSpPr>
            <p:sp>
              <p:nvSpPr>
                <p:cNvPr id="60" name="Elipse 59">
                  <a:extLst>
                    <a:ext uri="{FF2B5EF4-FFF2-40B4-BE49-F238E27FC236}">
                      <a16:creationId xmlns:a16="http://schemas.microsoft.com/office/drawing/2014/main" id="{A000AB3E-D18F-92BB-F8F5-DB00FB875FF7}"/>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00"/>
                </a:p>
              </p:txBody>
            </p:sp>
            <p:sp>
              <p:nvSpPr>
                <p:cNvPr id="61" name="Elipse 60">
                  <a:extLst>
                    <a:ext uri="{FF2B5EF4-FFF2-40B4-BE49-F238E27FC236}">
                      <a16:creationId xmlns:a16="http://schemas.microsoft.com/office/drawing/2014/main" id="{8AA1926F-607B-54AC-C3EC-90800ECD33E3}"/>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00"/>
                </a:p>
              </p:txBody>
            </p:sp>
          </p:grpSp>
          <mc:AlternateContent xmlns:mc="http://schemas.openxmlformats.org/markup-compatibility/2006" xmlns:a14="http://schemas.microsoft.com/office/drawing/2010/main">
            <mc:Choice Requires="a14">
              <p:sp>
                <p:nvSpPr>
                  <p:cNvPr id="59" name="CaixaDeTexto 58">
                    <a:extLst>
                      <a:ext uri="{FF2B5EF4-FFF2-40B4-BE49-F238E27FC236}">
                        <a16:creationId xmlns:a16="http://schemas.microsoft.com/office/drawing/2014/main" id="{BABB723B-F436-7566-C6E4-E9DBC0ACDB14}"/>
                      </a:ext>
                    </a:extLst>
                  </p:cNvPr>
                  <p:cNvSpPr txBox="1"/>
                  <p:nvPr/>
                </p:nvSpPr>
                <p:spPr>
                  <a:xfrm>
                    <a:off x="2668927" y="2033107"/>
                    <a:ext cx="1102752" cy="87777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200" b="0" i="1" smtClean="0">
                                  <a:latin typeface="Cambria Math" panose="02040503050406030204" pitchFamily="18" charset="0"/>
                                </a:rPr>
                              </m:ctrlPr>
                            </m:sSubSupPr>
                            <m:e>
                              <m:r>
                                <a:rPr lang="pt-BR" sz="1200" b="0" i="1" smtClean="0">
                                  <a:latin typeface="Cambria Math" panose="02040503050406030204" pitchFamily="18" charset="0"/>
                                </a:rPr>
                                <m:t>𝐽</m:t>
                              </m:r>
                            </m:e>
                            <m:sub>
                              <m:r>
                                <a:rPr lang="pt-BR" sz="1200" b="0" i="1" smtClean="0">
                                  <a:latin typeface="Cambria Math" panose="02040503050406030204" pitchFamily="18" charset="0"/>
                                </a:rPr>
                                <m:t>𝑠</m:t>
                              </m:r>
                            </m:sub>
                            <m:sup>
                              <m:r>
                                <a:rPr lang="pt-BR" sz="1200" b="0" i="1" smtClean="0">
                                  <a:latin typeface="Cambria Math" panose="02040503050406030204" pitchFamily="18" charset="0"/>
                                </a:rPr>
                                <m:t>(</m:t>
                              </m:r>
                              <m:r>
                                <a:rPr lang="en-US" sz="1200" b="0" i="1" smtClean="0">
                                  <a:latin typeface="Cambria Math" panose="02040503050406030204" pitchFamily="18" charset="0"/>
                                </a:rPr>
                                <m:t>𝑞</m:t>
                              </m:r>
                              <m:r>
                                <a:rPr lang="pt-BR" sz="1200" b="0" i="1" smtClean="0">
                                  <a:latin typeface="Cambria Math" panose="02040503050406030204" pitchFamily="18" charset="0"/>
                                </a:rPr>
                                <m:t>)</m:t>
                              </m:r>
                            </m:sup>
                          </m:sSubSup>
                        </m:oMath>
                      </m:oMathPara>
                    </a14:m>
                    <a:endParaRPr lang="pt-BR" sz="1200"/>
                  </a:p>
                </p:txBody>
              </p:sp>
            </mc:Choice>
            <mc:Fallback xmlns="">
              <p:sp>
                <p:nvSpPr>
                  <p:cNvPr id="59" name="CaixaDeTexto 58">
                    <a:extLst>
                      <a:ext uri="{FF2B5EF4-FFF2-40B4-BE49-F238E27FC236}">
                        <a16:creationId xmlns:a16="http://schemas.microsoft.com/office/drawing/2014/main" id="{BABB723B-F436-7566-C6E4-E9DBC0ACDB14}"/>
                      </a:ext>
                    </a:extLst>
                  </p:cNvPr>
                  <p:cNvSpPr txBox="1">
                    <a:spLocks noRot="1" noChangeAspect="1" noMove="1" noResize="1" noEditPoints="1" noAdjustHandles="1" noChangeArrowheads="1" noChangeShapeType="1" noTextEdit="1"/>
                  </p:cNvSpPr>
                  <p:nvPr/>
                </p:nvSpPr>
                <p:spPr>
                  <a:xfrm>
                    <a:off x="2668927" y="2033107"/>
                    <a:ext cx="1102752" cy="877772"/>
                  </a:xfrm>
                  <a:prstGeom prst="rect">
                    <a:avLst/>
                  </a:prstGeom>
                  <a:blipFill>
                    <a:blip r:embed="rId6"/>
                    <a:stretch>
                      <a:fillRect b="-10417"/>
                    </a:stretch>
                  </a:blipFill>
                </p:spPr>
                <p:txBody>
                  <a:bodyPr/>
                  <a:lstStyle/>
                  <a:p>
                    <a:r>
                      <a:rPr lang="pt-BR">
                        <a:noFill/>
                      </a:rPr>
                      <a:t> </a:t>
                    </a:r>
                  </a:p>
                </p:txBody>
              </p:sp>
            </mc:Fallback>
          </mc:AlternateContent>
        </p:grpSp>
        <p:sp>
          <p:nvSpPr>
            <p:cNvPr id="47" name="Elipse 46">
              <a:extLst>
                <a:ext uri="{FF2B5EF4-FFF2-40B4-BE49-F238E27FC236}">
                  <a16:creationId xmlns:a16="http://schemas.microsoft.com/office/drawing/2014/main" id="{51049A00-6ED3-935F-5225-9D06DC40A4D0}"/>
                </a:ext>
              </a:extLst>
            </p:cNvPr>
            <p:cNvSpPr/>
            <p:nvPr/>
          </p:nvSpPr>
          <p:spPr>
            <a:xfrm>
              <a:off x="696308" y="1390188"/>
              <a:ext cx="661637" cy="632885"/>
            </a:xfrm>
            <a:prstGeom prst="ellipse">
              <a:avLst/>
            </a:prstGeom>
            <a:noFill/>
            <a:ln w="19050">
              <a:solidFill>
                <a:schemeClr val="tx2">
                  <a:lumMod val="90000"/>
                  <a:lumOff val="1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1600"/>
            </a:p>
          </p:txBody>
        </p:sp>
        <p:sp>
          <p:nvSpPr>
            <p:cNvPr id="53" name="Elipse 52">
              <a:extLst>
                <a:ext uri="{FF2B5EF4-FFF2-40B4-BE49-F238E27FC236}">
                  <a16:creationId xmlns:a16="http://schemas.microsoft.com/office/drawing/2014/main" id="{34E04851-1E4B-F7D9-9DD6-CC1AFB6F1CCD}"/>
                </a:ext>
              </a:extLst>
            </p:cNvPr>
            <p:cNvSpPr/>
            <p:nvPr/>
          </p:nvSpPr>
          <p:spPr>
            <a:xfrm>
              <a:off x="3229096" y="1383106"/>
              <a:ext cx="661637" cy="632885"/>
            </a:xfrm>
            <a:prstGeom prst="ellipse">
              <a:avLst/>
            </a:prstGeom>
            <a:noFill/>
            <a:ln w="19050">
              <a:solidFill>
                <a:schemeClr val="accent1">
                  <a:lumMod val="60000"/>
                  <a:lumOff val="4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1600"/>
            </a:p>
          </p:txBody>
        </p:sp>
        <p:sp>
          <p:nvSpPr>
            <p:cNvPr id="54" name="Elipse 53">
              <a:extLst>
                <a:ext uri="{FF2B5EF4-FFF2-40B4-BE49-F238E27FC236}">
                  <a16:creationId xmlns:a16="http://schemas.microsoft.com/office/drawing/2014/main" id="{183E481E-4455-290B-4272-39BB752DA807}"/>
                </a:ext>
              </a:extLst>
            </p:cNvPr>
            <p:cNvSpPr/>
            <p:nvPr/>
          </p:nvSpPr>
          <p:spPr>
            <a:xfrm>
              <a:off x="3544878" y="1667961"/>
              <a:ext cx="30074" cy="2730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00"/>
            </a:p>
          </p:txBody>
        </p:sp>
        <p:sp>
          <p:nvSpPr>
            <p:cNvPr id="55" name="Elipse 54">
              <a:extLst>
                <a:ext uri="{FF2B5EF4-FFF2-40B4-BE49-F238E27FC236}">
                  <a16:creationId xmlns:a16="http://schemas.microsoft.com/office/drawing/2014/main" id="{20053EDF-AD84-037B-F133-9C3F96681918}"/>
                </a:ext>
              </a:extLst>
            </p:cNvPr>
            <p:cNvSpPr/>
            <p:nvPr/>
          </p:nvSpPr>
          <p:spPr>
            <a:xfrm>
              <a:off x="1009922" y="1669789"/>
              <a:ext cx="30074" cy="2730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00"/>
            </a:p>
          </p:txBody>
        </p:sp>
        <p:cxnSp>
          <p:nvCxnSpPr>
            <p:cNvPr id="56" name="Conector de Seta Reta 55">
              <a:extLst>
                <a:ext uri="{FF2B5EF4-FFF2-40B4-BE49-F238E27FC236}">
                  <a16:creationId xmlns:a16="http://schemas.microsoft.com/office/drawing/2014/main" id="{BDE6BC70-9815-BCBC-8DCE-1075E3F7CD92}"/>
                </a:ext>
              </a:extLst>
            </p:cNvPr>
            <p:cNvCxnSpPr>
              <a:cxnSpLocks/>
            </p:cNvCxnSpPr>
            <p:nvPr/>
          </p:nvCxnSpPr>
          <p:spPr>
            <a:xfrm>
              <a:off x="1020554" y="2211872"/>
              <a:ext cx="2534958" cy="0"/>
            </a:xfrm>
            <a:prstGeom prst="straightConnector1">
              <a:avLst/>
            </a:prstGeom>
            <a:ln w="6350">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62" name="Conector reto 61">
              <a:extLst>
                <a:ext uri="{FF2B5EF4-FFF2-40B4-BE49-F238E27FC236}">
                  <a16:creationId xmlns:a16="http://schemas.microsoft.com/office/drawing/2014/main" id="{53550CF9-F181-C494-3352-8D25E4C9FE59}"/>
                </a:ext>
              </a:extLst>
            </p:cNvPr>
            <p:cNvCxnSpPr>
              <a:cxnSpLocks/>
            </p:cNvCxnSpPr>
            <p:nvPr/>
          </p:nvCxnSpPr>
          <p:spPr>
            <a:xfrm flipH="1">
              <a:off x="1020554" y="1752347"/>
              <a:ext cx="4404" cy="501613"/>
            </a:xfrm>
            <a:prstGeom prst="line">
              <a:avLst/>
            </a:prstGeom>
            <a:ln w="6350"/>
          </p:spPr>
          <p:style>
            <a:lnRef idx="1">
              <a:schemeClr val="dk1"/>
            </a:lnRef>
            <a:fillRef idx="0">
              <a:schemeClr val="dk1"/>
            </a:fillRef>
            <a:effectRef idx="0">
              <a:schemeClr val="dk1"/>
            </a:effectRef>
            <a:fontRef idx="minor">
              <a:schemeClr val="tx1"/>
            </a:fontRef>
          </p:style>
        </p:cxnSp>
        <p:cxnSp>
          <p:nvCxnSpPr>
            <p:cNvPr id="63" name="Conector reto 62">
              <a:extLst>
                <a:ext uri="{FF2B5EF4-FFF2-40B4-BE49-F238E27FC236}">
                  <a16:creationId xmlns:a16="http://schemas.microsoft.com/office/drawing/2014/main" id="{BA24B537-B045-D5FC-A933-55DA1553D52F}"/>
                </a:ext>
              </a:extLst>
            </p:cNvPr>
            <p:cNvCxnSpPr>
              <a:cxnSpLocks/>
            </p:cNvCxnSpPr>
            <p:nvPr/>
          </p:nvCxnSpPr>
          <p:spPr>
            <a:xfrm flipH="1">
              <a:off x="3555512" y="1757595"/>
              <a:ext cx="4404" cy="501613"/>
            </a:xfrm>
            <a:prstGeom prst="line">
              <a:avLst/>
            </a:prstGeom>
            <a:ln w="952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7" name="CaixaDeTexto 66">
                  <a:extLst>
                    <a:ext uri="{FF2B5EF4-FFF2-40B4-BE49-F238E27FC236}">
                      <a16:creationId xmlns:a16="http://schemas.microsoft.com/office/drawing/2014/main" id="{37A24E53-B80D-29AD-D284-85B58EB2F1BB}"/>
                    </a:ext>
                  </a:extLst>
                </p:cNvPr>
                <p:cNvSpPr txBox="1"/>
                <p:nvPr/>
              </p:nvSpPr>
              <p:spPr>
                <a:xfrm>
                  <a:off x="1666168" y="1933871"/>
                  <a:ext cx="1258623" cy="3506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200" b="0" i="1" smtClean="0">
                            <a:latin typeface="Cambria Math" panose="02040503050406030204" pitchFamily="18" charset="0"/>
                          </a:rPr>
                          <m:t>𝑑</m:t>
                        </m:r>
                        <m:r>
                          <a:rPr lang="pt-BR" sz="1200" b="0" i="1" smtClean="0">
                            <a:latin typeface="Cambria Math" panose="02040503050406030204" pitchFamily="18" charset="0"/>
                          </a:rPr>
                          <m:t>=100 </m:t>
                        </m:r>
                        <m:r>
                          <a:rPr lang="pt-BR" sz="1200" b="0" i="1" smtClean="0">
                            <a:latin typeface="Cambria Math" panose="02040503050406030204" pitchFamily="18" charset="0"/>
                          </a:rPr>
                          <m:t>𝑚𝑚</m:t>
                        </m:r>
                      </m:oMath>
                    </m:oMathPara>
                  </a14:m>
                  <a:endParaRPr lang="pt-BR" sz="1200"/>
                </a:p>
              </p:txBody>
            </p:sp>
          </mc:Choice>
          <mc:Fallback xmlns="">
            <p:sp>
              <p:nvSpPr>
                <p:cNvPr id="67" name="CaixaDeTexto 66">
                  <a:extLst>
                    <a:ext uri="{FF2B5EF4-FFF2-40B4-BE49-F238E27FC236}">
                      <a16:creationId xmlns:a16="http://schemas.microsoft.com/office/drawing/2014/main" id="{37A24E53-B80D-29AD-D284-85B58EB2F1BB}"/>
                    </a:ext>
                  </a:extLst>
                </p:cNvPr>
                <p:cNvSpPr txBox="1">
                  <a:spLocks noRot="1" noChangeAspect="1" noMove="1" noResize="1" noEditPoints="1" noAdjustHandles="1" noChangeArrowheads="1" noChangeShapeType="1" noTextEdit="1"/>
                </p:cNvSpPr>
                <p:nvPr/>
              </p:nvSpPr>
              <p:spPr>
                <a:xfrm>
                  <a:off x="1666168" y="1933871"/>
                  <a:ext cx="1258623" cy="350675"/>
                </a:xfrm>
                <a:prstGeom prst="rect">
                  <a:avLst/>
                </a:prstGeom>
                <a:blipFill>
                  <a:blip r:embed="rId7"/>
                  <a:stretch>
                    <a:fillRect r="-629"/>
                  </a:stretch>
                </a:blipFill>
              </p:spPr>
              <p:txBody>
                <a:bodyPr/>
                <a:lstStyle/>
                <a:p>
                  <a:r>
                    <a:rPr lang="pt-BR">
                      <a:noFill/>
                    </a:rPr>
                    <a:t> </a:t>
                  </a:r>
                </a:p>
              </p:txBody>
            </p:sp>
          </mc:Fallback>
        </mc:AlternateContent>
        <p:grpSp>
          <p:nvGrpSpPr>
            <p:cNvPr id="69" name="Agrupar 68">
              <a:extLst>
                <a:ext uri="{FF2B5EF4-FFF2-40B4-BE49-F238E27FC236}">
                  <a16:creationId xmlns:a16="http://schemas.microsoft.com/office/drawing/2014/main" id="{6BFC5669-335B-ED51-FCE2-F0B05F0CB65C}"/>
                </a:ext>
              </a:extLst>
            </p:cNvPr>
            <p:cNvGrpSpPr/>
            <p:nvPr/>
          </p:nvGrpSpPr>
          <p:grpSpPr>
            <a:xfrm>
              <a:off x="779214" y="1324886"/>
              <a:ext cx="495861" cy="368776"/>
              <a:chOff x="161602" y="1426275"/>
              <a:chExt cx="753825" cy="617529"/>
            </a:xfrm>
          </p:grpSpPr>
          <p:cxnSp>
            <p:nvCxnSpPr>
              <p:cNvPr id="84" name="Conector de Seta Reta 83">
                <a:extLst>
                  <a:ext uri="{FF2B5EF4-FFF2-40B4-BE49-F238E27FC236}">
                    <a16:creationId xmlns:a16="http://schemas.microsoft.com/office/drawing/2014/main" id="{AF4B458A-23E3-3AF9-AD43-724A79DC1FBD}"/>
                  </a:ext>
                </a:extLst>
              </p:cNvPr>
              <p:cNvCxnSpPr>
                <a:cxnSpLocks/>
                <a:stCxn id="55" idx="7"/>
              </p:cNvCxnSpPr>
              <p:nvPr/>
            </p:nvCxnSpPr>
            <p:spPr>
              <a:xfrm flipV="1">
                <a:off x="565980" y="1707620"/>
                <a:ext cx="349447" cy="30902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5" name="CaixaDeTexto 84">
                    <a:extLst>
                      <a:ext uri="{FF2B5EF4-FFF2-40B4-BE49-F238E27FC236}">
                        <a16:creationId xmlns:a16="http://schemas.microsoft.com/office/drawing/2014/main" id="{7474B32F-9873-A5C0-6667-1FE9AE706DE1}"/>
                      </a:ext>
                    </a:extLst>
                  </p:cNvPr>
                  <p:cNvSpPr txBox="1"/>
                  <p:nvPr/>
                </p:nvSpPr>
                <p:spPr>
                  <a:xfrm>
                    <a:off x="161602" y="1426275"/>
                    <a:ext cx="279169" cy="6175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i="1" smtClean="0">
                                  <a:latin typeface="Cambria Math" panose="02040503050406030204" pitchFamily="18" charset="0"/>
                                </a:rPr>
                                <m:t>𝑝</m:t>
                              </m:r>
                            </m:sub>
                          </m:sSub>
                        </m:oMath>
                      </m:oMathPara>
                    </a14:m>
                    <a:endParaRPr lang="pt-BR" sz="1200"/>
                  </a:p>
                </p:txBody>
              </p:sp>
            </mc:Choice>
            <mc:Fallback xmlns="">
              <p:sp>
                <p:nvSpPr>
                  <p:cNvPr id="85" name="CaixaDeTexto 84">
                    <a:extLst>
                      <a:ext uri="{FF2B5EF4-FFF2-40B4-BE49-F238E27FC236}">
                        <a16:creationId xmlns:a16="http://schemas.microsoft.com/office/drawing/2014/main" id="{7474B32F-9873-A5C0-6667-1FE9AE706DE1}"/>
                      </a:ext>
                    </a:extLst>
                  </p:cNvPr>
                  <p:cNvSpPr txBox="1">
                    <a:spLocks noRot="1" noChangeAspect="1" noMove="1" noResize="1" noEditPoints="1" noAdjustHandles="1" noChangeArrowheads="1" noChangeShapeType="1" noTextEdit="1"/>
                  </p:cNvSpPr>
                  <p:nvPr/>
                </p:nvSpPr>
                <p:spPr>
                  <a:xfrm>
                    <a:off x="161602" y="1426275"/>
                    <a:ext cx="279169" cy="617529"/>
                  </a:xfrm>
                  <a:prstGeom prst="rect">
                    <a:avLst/>
                  </a:prstGeom>
                  <a:blipFill>
                    <a:blip r:embed="rId8"/>
                    <a:stretch>
                      <a:fillRect r="-86957" b="-4545"/>
                    </a:stretch>
                  </a:blipFill>
                </p:spPr>
                <p:txBody>
                  <a:bodyPr/>
                  <a:lstStyle/>
                  <a:p>
                    <a:r>
                      <a:rPr lang="pt-BR">
                        <a:noFill/>
                      </a:rPr>
                      <a:t> </a:t>
                    </a:r>
                  </a:p>
                </p:txBody>
              </p:sp>
            </mc:Fallback>
          </mc:AlternateContent>
        </p:grpSp>
        <p:grpSp>
          <p:nvGrpSpPr>
            <p:cNvPr id="70" name="Agrupar 69">
              <a:extLst>
                <a:ext uri="{FF2B5EF4-FFF2-40B4-BE49-F238E27FC236}">
                  <a16:creationId xmlns:a16="http://schemas.microsoft.com/office/drawing/2014/main" id="{D91FBF92-9B1E-8167-F9BC-8447A011B37E}"/>
                </a:ext>
              </a:extLst>
            </p:cNvPr>
            <p:cNvGrpSpPr/>
            <p:nvPr/>
          </p:nvGrpSpPr>
          <p:grpSpPr>
            <a:xfrm>
              <a:off x="3348382" y="1289817"/>
              <a:ext cx="459915" cy="379972"/>
              <a:chOff x="372951" y="1396583"/>
              <a:chExt cx="699176" cy="636277"/>
            </a:xfrm>
          </p:grpSpPr>
          <p:cxnSp>
            <p:nvCxnSpPr>
              <p:cNvPr id="76" name="Conector de Seta Reta 75">
                <a:extLst>
                  <a:ext uri="{FF2B5EF4-FFF2-40B4-BE49-F238E27FC236}">
                    <a16:creationId xmlns:a16="http://schemas.microsoft.com/office/drawing/2014/main" id="{AA5DB6D3-9FDD-B0BA-C8AE-99F6A3BB501E}"/>
                  </a:ext>
                </a:extLst>
              </p:cNvPr>
              <p:cNvCxnSpPr>
                <a:cxnSpLocks/>
              </p:cNvCxnSpPr>
              <p:nvPr/>
            </p:nvCxnSpPr>
            <p:spPr>
              <a:xfrm flipV="1">
                <a:off x="719279" y="1717141"/>
                <a:ext cx="352848" cy="3157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3" name="CaixaDeTexto 82">
                    <a:extLst>
                      <a:ext uri="{FF2B5EF4-FFF2-40B4-BE49-F238E27FC236}">
                        <a16:creationId xmlns:a16="http://schemas.microsoft.com/office/drawing/2014/main" id="{727B67EF-4460-D05D-BC3E-F7D6F49EDE30}"/>
                      </a:ext>
                    </a:extLst>
                  </p:cNvPr>
                  <p:cNvSpPr txBox="1"/>
                  <p:nvPr/>
                </p:nvSpPr>
                <p:spPr>
                  <a:xfrm>
                    <a:off x="372951" y="1396583"/>
                    <a:ext cx="279170" cy="6175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b="0" i="1" smtClean="0">
                                  <a:latin typeface="Cambria Math" panose="02040503050406030204" pitchFamily="18" charset="0"/>
                                </a:rPr>
                                <m:t>𝑞</m:t>
                              </m:r>
                            </m:sub>
                          </m:sSub>
                        </m:oMath>
                      </m:oMathPara>
                    </a14:m>
                    <a:endParaRPr lang="pt-BR" sz="1200"/>
                  </a:p>
                </p:txBody>
              </p:sp>
            </mc:Choice>
            <mc:Fallback xmlns="">
              <p:sp>
                <p:nvSpPr>
                  <p:cNvPr id="83" name="CaixaDeTexto 82">
                    <a:extLst>
                      <a:ext uri="{FF2B5EF4-FFF2-40B4-BE49-F238E27FC236}">
                        <a16:creationId xmlns:a16="http://schemas.microsoft.com/office/drawing/2014/main" id="{727B67EF-4460-D05D-BC3E-F7D6F49EDE30}"/>
                      </a:ext>
                    </a:extLst>
                  </p:cNvPr>
                  <p:cNvSpPr txBox="1">
                    <a:spLocks noRot="1" noChangeAspect="1" noMove="1" noResize="1" noEditPoints="1" noAdjustHandles="1" noChangeArrowheads="1" noChangeShapeType="1" noTextEdit="1"/>
                  </p:cNvSpPr>
                  <p:nvPr/>
                </p:nvSpPr>
                <p:spPr>
                  <a:xfrm>
                    <a:off x="372951" y="1396583"/>
                    <a:ext cx="279170" cy="617530"/>
                  </a:xfrm>
                  <a:prstGeom prst="rect">
                    <a:avLst/>
                  </a:prstGeom>
                  <a:blipFill>
                    <a:blip r:embed="rId9"/>
                    <a:stretch>
                      <a:fillRect r="-86957" b="-4545"/>
                    </a:stretch>
                  </a:blipFill>
                </p:spPr>
                <p:txBody>
                  <a:bodyPr/>
                  <a:lstStyle/>
                  <a:p>
                    <a:r>
                      <a:rPr lang="pt-BR">
                        <a:noFill/>
                      </a:rPr>
                      <a:t> </a:t>
                    </a:r>
                  </a:p>
                </p:txBody>
              </p:sp>
            </mc:Fallback>
          </mc:AlternateContent>
        </p:grpSp>
      </p:grpSp>
      <p:grpSp>
        <p:nvGrpSpPr>
          <p:cNvPr id="105" name="Agrupar 104">
            <a:extLst>
              <a:ext uri="{FF2B5EF4-FFF2-40B4-BE49-F238E27FC236}">
                <a16:creationId xmlns:a16="http://schemas.microsoft.com/office/drawing/2014/main" id="{B7174446-0512-92A8-193D-3BA7C78B3C17}"/>
              </a:ext>
            </a:extLst>
          </p:cNvPr>
          <p:cNvGrpSpPr/>
          <p:nvPr/>
        </p:nvGrpSpPr>
        <p:grpSpPr>
          <a:xfrm>
            <a:off x="5446067" y="533332"/>
            <a:ext cx="1406667" cy="494338"/>
            <a:chOff x="461858" y="889013"/>
            <a:chExt cx="1406667" cy="494338"/>
          </a:xfrm>
        </p:grpSpPr>
        <mc:AlternateContent xmlns:mc="http://schemas.openxmlformats.org/markup-compatibility/2006" xmlns:a14="http://schemas.microsoft.com/office/drawing/2010/main">
          <mc:Choice Requires="a14">
            <p:sp>
              <p:nvSpPr>
                <p:cNvPr id="71" name="CaixaDeTexto 70">
                  <a:extLst>
                    <a:ext uri="{FF2B5EF4-FFF2-40B4-BE49-F238E27FC236}">
                      <a16:creationId xmlns:a16="http://schemas.microsoft.com/office/drawing/2014/main" id="{71206D46-039F-583A-DF90-735C9F073FC8}"/>
                    </a:ext>
                  </a:extLst>
                </p:cNvPr>
                <p:cNvSpPr txBox="1"/>
                <p:nvPr/>
              </p:nvSpPr>
              <p:spPr>
                <a:xfrm>
                  <a:off x="461858" y="1092053"/>
                  <a:ext cx="1406667"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b="0" i="1" smtClean="0">
                                <a:latin typeface="Cambria Math" panose="02040503050406030204" pitchFamily="18" charset="0"/>
                              </a:rPr>
                              <m:t>𝑝</m:t>
                            </m:r>
                          </m:sub>
                        </m:sSub>
                        <m:r>
                          <a:rPr lang="pt-BR" sz="1200" b="0" i="1" smtClean="0">
                            <a:latin typeface="Cambria Math" panose="02040503050406030204" pitchFamily="18" charset="0"/>
                          </a:rPr>
                          <m:t>=</m:t>
                        </m:r>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b="0" i="1" smtClean="0">
                                <a:latin typeface="Cambria Math" panose="02040503050406030204" pitchFamily="18" charset="0"/>
                              </a:rPr>
                              <m:t>𝑞</m:t>
                            </m:r>
                          </m:sub>
                        </m:sSub>
                        <m:r>
                          <a:rPr lang="pt-BR" sz="1200" b="0" i="1" smtClean="0">
                            <a:latin typeface="Cambria Math" panose="02040503050406030204" pitchFamily="18" charset="0"/>
                          </a:rPr>
                          <m:t>=10 </m:t>
                        </m:r>
                        <m:r>
                          <a:rPr lang="pt-BR" sz="1200" b="0" i="1" smtClean="0">
                            <a:latin typeface="Cambria Math" panose="02040503050406030204" pitchFamily="18" charset="0"/>
                          </a:rPr>
                          <m:t>𝑚𝑚</m:t>
                        </m:r>
                      </m:oMath>
                    </m:oMathPara>
                  </a14:m>
                  <a:endParaRPr lang="pt-BR" sz="1200"/>
                </a:p>
              </p:txBody>
            </p:sp>
          </mc:Choice>
          <mc:Fallback xmlns="">
            <p:sp>
              <p:nvSpPr>
                <p:cNvPr id="71" name="CaixaDeTexto 70">
                  <a:extLst>
                    <a:ext uri="{FF2B5EF4-FFF2-40B4-BE49-F238E27FC236}">
                      <a16:creationId xmlns:a16="http://schemas.microsoft.com/office/drawing/2014/main" id="{71206D46-039F-583A-DF90-735C9F073FC8}"/>
                    </a:ext>
                  </a:extLst>
                </p:cNvPr>
                <p:cNvSpPr txBox="1">
                  <a:spLocks noRot="1" noChangeAspect="1" noMove="1" noResize="1" noEditPoints="1" noAdjustHandles="1" noChangeArrowheads="1" noChangeShapeType="1" noTextEdit="1"/>
                </p:cNvSpPr>
                <p:nvPr/>
              </p:nvSpPr>
              <p:spPr>
                <a:xfrm>
                  <a:off x="461858" y="1092053"/>
                  <a:ext cx="1406667" cy="291298"/>
                </a:xfrm>
                <a:prstGeom prst="rect">
                  <a:avLst/>
                </a:prstGeom>
                <a:blipFill>
                  <a:blip r:embed="rId1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8" name="CaixaDeTexto 87">
                  <a:extLst>
                    <a:ext uri="{FF2B5EF4-FFF2-40B4-BE49-F238E27FC236}">
                      <a16:creationId xmlns:a16="http://schemas.microsoft.com/office/drawing/2014/main" id="{8228450C-FF74-E66A-6024-9C6723C1A589}"/>
                    </a:ext>
                  </a:extLst>
                </p:cNvPr>
                <p:cNvSpPr txBox="1"/>
                <p:nvPr/>
              </p:nvSpPr>
              <p:spPr>
                <a:xfrm>
                  <a:off x="465628" y="889013"/>
                  <a:ext cx="1057918" cy="291298"/>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b="0" i="1" smtClean="0">
                                <a:latin typeface="Cambria Math" panose="02040503050406030204" pitchFamily="18" charset="0"/>
                              </a:rPr>
                              <m:t>𝑁</m:t>
                            </m:r>
                          </m:e>
                          <m:sub>
                            <m:r>
                              <a:rPr lang="pt-BR" sz="1200" b="0" i="1" smtClean="0">
                                <a:latin typeface="Cambria Math" panose="02040503050406030204" pitchFamily="18" charset="0"/>
                              </a:rPr>
                              <m:t>𝑝</m:t>
                            </m:r>
                          </m:sub>
                        </m:sSub>
                        <m:r>
                          <a:rPr lang="pt-BR" sz="1200" b="0" i="1" smtClean="0">
                            <a:latin typeface="Cambria Math" panose="02040503050406030204" pitchFamily="18" charset="0"/>
                          </a:rPr>
                          <m:t>=</m:t>
                        </m:r>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𝑁</m:t>
                            </m:r>
                          </m:e>
                          <m:sub>
                            <m:r>
                              <a:rPr lang="pt-BR" sz="1200" b="0" i="1" smtClean="0">
                                <a:latin typeface="Cambria Math" panose="02040503050406030204" pitchFamily="18" charset="0"/>
                              </a:rPr>
                              <m:t>𝑞</m:t>
                            </m:r>
                          </m:sub>
                        </m:sSub>
                        <m:r>
                          <a:rPr lang="pt-BR" sz="1200" b="0" i="1" smtClean="0">
                            <a:latin typeface="Cambria Math" panose="02040503050406030204" pitchFamily="18" charset="0"/>
                          </a:rPr>
                          <m:t>=1</m:t>
                        </m:r>
                      </m:oMath>
                    </m:oMathPara>
                  </a14:m>
                  <a:endParaRPr lang="pt-BR" sz="1200"/>
                </a:p>
              </p:txBody>
            </p:sp>
          </mc:Choice>
          <mc:Fallback xmlns="">
            <p:sp>
              <p:nvSpPr>
                <p:cNvPr id="88" name="CaixaDeTexto 87">
                  <a:extLst>
                    <a:ext uri="{FF2B5EF4-FFF2-40B4-BE49-F238E27FC236}">
                      <a16:creationId xmlns:a16="http://schemas.microsoft.com/office/drawing/2014/main" id="{8228450C-FF74-E66A-6024-9C6723C1A589}"/>
                    </a:ext>
                  </a:extLst>
                </p:cNvPr>
                <p:cNvSpPr txBox="1">
                  <a:spLocks noRot="1" noChangeAspect="1" noMove="1" noResize="1" noEditPoints="1" noAdjustHandles="1" noChangeArrowheads="1" noChangeShapeType="1" noTextEdit="1"/>
                </p:cNvSpPr>
                <p:nvPr/>
              </p:nvSpPr>
              <p:spPr>
                <a:xfrm>
                  <a:off x="465628" y="889013"/>
                  <a:ext cx="1057918" cy="291298"/>
                </a:xfrm>
                <a:prstGeom prst="rect">
                  <a:avLst/>
                </a:prstGeom>
                <a:blipFill>
                  <a:blip r:embed="rId11"/>
                  <a:stretch>
                    <a:fillRect/>
                  </a:stretch>
                </a:blipFill>
                <a:ln>
                  <a:noFill/>
                </a:ln>
              </p:spPr>
              <p:txBody>
                <a:bodyPr/>
                <a:lstStyle/>
                <a:p>
                  <a:r>
                    <a:rPr lang="pt-BR">
                      <a:noFill/>
                    </a:rPr>
                    <a:t> </a:t>
                  </a:r>
                </a:p>
              </p:txBody>
            </p:sp>
          </mc:Fallback>
        </mc:AlternateContent>
      </p:grpSp>
      <p:sp>
        <p:nvSpPr>
          <p:cNvPr id="108" name="CaixaDeTexto 107">
            <a:extLst>
              <a:ext uri="{FF2B5EF4-FFF2-40B4-BE49-F238E27FC236}">
                <a16:creationId xmlns:a16="http://schemas.microsoft.com/office/drawing/2014/main" id="{14969170-3F0E-E897-1041-C0026976859F}"/>
              </a:ext>
            </a:extLst>
          </p:cNvPr>
          <p:cNvSpPr txBox="1"/>
          <p:nvPr/>
        </p:nvSpPr>
        <p:spPr>
          <a:xfrm>
            <a:off x="249360" y="1597904"/>
            <a:ext cx="5150102" cy="338554"/>
          </a:xfrm>
          <a:prstGeom prst="rect">
            <a:avLst/>
          </a:prstGeom>
          <a:noFill/>
        </p:spPr>
        <p:txBody>
          <a:bodyPr wrap="square">
            <a:spAutoFit/>
          </a:bodyPr>
          <a:lstStyle>
            <a:defPPr>
              <a:defRPr lang="pt-BR"/>
            </a:defPPr>
            <a:lvl1pPr>
              <a:defRPr sz="1600"/>
            </a:lvl1pPr>
          </a:lstStyle>
          <a:p>
            <a:r>
              <a:rPr lang="en-US" sz="1600"/>
              <a:t>5. Full Green’s Matrix:</a:t>
            </a:r>
            <a:endParaRPr lang="pt-BR"/>
          </a:p>
        </p:txBody>
      </p:sp>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CCFFD778-827D-7623-F639-93B3B1F48235}"/>
                  </a:ext>
                </a:extLst>
              </p:cNvPr>
              <p:cNvSpPr txBox="1"/>
              <p:nvPr/>
            </p:nvSpPr>
            <p:spPr>
              <a:xfrm>
                <a:off x="307487" y="2420191"/>
                <a:ext cx="1857214" cy="576761"/>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left"/>
                    </m:oMathParaPr>
                    <m:oMath xmlns:m="http://schemas.openxmlformats.org/officeDocument/2006/math">
                      <m:r>
                        <a:rPr lang="pt-BR" sz="1400" i="1" smtClean="0">
                          <a:latin typeface="Cambria Math" panose="02040503050406030204" pitchFamily="18" charset="0"/>
                          <a:ea typeface="Cambria Math" panose="02040503050406030204" pitchFamily="18" charset="0"/>
                        </a:rPr>
                        <m:t>𝔾</m:t>
                      </m:r>
                      <m:r>
                        <a:rPr lang="pt-BR" sz="1400">
                          <a:latin typeface="Cambria Math" panose="02040503050406030204" pitchFamily="18" charset="0"/>
                        </a:rPr>
                        <m:t>=</m:t>
                      </m:r>
                      <m:d>
                        <m:dPr>
                          <m:begChr m:val="["/>
                          <m:endChr m:val="]"/>
                          <m:ctrlPr>
                            <a:rPr lang="pt-BR" sz="1400" b="0" i="1" smtClean="0">
                              <a:latin typeface="Cambria Math" panose="02040503050406030204" pitchFamily="18" charset="0"/>
                            </a:rPr>
                          </m:ctrlPr>
                        </m:dPr>
                        <m:e>
                          <m:m>
                            <m:mPr>
                              <m:mcs>
                                <m:mc>
                                  <m:mcPr>
                                    <m:count m:val="2"/>
                                    <m:mcJc m:val="center"/>
                                  </m:mcPr>
                                </m:mc>
                              </m:mcs>
                              <m:ctrlPr>
                                <a:rPr lang="pt-BR" sz="1400" i="1">
                                  <a:latin typeface="Cambria Math" panose="02040503050406030204" pitchFamily="18" charset="0"/>
                                </a:rPr>
                              </m:ctrlPr>
                            </m:mPr>
                            <m:mr>
                              <m:e>
                                <m:sSubSup>
                                  <m:sSubSupPr>
                                    <m:ctrlPr>
                                      <a:rPr lang="pt-BR" sz="1400" i="1">
                                        <a:latin typeface="Cambria Math" panose="02040503050406030204" pitchFamily="18" charset="0"/>
                                      </a:rPr>
                                    </m:ctrlPr>
                                  </m:sSubSupPr>
                                  <m:e>
                                    <m:r>
                                      <a:rPr lang="pt-BR" sz="1400" b="1" i="1">
                                        <a:latin typeface="Cambria Math" panose="02040503050406030204" pitchFamily="18" charset="0"/>
                                      </a:rPr>
                                      <m:t>𝑮</m:t>
                                    </m:r>
                                  </m:e>
                                  <m:sub>
                                    <m:r>
                                      <a:rPr lang="pt-BR" sz="1400" i="1">
                                        <a:latin typeface="Cambria Math" panose="02040503050406030204" pitchFamily="18" charset="0"/>
                                      </a:rPr>
                                      <m:t> </m:t>
                                    </m:r>
                                  </m:sub>
                                  <m:sup>
                                    <m:d>
                                      <m:dPr>
                                        <m:ctrlPr>
                                          <a:rPr lang="pt-BR" sz="1400" i="1">
                                            <a:latin typeface="Cambria Math" panose="02040503050406030204" pitchFamily="18" charset="0"/>
                                          </a:rPr>
                                        </m:ctrlPr>
                                      </m:dPr>
                                      <m:e>
                                        <m:r>
                                          <a:rPr lang="pt-BR" sz="1400" i="1">
                                            <a:latin typeface="Cambria Math" panose="02040503050406030204" pitchFamily="18" charset="0"/>
                                          </a:rPr>
                                          <m:t>𝑝</m:t>
                                        </m:r>
                                        <m:r>
                                          <a:rPr lang="pt-BR" sz="1400" i="1">
                                            <a:latin typeface="Cambria Math" panose="02040503050406030204" pitchFamily="18" charset="0"/>
                                          </a:rPr>
                                          <m:t>,   </m:t>
                                        </m:r>
                                        <m:r>
                                          <a:rPr lang="pt-BR" sz="1400" i="1">
                                            <a:latin typeface="Cambria Math" panose="02040503050406030204" pitchFamily="18" charset="0"/>
                                          </a:rPr>
                                          <m:t>𝑝</m:t>
                                        </m:r>
                                      </m:e>
                                    </m:d>
                                  </m:sup>
                                </m:sSubSup>
                              </m:e>
                              <m:e>
                                <m:sSubSup>
                                  <m:sSubSupPr>
                                    <m:ctrlPr>
                                      <a:rPr lang="pt-BR" sz="1400" i="1">
                                        <a:latin typeface="Cambria Math" panose="02040503050406030204" pitchFamily="18" charset="0"/>
                                      </a:rPr>
                                    </m:ctrlPr>
                                  </m:sSubSupPr>
                                  <m:e>
                                    <m:r>
                                      <a:rPr lang="pt-BR" sz="1400" b="1" i="1">
                                        <a:latin typeface="Cambria Math" panose="02040503050406030204" pitchFamily="18" charset="0"/>
                                      </a:rPr>
                                      <m:t>𝑮</m:t>
                                    </m:r>
                                  </m:e>
                                  <m:sub>
                                    <m:r>
                                      <a:rPr lang="pt-BR" sz="1400" i="1">
                                        <a:latin typeface="Cambria Math" panose="02040503050406030204" pitchFamily="18" charset="0"/>
                                      </a:rPr>
                                      <m:t> </m:t>
                                    </m:r>
                                  </m:sub>
                                  <m:sup>
                                    <m:d>
                                      <m:dPr>
                                        <m:ctrlPr>
                                          <a:rPr lang="pt-BR" sz="1400" i="1">
                                            <a:latin typeface="Cambria Math" panose="02040503050406030204" pitchFamily="18" charset="0"/>
                                          </a:rPr>
                                        </m:ctrlPr>
                                      </m:dPr>
                                      <m:e>
                                        <m:r>
                                          <a:rPr lang="pt-BR" sz="1400" i="1">
                                            <a:latin typeface="Cambria Math" panose="02040503050406030204" pitchFamily="18" charset="0"/>
                                          </a:rPr>
                                          <m:t>𝑝</m:t>
                                        </m:r>
                                        <m:r>
                                          <a:rPr lang="pt-BR" sz="1400" i="1">
                                            <a:latin typeface="Cambria Math" panose="02040503050406030204" pitchFamily="18" charset="0"/>
                                          </a:rPr>
                                          <m:t>,   </m:t>
                                        </m:r>
                                        <m:r>
                                          <a:rPr lang="pt-BR" sz="1400" i="1">
                                            <a:latin typeface="Cambria Math" panose="02040503050406030204" pitchFamily="18" charset="0"/>
                                          </a:rPr>
                                          <m:t>𝑞</m:t>
                                        </m:r>
                                      </m:e>
                                    </m:d>
                                  </m:sup>
                                </m:sSubSup>
                              </m:e>
                            </m:mr>
                            <m:mr>
                              <m:e>
                                <m:sSubSup>
                                  <m:sSubSupPr>
                                    <m:ctrlPr>
                                      <a:rPr lang="pt-BR" sz="1400" i="1">
                                        <a:latin typeface="Cambria Math" panose="02040503050406030204" pitchFamily="18" charset="0"/>
                                      </a:rPr>
                                    </m:ctrlPr>
                                  </m:sSubSupPr>
                                  <m:e>
                                    <m:r>
                                      <a:rPr lang="pt-BR" sz="1400" b="1" i="1">
                                        <a:latin typeface="Cambria Math" panose="02040503050406030204" pitchFamily="18" charset="0"/>
                                      </a:rPr>
                                      <m:t>𝑮</m:t>
                                    </m:r>
                                  </m:e>
                                  <m:sub>
                                    <m:r>
                                      <a:rPr lang="pt-BR" sz="1400" i="1">
                                        <a:latin typeface="Cambria Math" panose="02040503050406030204" pitchFamily="18" charset="0"/>
                                      </a:rPr>
                                      <m:t> </m:t>
                                    </m:r>
                                  </m:sub>
                                  <m:sup>
                                    <m:d>
                                      <m:dPr>
                                        <m:ctrlPr>
                                          <a:rPr lang="pt-BR" sz="1400" i="1">
                                            <a:latin typeface="Cambria Math" panose="02040503050406030204" pitchFamily="18" charset="0"/>
                                          </a:rPr>
                                        </m:ctrlPr>
                                      </m:dPr>
                                      <m:e>
                                        <m:r>
                                          <a:rPr lang="pt-BR" sz="1400" i="1">
                                            <a:latin typeface="Cambria Math" panose="02040503050406030204" pitchFamily="18" charset="0"/>
                                          </a:rPr>
                                          <m:t>𝑞</m:t>
                                        </m:r>
                                        <m:r>
                                          <a:rPr lang="pt-BR" sz="1400" i="1">
                                            <a:latin typeface="Cambria Math" panose="02040503050406030204" pitchFamily="18" charset="0"/>
                                          </a:rPr>
                                          <m:t>,   </m:t>
                                        </m:r>
                                        <m:r>
                                          <a:rPr lang="pt-BR" sz="1400" i="1">
                                            <a:latin typeface="Cambria Math" panose="02040503050406030204" pitchFamily="18" charset="0"/>
                                          </a:rPr>
                                          <m:t>𝑝</m:t>
                                        </m:r>
                                      </m:e>
                                    </m:d>
                                  </m:sup>
                                </m:sSubSup>
                              </m:e>
                              <m:e>
                                <m:sSubSup>
                                  <m:sSubSupPr>
                                    <m:ctrlPr>
                                      <a:rPr lang="pt-BR" sz="1400" i="1">
                                        <a:latin typeface="Cambria Math" panose="02040503050406030204" pitchFamily="18" charset="0"/>
                                      </a:rPr>
                                    </m:ctrlPr>
                                  </m:sSubSupPr>
                                  <m:e>
                                    <m:r>
                                      <a:rPr lang="pt-BR" sz="1400" b="1" i="1">
                                        <a:latin typeface="Cambria Math" panose="02040503050406030204" pitchFamily="18" charset="0"/>
                                      </a:rPr>
                                      <m:t>𝑮</m:t>
                                    </m:r>
                                  </m:e>
                                  <m:sub>
                                    <m:r>
                                      <a:rPr lang="pt-BR" sz="1400" i="1">
                                        <a:latin typeface="Cambria Math" panose="02040503050406030204" pitchFamily="18" charset="0"/>
                                      </a:rPr>
                                      <m:t> </m:t>
                                    </m:r>
                                  </m:sub>
                                  <m:sup>
                                    <m:d>
                                      <m:dPr>
                                        <m:ctrlPr>
                                          <a:rPr lang="pt-BR" sz="1400" i="1">
                                            <a:latin typeface="Cambria Math" panose="02040503050406030204" pitchFamily="18" charset="0"/>
                                          </a:rPr>
                                        </m:ctrlPr>
                                      </m:dPr>
                                      <m:e>
                                        <m:r>
                                          <a:rPr lang="pt-BR" sz="1400" i="1">
                                            <a:latin typeface="Cambria Math" panose="02040503050406030204" pitchFamily="18" charset="0"/>
                                          </a:rPr>
                                          <m:t>𝑞</m:t>
                                        </m:r>
                                        <m:r>
                                          <a:rPr lang="pt-BR" sz="1400" i="1">
                                            <a:latin typeface="Cambria Math" panose="02040503050406030204" pitchFamily="18" charset="0"/>
                                          </a:rPr>
                                          <m:t>,   </m:t>
                                        </m:r>
                                        <m:r>
                                          <a:rPr lang="pt-BR" sz="1400" i="1">
                                            <a:latin typeface="Cambria Math" panose="02040503050406030204" pitchFamily="18" charset="0"/>
                                          </a:rPr>
                                          <m:t>𝑞</m:t>
                                        </m:r>
                                      </m:e>
                                    </m:d>
                                  </m:sup>
                                </m:sSubSup>
                              </m:e>
                            </m:mr>
                          </m:m>
                        </m:e>
                      </m:d>
                    </m:oMath>
                  </m:oMathPara>
                </a14:m>
                <a:endParaRPr lang="en-US" sz="1400" b="1" i="1"/>
              </a:p>
            </p:txBody>
          </p:sp>
        </mc:Choice>
        <mc:Fallback xmlns="">
          <p:sp>
            <p:nvSpPr>
              <p:cNvPr id="12" name="CaixaDeTexto 11">
                <a:extLst>
                  <a:ext uri="{FF2B5EF4-FFF2-40B4-BE49-F238E27FC236}">
                    <a16:creationId xmlns:a16="http://schemas.microsoft.com/office/drawing/2014/main" id="{CCFFD778-827D-7623-F639-93B3B1F48235}"/>
                  </a:ext>
                </a:extLst>
              </p:cNvPr>
              <p:cNvSpPr txBox="1">
                <a:spLocks noRot="1" noChangeAspect="1" noMove="1" noResize="1" noEditPoints="1" noAdjustHandles="1" noChangeArrowheads="1" noChangeShapeType="1" noTextEdit="1"/>
              </p:cNvSpPr>
              <p:nvPr/>
            </p:nvSpPr>
            <p:spPr>
              <a:xfrm>
                <a:off x="307487" y="2420191"/>
                <a:ext cx="1857214" cy="576761"/>
              </a:xfrm>
              <a:prstGeom prst="rect">
                <a:avLst/>
              </a:prstGeom>
              <a:blipFill>
                <a:blip r:embed="rId1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4171A242-35E6-4AF9-6329-09435E17C75F}"/>
                  </a:ext>
                </a:extLst>
              </p:cNvPr>
              <p:cNvSpPr txBox="1"/>
              <p:nvPr/>
            </p:nvSpPr>
            <p:spPr>
              <a:xfrm>
                <a:off x="2153123" y="1998258"/>
                <a:ext cx="9783342" cy="1317861"/>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left"/>
                    </m:oMathParaPr>
                    <m:oMath xmlns:m="http://schemas.openxmlformats.org/officeDocument/2006/math">
                      <m:r>
                        <a:rPr lang="pt-BR" sz="1400">
                          <a:solidFill>
                            <a:schemeClr val="tx1"/>
                          </a:solidFill>
                          <a:latin typeface="Cambria Math" panose="02040503050406030204" pitchFamily="18" charset="0"/>
                        </a:rPr>
                        <m:t>=</m:t>
                      </m:r>
                      <m:d>
                        <m:dPr>
                          <m:ctrlPr>
                            <a:rPr lang="pt-BR" sz="1400" i="1" smtClean="0">
                              <a:solidFill>
                                <a:schemeClr val="tx1"/>
                              </a:solidFill>
                              <a:latin typeface="Cambria Math" panose="02040503050406030204" pitchFamily="18" charset="0"/>
                            </a:rPr>
                          </m:ctrlPr>
                        </m:dPr>
                        <m:e>
                          <m:m>
                            <m:mPr>
                              <m:mcs>
                                <m:mc>
                                  <m:mcPr>
                                    <m:count m:val="2"/>
                                    <m:mcJc m:val="center"/>
                                  </m:mcPr>
                                </m:mc>
                              </m:mcs>
                              <m:ctrlPr>
                                <a:rPr lang="pt-BR" sz="1400" i="1" smtClean="0">
                                  <a:solidFill>
                                    <a:schemeClr val="tx1"/>
                                  </a:solidFill>
                                  <a:latin typeface="Cambria Math" panose="02040503050406030204" pitchFamily="18" charset="0"/>
                                </a:rPr>
                              </m:ctrlPr>
                            </m:mPr>
                            <m:mr>
                              <m:e>
                                <m:d>
                                  <m:dPr>
                                    <m:begChr m:val="["/>
                                    <m:endChr m:val="]"/>
                                    <m:ctrlPr>
                                      <a:rPr lang="pt-BR" sz="1400" i="1">
                                        <a:solidFill>
                                          <a:schemeClr val="tx1"/>
                                        </a:solidFill>
                                        <a:latin typeface="Cambria Math" panose="02040503050406030204" pitchFamily="18" charset="0"/>
                                      </a:rPr>
                                    </m:ctrlPr>
                                  </m:dPr>
                                  <m:e>
                                    <m:m>
                                      <m:mPr>
                                        <m:mcs>
                                          <m:mc>
                                            <m:mcPr>
                                              <m:count m:val="3"/>
                                              <m:mcJc m:val="center"/>
                                            </m:mcPr>
                                          </m:mc>
                                        </m:mcs>
                                        <m:ctrlPr>
                                          <a:rPr lang="pt-BR" sz="1400" i="1">
                                            <a:solidFill>
                                              <a:schemeClr val="tx1"/>
                                            </a:solidFill>
                                            <a:latin typeface="Cambria Math" panose="02040503050406030204" pitchFamily="18" charset="0"/>
                                          </a:rPr>
                                        </m:ctrlPr>
                                      </m:mPr>
                                      <m:mr>
                                        <m:e>
                                          <m:r>
                                            <m:rPr>
                                              <m:brk m:alnAt="7"/>
                                            </m:rPr>
                                            <a:rPr lang="pt-BR" sz="1400" i="1">
                                              <a:solidFill>
                                                <a:schemeClr val="tx1"/>
                                              </a:solidFill>
                                              <a:latin typeface="Cambria Math" panose="02040503050406030204" pitchFamily="18" charset="0"/>
                                            </a:rPr>
                                            <m:t>−</m:t>
                                          </m:r>
                                          <m:r>
                                            <a:rPr lang="pt-BR" sz="1400" i="1">
                                              <a:solidFill>
                                                <a:schemeClr val="tx1"/>
                                              </a:solidFill>
                                              <a:latin typeface="Cambria Math" panose="02040503050406030204" pitchFamily="18" charset="0"/>
                                            </a:rPr>
                                            <m:t>7.9577×</m:t>
                                          </m:r>
                                          <m:sSup>
                                            <m:sSupPr>
                                              <m:ctrlPr>
                                                <a:rPr lang="pt-BR" sz="1400" i="1">
                                                  <a:solidFill>
                                                    <a:schemeClr val="tx1"/>
                                                  </a:solidFill>
                                                  <a:latin typeface="Cambria Math" panose="02040503050406030204" pitchFamily="18" charset="0"/>
                                                </a:rPr>
                                              </m:ctrlPr>
                                            </m:sSupPr>
                                            <m:e>
                                              <m:r>
                                                <m:rPr>
                                                  <m:brk m:alnAt="7"/>
                                                </m:rPr>
                                                <a:rPr lang="pt-BR" sz="1400" i="1">
                                                  <a:solidFill>
                                                    <a:schemeClr val="tx1"/>
                                                  </a:solidFill>
                                                  <a:latin typeface="Cambria Math" panose="02040503050406030204" pitchFamily="18" charset="0"/>
                                                </a:rPr>
                                                <m:t>1</m:t>
                                              </m:r>
                                              <m:r>
                                                <a:rPr lang="pt-BR" sz="1400" i="1">
                                                  <a:solidFill>
                                                    <a:schemeClr val="tx1"/>
                                                  </a:solidFill>
                                                  <a:latin typeface="Cambria Math" panose="02040503050406030204" pitchFamily="18" charset="0"/>
                                                </a:rPr>
                                                <m:t>0</m:t>
                                              </m:r>
                                            </m:e>
                                            <m:sup>
                                              <m:r>
                                                <m:rPr>
                                                  <m:brk m:alnAt="7"/>
                                                </m:rPr>
                                                <a:rPr lang="pt-BR" sz="1400" i="1">
                                                  <a:solidFill>
                                                    <a:schemeClr val="tx1"/>
                                                  </a:solidFill>
                                                  <a:latin typeface="Cambria Math" panose="02040503050406030204" pitchFamily="18" charset="0"/>
                                                  <a:ea typeface="Cambria Math" panose="02040503050406030204" pitchFamily="18" charset="0"/>
                                                </a:rPr>
                                                <m:t>−</m:t>
                                              </m:r>
                                              <m:r>
                                                <a:rPr lang="pt-BR" sz="1400" i="1">
                                                  <a:solidFill>
                                                    <a:schemeClr val="tx1"/>
                                                  </a:solidFill>
                                                  <a:latin typeface="Cambria Math" panose="02040503050406030204" pitchFamily="18" charset="0"/>
                                                </a:rPr>
                                                <m:t>2</m:t>
                                              </m:r>
                                            </m:sup>
                                          </m:sSup>
                                        </m:e>
                                        <m:e>
                                          <m:r>
                                            <a:rPr lang="pt-BR" sz="1400" b="0" i="1" smtClean="0">
                                              <a:solidFill>
                                                <a:schemeClr val="tx1"/>
                                              </a:solidFill>
                                              <a:latin typeface="Cambria Math" panose="02040503050406030204" pitchFamily="18" charset="0"/>
                                            </a:rPr>
                                            <m:t>0</m:t>
                                          </m:r>
                                        </m:e>
                                        <m:e>
                                          <m:r>
                                            <a:rPr lang="pt-BR" sz="1400" b="0" i="1" smtClean="0">
                                              <a:solidFill>
                                                <a:schemeClr val="tx1"/>
                                              </a:solidFill>
                                              <a:latin typeface="Cambria Math" panose="02040503050406030204" pitchFamily="18" charset="0"/>
                                            </a:rPr>
                                            <m:t>0</m:t>
                                          </m:r>
                                        </m:e>
                                      </m:mr>
                                      <m:mr>
                                        <m:e>
                                          <m:r>
                                            <a:rPr lang="pt-BR" sz="1400" b="0" i="1" smtClean="0">
                                              <a:solidFill>
                                                <a:schemeClr val="tx1"/>
                                              </a:solidFill>
                                              <a:latin typeface="Cambria Math" panose="02040503050406030204" pitchFamily="18" charset="0"/>
                                            </a:rPr>
                                            <m:t>0</m:t>
                                          </m:r>
                                        </m:e>
                                        <m:e>
                                          <m:r>
                                            <a:rPr lang="pt-BR" sz="1400" i="1">
                                              <a:solidFill>
                                                <a:schemeClr val="tx1"/>
                                              </a:solidFill>
                                              <a:latin typeface="Cambria Math" panose="02040503050406030204" pitchFamily="18" charset="0"/>
                                            </a:rPr>
                                            <m:t>−7.3294</m:t>
                                          </m:r>
                                          <m:r>
                                            <m:rPr>
                                              <m:brk m:alnAt="7"/>
                                            </m:rPr>
                                            <a:rPr lang="pt-BR" sz="1400" i="1">
                                              <a:solidFill>
                                                <a:schemeClr val="tx1"/>
                                              </a:solidFill>
                                              <a:latin typeface="Cambria Math" panose="02040503050406030204" pitchFamily="18" charset="0"/>
                                            </a:rPr>
                                            <m:t>×</m:t>
                                          </m:r>
                                          <m:sSup>
                                            <m:sSupPr>
                                              <m:ctrlPr>
                                                <a:rPr lang="pt-BR" sz="1400" i="1">
                                                  <a:solidFill>
                                                    <a:schemeClr val="tx1"/>
                                                  </a:solidFill>
                                                  <a:latin typeface="Cambria Math" panose="02040503050406030204" pitchFamily="18" charset="0"/>
                                                </a:rPr>
                                              </m:ctrlPr>
                                            </m:sSupPr>
                                            <m:e>
                                              <m:r>
                                                <m:rPr>
                                                  <m:brk m:alnAt="7"/>
                                                </m:rPr>
                                                <a:rPr lang="pt-BR" sz="1400" i="1">
                                                  <a:solidFill>
                                                    <a:schemeClr val="tx1"/>
                                                  </a:solidFill>
                                                  <a:latin typeface="Cambria Math" panose="02040503050406030204" pitchFamily="18" charset="0"/>
                                                </a:rPr>
                                                <m:t>1</m:t>
                                              </m:r>
                                              <m:r>
                                                <a:rPr lang="pt-BR" sz="1400" i="1">
                                                  <a:solidFill>
                                                    <a:schemeClr val="tx1"/>
                                                  </a:solidFill>
                                                  <a:latin typeface="Cambria Math" panose="02040503050406030204" pitchFamily="18" charset="0"/>
                                                </a:rPr>
                                                <m:t>0</m:t>
                                              </m:r>
                                            </m:e>
                                            <m:sup>
                                              <m:r>
                                                <m:rPr>
                                                  <m:brk m:alnAt="7"/>
                                                </m:rPr>
                                                <a:rPr lang="pt-BR" sz="1400" i="1">
                                                  <a:solidFill>
                                                    <a:schemeClr val="tx1"/>
                                                  </a:solidFill>
                                                  <a:latin typeface="Cambria Math" panose="02040503050406030204" pitchFamily="18" charset="0"/>
                                                  <a:ea typeface="Cambria Math" panose="02040503050406030204" pitchFamily="18" charset="0"/>
                                                </a:rPr>
                                                <m:t>−</m:t>
                                              </m:r>
                                              <m:r>
                                                <a:rPr lang="pt-BR" sz="1400" i="1">
                                                  <a:solidFill>
                                                    <a:schemeClr val="tx1"/>
                                                  </a:solidFill>
                                                  <a:latin typeface="Cambria Math" panose="02040503050406030204" pitchFamily="18" charset="0"/>
                                                  <a:ea typeface="Cambria Math" panose="02040503050406030204" pitchFamily="18" charset="0"/>
                                                </a:rPr>
                                                <m:t>1</m:t>
                                              </m:r>
                                            </m:sup>
                                          </m:sSup>
                                        </m:e>
                                        <m:e>
                                          <m:r>
                                            <a:rPr lang="pt-BR" sz="1400" b="0" i="1" smtClean="0">
                                              <a:solidFill>
                                                <a:schemeClr val="tx1"/>
                                              </a:solidFill>
                                              <a:latin typeface="Cambria Math" panose="02040503050406030204" pitchFamily="18" charset="0"/>
                                              <a:ea typeface="Cambria Math" panose="02040503050406030204" pitchFamily="18" charset="0"/>
                                            </a:rPr>
                                            <m:t>0</m:t>
                                          </m:r>
                                        </m:e>
                                      </m:mr>
                                      <m:mr>
                                        <m:e>
                                          <m:r>
                                            <a:rPr lang="pt-BR" sz="1400" b="0" i="1" smtClean="0">
                                              <a:solidFill>
                                                <a:schemeClr val="tx1"/>
                                              </a:solidFill>
                                              <a:latin typeface="Cambria Math" panose="02040503050406030204" pitchFamily="18" charset="0"/>
                                              <a:ea typeface="Cambria Math" panose="02040503050406030204" pitchFamily="18" charset="0"/>
                                            </a:rPr>
                                            <m:t>0</m:t>
                                          </m:r>
                                        </m:e>
                                        <m:e>
                                          <m:r>
                                            <a:rPr lang="pt-BR" sz="1400" b="0" i="1" smtClean="0">
                                              <a:solidFill>
                                                <a:schemeClr val="tx1"/>
                                              </a:solidFill>
                                              <a:latin typeface="Cambria Math" panose="02040503050406030204" pitchFamily="18" charset="0"/>
                                              <a:ea typeface="Cambria Math" panose="02040503050406030204" pitchFamily="18" charset="0"/>
                                            </a:rPr>
                                            <m:t>0</m:t>
                                          </m:r>
                                        </m:e>
                                        <m:e>
                                          <m:r>
                                            <m:rPr>
                                              <m:brk m:alnAt="7"/>
                                            </m:rPr>
                                            <a:rPr lang="pt-BR" sz="1400" i="1">
                                              <a:solidFill>
                                                <a:schemeClr val="tx1"/>
                                              </a:solidFill>
                                              <a:latin typeface="Cambria Math" panose="02040503050406030204" pitchFamily="18" charset="0"/>
                                            </a:rPr>
                                            <m:t>−</m:t>
                                          </m:r>
                                          <m:r>
                                            <a:rPr lang="pt-BR" sz="1400" i="1">
                                              <a:solidFill>
                                                <a:schemeClr val="tx1"/>
                                              </a:solidFill>
                                              <a:latin typeface="Cambria Math" panose="02040503050406030204" pitchFamily="18" charset="0"/>
                                            </a:rPr>
                                            <m:t>7.9577</m:t>
                                          </m:r>
                                          <m:r>
                                            <m:rPr>
                                              <m:brk m:alnAt="7"/>
                                            </m:rPr>
                                            <a:rPr lang="pt-BR" sz="1400" i="1">
                                              <a:solidFill>
                                                <a:schemeClr val="tx1"/>
                                              </a:solidFill>
                                              <a:latin typeface="Cambria Math" panose="02040503050406030204" pitchFamily="18" charset="0"/>
                                            </a:rPr>
                                            <m:t>×</m:t>
                                          </m:r>
                                          <m:sSup>
                                            <m:sSupPr>
                                              <m:ctrlPr>
                                                <a:rPr lang="pt-BR" sz="1400" i="1">
                                                  <a:solidFill>
                                                    <a:schemeClr val="tx1"/>
                                                  </a:solidFill>
                                                  <a:latin typeface="Cambria Math" panose="02040503050406030204" pitchFamily="18" charset="0"/>
                                                </a:rPr>
                                              </m:ctrlPr>
                                            </m:sSupPr>
                                            <m:e>
                                              <m:r>
                                                <m:rPr>
                                                  <m:brk m:alnAt="7"/>
                                                </m:rPr>
                                                <a:rPr lang="pt-BR" sz="1400" i="1">
                                                  <a:solidFill>
                                                    <a:schemeClr val="tx1"/>
                                                  </a:solidFill>
                                                  <a:latin typeface="Cambria Math" panose="02040503050406030204" pitchFamily="18" charset="0"/>
                                                </a:rPr>
                                                <m:t>1</m:t>
                                              </m:r>
                                              <m:r>
                                                <a:rPr lang="pt-BR" sz="1400" i="1">
                                                  <a:solidFill>
                                                    <a:schemeClr val="tx1"/>
                                                  </a:solidFill>
                                                  <a:latin typeface="Cambria Math" panose="02040503050406030204" pitchFamily="18" charset="0"/>
                                                </a:rPr>
                                                <m:t>0</m:t>
                                              </m:r>
                                            </m:e>
                                            <m:sup>
                                              <m:r>
                                                <m:rPr>
                                                  <m:brk m:alnAt="7"/>
                                                </m:rPr>
                                                <a:rPr lang="pt-BR" sz="1400" i="1">
                                                  <a:solidFill>
                                                    <a:schemeClr val="tx1"/>
                                                  </a:solidFill>
                                                  <a:latin typeface="Cambria Math" panose="02040503050406030204" pitchFamily="18" charset="0"/>
                                                  <a:ea typeface="Cambria Math" panose="02040503050406030204" pitchFamily="18" charset="0"/>
                                                </a:rPr>
                                                <m:t>−</m:t>
                                              </m:r>
                                              <m:r>
                                                <a:rPr lang="pt-BR" sz="1400" i="1">
                                                  <a:solidFill>
                                                    <a:schemeClr val="tx1"/>
                                                  </a:solidFill>
                                                  <a:latin typeface="Cambria Math" panose="02040503050406030204" pitchFamily="18" charset="0"/>
                                                </a:rPr>
                                                <m:t>2</m:t>
                                              </m:r>
                                            </m:sup>
                                          </m:sSup>
                                        </m:e>
                                      </m:mr>
                                    </m:m>
                                  </m:e>
                                </m:d>
                              </m:e>
                              <m:e>
                                <m:d>
                                  <m:dPr>
                                    <m:begChr m:val="["/>
                                    <m:endChr m:val="]"/>
                                    <m:ctrlPr>
                                      <a:rPr lang="pt-BR" sz="1400" i="1">
                                        <a:solidFill>
                                          <a:schemeClr val="tx1"/>
                                        </a:solidFill>
                                        <a:latin typeface="Cambria Math" panose="02040503050406030204" pitchFamily="18" charset="0"/>
                                      </a:rPr>
                                    </m:ctrlPr>
                                  </m:dPr>
                                  <m:e>
                                    <m:m>
                                      <m:mPr>
                                        <m:mcs>
                                          <m:mc>
                                            <m:mcPr>
                                              <m:count m:val="3"/>
                                              <m:mcJc m:val="center"/>
                                            </m:mcPr>
                                          </m:mc>
                                        </m:mcs>
                                        <m:ctrlPr>
                                          <a:rPr lang="pt-BR" sz="1400" i="1">
                                            <a:solidFill>
                                              <a:schemeClr val="tx1"/>
                                            </a:solidFill>
                                            <a:latin typeface="Cambria Math" panose="02040503050406030204" pitchFamily="18" charset="0"/>
                                          </a:rPr>
                                        </m:ctrlPr>
                                      </m:mPr>
                                      <m:mr>
                                        <m:e>
                                          <m:r>
                                            <m:rPr>
                                              <m:brk m:alnAt="7"/>
                                            </m:rPr>
                                            <a:rPr lang="pt-BR" sz="1400" b="0" i="1" smtClean="0">
                                              <a:solidFill>
                                                <a:schemeClr val="tx1"/>
                                              </a:solidFill>
                                              <a:latin typeface="Cambria Math" panose="02040503050406030204" pitchFamily="18" charset="0"/>
                                            </a:rPr>
                                            <m:t>0</m:t>
                                          </m:r>
                                        </m:e>
                                        <m:e>
                                          <m:r>
                                            <m:rPr>
                                              <m:brk m:alnAt="7"/>
                                            </m:rPr>
                                            <a:rPr lang="pt-BR" sz="1400" i="1">
                                              <a:solidFill>
                                                <a:schemeClr val="tx1"/>
                                              </a:solidFill>
                                              <a:latin typeface="Cambria Math" panose="02040503050406030204" pitchFamily="18" charset="0"/>
                                            </a:rPr>
                                            <m:t>−</m:t>
                                          </m:r>
                                          <m:r>
                                            <a:rPr lang="pt-BR" sz="1400" i="1">
                                              <a:solidFill>
                                                <a:schemeClr val="tx1"/>
                                              </a:solidFill>
                                              <a:latin typeface="Cambria Math" panose="02040503050406030204" pitchFamily="18" charset="0"/>
                                            </a:rPr>
                                            <m:t>7.9577×</m:t>
                                          </m:r>
                                          <m:sSup>
                                            <m:sSupPr>
                                              <m:ctrlPr>
                                                <a:rPr lang="pt-BR" sz="1400" i="1">
                                                  <a:solidFill>
                                                    <a:schemeClr val="tx1"/>
                                                  </a:solidFill>
                                                  <a:latin typeface="Cambria Math" panose="02040503050406030204" pitchFamily="18" charset="0"/>
                                                </a:rPr>
                                              </m:ctrlPr>
                                            </m:sSupPr>
                                            <m:e>
                                              <m:r>
                                                <m:rPr>
                                                  <m:brk m:alnAt="7"/>
                                                </m:rPr>
                                                <a:rPr lang="pt-BR" sz="1400" i="1">
                                                  <a:solidFill>
                                                    <a:schemeClr val="tx1"/>
                                                  </a:solidFill>
                                                  <a:latin typeface="Cambria Math" panose="02040503050406030204" pitchFamily="18" charset="0"/>
                                                </a:rPr>
                                                <m:t>1</m:t>
                                              </m:r>
                                              <m:r>
                                                <a:rPr lang="pt-BR" sz="1400" i="1">
                                                  <a:solidFill>
                                                    <a:schemeClr val="tx1"/>
                                                  </a:solidFill>
                                                  <a:latin typeface="Cambria Math" panose="02040503050406030204" pitchFamily="18" charset="0"/>
                                                </a:rPr>
                                                <m:t>0</m:t>
                                              </m:r>
                                            </m:e>
                                            <m:sup>
                                              <m:r>
                                                <m:rPr>
                                                  <m:brk m:alnAt="7"/>
                                                </m:rPr>
                                                <a:rPr lang="pt-BR" sz="1400" i="1">
                                                  <a:solidFill>
                                                    <a:schemeClr val="tx1"/>
                                                  </a:solidFill>
                                                  <a:latin typeface="Cambria Math" panose="02040503050406030204" pitchFamily="18" charset="0"/>
                                                  <a:ea typeface="Cambria Math" panose="02040503050406030204" pitchFamily="18" charset="0"/>
                                                </a:rPr>
                                                <m:t>−</m:t>
                                              </m:r>
                                              <m:r>
                                                <a:rPr lang="pt-BR" sz="1400" i="1">
                                                  <a:solidFill>
                                                    <a:schemeClr val="tx1"/>
                                                  </a:solidFill>
                                                  <a:latin typeface="Cambria Math" panose="02040503050406030204" pitchFamily="18" charset="0"/>
                                                  <a:ea typeface="Cambria Math" panose="02040503050406030204" pitchFamily="18" charset="0"/>
                                                </a:rPr>
                                                <m:t>3</m:t>
                                              </m:r>
                                            </m:sup>
                                          </m:sSup>
                                        </m:e>
                                        <m:e>
                                          <m:r>
                                            <m:rPr>
                                              <m:brk m:alnAt="7"/>
                                            </m:rPr>
                                            <a:rPr lang="pt-BR" sz="1400" i="1">
                                              <a:solidFill>
                                                <a:schemeClr val="tx1"/>
                                              </a:solidFill>
                                              <a:latin typeface="Cambria Math" panose="02040503050406030204" pitchFamily="18" charset="0"/>
                                            </a:rPr>
                                            <m:t>−</m:t>
                                          </m:r>
                                          <m:r>
                                            <a:rPr lang="pt-BR" sz="1400" i="1">
                                              <a:solidFill>
                                                <a:schemeClr val="tx1"/>
                                              </a:solidFill>
                                              <a:latin typeface="Cambria Math" panose="02040503050406030204" pitchFamily="18" charset="0"/>
                                            </a:rPr>
                                            <m:t>7.9577×</m:t>
                                          </m:r>
                                          <m:sSup>
                                            <m:sSupPr>
                                              <m:ctrlPr>
                                                <a:rPr lang="pt-BR" sz="1400" i="1">
                                                  <a:solidFill>
                                                    <a:schemeClr val="tx1"/>
                                                  </a:solidFill>
                                                  <a:latin typeface="Cambria Math" panose="02040503050406030204" pitchFamily="18" charset="0"/>
                                                </a:rPr>
                                              </m:ctrlPr>
                                            </m:sSupPr>
                                            <m:e>
                                              <m:r>
                                                <m:rPr>
                                                  <m:brk m:alnAt="7"/>
                                                </m:rPr>
                                                <a:rPr lang="pt-BR" sz="1400" i="1">
                                                  <a:solidFill>
                                                    <a:schemeClr val="tx1"/>
                                                  </a:solidFill>
                                                  <a:latin typeface="Cambria Math" panose="02040503050406030204" pitchFamily="18" charset="0"/>
                                                </a:rPr>
                                                <m:t>1</m:t>
                                              </m:r>
                                              <m:r>
                                                <a:rPr lang="pt-BR" sz="1400" i="1">
                                                  <a:solidFill>
                                                    <a:schemeClr val="tx1"/>
                                                  </a:solidFill>
                                                  <a:latin typeface="Cambria Math" panose="02040503050406030204" pitchFamily="18" charset="0"/>
                                                </a:rPr>
                                                <m:t>0</m:t>
                                              </m:r>
                                            </m:e>
                                            <m:sup>
                                              <m:r>
                                                <m:rPr>
                                                  <m:brk m:alnAt="7"/>
                                                </m:rPr>
                                                <a:rPr lang="pt-BR" sz="1400" i="1">
                                                  <a:solidFill>
                                                    <a:schemeClr val="tx1"/>
                                                  </a:solidFill>
                                                  <a:latin typeface="Cambria Math" panose="02040503050406030204" pitchFamily="18" charset="0"/>
                                                  <a:ea typeface="Cambria Math" panose="02040503050406030204" pitchFamily="18" charset="0"/>
                                                </a:rPr>
                                                <m:t>−</m:t>
                                              </m:r>
                                              <m:r>
                                                <a:rPr lang="pt-BR" sz="1400" i="1">
                                                  <a:solidFill>
                                                    <a:schemeClr val="tx1"/>
                                                  </a:solidFill>
                                                  <a:latin typeface="Cambria Math" panose="02040503050406030204" pitchFamily="18" charset="0"/>
                                                  <a:ea typeface="Cambria Math" panose="02040503050406030204" pitchFamily="18" charset="0"/>
                                                </a:rPr>
                                                <m:t>4</m:t>
                                              </m:r>
                                            </m:sup>
                                          </m:sSup>
                                        </m:e>
                                      </m:mr>
                                      <m:mr>
                                        <m:e>
                                          <m:r>
                                            <m:rPr>
                                              <m:brk m:alnAt="7"/>
                                            </m:rPr>
                                            <a:rPr lang="pt-BR" sz="1400" i="1">
                                              <a:solidFill>
                                                <a:schemeClr val="tx1"/>
                                              </a:solidFill>
                                              <a:latin typeface="Cambria Math" panose="02040503050406030204" pitchFamily="18" charset="0"/>
                                            </a:rPr>
                                            <m:t>−</m:t>
                                          </m:r>
                                          <m:r>
                                            <a:rPr lang="pt-BR" sz="1400" i="1">
                                              <a:solidFill>
                                                <a:schemeClr val="tx1"/>
                                              </a:solidFill>
                                              <a:latin typeface="Cambria Math" panose="02040503050406030204" pitchFamily="18" charset="0"/>
                                            </a:rPr>
                                            <m:t>7.9577×</m:t>
                                          </m:r>
                                          <m:sSup>
                                            <m:sSupPr>
                                              <m:ctrlPr>
                                                <a:rPr lang="pt-BR" sz="1400" i="1">
                                                  <a:solidFill>
                                                    <a:schemeClr val="tx1"/>
                                                  </a:solidFill>
                                                  <a:latin typeface="Cambria Math" panose="02040503050406030204" pitchFamily="18" charset="0"/>
                                                </a:rPr>
                                              </m:ctrlPr>
                                            </m:sSupPr>
                                            <m:e>
                                              <m:r>
                                                <m:rPr>
                                                  <m:brk m:alnAt="7"/>
                                                </m:rPr>
                                                <a:rPr lang="pt-BR" sz="1400" i="1">
                                                  <a:solidFill>
                                                    <a:schemeClr val="tx1"/>
                                                  </a:solidFill>
                                                  <a:latin typeface="Cambria Math" panose="02040503050406030204" pitchFamily="18" charset="0"/>
                                                </a:rPr>
                                                <m:t>1</m:t>
                                              </m:r>
                                              <m:r>
                                                <a:rPr lang="pt-BR" sz="1400" i="1">
                                                  <a:solidFill>
                                                    <a:schemeClr val="tx1"/>
                                                  </a:solidFill>
                                                  <a:latin typeface="Cambria Math" panose="02040503050406030204" pitchFamily="18" charset="0"/>
                                                </a:rPr>
                                                <m:t>0</m:t>
                                              </m:r>
                                            </m:e>
                                            <m:sup>
                                              <m:r>
                                                <m:rPr>
                                                  <m:brk m:alnAt="7"/>
                                                </m:rPr>
                                                <a:rPr lang="pt-BR" sz="1400" i="1">
                                                  <a:solidFill>
                                                    <a:schemeClr val="tx1"/>
                                                  </a:solidFill>
                                                  <a:latin typeface="Cambria Math" panose="02040503050406030204" pitchFamily="18" charset="0"/>
                                                  <a:ea typeface="Cambria Math" panose="02040503050406030204" pitchFamily="18" charset="0"/>
                                                </a:rPr>
                                                <m:t>−</m:t>
                                              </m:r>
                                              <m:r>
                                                <a:rPr lang="pt-BR" sz="1400" i="1">
                                                  <a:solidFill>
                                                    <a:schemeClr val="tx1"/>
                                                  </a:solidFill>
                                                  <a:latin typeface="Cambria Math" panose="02040503050406030204" pitchFamily="18" charset="0"/>
                                                  <a:ea typeface="Cambria Math" panose="02040503050406030204" pitchFamily="18" charset="0"/>
                                                </a:rPr>
                                                <m:t>3</m:t>
                                              </m:r>
                                            </m:sup>
                                          </m:sSup>
                                        </m:e>
                                        <m:e>
                                          <m:r>
                                            <a:rPr lang="pt-BR" sz="1400" i="1">
                                              <a:solidFill>
                                                <a:schemeClr val="tx1"/>
                                              </a:solidFill>
                                              <a:latin typeface="Cambria Math" panose="02040503050406030204" pitchFamily="18" charset="0"/>
                                            </a:rPr>
                                            <m:t>−3.6647×</m:t>
                                          </m:r>
                                          <m:sSup>
                                            <m:sSupPr>
                                              <m:ctrlPr>
                                                <a:rPr lang="pt-BR" sz="1400" i="1">
                                                  <a:solidFill>
                                                    <a:schemeClr val="tx1"/>
                                                  </a:solidFill>
                                                  <a:latin typeface="Cambria Math" panose="02040503050406030204" pitchFamily="18" charset="0"/>
                                                </a:rPr>
                                              </m:ctrlPr>
                                            </m:sSupPr>
                                            <m:e>
                                              <m:r>
                                                <m:rPr>
                                                  <m:brk m:alnAt="7"/>
                                                </m:rPr>
                                                <a:rPr lang="pt-BR" sz="1400" i="1">
                                                  <a:solidFill>
                                                    <a:schemeClr val="tx1"/>
                                                  </a:solidFill>
                                                  <a:latin typeface="Cambria Math" panose="02040503050406030204" pitchFamily="18" charset="0"/>
                                                </a:rPr>
                                                <m:t>1</m:t>
                                              </m:r>
                                              <m:r>
                                                <a:rPr lang="pt-BR" sz="1400" i="1">
                                                  <a:solidFill>
                                                    <a:schemeClr val="tx1"/>
                                                  </a:solidFill>
                                                  <a:latin typeface="Cambria Math" panose="02040503050406030204" pitchFamily="18" charset="0"/>
                                                </a:rPr>
                                                <m:t>0</m:t>
                                              </m:r>
                                            </m:e>
                                            <m:sup>
                                              <m:r>
                                                <m:rPr>
                                                  <m:brk m:alnAt="7"/>
                                                </m:rPr>
                                                <a:rPr lang="pt-BR" sz="1400" i="1">
                                                  <a:solidFill>
                                                    <a:schemeClr val="tx1"/>
                                                  </a:solidFill>
                                                  <a:latin typeface="Cambria Math" panose="02040503050406030204" pitchFamily="18" charset="0"/>
                                                  <a:ea typeface="Cambria Math" panose="02040503050406030204" pitchFamily="18" charset="0"/>
                                                </a:rPr>
                                                <m:t>−</m:t>
                                              </m:r>
                                              <m:r>
                                                <a:rPr lang="pt-BR" sz="1400" i="1">
                                                  <a:solidFill>
                                                    <a:schemeClr val="tx1"/>
                                                  </a:solidFill>
                                                  <a:latin typeface="Cambria Math" panose="02040503050406030204" pitchFamily="18" charset="0"/>
                                                  <a:ea typeface="Cambria Math" panose="02040503050406030204" pitchFamily="18" charset="0"/>
                                                </a:rPr>
                                                <m:t>1</m:t>
                                              </m:r>
                                            </m:sup>
                                          </m:sSup>
                                        </m:e>
                                        <m:e>
                                          <m:r>
                                            <m:rPr>
                                              <m:brk m:alnAt="7"/>
                                            </m:rPr>
                                            <a:rPr lang="pt-BR" sz="1400" i="1">
                                              <a:solidFill>
                                                <a:schemeClr val="tx1"/>
                                              </a:solidFill>
                                              <a:latin typeface="Cambria Math" panose="02040503050406030204" pitchFamily="18" charset="0"/>
                                            </a:rPr>
                                            <m:t>−</m:t>
                                          </m:r>
                                          <m:r>
                                            <a:rPr lang="pt-BR" sz="1400" i="1">
                                              <a:solidFill>
                                                <a:schemeClr val="tx1"/>
                                              </a:solidFill>
                                              <a:latin typeface="Cambria Math" panose="02040503050406030204" pitchFamily="18" charset="0"/>
                                            </a:rPr>
                                            <m:t>7.9577×</m:t>
                                          </m:r>
                                          <m:sSup>
                                            <m:sSupPr>
                                              <m:ctrlPr>
                                                <a:rPr lang="pt-BR" sz="1400" i="1">
                                                  <a:solidFill>
                                                    <a:schemeClr val="tx1"/>
                                                  </a:solidFill>
                                                  <a:latin typeface="Cambria Math" panose="02040503050406030204" pitchFamily="18" charset="0"/>
                                                </a:rPr>
                                              </m:ctrlPr>
                                            </m:sSupPr>
                                            <m:e>
                                              <m:r>
                                                <m:rPr>
                                                  <m:brk m:alnAt="7"/>
                                                </m:rPr>
                                                <a:rPr lang="pt-BR" sz="1400" i="1">
                                                  <a:solidFill>
                                                    <a:schemeClr val="tx1"/>
                                                  </a:solidFill>
                                                  <a:latin typeface="Cambria Math" panose="02040503050406030204" pitchFamily="18" charset="0"/>
                                                </a:rPr>
                                                <m:t>1</m:t>
                                              </m:r>
                                              <m:r>
                                                <a:rPr lang="pt-BR" sz="1400" i="1">
                                                  <a:solidFill>
                                                    <a:schemeClr val="tx1"/>
                                                  </a:solidFill>
                                                  <a:latin typeface="Cambria Math" panose="02040503050406030204" pitchFamily="18" charset="0"/>
                                                </a:rPr>
                                                <m:t>0</m:t>
                                              </m:r>
                                            </m:e>
                                            <m:sup>
                                              <m:r>
                                                <m:rPr>
                                                  <m:brk m:alnAt="7"/>
                                                </m:rPr>
                                                <a:rPr lang="pt-BR" sz="1400" i="1">
                                                  <a:solidFill>
                                                    <a:schemeClr val="tx1"/>
                                                  </a:solidFill>
                                                  <a:latin typeface="Cambria Math" panose="02040503050406030204" pitchFamily="18" charset="0"/>
                                                  <a:ea typeface="Cambria Math" panose="02040503050406030204" pitchFamily="18" charset="0"/>
                                                </a:rPr>
                                                <m:t>−</m:t>
                                              </m:r>
                                              <m:r>
                                                <a:rPr lang="pt-BR" sz="1400" i="1">
                                                  <a:solidFill>
                                                    <a:schemeClr val="tx1"/>
                                                  </a:solidFill>
                                                  <a:latin typeface="Cambria Math" panose="02040503050406030204" pitchFamily="18" charset="0"/>
                                                  <a:ea typeface="Cambria Math" panose="02040503050406030204" pitchFamily="18" charset="0"/>
                                                </a:rPr>
                                                <m:t>3</m:t>
                                              </m:r>
                                            </m:sup>
                                          </m:sSup>
                                        </m:e>
                                      </m:mr>
                                      <m:mr>
                                        <m:e>
                                          <m:r>
                                            <m:rPr>
                                              <m:brk m:alnAt="7"/>
                                            </m:rPr>
                                            <a:rPr lang="pt-BR" sz="1400" i="1">
                                              <a:solidFill>
                                                <a:schemeClr val="tx1"/>
                                              </a:solidFill>
                                              <a:latin typeface="Cambria Math" panose="02040503050406030204" pitchFamily="18" charset="0"/>
                                            </a:rPr>
                                            <m:t>−</m:t>
                                          </m:r>
                                          <m:r>
                                            <a:rPr lang="pt-BR" sz="1400" i="1">
                                              <a:solidFill>
                                                <a:schemeClr val="tx1"/>
                                              </a:solidFill>
                                              <a:latin typeface="Cambria Math" panose="02040503050406030204" pitchFamily="18" charset="0"/>
                                            </a:rPr>
                                            <m:t>7.9577×</m:t>
                                          </m:r>
                                          <m:sSup>
                                            <m:sSupPr>
                                              <m:ctrlPr>
                                                <a:rPr lang="pt-BR" sz="1400" i="1">
                                                  <a:solidFill>
                                                    <a:schemeClr val="tx1"/>
                                                  </a:solidFill>
                                                  <a:latin typeface="Cambria Math" panose="02040503050406030204" pitchFamily="18" charset="0"/>
                                                </a:rPr>
                                              </m:ctrlPr>
                                            </m:sSupPr>
                                            <m:e>
                                              <m:r>
                                                <m:rPr>
                                                  <m:brk m:alnAt="7"/>
                                                </m:rPr>
                                                <a:rPr lang="pt-BR" sz="1400" i="1">
                                                  <a:solidFill>
                                                    <a:schemeClr val="tx1"/>
                                                  </a:solidFill>
                                                  <a:latin typeface="Cambria Math" panose="02040503050406030204" pitchFamily="18" charset="0"/>
                                                </a:rPr>
                                                <m:t>1</m:t>
                                              </m:r>
                                              <m:r>
                                                <a:rPr lang="pt-BR" sz="1400" i="1">
                                                  <a:solidFill>
                                                    <a:schemeClr val="tx1"/>
                                                  </a:solidFill>
                                                  <a:latin typeface="Cambria Math" panose="02040503050406030204" pitchFamily="18" charset="0"/>
                                                </a:rPr>
                                                <m:t>0</m:t>
                                              </m:r>
                                            </m:e>
                                            <m:sup>
                                              <m:r>
                                                <m:rPr>
                                                  <m:brk m:alnAt="7"/>
                                                </m:rPr>
                                                <a:rPr lang="pt-BR" sz="1400" i="1">
                                                  <a:solidFill>
                                                    <a:schemeClr val="tx1"/>
                                                  </a:solidFill>
                                                  <a:latin typeface="Cambria Math" panose="02040503050406030204" pitchFamily="18" charset="0"/>
                                                  <a:ea typeface="Cambria Math" panose="02040503050406030204" pitchFamily="18" charset="0"/>
                                                </a:rPr>
                                                <m:t>−</m:t>
                                              </m:r>
                                              <m:r>
                                                <a:rPr lang="pt-BR" sz="1400" i="1">
                                                  <a:solidFill>
                                                    <a:schemeClr val="tx1"/>
                                                  </a:solidFill>
                                                  <a:latin typeface="Cambria Math" panose="02040503050406030204" pitchFamily="18" charset="0"/>
                                                  <a:ea typeface="Cambria Math" panose="02040503050406030204" pitchFamily="18" charset="0"/>
                                                </a:rPr>
                                                <m:t>4</m:t>
                                              </m:r>
                                            </m:sup>
                                          </m:sSup>
                                        </m:e>
                                        <m:e>
                                          <m:r>
                                            <m:rPr>
                                              <m:brk m:alnAt="7"/>
                                            </m:rPr>
                                            <a:rPr lang="pt-BR" sz="1400" i="1">
                                              <a:solidFill>
                                                <a:schemeClr val="tx1"/>
                                              </a:solidFill>
                                              <a:latin typeface="Cambria Math" panose="02040503050406030204" pitchFamily="18" charset="0"/>
                                            </a:rPr>
                                            <m:t>−</m:t>
                                          </m:r>
                                          <m:r>
                                            <a:rPr lang="pt-BR" sz="1400" i="1">
                                              <a:solidFill>
                                                <a:schemeClr val="tx1"/>
                                              </a:solidFill>
                                              <a:latin typeface="Cambria Math" panose="02040503050406030204" pitchFamily="18" charset="0"/>
                                            </a:rPr>
                                            <m:t>7.9577×</m:t>
                                          </m:r>
                                          <m:sSup>
                                            <m:sSupPr>
                                              <m:ctrlPr>
                                                <a:rPr lang="pt-BR" sz="1400" i="1">
                                                  <a:solidFill>
                                                    <a:schemeClr val="tx1"/>
                                                  </a:solidFill>
                                                  <a:latin typeface="Cambria Math" panose="02040503050406030204" pitchFamily="18" charset="0"/>
                                                </a:rPr>
                                              </m:ctrlPr>
                                            </m:sSupPr>
                                            <m:e>
                                              <m:r>
                                                <m:rPr>
                                                  <m:brk m:alnAt="7"/>
                                                </m:rPr>
                                                <a:rPr lang="pt-BR" sz="1400" i="1">
                                                  <a:solidFill>
                                                    <a:schemeClr val="tx1"/>
                                                  </a:solidFill>
                                                  <a:latin typeface="Cambria Math" panose="02040503050406030204" pitchFamily="18" charset="0"/>
                                                </a:rPr>
                                                <m:t>1</m:t>
                                              </m:r>
                                              <m:r>
                                                <a:rPr lang="pt-BR" sz="1400" i="1">
                                                  <a:solidFill>
                                                    <a:schemeClr val="tx1"/>
                                                  </a:solidFill>
                                                  <a:latin typeface="Cambria Math" panose="02040503050406030204" pitchFamily="18" charset="0"/>
                                                </a:rPr>
                                                <m:t>0</m:t>
                                              </m:r>
                                            </m:e>
                                            <m:sup>
                                              <m:r>
                                                <m:rPr>
                                                  <m:brk m:alnAt="7"/>
                                                </m:rPr>
                                                <a:rPr lang="pt-BR" sz="1400" i="1">
                                                  <a:solidFill>
                                                    <a:schemeClr val="tx1"/>
                                                  </a:solidFill>
                                                  <a:latin typeface="Cambria Math" panose="02040503050406030204" pitchFamily="18" charset="0"/>
                                                  <a:ea typeface="Cambria Math" panose="02040503050406030204" pitchFamily="18" charset="0"/>
                                                </a:rPr>
                                                <m:t>−</m:t>
                                              </m:r>
                                              <m:r>
                                                <a:rPr lang="pt-BR" sz="1400" i="1">
                                                  <a:solidFill>
                                                    <a:schemeClr val="tx1"/>
                                                  </a:solidFill>
                                                  <a:latin typeface="Cambria Math" panose="02040503050406030204" pitchFamily="18" charset="0"/>
                                                  <a:ea typeface="Cambria Math" panose="02040503050406030204" pitchFamily="18" charset="0"/>
                                                </a:rPr>
                                                <m:t>3</m:t>
                                              </m:r>
                                            </m:sup>
                                          </m:sSup>
                                        </m:e>
                                        <m:e>
                                          <m:r>
                                            <a:rPr lang="pt-BR" sz="1400" b="0" i="1" smtClean="0">
                                              <a:solidFill>
                                                <a:schemeClr val="tx1"/>
                                              </a:solidFill>
                                              <a:latin typeface="Cambria Math" panose="02040503050406030204" pitchFamily="18" charset="0"/>
                                              <a:ea typeface="Cambria Math" panose="02040503050406030204" pitchFamily="18" charset="0"/>
                                            </a:rPr>
                                            <m:t>0</m:t>
                                          </m:r>
                                        </m:e>
                                      </m:mr>
                                    </m:m>
                                  </m:e>
                                </m:d>
                              </m:e>
                            </m:mr>
                            <m:mr>
                              <m:e>
                                <m:d>
                                  <m:dPr>
                                    <m:begChr m:val="["/>
                                    <m:endChr m:val="]"/>
                                    <m:ctrlPr>
                                      <a:rPr lang="pt-BR" sz="1400" i="1">
                                        <a:latin typeface="Cambria Math" panose="02040503050406030204" pitchFamily="18" charset="0"/>
                                      </a:rPr>
                                    </m:ctrlPr>
                                  </m:dPr>
                                  <m:e>
                                    <m:m>
                                      <m:mPr>
                                        <m:mcs>
                                          <m:mc>
                                            <m:mcPr>
                                              <m:count m:val="3"/>
                                              <m:mcJc m:val="center"/>
                                            </m:mcPr>
                                          </m:mc>
                                        </m:mcs>
                                        <m:ctrlPr>
                                          <a:rPr lang="pt-BR" sz="1400" i="1">
                                            <a:latin typeface="Cambria Math" panose="02040503050406030204" pitchFamily="18" charset="0"/>
                                          </a:rPr>
                                        </m:ctrlPr>
                                      </m:mPr>
                                      <m:mr>
                                        <m:e>
                                          <m:r>
                                            <m:rPr>
                                              <m:brk m:alnAt="7"/>
                                            </m:rPr>
                                            <a:rPr lang="pt-BR" sz="1400" b="0" i="1" smtClean="0">
                                              <a:latin typeface="Cambria Math" panose="02040503050406030204" pitchFamily="18" charset="0"/>
                                            </a:rPr>
                                            <m:t>0</m:t>
                                          </m:r>
                                        </m:e>
                                        <m:e>
                                          <m:r>
                                            <m:rPr>
                                              <m:brk m:alnAt="7"/>
                                            </m:rPr>
                                            <a:rPr lang="pt-BR" sz="1400" i="1">
                                              <a:latin typeface="Cambria Math" panose="02040503050406030204" pitchFamily="18" charset="0"/>
                                            </a:rPr>
                                            <m:t>−</m:t>
                                          </m:r>
                                          <m:r>
                                            <a:rPr lang="pt-BR" sz="1400" i="1">
                                              <a:latin typeface="Cambria Math" panose="02040503050406030204" pitchFamily="18" charset="0"/>
                                            </a:rPr>
                                            <m:t>7.9577×</m:t>
                                          </m:r>
                                          <m:sSup>
                                            <m:sSupPr>
                                              <m:ctrlPr>
                                                <a:rPr lang="pt-BR" sz="1400" i="1">
                                                  <a:latin typeface="Cambria Math" panose="02040503050406030204" pitchFamily="18" charset="0"/>
                                                </a:rPr>
                                              </m:ctrlPr>
                                            </m:sSupPr>
                                            <m:e>
                                              <m:r>
                                                <m:rPr>
                                                  <m:brk m:alnAt="7"/>
                                                </m:rPr>
                                                <a:rPr lang="pt-BR" sz="1400" i="1">
                                                  <a:latin typeface="Cambria Math" panose="02040503050406030204" pitchFamily="18" charset="0"/>
                                                </a:rPr>
                                                <m:t>1</m:t>
                                              </m:r>
                                              <m:r>
                                                <a:rPr lang="pt-BR" sz="1400" i="1">
                                                  <a:latin typeface="Cambria Math" panose="02040503050406030204" pitchFamily="18" charset="0"/>
                                                </a:rPr>
                                                <m:t>0</m:t>
                                              </m:r>
                                            </m:e>
                                            <m:sup>
                                              <m:r>
                                                <m:rPr>
                                                  <m:brk m:alnAt="7"/>
                                                </m:rPr>
                                                <a:rPr lang="pt-BR" sz="1400" i="1">
                                                  <a:latin typeface="Cambria Math" panose="02040503050406030204" pitchFamily="18" charset="0"/>
                                                  <a:ea typeface="Cambria Math" panose="02040503050406030204" pitchFamily="18" charset="0"/>
                                                </a:rPr>
                                                <m:t>−</m:t>
                                              </m:r>
                                              <m:r>
                                                <a:rPr lang="pt-BR" sz="1400" i="1">
                                                  <a:latin typeface="Cambria Math" panose="02040503050406030204" pitchFamily="18" charset="0"/>
                                                  <a:ea typeface="Cambria Math" panose="02040503050406030204" pitchFamily="18" charset="0"/>
                                                </a:rPr>
                                                <m:t>3</m:t>
                                              </m:r>
                                            </m:sup>
                                          </m:sSup>
                                        </m:e>
                                        <m:e>
                                          <m:r>
                                            <m:rPr>
                                              <m:brk m:alnAt="7"/>
                                            </m:rPr>
                                            <a:rPr lang="pt-BR" sz="1400" i="1">
                                              <a:latin typeface="Cambria Math" panose="02040503050406030204" pitchFamily="18" charset="0"/>
                                            </a:rPr>
                                            <m:t>−</m:t>
                                          </m:r>
                                          <m:r>
                                            <a:rPr lang="pt-BR" sz="1400" i="1">
                                              <a:latin typeface="Cambria Math" panose="02040503050406030204" pitchFamily="18" charset="0"/>
                                            </a:rPr>
                                            <m:t>7.9577×</m:t>
                                          </m:r>
                                          <m:sSup>
                                            <m:sSupPr>
                                              <m:ctrlPr>
                                                <a:rPr lang="pt-BR" sz="1400" i="1">
                                                  <a:latin typeface="Cambria Math" panose="02040503050406030204" pitchFamily="18" charset="0"/>
                                                </a:rPr>
                                              </m:ctrlPr>
                                            </m:sSupPr>
                                            <m:e>
                                              <m:r>
                                                <m:rPr>
                                                  <m:brk m:alnAt="7"/>
                                                </m:rPr>
                                                <a:rPr lang="pt-BR" sz="1400" i="1">
                                                  <a:latin typeface="Cambria Math" panose="02040503050406030204" pitchFamily="18" charset="0"/>
                                                </a:rPr>
                                                <m:t>1</m:t>
                                              </m:r>
                                              <m:r>
                                                <a:rPr lang="pt-BR" sz="1400" i="1">
                                                  <a:latin typeface="Cambria Math" panose="02040503050406030204" pitchFamily="18" charset="0"/>
                                                </a:rPr>
                                                <m:t>0</m:t>
                                              </m:r>
                                            </m:e>
                                            <m:sup>
                                              <m:r>
                                                <m:rPr>
                                                  <m:brk m:alnAt="7"/>
                                                </m:rPr>
                                                <a:rPr lang="pt-BR" sz="1400" i="1">
                                                  <a:latin typeface="Cambria Math" panose="02040503050406030204" pitchFamily="18" charset="0"/>
                                                  <a:ea typeface="Cambria Math" panose="02040503050406030204" pitchFamily="18" charset="0"/>
                                                </a:rPr>
                                                <m:t>−</m:t>
                                              </m:r>
                                              <m:r>
                                                <a:rPr lang="pt-BR" sz="1400" i="1">
                                                  <a:latin typeface="Cambria Math" panose="02040503050406030204" pitchFamily="18" charset="0"/>
                                                  <a:ea typeface="Cambria Math" panose="02040503050406030204" pitchFamily="18" charset="0"/>
                                                </a:rPr>
                                                <m:t>4</m:t>
                                              </m:r>
                                            </m:sup>
                                          </m:sSup>
                                        </m:e>
                                      </m:mr>
                                      <m:mr>
                                        <m:e>
                                          <m:r>
                                            <m:rPr>
                                              <m:brk m:alnAt="7"/>
                                            </m:rPr>
                                            <a:rPr lang="pt-BR" sz="1400" i="1">
                                              <a:latin typeface="Cambria Math" panose="02040503050406030204" pitchFamily="18" charset="0"/>
                                            </a:rPr>
                                            <m:t>−</m:t>
                                          </m:r>
                                          <m:r>
                                            <a:rPr lang="pt-BR" sz="1400" i="1">
                                              <a:latin typeface="Cambria Math" panose="02040503050406030204" pitchFamily="18" charset="0"/>
                                            </a:rPr>
                                            <m:t>7.9577×</m:t>
                                          </m:r>
                                          <m:sSup>
                                            <m:sSupPr>
                                              <m:ctrlPr>
                                                <a:rPr lang="pt-BR" sz="1400" i="1">
                                                  <a:latin typeface="Cambria Math" panose="02040503050406030204" pitchFamily="18" charset="0"/>
                                                </a:rPr>
                                              </m:ctrlPr>
                                            </m:sSupPr>
                                            <m:e>
                                              <m:r>
                                                <m:rPr>
                                                  <m:brk m:alnAt="7"/>
                                                </m:rPr>
                                                <a:rPr lang="pt-BR" sz="1400" i="1">
                                                  <a:latin typeface="Cambria Math" panose="02040503050406030204" pitchFamily="18" charset="0"/>
                                                </a:rPr>
                                                <m:t>1</m:t>
                                              </m:r>
                                              <m:r>
                                                <a:rPr lang="pt-BR" sz="1400" i="1">
                                                  <a:latin typeface="Cambria Math" panose="02040503050406030204" pitchFamily="18" charset="0"/>
                                                </a:rPr>
                                                <m:t>0</m:t>
                                              </m:r>
                                            </m:e>
                                            <m:sup>
                                              <m:r>
                                                <m:rPr>
                                                  <m:brk m:alnAt="7"/>
                                                </m:rPr>
                                                <a:rPr lang="pt-BR" sz="1400" i="1">
                                                  <a:latin typeface="Cambria Math" panose="02040503050406030204" pitchFamily="18" charset="0"/>
                                                  <a:ea typeface="Cambria Math" panose="02040503050406030204" pitchFamily="18" charset="0"/>
                                                </a:rPr>
                                                <m:t>−</m:t>
                                              </m:r>
                                              <m:r>
                                                <a:rPr lang="pt-BR" sz="1400" i="1">
                                                  <a:latin typeface="Cambria Math" panose="02040503050406030204" pitchFamily="18" charset="0"/>
                                                  <a:ea typeface="Cambria Math" panose="02040503050406030204" pitchFamily="18" charset="0"/>
                                                </a:rPr>
                                                <m:t>3</m:t>
                                              </m:r>
                                            </m:sup>
                                          </m:sSup>
                                        </m:e>
                                        <m:e>
                                          <m:r>
                                            <a:rPr lang="pt-BR" sz="1400" i="1">
                                              <a:latin typeface="Cambria Math" panose="02040503050406030204" pitchFamily="18" charset="0"/>
                                            </a:rPr>
                                            <m:t>−3.6647×</m:t>
                                          </m:r>
                                          <m:sSup>
                                            <m:sSupPr>
                                              <m:ctrlPr>
                                                <a:rPr lang="pt-BR" sz="1400" i="1">
                                                  <a:latin typeface="Cambria Math" panose="02040503050406030204" pitchFamily="18" charset="0"/>
                                                </a:rPr>
                                              </m:ctrlPr>
                                            </m:sSupPr>
                                            <m:e>
                                              <m:r>
                                                <m:rPr>
                                                  <m:brk m:alnAt="7"/>
                                                </m:rPr>
                                                <a:rPr lang="pt-BR" sz="1400" i="1">
                                                  <a:latin typeface="Cambria Math" panose="02040503050406030204" pitchFamily="18" charset="0"/>
                                                </a:rPr>
                                                <m:t>1</m:t>
                                              </m:r>
                                              <m:r>
                                                <a:rPr lang="pt-BR" sz="1400" i="1">
                                                  <a:latin typeface="Cambria Math" panose="02040503050406030204" pitchFamily="18" charset="0"/>
                                                </a:rPr>
                                                <m:t>0</m:t>
                                              </m:r>
                                            </m:e>
                                            <m:sup>
                                              <m:r>
                                                <m:rPr>
                                                  <m:brk m:alnAt="7"/>
                                                </m:rPr>
                                                <a:rPr lang="pt-BR" sz="1400" i="1">
                                                  <a:latin typeface="Cambria Math" panose="02040503050406030204" pitchFamily="18" charset="0"/>
                                                  <a:ea typeface="Cambria Math" panose="02040503050406030204" pitchFamily="18" charset="0"/>
                                                </a:rPr>
                                                <m:t>−</m:t>
                                              </m:r>
                                              <m:r>
                                                <a:rPr lang="pt-BR" sz="1400" i="1">
                                                  <a:latin typeface="Cambria Math" panose="02040503050406030204" pitchFamily="18" charset="0"/>
                                                  <a:ea typeface="Cambria Math" panose="02040503050406030204" pitchFamily="18" charset="0"/>
                                                </a:rPr>
                                                <m:t>1</m:t>
                                              </m:r>
                                            </m:sup>
                                          </m:sSup>
                                        </m:e>
                                        <m:e>
                                          <m:r>
                                            <m:rPr>
                                              <m:brk m:alnAt="7"/>
                                            </m:rPr>
                                            <a:rPr lang="pt-BR" sz="1400" i="1">
                                              <a:latin typeface="Cambria Math" panose="02040503050406030204" pitchFamily="18" charset="0"/>
                                            </a:rPr>
                                            <m:t>−</m:t>
                                          </m:r>
                                          <m:r>
                                            <a:rPr lang="pt-BR" sz="1400" i="1">
                                              <a:latin typeface="Cambria Math" panose="02040503050406030204" pitchFamily="18" charset="0"/>
                                            </a:rPr>
                                            <m:t>7.9577×</m:t>
                                          </m:r>
                                          <m:sSup>
                                            <m:sSupPr>
                                              <m:ctrlPr>
                                                <a:rPr lang="pt-BR" sz="1400" i="1">
                                                  <a:latin typeface="Cambria Math" panose="02040503050406030204" pitchFamily="18" charset="0"/>
                                                </a:rPr>
                                              </m:ctrlPr>
                                            </m:sSupPr>
                                            <m:e>
                                              <m:r>
                                                <m:rPr>
                                                  <m:brk m:alnAt="7"/>
                                                </m:rPr>
                                                <a:rPr lang="pt-BR" sz="1400" i="1">
                                                  <a:latin typeface="Cambria Math" panose="02040503050406030204" pitchFamily="18" charset="0"/>
                                                </a:rPr>
                                                <m:t>1</m:t>
                                              </m:r>
                                              <m:r>
                                                <a:rPr lang="pt-BR" sz="1400" i="1">
                                                  <a:latin typeface="Cambria Math" panose="02040503050406030204" pitchFamily="18" charset="0"/>
                                                </a:rPr>
                                                <m:t>0</m:t>
                                              </m:r>
                                            </m:e>
                                            <m:sup>
                                              <m:r>
                                                <m:rPr>
                                                  <m:brk m:alnAt="7"/>
                                                </m:rPr>
                                                <a:rPr lang="pt-BR" sz="1400" i="1">
                                                  <a:latin typeface="Cambria Math" panose="02040503050406030204" pitchFamily="18" charset="0"/>
                                                  <a:ea typeface="Cambria Math" panose="02040503050406030204" pitchFamily="18" charset="0"/>
                                                </a:rPr>
                                                <m:t>−</m:t>
                                              </m:r>
                                              <m:r>
                                                <a:rPr lang="pt-BR" sz="1400" i="1">
                                                  <a:latin typeface="Cambria Math" panose="02040503050406030204" pitchFamily="18" charset="0"/>
                                                  <a:ea typeface="Cambria Math" panose="02040503050406030204" pitchFamily="18" charset="0"/>
                                                </a:rPr>
                                                <m:t>3</m:t>
                                              </m:r>
                                            </m:sup>
                                          </m:sSup>
                                        </m:e>
                                      </m:mr>
                                      <m:mr>
                                        <m:e>
                                          <m:r>
                                            <m:rPr>
                                              <m:brk m:alnAt="7"/>
                                            </m:rPr>
                                            <a:rPr lang="pt-BR" sz="1400" i="1">
                                              <a:latin typeface="Cambria Math" panose="02040503050406030204" pitchFamily="18" charset="0"/>
                                            </a:rPr>
                                            <m:t>−</m:t>
                                          </m:r>
                                          <m:r>
                                            <a:rPr lang="pt-BR" sz="1400" i="1">
                                              <a:latin typeface="Cambria Math" panose="02040503050406030204" pitchFamily="18" charset="0"/>
                                            </a:rPr>
                                            <m:t>7.9577×</m:t>
                                          </m:r>
                                          <m:sSup>
                                            <m:sSupPr>
                                              <m:ctrlPr>
                                                <a:rPr lang="pt-BR" sz="1400" i="1">
                                                  <a:latin typeface="Cambria Math" panose="02040503050406030204" pitchFamily="18" charset="0"/>
                                                </a:rPr>
                                              </m:ctrlPr>
                                            </m:sSupPr>
                                            <m:e>
                                              <m:r>
                                                <m:rPr>
                                                  <m:brk m:alnAt="7"/>
                                                </m:rPr>
                                                <a:rPr lang="pt-BR" sz="1400" i="1">
                                                  <a:latin typeface="Cambria Math" panose="02040503050406030204" pitchFamily="18" charset="0"/>
                                                </a:rPr>
                                                <m:t>1</m:t>
                                              </m:r>
                                              <m:r>
                                                <a:rPr lang="pt-BR" sz="1400" i="1">
                                                  <a:latin typeface="Cambria Math" panose="02040503050406030204" pitchFamily="18" charset="0"/>
                                                </a:rPr>
                                                <m:t>0</m:t>
                                              </m:r>
                                            </m:e>
                                            <m:sup>
                                              <m:r>
                                                <m:rPr>
                                                  <m:brk m:alnAt="7"/>
                                                </m:rPr>
                                                <a:rPr lang="pt-BR" sz="1400" i="1">
                                                  <a:latin typeface="Cambria Math" panose="02040503050406030204" pitchFamily="18" charset="0"/>
                                                  <a:ea typeface="Cambria Math" panose="02040503050406030204" pitchFamily="18" charset="0"/>
                                                </a:rPr>
                                                <m:t>−</m:t>
                                              </m:r>
                                              <m:r>
                                                <a:rPr lang="pt-BR" sz="1400" i="1">
                                                  <a:latin typeface="Cambria Math" panose="02040503050406030204" pitchFamily="18" charset="0"/>
                                                  <a:ea typeface="Cambria Math" panose="02040503050406030204" pitchFamily="18" charset="0"/>
                                                </a:rPr>
                                                <m:t>4</m:t>
                                              </m:r>
                                            </m:sup>
                                          </m:sSup>
                                        </m:e>
                                        <m:e>
                                          <m:r>
                                            <m:rPr>
                                              <m:brk m:alnAt="7"/>
                                            </m:rPr>
                                            <a:rPr lang="pt-BR" sz="1400" i="1">
                                              <a:latin typeface="Cambria Math" panose="02040503050406030204" pitchFamily="18" charset="0"/>
                                            </a:rPr>
                                            <m:t>−</m:t>
                                          </m:r>
                                          <m:r>
                                            <a:rPr lang="pt-BR" sz="1400" i="1">
                                              <a:latin typeface="Cambria Math" panose="02040503050406030204" pitchFamily="18" charset="0"/>
                                            </a:rPr>
                                            <m:t>7.9577×</m:t>
                                          </m:r>
                                          <m:sSup>
                                            <m:sSupPr>
                                              <m:ctrlPr>
                                                <a:rPr lang="pt-BR" sz="1400" i="1">
                                                  <a:latin typeface="Cambria Math" panose="02040503050406030204" pitchFamily="18" charset="0"/>
                                                </a:rPr>
                                              </m:ctrlPr>
                                            </m:sSupPr>
                                            <m:e>
                                              <m:r>
                                                <m:rPr>
                                                  <m:brk m:alnAt="7"/>
                                                </m:rPr>
                                                <a:rPr lang="pt-BR" sz="1400" i="1">
                                                  <a:latin typeface="Cambria Math" panose="02040503050406030204" pitchFamily="18" charset="0"/>
                                                </a:rPr>
                                                <m:t>1</m:t>
                                              </m:r>
                                              <m:r>
                                                <a:rPr lang="pt-BR" sz="1400" i="1">
                                                  <a:latin typeface="Cambria Math" panose="02040503050406030204" pitchFamily="18" charset="0"/>
                                                </a:rPr>
                                                <m:t>0</m:t>
                                              </m:r>
                                            </m:e>
                                            <m:sup>
                                              <m:r>
                                                <m:rPr>
                                                  <m:brk m:alnAt="7"/>
                                                </m:rPr>
                                                <a:rPr lang="pt-BR" sz="1400" i="1">
                                                  <a:latin typeface="Cambria Math" panose="02040503050406030204" pitchFamily="18" charset="0"/>
                                                  <a:ea typeface="Cambria Math" panose="02040503050406030204" pitchFamily="18" charset="0"/>
                                                </a:rPr>
                                                <m:t>−</m:t>
                                              </m:r>
                                              <m:r>
                                                <a:rPr lang="pt-BR" sz="1400" i="1">
                                                  <a:latin typeface="Cambria Math" panose="02040503050406030204" pitchFamily="18" charset="0"/>
                                                  <a:ea typeface="Cambria Math" panose="02040503050406030204" pitchFamily="18" charset="0"/>
                                                </a:rPr>
                                                <m:t>3</m:t>
                                              </m:r>
                                            </m:sup>
                                          </m:sSup>
                                        </m:e>
                                        <m:e>
                                          <m:r>
                                            <a:rPr lang="pt-BR" sz="1400" b="0" i="1" smtClean="0">
                                              <a:latin typeface="Cambria Math" panose="02040503050406030204" pitchFamily="18" charset="0"/>
                                              <a:ea typeface="Cambria Math" panose="02040503050406030204" pitchFamily="18" charset="0"/>
                                            </a:rPr>
                                            <m:t>0</m:t>
                                          </m:r>
                                        </m:e>
                                      </m:mr>
                                    </m:m>
                                  </m:e>
                                </m:d>
                              </m:e>
                              <m:e>
                                <m:d>
                                  <m:dPr>
                                    <m:begChr m:val="["/>
                                    <m:endChr m:val="]"/>
                                    <m:ctrlPr>
                                      <a:rPr lang="pt-BR" sz="1400" i="1">
                                        <a:solidFill>
                                          <a:schemeClr val="tx1"/>
                                        </a:solidFill>
                                        <a:latin typeface="Cambria Math" panose="02040503050406030204" pitchFamily="18" charset="0"/>
                                      </a:rPr>
                                    </m:ctrlPr>
                                  </m:dPr>
                                  <m:e>
                                    <m:m>
                                      <m:mPr>
                                        <m:mcs>
                                          <m:mc>
                                            <m:mcPr>
                                              <m:count m:val="3"/>
                                              <m:mcJc m:val="center"/>
                                            </m:mcPr>
                                          </m:mc>
                                        </m:mcs>
                                        <m:ctrlPr>
                                          <a:rPr lang="pt-BR" sz="1400" i="1">
                                            <a:solidFill>
                                              <a:schemeClr val="tx1"/>
                                            </a:solidFill>
                                            <a:latin typeface="Cambria Math" panose="02040503050406030204" pitchFamily="18" charset="0"/>
                                          </a:rPr>
                                        </m:ctrlPr>
                                      </m:mPr>
                                      <m:mr>
                                        <m:e>
                                          <m:r>
                                            <m:rPr>
                                              <m:brk m:alnAt="7"/>
                                            </m:rPr>
                                            <a:rPr lang="pt-BR" sz="1400" i="1">
                                              <a:solidFill>
                                                <a:schemeClr val="tx1"/>
                                              </a:solidFill>
                                              <a:latin typeface="Cambria Math" panose="02040503050406030204" pitchFamily="18" charset="0"/>
                                            </a:rPr>
                                            <m:t>−</m:t>
                                          </m:r>
                                          <m:r>
                                            <a:rPr lang="pt-BR" sz="1400" i="1">
                                              <a:solidFill>
                                                <a:schemeClr val="tx1"/>
                                              </a:solidFill>
                                              <a:latin typeface="Cambria Math" panose="02040503050406030204" pitchFamily="18" charset="0"/>
                                            </a:rPr>
                                            <m:t>7.9577×</m:t>
                                          </m:r>
                                          <m:sSup>
                                            <m:sSupPr>
                                              <m:ctrlPr>
                                                <a:rPr lang="pt-BR" sz="1400" i="1">
                                                  <a:solidFill>
                                                    <a:schemeClr val="tx1"/>
                                                  </a:solidFill>
                                                  <a:latin typeface="Cambria Math" panose="02040503050406030204" pitchFamily="18" charset="0"/>
                                                </a:rPr>
                                              </m:ctrlPr>
                                            </m:sSupPr>
                                            <m:e>
                                              <m:r>
                                                <m:rPr>
                                                  <m:brk m:alnAt="7"/>
                                                </m:rPr>
                                                <a:rPr lang="pt-BR" sz="1400" i="1">
                                                  <a:solidFill>
                                                    <a:schemeClr val="tx1"/>
                                                  </a:solidFill>
                                                  <a:latin typeface="Cambria Math" panose="02040503050406030204" pitchFamily="18" charset="0"/>
                                                </a:rPr>
                                                <m:t>1</m:t>
                                              </m:r>
                                              <m:r>
                                                <a:rPr lang="pt-BR" sz="1400" i="1">
                                                  <a:solidFill>
                                                    <a:schemeClr val="tx1"/>
                                                  </a:solidFill>
                                                  <a:latin typeface="Cambria Math" panose="02040503050406030204" pitchFamily="18" charset="0"/>
                                                </a:rPr>
                                                <m:t>0</m:t>
                                              </m:r>
                                            </m:e>
                                            <m:sup>
                                              <m:r>
                                                <m:rPr>
                                                  <m:brk m:alnAt="7"/>
                                                </m:rPr>
                                                <a:rPr lang="pt-BR" sz="1400" i="1">
                                                  <a:solidFill>
                                                    <a:schemeClr val="tx1"/>
                                                  </a:solidFill>
                                                  <a:latin typeface="Cambria Math" panose="02040503050406030204" pitchFamily="18" charset="0"/>
                                                  <a:ea typeface="Cambria Math" panose="02040503050406030204" pitchFamily="18" charset="0"/>
                                                </a:rPr>
                                                <m:t>−</m:t>
                                              </m:r>
                                              <m:r>
                                                <a:rPr lang="pt-BR" sz="1400" i="1">
                                                  <a:solidFill>
                                                    <a:schemeClr val="tx1"/>
                                                  </a:solidFill>
                                                  <a:latin typeface="Cambria Math" panose="02040503050406030204" pitchFamily="18" charset="0"/>
                                                </a:rPr>
                                                <m:t>2</m:t>
                                              </m:r>
                                            </m:sup>
                                          </m:sSup>
                                        </m:e>
                                        <m:e>
                                          <m:r>
                                            <a:rPr lang="pt-BR" sz="1400" b="0" i="1" smtClean="0">
                                              <a:solidFill>
                                                <a:schemeClr val="tx1"/>
                                              </a:solidFill>
                                              <a:latin typeface="Cambria Math" panose="02040503050406030204" pitchFamily="18" charset="0"/>
                                            </a:rPr>
                                            <m:t>0</m:t>
                                          </m:r>
                                        </m:e>
                                        <m:e>
                                          <m:r>
                                            <a:rPr lang="pt-BR" sz="1400" b="0" i="1" smtClean="0">
                                              <a:solidFill>
                                                <a:schemeClr val="tx1"/>
                                              </a:solidFill>
                                              <a:latin typeface="Cambria Math" panose="02040503050406030204" pitchFamily="18" charset="0"/>
                                            </a:rPr>
                                            <m:t>0</m:t>
                                          </m:r>
                                        </m:e>
                                      </m:mr>
                                      <m:mr>
                                        <m:e>
                                          <m:r>
                                            <a:rPr lang="pt-BR" sz="1400" b="0" i="1" smtClean="0">
                                              <a:solidFill>
                                                <a:schemeClr val="tx1"/>
                                              </a:solidFill>
                                              <a:latin typeface="Cambria Math" panose="02040503050406030204" pitchFamily="18" charset="0"/>
                                            </a:rPr>
                                            <m:t>0</m:t>
                                          </m:r>
                                        </m:e>
                                        <m:e>
                                          <m:r>
                                            <a:rPr lang="pt-BR" sz="1400" i="1">
                                              <a:solidFill>
                                                <a:schemeClr val="tx1"/>
                                              </a:solidFill>
                                              <a:latin typeface="Cambria Math" panose="02040503050406030204" pitchFamily="18" charset="0"/>
                                            </a:rPr>
                                            <m:t>−7.3294</m:t>
                                          </m:r>
                                          <m:r>
                                            <m:rPr>
                                              <m:brk m:alnAt="7"/>
                                            </m:rPr>
                                            <a:rPr lang="pt-BR" sz="1400" i="1">
                                              <a:solidFill>
                                                <a:schemeClr val="tx1"/>
                                              </a:solidFill>
                                              <a:latin typeface="Cambria Math" panose="02040503050406030204" pitchFamily="18" charset="0"/>
                                            </a:rPr>
                                            <m:t>×</m:t>
                                          </m:r>
                                          <m:sSup>
                                            <m:sSupPr>
                                              <m:ctrlPr>
                                                <a:rPr lang="pt-BR" sz="1400" i="1">
                                                  <a:solidFill>
                                                    <a:schemeClr val="tx1"/>
                                                  </a:solidFill>
                                                  <a:latin typeface="Cambria Math" panose="02040503050406030204" pitchFamily="18" charset="0"/>
                                                </a:rPr>
                                              </m:ctrlPr>
                                            </m:sSupPr>
                                            <m:e>
                                              <m:r>
                                                <m:rPr>
                                                  <m:brk m:alnAt="7"/>
                                                </m:rPr>
                                                <a:rPr lang="pt-BR" sz="1400" i="1">
                                                  <a:solidFill>
                                                    <a:schemeClr val="tx1"/>
                                                  </a:solidFill>
                                                  <a:latin typeface="Cambria Math" panose="02040503050406030204" pitchFamily="18" charset="0"/>
                                                </a:rPr>
                                                <m:t>1</m:t>
                                              </m:r>
                                              <m:r>
                                                <a:rPr lang="pt-BR" sz="1400" i="1">
                                                  <a:solidFill>
                                                    <a:schemeClr val="tx1"/>
                                                  </a:solidFill>
                                                  <a:latin typeface="Cambria Math" panose="02040503050406030204" pitchFamily="18" charset="0"/>
                                                </a:rPr>
                                                <m:t>0</m:t>
                                              </m:r>
                                            </m:e>
                                            <m:sup>
                                              <m:r>
                                                <m:rPr>
                                                  <m:brk m:alnAt="7"/>
                                                </m:rPr>
                                                <a:rPr lang="pt-BR" sz="1400" i="1">
                                                  <a:solidFill>
                                                    <a:schemeClr val="tx1"/>
                                                  </a:solidFill>
                                                  <a:latin typeface="Cambria Math" panose="02040503050406030204" pitchFamily="18" charset="0"/>
                                                  <a:ea typeface="Cambria Math" panose="02040503050406030204" pitchFamily="18" charset="0"/>
                                                </a:rPr>
                                                <m:t>−</m:t>
                                              </m:r>
                                              <m:r>
                                                <a:rPr lang="pt-BR" sz="1400" i="1">
                                                  <a:solidFill>
                                                    <a:schemeClr val="tx1"/>
                                                  </a:solidFill>
                                                  <a:latin typeface="Cambria Math" panose="02040503050406030204" pitchFamily="18" charset="0"/>
                                                  <a:ea typeface="Cambria Math" panose="02040503050406030204" pitchFamily="18" charset="0"/>
                                                </a:rPr>
                                                <m:t>1</m:t>
                                              </m:r>
                                            </m:sup>
                                          </m:sSup>
                                        </m:e>
                                        <m:e>
                                          <m:r>
                                            <a:rPr lang="pt-BR" sz="1400" b="0" i="1" smtClean="0">
                                              <a:solidFill>
                                                <a:schemeClr val="tx1"/>
                                              </a:solidFill>
                                              <a:latin typeface="Cambria Math" panose="02040503050406030204" pitchFamily="18" charset="0"/>
                                              <a:ea typeface="Cambria Math" panose="02040503050406030204" pitchFamily="18" charset="0"/>
                                            </a:rPr>
                                            <m:t>0</m:t>
                                          </m:r>
                                        </m:e>
                                      </m:mr>
                                      <m:mr>
                                        <m:e>
                                          <m:r>
                                            <a:rPr lang="pt-BR" sz="1400" b="0" i="1" smtClean="0">
                                              <a:solidFill>
                                                <a:schemeClr val="tx1"/>
                                              </a:solidFill>
                                              <a:latin typeface="Cambria Math" panose="02040503050406030204" pitchFamily="18" charset="0"/>
                                              <a:ea typeface="Cambria Math" panose="02040503050406030204" pitchFamily="18" charset="0"/>
                                            </a:rPr>
                                            <m:t>0</m:t>
                                          </m:r>
                                        </m:e>
                                        <m:e>
                                          <m:r>
                                            <a:rPr lang="pt-BR" sz="1400" b="0" i="1" smtClean="0">
                                              <a:solidFill>
                                                <a:schemeClr val="tx1"/>
                                              </a:solidFill>
                                              <a:latin typeface="Cambria Math" panose="02040503050406030204" pitchFamily="18" charset="0"/>
                                              <a:ea typeface="Cambria Math" panose="02040503050406030204" pitchFamily="18" charset="0"/>
                                            </a:rPr>
                                            <m:t>0</m:t>
                                          </m:r>
                                        </m:e>
                                        <m:e>
                                          <m:r>
                                            <m:rPr>
                                              <m:brk m:alnAt="7"/>
                                            </m:rPr>
                                            <a:rPr lang="pt-BR" sz="1400" i="1">
                                              <a:solidFill>
                                                <a:schemeClr val="tx1"/>
                                              </a:solidFill>
                                              <a:latin typeface="Cambria Math" panose="02040503050406030204" pitchFamily="18" charset="0"/>
                                            </a:rPr>
                                            <m:t>−</m:t>
                                          </m:r>
                                          <m:r>
                                            <a:rPr lang="pt-BR" sz="1400" i="1">
                                              <a:solidFill>
                                                <a:schemeClr val="tx1"/>
                                              </a:solidFill>
                                              <a:latin typeface="Cambria Math" panose="02040503050406030204" pitchFamily="18" charset="0"/>
                                            </a:rPr>
                                            <m:t>7.9577</m:t>
                                          </m:r>
                                          <m:r>
                                            <m:rPr>
                                              <m:brk m:alnAt="7"/>
                                            </m:rPr>
                                            <a:rPr lang="pt-BR" sz="1400" i="1">
                                              <a:solidFill>
                                                <a:schemeClr val="tx1"/>
                                              </a:solidFill>
                                              <a:latin typeface="Cambria Math" panose="02040503050406030204" pitchFamily="18" charset="0"/>
                                            </a:rPr>
                                            <m:t>×</m:t>
                                          </m:r>
                                          <m:sSup>
                                            <m:sSupPr>
                                              <m:ctrlPr>
                                                <a:rPr lang="pt-BR" sz="1400" i="1">
                                                  <a:solidFill>
                                                    <a:schemeClr val="tx1"/>
                                                  </a:solidFill>
                                                  <a:latin typeface="Cambria Math" panose="02040503050406030204" pitchFamily="18" charset="0"/>
                                                </a:rPr>
                                              </m:ctrlPr>
                                            </m:sSupPr>
                                            <m:e>
                                              <m:r>
                                                <m:rPr>
                                                  <m:brk m:alnAt="7"/>
                                                </m:rPr>
                                                <a:rPr lang="pt-BR" sz="1400" i="1">
                                                  <a:solidFill>
                                                    <a:schemeClr val="tx1"/>
                                                  </a:solidFill>
                                                  <a:latin typeface="Cambria Math" panose="02040503050406030204" pitchFamily="18" charset="0"/>
                                                </a:rPr>
                                                <m:t>1</m:t>
                                              </m:r>
                                              <m:r>
                                                <a:rPr lang="pt-BR" sz="1400" i="1">
                                                  <a:solidFill>
                                                    <a:schemeClr val="tx1"/>
                                                  </a:solidFill>
                                                  <a:latin typeface="Cambria Math" panose="02040503050406030204" pitchFamily="18" charset="0"/>
                                                </a:rPr>
                                                <m:t>0</m:t>
                                              </m:r>
                                            </m:e>
                                            <m:sup>
                                              <m:r>
                                                <m:rPr>
                                                  <m:brk m:alnAt="7"/>
                                                </m:rPr>
                                                <a:rPr lang="pt-BR" sz="1400" i="1">
                                                  <a:solidFill>
                                                    <a:schemeClr val="tx1"/>
                                                  </a:solidFill>
                                                  <a:latin typeface="Cambria Math" panose="02040503050406030204" pitchFamily="18" charset="0"/>
                                                  <a:ea typeface="Cambria Math" panose="02040503050406030204" pitchFamily="18" charset="0"/>
                                                </a:rPr>
                                                <m:t>−</m:t>
                                              </m:r>
                                              <m:r>
                                                <a:rPr lang="pt-BR" sz="1400" i="1">
                                                  <a:solidFill>
                                                    <a:schemeClr val="tx1"/>
                                                  </a:solidFill>
                                                  <a:latin typeface="Cambria Math" panose="02040503050406030204" pitchFamily="18" charset="0"/>
                                                </a:rPr>
                                                <m:t>2</m:t>
                                              </m:r>
                                            </m:sup>
                                          </m:sSup>
                                        </m:e>
                                      </m:mr>
                                    </m:m>
                                  </m:e>
                                </m:d>
                              </m:e>
                            </m:mr>
                          </m:m>
                        </m:e>
                      </m:d>
                    </m:oMath>
                  </m:oMathPara>
                </a14:m>
                <a:endParaRPr lang="en-US" sz="1400" b="1" i="1">
                  <a:solidFill>
                    <a:schemeClr val="tx1"/>
                  </a:solidFill>
                </a:endParaRPr>
              </a:p>
            </p:txBody>
          </p:sp>
        </mc:Choice>
        <mc:Fallback xmlns="">
          <p:sp>
            <p:nvSpPr>
              <p:cNvPr id="13" name="CaixaDeTexto 12">
                <a:extLst>
                  <a:ext uri="{FF2B5EF4-FFF2-40B4-BE49-F238E27FC236}">
                    <a16:creationId xmlns:a16="http://schemas.microsoft.com/office/drawing/2014/main" id="{4171A242-35E6-4AF9-6329-09435E17C75F}"/>
                  </a:ext>
                </a:extLst>
              </p:cNvPr>
              <p:cNvSpPr txBox="1">
                <a:spLocks noRot="1" noChangeAspect="1" noMove="1" noResize="1" noEditPoints="1" noAdjustHandles="1" noChangeArrowheads="1" noChangeShapeType="1" noTextEdit="1"/>
              </p:cNvSpPr>
              <p:nvPr/>
            </p:nvSpPr>
            <p:spPr>
              <a:xfrm>
                <a:off x="2153123" y="1998258"/>
                <a:ext cx="9783342" cy="1317861"/>
              </a:xfrm>
              <a:prstGeom prst="rect">
                <a:avLst/>
              </a:prstGeom>
              <a:blipFill>
                <a:blip r:embed="rId13"/>
                <a:stretch>
                  <a:fillRect/>
                </a:stretch>
              </a:blipFill>
            </p:spPr>
            <p:txBody>
              <a:bodyPr/>
              <a:lstStyle/>
              <a:p>
                <a:r>
                  <a:rPr lang="pt-BR">
                    <a:noFill/>
                  </a:rPr>
                  <a:t> </a:t>
                </a:r>
              </a:p>
            </p:txBody>
          </p:sp>
        </mc:Fallback>
      </mc:AlternateContent>
      <p:sp>
        <p:nvSpPr>
          <p:cNvPr id="7" name="CaixaDeTexto 6">
            <a:extLst>
              <a:ext uri="{FF2B5EF4-FFF2-40B4-BE49-F238E27FC236}">
                <a16:creationId xmlns:a16="http://schemas.microsoft.com/office/drawing/2014/main" id="{B9D15DB9-0F1A-9543-6C2C-F2ACDB45F7B7}"/>
              </a:ext>
            </a:extLst>
          </p:cNvPr>
          <p:cNvSpPr txBox="1"/>
          <p:nvPr/>
        </p:nvSpPr>
        <p:spPr>
          <a:xfrm>
            <a:off x="286979" y="3717032"/>
            <a:ext cx="2162346" cy="338554"/>
          </a:xfrm>
          <a:prstGeom prst="rect">
            <a:avLst/>
          </a:prstGeom>
          <a:noFill/>
        </p:spPr>
        <p:txBody>
          <a:bodyPr wrap="square">
            <a:spAutoFit/>
          </a:bodyPr>
          <a:lstStyle>
            <a:defPPr>
              <a:defRPr lang="pt-BR"/>
            </a:defPPr>
            <a:lvl1pPr>
              <a:defRPr sz="1600"/>
            </a:lvl1pPr>
          </a:lstStyle>
          <a:p>
            <a:r>
              <a:rPr lang="en-US" sz="1600"/>
              <a:t>6. Incident Matrices:</a:t>
            </a:r>
            <a:endParaRPr lang="pt-BR"/>
          </a:p>
        </p:txBody>
      </p:sp>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363FECEA-7659-140C-A78E-63141019AF26}"/>
                  </a:ext>
                </a:extLst>
              </p:cNvPr>
              <p:cNvSpPr txBox="1"/>
              <p:nvPr/>
            </p:nvSpPr>
            <p:spPr>
              <a:xfrm>
                <a:off x="8399215" y="4194930"/>
                <a:ext cx="1196067" cy="502958"/>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left"/>
                    </m:oMathParaPr>
                    <m:oMath xmlns:m="http://schemas.openxmlformats.org/officeDocument/2006/math">
                      <m:r>
                        <a:rPr lang="pt-BR" b="0" i="1" smtClean="0">
                          <a:latin typeface="Cambria Math" panose="02040503050406030204" pitchFamily="18" charset="0"/>
                          <a:ea typeface="Cambria Math" panose="02040503050406030204" pitchFamily="18" charset="0"/>
                        </a:rPr>
                        <m:t>ℚ</m:t>
                      </m:r>
                      <m:r>
                        <a:rPr lang="pt-BR">
                          <a:latin typeface="Cambria Math" panose="02040503050406030204" pitchFamily="18" charset="0"/>
                        </a:rPr>
                        <m:t>=</m:t>
                      </m:r>
                      <m:d>
                        <m:dPr>
                          <m:begChr m:val="["/>
                          <m:endChr m:val="]"/>
                          <m:ctrlPr>
                            <a:rPr lang="pt-BR" b="0" i="1" smtClean="0">
                              <a:latin typeface="Cambria Math" panose="02040503050406030204" pitchFamily="18" charset="0"/>
                            </a:rPr>
                          </m:ctrlPr>
                        </m:dPr>
                        <m:e>
                          <m:m>
                            <m:mPr>
                              <m:mcs>
                                <m:mc>
                                  <m:mcPr>
                                    <m:count m:val="2"/>
                                    <m:mcJc m:val="center"/>
                                  </m:mcPr>
                                </m:mc>
                              </m:mcs>
                              <m:ctrlPr>
                                <a:rPr lang="pt-BR" i="1">
                                  <a:latin typeface="Cambria Math" panose="02040503050406030204" pitchFamily="18" charset="0"/>
                                </a:rPr>
                              </m:ctrlPr>
                            </m:mPr>
                            <m:mr>
                              <m:e>
                                <m:r>
                                  <m:rPr>
                                    <m:brk m:alnAt="7"/>
                                  </m:rPr>
                                  <a:rPr lang="pt-BR" b="0" i="1" smtClean="0">
                                    <a:latin typeface="Cambria Math" panose="02040503050406030204" pitchFamily="18" charset="0"/>
                                  </a:rPr>
                                  <m:t>1</m:t>
                                </m:r>
                              </m:e>
                              <m:e>
                                <m:r>
                                  <a:rPr lang="pt-BR" b="0" i="1" smtClean="0">
                                    <a:latin typeface="Cambria Math" panose="02040503050406030204" pitchFamily="18" charset="0"/>
                                  </a:rPr>
                                  <m:t>0</m:t>
                                </m:r>
                              </m:e>
                            </m:mr>
                            <m:mr>
                              <m:e>
                                <m:r>
                                  <a:rPr lang="pt-BR" i="1" smtClean="0">
                                    <a:latin typeface="Cambria Math" panose="02040503050406030204" pitchFamily="18" charset="0"/>
                                  </a:rPr>
                                  <m:t>0</m:t>
                                </m:r>
                              </m:e>
                              <m:e>
                                <m:r>
                                  <a:rPr lang="pt-BR" b="0" i="1" smtClean="0">
                                    <a:latin typeface="Cambria Math" panose="02040503050406030204" pitchFamily="18" charset="0"/>
                                  </a:rPr>
                                  <m:t>1</m:t>
                                </m:r>
                              </m:e>
                            </m:mr>
                          </m:m>
                        </m:e>
                      </m:d>
                    </m:oMath>
                  </m:oMathPara>
                </a14:m>
                <a:endParaRPr lang="en-US" b="1" i="1"/>
              </a:p>
            </p:txBody>
          </p:sp>
        </mc:Choice>
        <mc:Fallback xmlns="">
          <p:sp>
            <p:nvSpPr>
              <p:cNvPr id="10" name="CaixaDeTexto 9">
                <a:extLst>
                  <a:ext uri="{FF2B5EF4-FFF2-40B4-BE49-F238E27FC236}">
                    <a16:creationId xmlns:a16="http://schemas.microsoft.com/office/drawing/2014/main" id="{363FECEA-7659-140C-A78E-63141019AF26}"/>
                  </a:ext>
                </a:extLst>
              </p:cNvPr>
              <p:cNvSpPr txBox="1">
                <a:spLocks noRot="1" noChangeAspect="1" noMove="1" noResize="1" noEditPoints="1" noAdjustHandles="1" noChangeArrowheads="1" noChangeShapeType="1" noTextEdit="1"/>
              </p:cNvSpPr>
              <p:nvPr/>
            </p:nvSpPr>
            <p:spPr>
              <a:xfrm>
                <a:off x="8399215" y="4194930"/>
                <a:ext cx="1196067" cy="502958"/>
              </a:xfrm>
              <a:prstGeom prst="rect">
                <a:avLst/>
              </a:prstGeom>
              <a:blipFill>
                <a:blip r:embed="rId14"/>
                <a:stretch>
                  <a:fillRect b="-241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27E488CB-FDF0-3D2A-2DC4-F8FFD326AD11}"/>
                  </a:ext>
                </a:extLst>
              </p:cNvPr>
              <p:cNvSpPr txBox="1"/>
              <p:nvPr/>
            </p:nvSpPr>
            <p:spPr>
              <a:xfrm>
                <a:off x="4295800" y="4202453"/>
                <a:ext cx="1459895" cy="338554"/>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left"/>
                    </m:oMathParaPr>
                    <m:oMath xmlns:m="http://schemas.openxmlformats.org/officeDocument/2006/math">
                      <m:sSup>
                        <m:sSupPr>
                          <m:ctrlPr>
                            <a:rPr lang="pt-BR" b="0" i="1" smtClean="0">
                              <a:latin typeface="Cambria Math" panose="02040503050406030204" pitchFamily="18" charset="0"/>
                              <a:ea typeface="Cambria Math" panose="02040503050406030204" pitchFamily="18" charset="0"/>
                            </a:rPr>
                          </m:ctrlPr>
                        </m:sSupPr>
                        <m:e>
                          <m:r>
                            <a:rPr lang="pt-BR" b="0" i="1" smtClean="0">
                              <a:latin typeface="Cambria Math" panose="02040503050406030204" pitchFamily="18" charset="0"/>
                              <a:ea typeface="Cambria Math" panose="02040503050406030204" pitchFamily="18" charset="0"/>
                            </a:rPr>
                            <m:t>𝕊</m:t>
                          </m:r>
                        </m:e>
                        <m:sup>
                          <m:r>
                            <a:rPr lang="pt-BR" b="0" i="1" smtClean="0">
                              <a:latin typeface="Cambria Math" panose="02040503050406030204" pitchFamily="18" charset="0"/>
                              <a:ea typeface="Cambria Math" panose="02040503050406030204" pitchFamily="18" charset="0"/>
                            </a:rPr>
                            <m:t>𝑇</m:t>
                          </m:r>
                        </m:sup>
                      </m:sSup>
                      <m:r>
                        <a:rPr lang="pt-BR">
                          <a:latin typeface="Cambria Math" panose="02040503050406030204" pitchFamily="18" charset="0"/>
                        </a:rPr>
                        <m:t>=</m:t>
                      </m:r>
                      <m:d>
                        <m:dPr>
                          <m:begChr m:val="["/>
                          <m:endChr m:val="]"/>
                          <m:ctrlPr>
                            <a:rPr lang="pt-BR" b="0" i="1" smtClean="0">
                              <a:latin typeface="Cambria Math" panose="02040503050406030204" pitchFamily="18" charset="0"/>
                            </a:rPr>
                          </m:ctrlPr>
                        </m:dPr>
                        <m:e>
                          <m:m>
                            <m:mPr>
                              <m:mcs>
                                <m:mc>
                                  <m:mcPr>
                                    <m:count m:val="2"/>
                                    <m:mcJc m:val="center"/>
                                  </m:mcPr>
                                </m:mc>
                              </m:mcs>
                              <m:ctrlPr>
                                <a:rPr lang="pt-BR" b="0" i="1" smtClean="0">
                                  <a:latin typeface="Cambria Math" panose="02040503050406030204" pitchFamily="18" charset="0"/>
                                </a:rPr>
                              </m:ctrlPr>
                            </m:mPr>
                            <m:mr>
                              <m:e>
                                <m:r>
                                  <m:rPr>
                                    <m:brk m:alnAt="7"/>
                                  </m:rPr>
                                  <a:rPr lang="pt-BR" b="0" i="1" smtClean="0">
                                    <a:latin typeface="Cambria Math" panose="02040503050406030204" pitchFamily="18" charset="0"/>
                                  </a:rPr>
                                  <m:t>1</m:t>
                                </m:r>
                              </m:e>
                              <m:e>
                                <m:r>
                                  <a:rPr lang="pt-BR" b="0" i="1" smtClean="0">
                                    <a:latin typeface="Cambria Math" panose="02040503050406030204" pitchFamily="18" charset="0"/>
                                  </a:rPr>
                                  <m:t>−1</m:t>
                                </m:r>
                              </m:e>
                            </m:mr>
                          </m:m>
                        </m:e>
                      </m:d>
                    </m:oMath>
                  </m:oMathPara>
                </a14:m>
                <a:endParaRPr lang="en-US" b="1" i="1"/>
              </a:p>
            </p:txBody>
          </p:sp>
        </mc:Choice>
        <mc:Fallback xmlns="">
          <p:sp>
            <p:nvSpPr>
              <p:cNvPr id="11" name="CaixaDeTexto 10">
                <a:extLst>
                  <a:ext uri="{FF2B5EF4-FFF2-40B4-BE49-F238E27FC236}">
                    <a16:creationId xmlns:a16="http://schemas.microsoft.com/office/drawing/2014/main" id="{27E488CB-FDF0-3D2A-2DC4-F8FFD326AD11}"/>
                  </a:ext>
                </a:extLst>
              </p:cNvPr>
              <p:cNvSpPr txBox="1">
                <a:spLocks noRot="1" noChangeAspect="1" noMove="1" noResize="1" noEditPoints="1" noAdjustHandles="1" noChangeArrowheads="1" noChangeShapeType="1" noTextEdit="1"/>
              </p:cNvSpPr>
              <p:nvPr/>
            </p:nvSpPr>
            <p:spPr>
              <a:xfrm>
                <a:off x="4295800" y="4202453"/>
                <a:ext cx="1459895" cy="338554"/>
              </a:xfrm>
              <a:prstGeom prst="rect">
                <a:avLst/>
              </a:prstGeom>
              <a:blipFill>
                <a:blip r:embed="rId15"/>
                <a:stretch>
                  <a:fillRect/>
                </a:stretch>
              </a:blipFill>
            </p:spPr>
            <p:txBody>
              <a:bodyPr/>
              <a:lstStyle/>
              <a:p>
                <a:r>
                  <a:rPr lang="pt-BR">
                    <a:noFill/>
                  </a:rPr>
                  <a:t> </a:t>
                </a:r>
              </a:p>
            </p:txBody>
          </p:sp>
        </mc:Fallback>
      </mc:AlternateContent>
      <p:grpSp>
        <p:nvGrpSpPr>
          <p:cNvPr id="33" name="Agrupar 32">
            <a:extLst>
              <a:ext uri="{FF2B5EF4-FFF2-40B4-BE49-F238E27FC236}">
                <a16:creationId xmlns:a16="http://schemas.microsoft.com/office/drawing/2014/main" id="{8ED53D26-E586-C0D7-26C3-108DFBDFD27E}"/>
              </a:ext>
            </a:extLst>
          </p:cNvPr>
          <p:cNvGrpSpPr/>
          <p:nvPr/>
        </p:nvGrpSpPr>
        <p:grpSpPr>
          <a:xfrm>
            <a:off x="9706279" y="4191771"/>
            <a:ext cx="2260655" cy="573875"/>
            <a:chOff x="1757957" y="4132818"/>
            <a:chExt cx="2260655" cy="573875"/>
          </a:xfrm>
        </p:grpSpPr>
        <p:sp>
          <p:nvSpPr>
            <p:cNvPr id="18" name="CaixaDeTexto 17">
              <a:extLst>
                <a:ext uri="{FF2B5EF4-FFF2-40B4-BE49-F238E27FC236}">
                  <a16:creationId xmlns:a16="http://schemas.microsoft.com/office/drawing/2014/main" id="{D267F849-8BE0-03B5-E46A-8022C028350A}"/>
                </a:ext>
              </a:extLst>
            </p:cNvPr>
            <p:cNvSpPr txBox="1"/>
            <p:nvPr/>
          </p:nvSpPr>
          <p:spPr>
            <a:xfrm>
              <a:off x="2279576" y="4132818"/>
              <a:ext cx="1725731" cy="307777"/>
            </a:xfrm>
            <a:prstGeom prst="rect">
              <a:avLst/>
            </a:prstGeom>
            <a:noFill/>
          </p:spPr>
          <p:txBody>
            <a:bodyPr wrap="square">
              <a:spAutoFit/>
            </a:bodyPr>
            <a:lstStyle>
              <a:defPPr>
                <a:defRPr lang="pt-BR"/>
              </a:defPPr>
              <a:lvl1pPr>
                <a:defRPr sz="1600"/>
              </a:lvl1pPr>
            </a:lstStyle>
            <a:p>
              <a:r>
                <a:rPr lang="en-US" sz="1400"/>
                <a:t>Line #1 (Active)</a:t>
              </a:r>
              <a:endParaRPr lang="pt-BR" sz="1400"/>
            </a:p>
          </p:txBody>
        </p:sp>
        <p:cxnSp>
          <p:nvCxnSpPr>
            <p:cNvPr id="17" name="Conector de Seta Reta 16">
              <a:extLst>
                <a:ext uri="{FF2B5EF4-FFF2-40B4-BE49-F238E27FC236}">
                  <a16:creationId xmlns:a16="http://schemas.microsoft.com/office/drawing/2014/main" id="{EBF4BE1C-8193-D207-3339-BDF43CF51FA5}"/>
                </a:ext>
              </a:extLst>
            </p:cNvPr>
            <p:cNvCxnSpPr/>
            <p:nvPr/>
          </p:nvCxnSpPr>
          <p:spPr>
            <a:xfrm>
              <a:off x="1757957" y="4293096"/>
              <a:ext cx="52161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CaixaDeTexto 18">
              <a:extLst>
                <a:ext uri="{FF2B5EF4-FFF2-40B4-BE49-F238E27FC236}">
                  <a16:creationId xmlns:a16="http://schemas.microsoft.com/office/drawing/2014/main" id="{CB56CDA1-E35E-8409-8B31-DEA70BEC8776}"/>
                </a:ext>
              </a:extLst>
            </p:cNvPr>
            <p:cNvSpPr txBox="1"/>
            <p:nvPr/>
          </p:nvSpPr>
          <p:spPr>
            <a:xfrm>
              <a:off x="2292881" y="4398916"/>
              <a:ext cx="1725731" cy="307777"/>
            </a:xfrm>
            <a:prstGeom prst="rect">
              <a:avLst/>
            </a:prstGeom>
            <a:noFill/>
          </p:spPr>
          <p:txBody>
            <a:bodyPr wrap="square">
              <a:spAutoFit/>
            </a:bodyPr>
            <a:lstStyle>
              <a:defPPr>
                <a:defRPr lang="pt-BR"/>
              </a:defPPr>
              <a:lvl1pPr>
                <a:defRPr sz="1600"/>
              </a:lvl1pPr>
            </a:lstStyle>
            <a:p>
              <a:r>
                <a:rPr lang="en-US" sz="1400"/>
                <a:t>Line #2 (Return)</a:t>
              </a:r>
              <a:endParaRPr lang="pt-BR" sz="1400"/>
            </a:p>
          </p:txBody>
        </p:sp>
        <p:cxnSp>
          <p:nvCxnSpPr>
            <p:cNvPr id="20" name="Conector de Seta Reta 19">
              <a:extLst>
                <a:ext uri="{FF2B5EF4-FFF2-40B4-BE49-F238E27FC236}">
                  <a16:creationId xmlns:a16="http://schemas.microsoft.com/office/drawing/2014/main" id="{E3BF725C-5B0B-3A21-B2D7-496B9E2BD841}"/>
                </a:ext>
              </a:extLst>
            </p:cNvPr>
            <p:cNvCxnSpPr/>
            <p:nvPr/>
          </p:nvCxnSpPr>
          <p:spPr>
            <a:xfrm>
              <a:off x="1771262" y="4559194"/>
              <a:ext cx="52161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75" name="Agrupar 74">
            <a:extLst>
              <a:ext uri="{FF2B5EF4-FFF2-40B4-BE49-F238E27FC236}">
                <a16:creationId xmlns:a16="http://schemas.microsoft.com/office/drawing/2014/main" id="{9535D6E7-BF32-48DC-C442-A79FD13A8BDC}"/>
              </a:ext>
            </a:extLst>
          </p:cNvPr>
          <p:cNvGrpSpPr/>
          <p:nvPr/>
        </p:nvGrpSpPr>
        <p:grpSpPr>
          <a:xfrm>
            <a:off x="8933808" y="4765646"/>
            <a:ext cx="2030502" cy="971158"/>
            <a:chOff x="985486" y="4706693"/>
            <a:chExt cx="2030502" cy="971158"/>
          </a:xfrm>
        </p:grpSpPr>
        <mc:AlternateContent xmlns:mc="http://schemas.openxmlformats.org/markup-compatibility/2006" xmlns:a14="http://schemas.microsoft.com/office/drawing/2010/main">
          <mc:Choice Requires="a14">
            <p:sp>
              <p:nvSpPr>
                <p:cNvPr id="21" name="CaixaDeTexto 20">
                  <a:extLst>
                    <a:ext uri="{FF2B5EF4-FFF2-40B4-BE49-F238E27FC236}">
                      <a16:creationId xmlns:a16="http://schemas.microsoft.com/office/drawing/2014/main" id="{F0B5B83F-575A-CF35-21F0-48F15E0BF9C3}"/>
                    </a:ext>
                  </a:extLst>
                </p:cNvPr>
                <p:cNvSpPr txBox="1"/>
                <p:nvPr/>
              </p:nvSpPr>
              <p:spPr>
                <a:xfrm>
                  <a:off x="1290257" y="5096693"/>
                  <a:ext cx="1725731" cy="307777"/>
                </a:xfrm>
                <a:prstGeom prst="rect">
                  <a:avLst/>
                </a:prstGeom>
                <a:noFill/>
              </p:spPr>
              <p:txBody>
                <a:bodyPr wrap="square">
                  <a:spAutoFit/>
                </a:bodyPr>
                <a:lstStyle>
                  <a:defPPr>
                    <a:defRPr lang="pt-BR"/>
                  </a:defPPr>
                  <a:lvl1pPr>
                    <a:defRPr sz="1600"/>
                  </a:lvl1pPr>
                </a:lstStyle>
                <a:p>
                  <a:r>
                    <a:rPr lang="en-US" sz="1400"/>
                    <a:t>Conductor </a:t>
                  </a:r>
                  <a14:m>
                    <m:oMath xmlns:m="http://schemas.openxmlformats.org/officeDocument/2006/math">
                      <m:r>
                        <a:rPr lang="en-US" sz="1400" i="1" smtClean="0">
                          <a:latin typeface="Cambria Math" panose="02040503050406030204" pitchFamily="18" charset="0"/>
                        </a:rPr>
                        <m:t>(</m:t>
                      </m:r>
                      <m:r>
                        <a:rPr lang="en-US" sz="1400" i="1" smtClean="0">
                          <a:latin typeface="Cambria Math" panose="02040503050406030204" pitchFamily="18" charset="0"/>
                        </a:rPr>
                        <m:t>𝑞</m:t>
                      </m:r>
                      <m:r>
                        <a:rPr lang="en-US" sz="1400" i="1" smtClean="0">
                          <a:latin typeface="Cambria Math" panose="02040503050406030204" pitchFamily="18" charset="0"/>
                        </a:rPr>
                        <m:t>)</m:t>
                      </m:r>
                    </m:oMath>
                  </a14:m>
                  <a:endParaRPr lang="pt-BR" sz="1400"/>
                </a:p>
              </p:txBody>
            </p:sp>
          </mc:Choice>
          <mc:Fallback xmlns="">
            <p:sp>
              <p:nvSpPr>
                <p:cNvPr id="21" name="CaixaDeTexto 20">
                  <a:extLst>
                    <a:ext uri="{FF2B5EF4-FFF2-40B4-BE49-F238E27FC236}">
                      <a16:creationId xmlns:a16="http://schemas.microsoft.com/office/drawing/2014/main" id="{F0B5B83F-575A-CF35-21F0-48F15E0BF9C3}"/>
                    </a:ext>
                  </a:extLst>
                </p:cNvPr>
                <p:cNvSpPr txBox="1">
                  <a:spLocks noRot="1" noChangeAspect="1" noMove="1" noResize="1" noEditPoints="1" noAdjustHandles="1" noChangeArrowheads="1" noChangeShapeType="1" noTextEdit="1"/>
                </p:cNvSpPr>
                <p:nvPr/>
              </p:nvSpPr>
              <p:spPr>
                <a:xfrm>
                  <a:off x="1290257" y="5096693"/>
                  <a:ext cx="1725731" cy="307777"/>
                </a:xfrm>
                <a:prstGeom prst="rect">
                  <a:avLst/>
                </a:prstGeom>
                <a:blipFill>
                  <a:blip r:embed="rId16"/>
                  <a:stretch>
                    <a:fillRect l="-1060" t="-4000" b="-20000"/>
                  </a:stretch>
                </a:blipFill>
              </p:spPr>
              <p:txBody>
                <a:bodyPr/>
                <a:lstStyle/>
                <a:p>
                  <a:r>
                    <a:rPr lang="pt-BR">
                      <a:noFill/>
                    </a:rPr>
                    <a:t> </a:t>
                  </a:r>
                </a:p>
              </p:txBody>
            </p:sp>
          </mc:Fallback>
        </mc:AlternateContent>
        <p:cxnSp>
          <p:nvCxnSpPr>
            <p:cNvPr id="22" name="Conector de Seta Reta 21">
              <a:extLst>
                <a:ext uri="{FF2B5EF4-FFF2-40B4-BE49-F238E27FC236}">
                  <a16:creationId xmlns:a16="http://schemas.microsoft.com/office/drawing/2014/main" id="{0657E19A-1D64-8CAF-9F9E-AEADCCC01A9F}"/>
                </a:ext>
              </a:extLst>
            </p:cNvPr>
            <p:cNvCxnSpPr>
              <a:cxnSpLocks/>
            </p:cNvCxnSpPr>
            <p:nvPr/>
          </p:nvCxnSpPr>
          <p:spPr>
            <a:xfrm>
              <a:off x="1415480" y="4706693"/>
              <a:ext cx="0" cy="3546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8BB56B66-C5C1-33D5-96BB-ABC11D6B7912}"/>
                    </a:ext>
                  </a:extLst>
                </p:cNvPr>
                <p:cNvSpPr txBox="1"/>
                <p:nvPr/>
              </p:nvSpPr>
              <p:spPr>
                <a:xfrm>
                  <a:off x="985486" y="5370074"/>
                  <a:ext cx="1725731" cy="307777"/>
                </a:xfrm>
                <a:prstGeom prst="rect">
                  <a:avLst/>
                </a:prstGeom>
                <a:noFill/>
              </p:spPr>
              <p:txBody>
                <a:bodyPr wrap="square">
                  <a:spAutoFit/>
                </a:bodyPr>
                <a:lstStyle>
                  <a:defPPr>
                    <a:defRPr lang="pt-BR"/>
                  </a:defPPr>
                  <a:lvl1pPr>
                    <a:defRPr sz="1600"/>
                  </a:lvl1pPr>
                </a:lstStyle>
                <a:p>
                  <a:r>
                    <a:rPr lang="en-US" sz="1400"/>
                    <a:t>Conductor </a:t>
                  </a:r>
                  <a14:m>
                    <m:oMath xmlns:m="http://schemas.openxmlformats.org/officeDocument/2006/math">
                      <m:r>
                        <a:rPr lang="en-US" sz="1400" i="1" smtClean="0">
                          <a:latin typeface="Cambria Math" panose="02040503050406030204" pitchFamily="18" charset="0"/>
                        </a:rPr>
                        <m:t>(</m:t>
                      </m:r>
                      <m:r>
                        <a:rPr lang="en-US" sz="1400" i="1" smtClean="0">
                          <a:latin typeface="Cambria Math" panose="02040503050406030204" pitchFamily="18" charset="0"/>
                        </a:rPr>
                        <m:t>𝑝</m:t>
                      </m:r>
                      <m:r>
                        <a:rPr lang="en-US" sz="1400" i="1" smtClean="0">
                          <a:latin typeface="Cambria Math" panose="02040503050406030204" pitchFamily="18" charset="0"/>
                        </a:rPr>
                        <m:t>)</m:t>
                      </m:r>
                    </m:oMath>
                  </a14:m>
                  <a:endParaRPr lang="pt-BR" sz="1400"/>
                </a:p>
              </p:txBody>
            </p:sp>
          </mc:Choice>
          <mc:Fallback xmlns="">
            <p:sp>
              <p:nvSpPr>
                <p:cNvPr id="24" name="CaixaDeTexto 23">
                  <a:extLst>
                    <a:ext uri="{FF2B5EF4-FFF2-40B4-BE49-F238E27FC236}">
                      <a16:creationId xmlns:a16="http://schemas.microsoft.com/office/drawing/2014/main" id="{8BB56B66-C5C1-33D5-96BB-ABC11D6B7912}"/>
                    </a:ext>
                  </a:extLst>
                </p:cNvPr>
                <p:cNvSpPr txBox="1">
                  <a:spLocks noRot="1" noChangeAspect="1" noMove="1" noResize="1" noEditPoints="1" noAdjustHandles="1" noChangeArrowheads="1" noChangeShapeType="1" noTextEdit="1"/>
                </p:cNvSpPr>
                <p:nvPr/>
              </p:nvSpPr>
              <p:spPr>
                <a:xfrm>
                  <a:off x="985486" y="5370074"/>
                  <a:ext cx="1725731" cy="307777"/>
                </a:xfrm>
                <a:prstGeom prst="rect">
                  <a:avLst/>
                </a:prstGeom>
                <a:blipFill>
                  <a:blip r:embed="rId17"/>
                  <a:stretch>
                    <a:fillRect l="-1060" t="-4000" b="-20000"/>
                  </a:stretch>
                </a:blipFill>
              </p:spPr>
              <p:txBody>
                <a:bodyPr/>
                <a:lstStyle/>
                <a:p>
                  <a:r>
                    <a:rPr lang="pt-BR">
                      <a:noFill/>
                    </a:rPr>
                    <a:t> </a:t>
                  </a:r>
                </a:p>
              </p:txBody>
            </p:sp>
          </mc:Fallback>
        </mc:AlternateContent>
        <p:cxnSp>
          <p:nvCxnSpPr>
            <p:cNvPr id="25" name="Conector de Seta Reta 24">
              <a:extLst>
                <a:ext uri="{FF2B5EF4-FFF2-40B4-BE49-F238E27FC236}">
                  <a16:creationId xmlns:a16="http://schemas.microsoft.com/office/drawing/2014/main" id="{9EE5DA30-98BC-B5B7-AF43-39DE39949097}"/>
                </a:ext>
              </a:extLst>
            </p:cNvPr>
            <p:cNvCxnSpPr>
              <a:cxnSpLocks/>
            </p:cNvCxnSpPr>
            <p:nvPr/>
          </p:nvCxnSpPr>
          <p:spPr>
            <a:xfrm>
              <a:off x="1110709" y="4713925"/>
              <a:ext cx="0" cy="6208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36" name="Agrupar 35">
            <a:extLst>
              <a:ext uri="{FF2B5EF4-FFF2-40B4-BE49-F238E27FC236}">
                <a16:creationId xmlns:a16="http://schemas.microsoft.com/office/drawing/2014/main" id="{1DD23F9F-D097-426E-74F9-32F15523D622}"/>
              </a:ext>
            </a:extLst>
          </p:cNvPr>
          <p:cNvGrpSpPr/>
          <p:nvPr/>
        </p:nvGrpSpPr>
        <p:grpSpPr>
          <a:xfrm>
            <a:off x="4900252" y="4211571"/>
            <a:ext cx="3086525" cy="1344788"/>
            <a:chOff x="5385739" y="4141936"/>
            <a:chExt cx="3086525" cy="1344788"/>
          </a:xfrm>
        </p:grpSpPr>
        <p:grpSp>
          <p:nvGrpSpPr>
            <p:cNvPr id="35" name="Agrupar 34">
              <a:extLst>
                <a:ext uri="{FF2B5EF4-FFF2-40B4-BE49-F238E27FC236}">
                  <a16:creationId xmlns:a16="http://schemas.microsoft.com/office/drawing/2014/main" id="{90A002AE-08D9-9F0D-E6CD-9B3AD6DFF77E}"/>
                </a:ext>
              </a:extLst>
            </p:cNvPr>
            <p:cNvGrpSpPr/>
            <p:nvPr/>
          </p:nvGrpSpPr>
          <p:grpSpPr>
            <a:xfrm>
              <a:off x="6224914" y="4141936"/>
              <a:ext cx="2247350" cy="307777"/>
              <a:chOff x="6224914" y="4141936"/>
              <a:chExt cx="2247350" cy="307777"/>
            </a:xfrm>
          </p:grpSpPr>
          <p:sp>
            <p:nvSpPr>
              <p:cNvPr id="27" name="CaixaDeTexto 26">
                <a:extLst>
                  <a:ext uri="{FF2B5EF4-FFF2-40B4-BE49-F238E27FC236}">
                    <a16:creationId xmlns:a16="http://schemas.microsoft.com/office/drawing/2014/main" id="{F7AE40AF-6BF9-7FF0-9AD3-68B191308BC3}"/>
                  </a:ext>
                </a:extLst>
              </p:cNvPr>
              <p:cNvSpPr txBox="1"/>
              <p:nvPr/>
            </p:nvSpPr>
            <p:spPr>
              <a:xfrm>
                <a:off x="6746533" y="4141936"/>
                <a:ext cx="1725731" cy="307777"/>
              </a:xfrm>
              <a:prstGeom prst="rect">
                <a:avLst/>
              </a:prstGeom>
              <a:noFill/>
            </p:spPr>
            <p:txBody>
              <a:bodyPr wrap="square">
                <a:spAutoFit/>
              </a:bodyPr>
              <a:lstStyle>
                <a:defPPr>
                  <a:defRPr lang="pt-BR"/>
                </a:defPPr>
                <a:lvl1pPr>
                  <a:defRPr sz="1600"/>
                </a:lvl1pPr>
              </a:lstStyle>
              <a:p>
                <a:r>
                  <a:rPr lang="en-US" sz="1400"/>
                  <a:t>Active Line #1</a:t>
                </a:r>
                <a:endParaRPr lang="pt-BR" sz="1400"/>
              </a:p>
            </p:txBody>
          </p:sp>
          <p:cxnSp>
            <p:nvCxnSpPr>
              <p:cNvPr id="28" name="Conector de Seta Reta 27">
                <a:extLst>
                  <a:ext uri="{FF2B5EF4-FFF2-40B4-BE49-F238E27FC236}">
                    <a16:creationId xmlns:a16="http://schemas.microsoft.com/office/drawing/2014/main" id="{C70AB636-C817-5FB6-5025-C4C3B4E6485A}"/>
                  </a:ext>
                </a:extLst>
              </p:cNvPr>
              <p:cNvCxnSpPr/>
              <p:nvPr/>
            </p:nvCxnSpPr>
            <p:spPr>
              <a:xfrm>
                <a:off x="6224914" y="4302214"/>
                <a:ext cx="52161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29" name="CaixaDeTexto 28">
              <a:extLst>
                <a:ext uri="{FF2B5EF4-FFF2-40B4-BE49-F238E27FC236}">
                  <a16:creationId xmlns:a16="http://schemas.microsoft.com/office/drawing/2014/main" id="{69F0A5CC-CB88-564B-2EF0-C98DA89B9936}"/>
                </a:ext>
              </a:extLst>
            </p:cNvPr>
            <p:cNvSpPr txBox="1"/>
            <p:nvPr/>
          </p:nvSpPr>
          <p:spPr>
            <a:xfrm>
              <a:off x="5810429" y="4905566"/>
              <a:ext cx="1725731" cy="307777"/>
            </a:xfrm>
            <a:prstGeom prst="rect">
              <a:avLst/>
            </a:prstGeom>
            <a:noFill/>
          </p:spPr>
          <p:txBody>
            <a:bodyPr wrap="square">
              <a:spAutoFit/>
            </a:bodyPr>
            <a:lstStyle>
              <a:defPPr>
                <a:defRPr lang="pt-BR"/>
              </a:defPPr>
              <a:lvl1pPr>
                <a:defRPr sz="1600"/>
              </a:lvl1pPr>
            </a:lstStyle>
            <a:p>
              <a:r>
                <a:rPr lang="en-US" sz="1400"/>
                <a:t>Line #2 (Return)</a:t>
              </a:r>
              <a:endParaRPr lang="pt-BR" sz="1400"/>
            </a:p>
          </p:txBody>
        </p:sp>
        <p:cxnSp>
          <p:nvCxnSpPr>
            <p:cNvPr id="30" name="Conector de Seta Reta 29">
              <a:extLst>
                <a:ext uri="{FF2B5EF4-FFF2-40B4-BE49-F238E27FC236}">
                  <a16:creationId xmlns:a16="http://schemas.microsoft.com/office/drawing/2014/main" id="{C13517B1-6495-3C6D-3819-5AFB5E11202B}"/>
                </a:ext>
              </a:extLst>
            </p:cNvPr>
            <p:cNvCxnSpPr>
              <a:cxnSpLocks/>
            </p:cNvCxnSpPr>
            <p:nvPr/>
          </p:nvCxnSpPr>
          <p:spPr>
            <a:xfrm>
              <a:off x="5935652" y="4515566"/>
              <a:ext cx="0" cy="3546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CaixaDeTexto 30">
              <a:extLst>
                <a:ext uri="{FF2B5EF4-FFF2-40B4-BE49-F238E27FC236}">
                  <a16:creationId xmlns:a16="http://schemas.microsoft.com/office/drawing/2014/main" id="{4377DB64-4AA6-9E30-04FC-56F8D82E7F7A}"/>
                </a:ext>
              </a:extLst>
            </p:cNvPr>
            <p:cNvSpPr txBox="1"/>
            <p:nvPr/>
          </p:nvSpPr>
          <p:spPr>
            <a:xfrm>
              <a:off x="5385739" y="5178947"/>
              <a:ext cx="1725731" cy="307777"/>
            </a:xfrm>
            <a:prstGeom prst="rect">
              <a:avLst/>
            </a:prstGeom>
            <a:noFill/>
          </p:spPr>
          <p:txBody>
            <a:bodyPr wrap="square">
              <a:spAutoFit/>
            </a:bodyPr>
            <a:lstStyle>
              <a:defPPr>
                <a:defRPr lang="pt-BR"/>
              </a:defPPr>
              <a:lvl1pPr>
                <a:defRPr sz="1600"/>
              </a:lvl1pPr>
            </a:lstStyle>
            <a:p>
              <a:r>
                <a:rPr lang="en-US" sz="1400"/>
                <a:t>Line #1 (Active)</a:t>
              </a:r>
              <a:endParaRPr lang="pt-BR" sz="1400"/>
            </a:p>
          </p:txBody>
        </p:sp>
        <p:cxnSp>
          <p:nvCxnSpPr>
            <p:cNvPr id="32" name="Conector de Seta Reta 31">
              <a:extLst>
                <a:ext uri="{FF2B5EF4-FFF2-40B4-BE49-F238E27FC236}">
                  <a16:creationId xmlns:a16="http://schemas.microsoft.com/office/drawing/2014/main" id="{BCB38E22-3286-F210-8D4D-A357C973C171}"/>
                </a:ext>
              </a:extLst>
            </p:cNvPr>
            <p:cNvCxnSpPr>
              <a:cxnSpLocks/>
            </p:cNvCxnSpPr>
            <p:nvPr/>
          </p:nvCxnSpPr>
          <p:spPr>
            <a:xfrm>
              <a:off x="5510962" y="4522798"/>
              <a:ext cx="0" cy="6208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91" name="CaixaDeTexto 90">
                <a:extLst>
                  <a:ext uri="{FF2B5EF4-FFF2-40B4-BE49-F238E27FC236}">
                    <a16:creationId xmlns:a16="http://schemas.microsoft.com/office/drawing/2014/main" id="{00C41CB7-4E9D-BB66-176A-4897F021FE73}"/>
                  </a:ext>
                </a:extLst>
              </p:cNvPr>
              <p:cNvSpPr txBox="1"/>
              <p:nvPr/>
            </p:nvSpPr>
            <p:spPr>
              <a:xfrm>
                <a:off x="584086" y="4055586"/>
                <a:ext cx="1426855" cy="146527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left"/>
                    </m:oMathParaPr>
                    <m:oMath xmlns:m="http://schemas.openxmlformats.org/officeDocument/2006/math">
                      <m:sSup>
                        <m:sSupPr>
                          <m:ctrlPr>
                            <a:rPr lang="pt-BR" b="0" i="1" smtClean="0">
                              <a:latin typeface="Cambria Math" panose="02040503050406030204" pitchFamily="18" charset="0"/>
                              <a:ea typeface="Cambria Math" panose="02040503050406030204" pitchFamily="18" charset="0"/>
                            </a:rPr>
                          </m:ctrlPr>
                        </m:sSupPr>
                        <m:e>
                          <m:r>
                            <a:rPr lang="pt-BR" b="0" i="1" smtClean="0">
                              <a:latin typeface="Cambria Math" panose="02040503050406030204" pitchFamily="18" charset="0"/>
                              <a:ea typeface="Cambria Math" panose="02040503050406030204" pitchFamily="18" charset="0"/>
                            </a:rPr>
                            <m:t>𝕌</m:t>
                          </m:r>
                        </m:e>
                        <m:sup>
                          <m:r>
                            <a:rPr lang="pt-BR" b="0" i="1" smtClean="0">
                              <a:latin typeface="Cambria Math" panose="02040503050406030204" pitchFamily="18" charset="0"/>
                              <a:ea typeface="Cambria Math" panose="02040503050406030204" pitchFamily="18" charset="0"/>
                            </a:rPr>
                            <m:t> </m:t>
                          </m:r>
                        </m:sup>
                      </m:sSup>
                      <m:r>
                        <a:rPr lang="pt-BR">
                          <a:latin typeface="Cambria Math" panose="02040503050406030204" pitchFamily="18" charset="0"/>
                        </a:rPr>
                        <m:t>=</m:t>
                      </m:r>
                      <m:d>
                        <m:dPr>
                          <m:begChr m:val="["/>
                          <m:endChr m:val="]"/>
                          <m:ctrlPr>
                            <a:rPr lang="pt-BR" b="0" i="1" smtClean="0">
                              <a:latin typeface="Cambria Math" panose="02040503050406030204" pitchFamily="18" charset="0"/>
                            </a:rPr>
                          </m:ctrlPr>
                        </m:dPr>
                        <m:e>
                          <m:eqArr>
                            <m:eqArrPr>
                              <m:ctrlPr>
                                <a:rPr lang="pt-BR" i="1">
                                  <a:latin typeface="Cambria Math" panose="02040503050406030204" pitchFamily="18" charset="0"/>
                                </a:rPr>
                              </m:ctrlPr>
                            </m:eqArrPr>
                            <m:e>
                              <m:m>
                                <m:mPr>
                                  <m:mcs>
                                    <m:mc>
                                      <m:mcPr>
                                        <m:count m:val="2"/>
                                        <m:mcJc m:val="center"/>
                                      </m:mcPr>
                                    </m:mc>
                                  </m:mcs>
                                  <m:ctrlPr>
                                    <a:rPr lang="pt-BR" i="1" smtClean="0">
                                      <a:latin typeface="Cambria Math" panose="02040503050406030204" pitchFamily="18" charset="0"/>
                                    </a:rPr>
                                  </m:ctrlPr>
                                </m:mPr>
                                <m:mr>
                                  <m:e>
                                    <m:r>
                                      <m:rPr>
                                        <m:brk m:alnAt="7"/>
                                      </m:rPr>
                                      <a:rPr lang="pt-BR" b="0" i="1" smtClean="0">
                                        <a:latin typeface="Cambria Math" panose="02040503050406030204" pitchFamily="18" charset="0"/>
                                      </a:rPr>
                                      <m:t>0</m:t>
                                    </m:r>
                                  </m:e>
                                  <m:e>
                                    <m:r>
                                      <a:rPr lang="pt-BR" b="0" i="1" smtClean="0">
                                        <a:latin typeface="Cambria Math" panose="02040503050406030204" pitchFamily="18" charset="0"/>
                                      </a:rPr>
                                      <m:t>0</m:t>
                                    </m:r>
                                  </m:e>
                                </m:mr>
                              </m:m>
                            </m:e>
                            <m:e>
                              <m:m>
                                <m:mPr>
                                  <m:mcs>
                                    <m:mc>
                                      <m:mcPr>
                                        <m:count m:val="2"/>
                                        <m:mcJc m:val="center"/>
                                      </m:mcPr>
                                    </m:mc>
                                  </m:mcs>
                                  <m:ctrlPr>
                                    <a:rPr lang="pt-BR" i="1">
                                      <a:latin typeface="Cambria Math" panose="02040503050406030204" pitchFamily="18" charset="0"/>
                                    </a:rPr>
                                  </m:ctrlPr>
                                </m:mPr>
                                <m:mr>
                                  <m:e>
                                    <m:r>
                                      <m:rPr>
                                        <m:brk m:alnAt="7"/>
                                      </m:rPr>
                                      <a:rPr lang="pt-BR" b="0" i="1" smtClean="0">
                                        <a:latin typeface="Cambria Math" panose="02040503050406030204" pitchFamily="18" charset="0"/>
                                      </a:rPr>
                                      <m:t>1</m:t>
                                    </m:r>
                                  </m:e>
                                  <m:e>
                                    <m:r>
                                      <a:rPr lang="pt-BR" b="0" i="1" smtClean="0">
                                        <a:latin typeface="Cambria Math" panose="02040503050406030204" pitchFamily="18" charset="0"/>
                                      </a:rPr>
                                      <m:t>0</m:t>
                                    </m:r>
                                  </m:e>
                                </m:mr>
                              </m:m>
                            </m:e>
                            <m:e>
                              <m:m>
                                <m:mPr>
                                  <m:mcs>
                                    <m:mc>
                                      <m:mcPr>
                                        <m:count m:val="2"/>
                                        <m:mcJc m:val="center"/>
                                      </m:mcPr>
                                    </m:mc>
                                  </m:mcs>
                                  <m:ctrlPr>
                                    <a:rPr lang="pt-BR" i="1">
                                      <a:latin typeface="Cambria Math" panose="02040503050406030204" pitchFamily="18" charset="0"/>
                                    </a:rPr>
                                  </m:ctrlPr>
                                </m:mPr>
                                <m:mr>
                                  <m:e>
                                    <m:r>
                                      <m:rPr>
                                        <m:brk m:alnAt="7"/>
                                      </m:rPr>
                                      <a:rPr lang="pt-BR" b="0" i="1" smtClean="0">
                                        <a:latin typeface="Cambria Math" panose="02040503050406030204" pitchFamily="18" charset="0"/>
                                      </a:rPr>
                                      <m:t>0</m:t>
                                    </m:r>
                                  </m:e>
                                  <m:e>
                                    <m:r>
                                      <a:rPr lang="pt-BR" b="0" i="1" smtClean="0">
                                        <a:latin typeface="Cambria Math" panose="02040503050406030204" pitchFamily="18" charset="0"/>
                                      </a:rPr>
                                      <m:t>0</m:t>
                                    </m:r>
                                  </m:e>
                                </m:mr>
                              </m:m>
                            </m:e>
                            <m:e>
                              <m:m>
                                <m:mPr>
                                  <m:mcs>
                                    <m:mc>
                                      <m:mcPr>
                                        <m:count m:val="2"/>
                                        <m:mcJc m:val="center"/>
                                      </m:mcPr>
                                    </m:mc>
                                  </m:mcs>
                                  <m:ctrlPr>
                                    <a:rPr lang="pt-BR" i="1">
                                      <a:latin typeface="Cambria Math" panose="02040503050406030204" pitchFamily="18" charset="0"/>
                                    </a:rPr>
                                  </m:ctrlPr>
                                </m:mPr>
                                <m:mr>
                                  <m:e>
                                    <m:r>
                                      <m:rPr>
                                        <m:brk m:alnAt="7"/>
                                      </m:rPr>
                                      <a:rPr lang="pt-BR" b="0" i="1" smtClean="0">
                                        <a:latin typeface="Cambria Math" panose="02040503050406030204" pitchFamily="18" charset="0"/>
                                      </a:rPr>
                                      <m:t>0</m:t>
                                    </m:r>
                                  </m:e>
                                  <m:e>
                                    <m:r>
                                      <a:rPr lang="pt-BR" b="0" i="1" smtClean="0">
                                        <a:latin typeface="Cambria Math" panose="02040503050406030204" pitchFamily="18" charset="0"/>
                                      </a:rPr>
                                      <m:t>0</m:t>
                                    </m:r>
                                  </m:e>
                                </m:mr>
                              </m:m>
                            </m:e>
                            <m:e>
                              <m:m>
                                <m:mPr>
                                  <m:mcs>
                                    <m:mc>
                                      <m:mcPr>
                                        <m:count m:val="2"/>
                                        <m:mcJc m:val="center"/>
                                      </m:mcPr>
                                    </m:mc>
                                  </m:mcs>
                                  <m:ctrlPr>
                                    <a:rPr lang="pt-BR" i="1">
                                      <a:latin typeface="Cambria Math" panose="02040503050406030204" pitchFamily="18" charset="0"/>
                                    </a:rPr>
                                  </m:ctrlPr>
                                </m:mPr>
                                <m:mr>
                                  <m:e>
                                    <m:r>
                                      <m:rPr>
                                        <m:brk m:alnAt="7"/>
                                      </m:rPr>
                                      <a:rPr lang="pt-BR" b="0" i="1" smtClean="0">
                                        <a:latin typeface="Cambria Math" panose="02040503050406030204" pitchFamily="18" charset="0"/>
                                      </a:rPr>
                                      <m:t>0</m:t>
                                    </m:r>
                                  </m:e>
                                  <m:e>
                                    <m:r>
                                      <a:rPr lang="pt-BR" b="0" i="1" smtClean="0">
                                        <a:latin typeface="Cambria Math" panose="02040503050406030204" pitchFamily="18" charset="0"/>
                                      </a:rPr>
                                      <m:t>1</m:t>
                                    </m:r>
                                  </m:e>
                                </m:mr>
                              </m:m>
                            </m:e>
                            <m:e>
                              <m:m>
                                <m:mPr>
                                  <m:mcs>
                                    <m:mc>
                                      <m:mcPr>
                                        <m:count m:val="2"/>
                                        <m:mcJc m:val="center"/>
                                      </m:mcPr>
                                    </m:mc>
                                  </m:mcs>
                                  <m:ctrlPr>
                                    <a:rPr lang="pt-BR" i="1">
                                      <a:latin typeface="Cambria Math" panose="02040503050406030204" pitchFamily="18" charset="0"/>
                                    </a:rPr>
                                  </m:ctrlPr>
                                </m:mPr>
                                <m:mr>
                                  <m:e>
                                    <m:r>
                                      <m:rPr>
                                        <m:brk m:alnAt="7"/>
                                      </m:rPr>
                                      <a:rPr lang="pt-BR" b="0" i="1" smtClean="0">
                                        <a:latin typeface="Cambria Math" panose="02040503050406030204" pitchFamily="18" charset="0"/>
                                      </a:rPr>
                                      <m:t>0</m:t>
                                    </m:r>
                                  </m:e>
                                  <m:e>
                                    <m:r>
                                      <a:rPr lang="pt-BR" b="0" i="1" smtClean="0">
                                        <a:latin typeface="Cambria Math" panose="02040503050406030204" pitchFamily="18" charset="0"/>
                                      </a:rPr>
                                      <m:t>0</m:t>
                                    </m:r>
                                  </m:e>
                                </m:mr>
                              </m:m>
                            </m:e>
                          </m:eqArr>
                        </m:e>
                      </m:d>
                    </m:oMath>
                  </m:oMathPara>
                </a14:m>
                <a:endParaRPr lang="en-US" b="1" i="1"/>
              </a:p>
            </p:txBody>
          </p:sp>
        </mc:Choice>
        <mc:Fallback xmlns="">
          <p:sp>
            <p:nvSpPr>
              <p:cNvPr id="91" name="CaixaDeTexto 90">
                <a:extLst>
                  <a:ext uri="{FF2B5EF4-FFF2-40B4-BE49-F238E27FC236}">
                    <a16:creationId xmlns:a16="http://schemas.microsoft.com/office/drawing/2014/main" id="{00C41CB7-4E9D-BB66-176A-4897F021FE73}"/>
                  </a:ext>
                </a:extLst>
              </p:cNvPr>
              <p:cNvSpPr txBox="1">
                <a:spLocks noRot="1" noChangeAspect="1" noMove="1" noResize="1" noEditPoints="1" noAdjustHandles="1" noChangeArrowheads="1" noChangeShapeType="1" noTextEdit="1"/>
              </p:cNvSpPr>
              <p:nvPr/>
            </p:nvSpPr>
            <p:spPr>
              <a:xfrm>
                <a:off x="584086" y="4055586"/>
                <a:ext cx="1426855" cy="1465273"/>
              </a:xfrm>
              <a:prstGeom prst="rect">
                <a:avLst/>
              </a:prstGeom>
              <a:blipFill>
                <a:blip r:embed="rId18"/>
                <a:stretch>
                  <a:fillRect/>
                </a:stretch>
              </a:blipFill>
            </p:spPr>
            <p:txBody>
              <a:bodyPr/>
              <a:lstStyle/>
              <a:p>
                <a:r>
                  <a:rPr lang="pt-BR">
                    <a:noFill/>
                  </a:rPr>
                  <a:t> </a:t>
                </a:r>
              </a:p>
            </p:txBody>
          </p:sp>
        </mc:Fallback>
      </mc:AlternateContent>
      <p:grpSp>
        <p:nvGrpSpPr>
          <p:cNvPr id="93" name="Agrupar 92">
            <a:extLst>
              <a:ext uri="{FF2B5EF4-FFF2-40B4-BE49-F238E27FC236}">
                <a16:creationId xmlns:a16="http://schemas.microsoft.com/office/drawing/2014/main" id="{FCC147C8-4391-D954-8B60-D992FC8F5AF7}"/>
              </a:ext>
            </a:extLst>
          </p:cNvPr>
          <p:cNvGrpSpPr/>
          <p:nvPr/>
        </p:nvGrpSpPr>
        <p:grpSpPr>
          <a:xfrm>
            <a:off x="1062250" y="4253754"/>
            <a:ext cx="1836219" cy="362920"/>
            <a:chOff x="8950428" y="4138107"/>
            <a:chExt cx="1836219" cy="362920"/>
          </a:xfrm>
        </p:grpSpPr>
        <mc:AlternateContent xmlns:mc="http://schemas.openxmlformats.org/markup-compatibility/2006" xmlns:a14="http://schemas.microsoft.com/office/drawing/2010/main">
          <mc:Choice Requires="a14">
            <p:sp>
              <p:nvSpPr>
                <p:cNvPr id="94" name="CaixaDeTexto 93">
                  <a:extLst>
                    <a:ext uri="{FF2B5EF4-FFF2-40B4-BE49-F238E27FC236}">
                      <a16:creationId xmlns:a16="http://schemas.microsoft.com/office/drawing/2014/main" id="{E62B9F7D-642B-C721-4276-4C6BBF3FD452}"/>
                    </a:ext>
                  </a:extLst>
                </p:cNvPr>
                <p:cNvSpPr txBox="1"/>
                <p:nvPr/>
              </p:nvSpPr>
              <p:spPr>
                <a:xfrm>
                  <a:off x="10377283" y="4138107"/>
                  <a:ext cx="409364" cy="362920"/>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en-US" sz="1400" i="1" smtClean="0">
                                <a:latin typeface="Cambria Math" panose="02040503050406030204" pitchFamily="18" charset="0"/>
                              </a:rPr>
                              <m:t>𝐽</m:t>
                            </m:r>
                          </m:e>
                          <m:sub>
                            <m:r>
                              <a:rPr lang="en-US" sz="1400" i="1" smtClean="0">
                                <a:latin typeface="Cambria Math" panose="02040503050406030204" pitchFamily="18" charset="0"/>
                              </a:rPr>
                              <m:t>0</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oMath>
                    </m:oMathPara>
                  </a14:m>
                  <a:endParaRPr lang="pt-BR" sz="1400"/>
                </a:p>
              </p:txBody>
            </p:sp>
          </mc:Choice>
          <mc:Fallback xmlns="">
            <p:sp>
              <p:nvSpPr>
                <p:cNvPr id="94" name="CaixaDeTexto 93">
                  <a:extLst>
                    <a:ext uri="{FF2B5EF4-FFF2-40B4-BE49-F238E27FC236}">
                      <a16:creationId xmlns:a16="http://schemas.microsoft.com/office/drawing/2014/main" id="{E62B9F7D-642B-C721-4276-4C6BBF3FD452}"/>
                    </a:ext>
                  </a:extLst>
                </p:cNvPr>
                <p:cNvSpPr txBox="1">
                  <a:spLocks noRot="1" noChangeAspect="1" noMove="1" noResize="1" noEditPoints="1" noAdjustHandles="1" noChangeArrowheads="1" noChangeShapeType="1" noTextEdit="1"/>
                </p:cNvSpPr>
                <p:nvPr/>
              </p:nvSpPr>
              <p:spPr>
                <a:xfrm>
                  <a:off x="10377283" y="4138107"/>
                  <a:ext cx="409364" cy="362920"/>
                </a:xfrm>
                <a:prstGeom prst="rect">
                  <a:avLst/>
                </a:prstGeom>
                <a:blipFill>
                  <a:blip r:embed="rId19"/>
                  <a:stretch>
                    <a:fillRect r="-2985" b="-1695"/>
                  </a:stretch>
                </a:blipFill>
              </p:spPr>
              <p:txBody>
                <a:bodyPr/>
                <a:lstStyle/>
                <a:p>
                  <a:r>
                    <a:rPr lang="pt-BR">
                      <a:noFill/>
                    </a:rPr>
                    <a:t> </a:t>
                  </a:r>
                </a:p>
              </p:txBody>
            </p:sp>
          </mc:Fallback>
        </mc:AlternateContent>
        <p:cxnSp>
          <p:nvCxnSpPr>
            <p:cNvPr id="95" name="Conector de Seta Reta 94">
              <a:extLst>
                <a:ext uri="{FF2B5EF4-FFF2-40B4-BE49-F238E27FC236}">
                  <a16:creationId xmlns:a16="http://schemas.microsoft.com/office/drawing/2014/main" id="{507C2C89-0141-902E-BDC6-99064F19ADEA}"/>
                </a:ext>
              </a:extLst>
            </p:cNvPr>
            <p:cNvCxnSpPr/>
            <p:nvPr/>
          </p:nvCxnSpPr>
          <p:spPr>
            <a:xfrm>
              <a:off x="9788632" y="4342248"/>
              <a:ext cx="52161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6" name="Retângulo: Cantos Arredondados 95">
              <a:extLst>
                <a:ext uri="{FF2B5EF4-FFF2-40B4-BE49-F238E27FC236}">
                  <a16:creationId xmlns:a16="http://schemas.microsoft.com/office/drawing/2014/main" id="{17C69425-DEEB-701F-A18E-566FED3CA9C0}"/>
                </a:ext>
              </a:extLst>
            </p:cNvPr>
            <p:cNvSpPr/>
            <p:nvPr/>
          </p:nvSpPr>
          <p:spPr>
            <a:xfrm>
              <a:off x="8950428" y="4205848"/>
              <a:ext cx="360040" cy="254726"/>
            </a:xfrm>
            <a:prstGeom prst="roundRect">
              <a:avLst>
                <a:gd name="adj" fmla="val 9934"/>
              </a:avLst>
            </a:prstGeom>
            <a:noFill/>
            <a:ln w="12700">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97" name="Agrupar 96">
            <a:extLst>
              <a:ext uri="{FF2B5EF4-FFF2-40B4-BE49-F238E27FC236}">
                <a16:creationId xmlns:a16="http://schemas.microsoft.com/office/drawing/2014/main" id="{532D6828-0802-A0AB-6C91-08E9BDC8D41B}"/>
              </a:ext>
            </a:extLst>
          </p:cNvPr>
          <p:cNvGrpSpPr/>
          <p:nvPr/>
        </p:nvGrpSpPr>
        <p:grpSpPr>
          <a:xfrm>
            <a:off x="1412178" y="4937064"/>
            <a:ext cx="1506670" cy="362920"/>
            <a:chOff x="9279977" y="4138107"/>
            <a:chExt cx="1506670" cy="362920"/>
          </a:xfrm>
        </p:grpSpPr>
        <mc:AlternateContent xmlns:mc="http://schemas.openxmlformats.org/markup-compatibility/2006" xmlns:a14="http://schemas.microsoft.com/office/drawing/2010/main">
          <mc:Choice Requires="a14">
            <p:sp>
              <p:nvSpPr>
                <p:cNvPr id="98" name="CaixaDeTexto 97">
                  <a:extLst>
                    <a:ext uri="{FF2B5EF4-FFF2-40B4-BE49-F238E27FC236}">
                      <a16:creationId xmlns:a16="http://schemas.microsoft.com/office/drawing/2014/main" id="{DFBBF81D-93A5-D2CD-7B92-CAEC396F052B}"/>
                    </a:ext>
                  </a:extLst>
                </p:cNvPr>
                <p:cNvSpPr txBox="1"/>
                <p:nvPr/>
              </p:nvSpPr>
              <p:spPr>
                <a:xfrm>
                  <a:off x="10377283" y="4138107"/>
                  <a:ext cx="409364" cy="362920"/>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en-US" sz="1400" i="1" smtClean="0">
                                <a:latin typeface="Cambria Math" panose="02040503050406030204" pitchFamily="18" charset="0"/>
                              </a:rPr>
                              <m:t>𝐽</m:t>
                            </m:r>
                          </m:e>
                          <m:sub>
                            <m:r>
                              <a:rPr lang="en-US" sz="1400" i="1" smtClean="0">
                                <a:latin typeface="Cambria Math" panose="02040503050406030204" pitchFamily="18" charset="0"/>
                              </a:rPr>
                              <m:t>0</m:t>
                            </m:r>
                          </m:sub>
                          <m:sup>
                            <m:r>
                              <a:rPr lang="pt-BR" sz="1400" b="0" i="1" smtClean="0">
                                <a:latin typeface="Cambria Math" panose="02040503050406030204" pitchFamily="18" charset="0"/>
                              </a:rPr>
                              <m:t>(</m:t>
                            </m:r>
                            <m:r>
                              <a:rPr lang="pt-BR" sz="1400" b="0" i="1" smtClean="0">
                                <a:latin typeface="Cambria Math" panose="02040503050406030204" pitchFamily="18" charset="0"/>
                              </a:rPr>
                              <m:t>𝑞</m:t>
                            </m:r>
                            <m:r>
                              <a:rPr lang="pt-BR" sz="1400" b="0" i="1" smtClean="0">
                                <a:latin typeface="Cambria Math" panose="02040503050406030204" pitchFamily="18" charset="0"/>
                              </a:rPr>
                              <m:t>)</m:t>
                            </m:r>
                          </m:sup>
                        </m:sSubSup>
                      </m:oMath>
                    </m:oMathPara>
                  </a14:m>
                  <a:endParaRPr lang="pt-BR" sz="1400"/>
                </a:p>
              </p:txBody>
            </p:sp>
          </mc:Choice>
          <mc:Fallback xmlns="">
            <p:sp>
              <p:nvSpPr>
                <p:cNvPr id="98" name="CaixaDeTexto 97">
                  <a:extLst>
                    <a:ext uri="{FF2B5EF4-FFF2-40B4-BE49-F238E27FC236}">
                      <a16:creationId xmlns:a16="http://schemas.microsoft.com/office/drawing/2014/main" id="{DFBBF81D-93A5-D2CD-7B92-CAEC396F052B}"/>
                    </a:ext>
                  </a:extLst>
                </p:cNvPr>
                <p:cNvSpPr txBox="1">
                  <a:spLocks noRot="1" noChangeAspect="1" noMove="1" noResize="1" noEditPoints="1" noAdjustHandles="1" noChangeArrowheads="1" noChangeShapeType="1" noTextEdit="1"/>
                </p:cNvSpPr>
                <p:nvPr/>
              </p:nvSpPr>
              <p:spPr>
                <a:xfrm>
                  <a:off x="10377283" y="4138107"/>
                  <a:ext cx="409364" cy="362920"/>
                </a:xfrm>
                <a:prstGeom prst="rect">
                  <a:avLst/>
                </a:prstGeom>
                <a:blipFill>
                  <a:blip r:embed="rId20"/>
                  <a:stretch>
                    <a:fillRect r="-1493" b="-1695"/>
                  </a:stretch>
                </a:blipFill>
              </p:spPr>
              <p:txBody>
                <a:bodyPr/>
                <a:lstStyle/>
                <a:p>
                  <a:r>
                    <a:rPr lang="pt-BR">
                      <a:noFill/>
                    </a:rPr>
                    <a:t> </a:t>
                  </a:r>
                </a:p>
              </p:txBody>
            </p:sp>
          </mc:Fallback>
        </mc:AlternateContent>
        <p:cxnSp>
          <p:nvCxnSpPr>
            <p:cNvPr id="99" name="Conector de Seta Reta 98">
              <a:extLst>
                <a:ext uri="{FF2B5EF4-FFF2-40B4-BE49-F238E27FC236}">
                  <a16:creationId xmlns:a16="http://schemas.microsoft.com/office/drawing/2014/main" id="{DB53F0AE-A557-3169-55F8-9E3FF8389E5F}"/>
                </a:ext>
              </a:extLst>
            </p:cNvPr>
            <p:cNvCxnSpPr/>
            <p:nvPr/>
          </p:nvCxnSpPr>
          <p:spPr>
            <a:xfrm>
              <a:off x="9788632" y="4342248"/>
              <a:ext cx="52161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0" name="Retângulo: Cantos Arredondados 99">
              <a:extLst>
                <a:ext uri="{FF2B5EF4-FFF2-40B4-BE49-F238E27FC236}">
                  <a16:creationId xmlns:a16="http://schemas.microsoft.com/office/drawing/2014/main" id="{54E8AE2E-CFC1-0385-114D-1F467BB3334F}"/>
                </a:ext>
              </a:extLst>
            </p:cNvPr>
            <p:cNvSpPr/>
            <p:nvPr/>
          </p:nvSpPr>
          <p:spPr>
            <a:xfrm>
              <a:off x="9279977" y="4205848"/>
              <a:ext cx="360040" cy="254726"/>
            </a:xfrm>
            <a:prstGeom prst="roundRect">
              <a:avLst>
                <a:gd name="adj" fmla="val 9934"/>
              </a:avLst>
            </a:prstGeom>
            <a:noFill/>
            <a:ln w="12700">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101" name="Agrupar 100">
            <a:extLst>
              <a:ext uri="{FF2B5EF4-FFF2-40B4-BE49-F238E27FC236}">
                <a16:creationId xmlns:a16="http://schemas.microsoft.com/office/drawing/2014/main" id="{76137C8F-2E39-ED4E-3CFA-AD6C22EFB65E}"/>
              </a:ext>
            </a:extLst>
          </p:cNvPr>
          <p:cNvGrpSpPr/>
          <p:nvPr/>
        </p:nvGrpSpPr>
        <p:grpSpPr>
          <a:xfrm>
            <a:off x="1137872" y="5616699"/>
            <a:ext cx="2030502" cy="971158"/>
            <a:chOff x="985486" y="4706693"/>
            <a:chExt cx="2030502" cy="971158"/>
          </a:xfrm>
        </p:grpSpPr>
        <mc:AlternateContent xmlns:mc="http://schemas.openxmlformats.org/markup-compatibility/2006" xmlns:a14="http://schemas.microsoft.com/office/drawing/2010/main">
          <mc:Choice Requires="a14">
            <p:sp>
              <p:nvSpPr>
                <p:cNvPr id="102" name="CaixaDeTexto 101">
                  <a:extLst>
                    <a:ext uri="{FF2B5EF4-FFF2-40B4-BE49-F238E27FC236}">
                      <a16:creationId xmlns:a16="http://schemas.microsoft.com/office/drawing/2014/main" id="{83AA3460-2D1E-5167-1E60-D9A3272FE2A4}"/>
                    </a:ext>
                  </a:extLst>
                </p:cNvPr>
                <p:cNvSpPr txBox="1"/>
                <p:nvPr/>
              </p:nvSpPr>
              <p:spPr>
                <a:xfrm>
                  <a:off x="1290257" y="5096693"/>
                  <a:ext cx="1725731" cy="307777"/>
                </a:xfrm>
                <a:prstGeom prst="rect">
                  <a:avLst/>
                </a:prstGeom>
                <a:noFill/>
              </p:spPr>
              <p:txBody>
                <a:bodyPr wrap="square">
                  <a:spAutoFit/>
                </a:bodyPr>
                <a:lstStyle>
                  <a:defPPr>
                    <a:defRPr lang="pt-BR"/>
                  </a:defPPr>
                  <a:lvl1pPr>
                    <a:defRPr sz="1600"/>
                  </a:lvl1pPr>
                </a:lstStyle>
                <a:p>
                  <a:r>
                    <a:rPr lang="en-US" sz="1400"/>
                    <a:t>Conductor </a:t>
                  </a:r>
                  <a14:m>
                    <m:oMath xmlns:m="http://schemas.openxmlformats.org/officeDocument/2006/math">
                      <m:r>
                        <a:rPr lang="en-US" sz="1400" i="1" smtClean="0">
                          <a:latin typeface="Cambria Math" panose="02040503050406030204" pitchFamily="18" charset="0"/>
                        </a:rPr>
                        <m:t>(</m:t>
                      </m:r>
                      <m:r>
                        <a:rPr lang="en-US" sz="1400" i="1" smtClean="0">
                          <a:latin typeface="Cambria Math" panose="02040503050406030204" pitchFamily="18" charset="0"/>
                        </a:rPr>
                        <m:t>𝑞</m:t>
                      </m:r>
                      <m:r>
                        <a:rPr lang="en-US" sz="1400" i="1" smtClean="0">
                          <a:latin typeface="Cambria Math" panose="02040503050406030204" pitchFamily="18" charset="0"/>
                        </a:rPr>
                        <m:t>)</m:t>
                      </m:r>
                    </m:oMath>
                  </a14:m>
                  <a:endParaRPr lang="pt-BR" sz="1400"/>
                </a:p>
              </p:txBody>
            </p:sp>
          </mc:Choice>
          <mc:Fallback xmlns="">
            <p:sp>
              <p:nvSpPr>
                <p:cNvPr id="102" name="CaixaDeTexto 101">
                  <a:extLst>
                    <a:ext uri="{FF2B5EF4-FFF2-40B4-BE49-F238E27FC236}">
                      <a16:creationId xmlns:a16="http://schemas.microsoft.com/office/drawing/2014/main" id="{83AA3460-2D1E-5167-1E60-D9A3272FE2A4}"/>
                    </a:ext>
                  </a:extLst>
                </p:cNvPr>
                <p:cNvSpPr txBox="1">
                  <a:spLocks noRot="1" noChangeAspect="1" noMove="1" noResize="1" noEditPoints="1" noAdjustHandles="1" noChangeArrowheads="1" noChangeShapeType="1" noTextEdit="1"/>
                </p:cNvSpPr>
                <p:nvPr/>
              </p:nvSpPr>
              <p:spPr>
                <a:xfrm>
                  <a:off x="1290257" y="5096693"/>
                  <a:ext cx="1725731" cy="307777"/>
                </a:xfrm>
                <a:prstGeom prst="rect">
                  <a:avLst/>
                </a:prstGeom>
                <a:blipFill>
                  <a:blip r:embed="rId16"/>
                  <a:stretch>
                    <a:fillRect l="-1060" t="-1961" b="-19608"/>
                  </a:stretch>
                </a:blipFill>
              </p:spPr>
              <p:txBody>
                <a:bodyPr/>
                <a:lstStyle/>
                <a:p>
                  <a:r>
                    <a:rPr lang="pt-BR">
                      <a:noFill/>
                    </a:rPr>
                    <a:t> </a:t>
                  </a:r>
                </a:p>
              </p:txBody>
            </p:sp>
          </mc:Fallback>
        </mc:AlternateContent>
        <p:cxnSp>
          <p:nvCxnSpPr>
            <p:cNvPr id="104" name="Conector de Seta Reta 103">
              <a:extLst>
                <a:ext uri="{FF2B5EF4-FFF2-40B4-BE49-F238E27FC236}">
                  <a16:creationId xmlns:a16="http://schemas.microsoft.com/office/drawing/2014/main" id="{45A27DB3-93A4-B262-EA4C-CC23AC2EE61F}"/>
                </a:ext>
              </a:extLst>
            </p:cNvPr>
            <p:cNvCxnSpPr>
              <a:cxnSpLocks/>
            </p:cNvCxnSpPr>
            <p:nvPr/>
          </p:nvCxnSpPr>
          <p:spPr>
            <a:xfrm>
              <a:off x="1415480" y="4706693"/>
              <a:ext cx="0" cy="3546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6" name="CaixaDeTexto 105">
                  <a:extLst>
                    <a:ext uri="{FF2B5EF4-FFF2-40B4-BE49-F238E27FC236}">
                      <a16:creationId xmlns:a16="http://schemas.microsoft.com/office/drawing/2014/main" id="{B99AC613-4118-7EE3-DDFA-A1D64F5CB531}"/>
                    </a:ext>
                  </a:extLst>
                </p:cNvPr>
                <p:cNvSpPr txBox="1"/>
                <p:nvPr/>
              </p:nvSpPr>
              <p:spPr>
                <a:xfrm>
                  <a:off x="985486" y="5370074"/>
                  <a:ext cx="1725731" cy="307777"/>
                </a:xfrm>
                <a:prstGeom prst="rect">
                  <a:avLst/>
                </a:prstGeom>
                <a:noFill/>
              </p:spPr>
              <p:txBody>
                <a:bodyPr wrap="square">
                  <a:spAutoFit/>
                </a:bodyPr>
                <a:lstStyle>
                  <a:defPPr>
                    <a:defRPr lang="pt-BR"/>
                  </a:defPPr>
                  <a:lvl1pPr>
                    <a:defRPr sz="1600"/>
                  </a:lvl1pPr>
                </a:lstStyle>
                <a:p>
                  <a:r>
                    <a:rPr lang="en-US" sz="1400"/>
                    <a:t>Conductor </a:t>
                  </a:r>
                  <a14:m>
                    <m:oMath xmlns:m="http://schemas.openxmlformats.org/officeDocument/2006/math">
                      <m:r>
                        <a:rPr lang="en-US" sz="1400" i="1" smtClean="0">
                          <a:latin typeface="Cambria Math" panose="02040503050406030204" pitchFamily="18" charset="0"/>
                        </a:rPr>
                        <m:t>(</m:t>
                      </m:r>
                      <m:r>
                        <a:rPr lang="en-US" sz="1400" i="1" smtClean="0">
                          <a:latin typeface="Cambria Math" panose="02040503050406030204" pitchFamily="18" charset="0"/>
                        </a:rPr>
                        <m:t>𝑝</m:t>
                      </m:r>
                      <m:r>
                        <a:rPr lang="en-US" sz="1400" i="1" smtClean="0">
                          <a:latin typeface="Cambria Math" panose="02040503050406030204" pitchFamily="18" charset="0"/>
                        </a:rPr>
                        <m:t>)</m:t>
                      </m:r>
                    </m:oMath>
                  </a14:m>
                  <a:endParaRPr lang="pt-BR" sz="1400"/>
                </a:p>
              </p:txBody>
            </p:sp>
          </mc:Choice>
          <mc:Fallback xmlns="">
            <p:sp>
              <p:nvSpPr>
                <p:cNvPr id="106" name="CaixaDeTexto 105">
                  <a:extLst>
                    <a:ext uri="{FF2B5EF4-FFF2-40B4-BE49-F238E27FC236}">
                      <a16:creationId xmlns:a16="http://schemas.microsoft.com/office/drawing/2014/main" id="{B99AC613-4118-7EE3-DDFA-A1D64F5CB531}"/>
                    </a:ext>
                  </a:extLst>
                </p:cNvPr>
                <p:cNvSpPr txBox="1">
                  <a:spLocks noRot="1" noChangeAspect="1" noMove="1" noResize="1" noEditPoints="1" noAdjustHandles="1" noChangeArrowheads="1" noChangeShapeType="1" noTextEdit="1"/>
                </p:cNvSpPr>
                <p:nvPr/>
              </p:nvSpPr>
              <p:spPr>
                <a:xfrm>
                  <a:off x="985486" y="5370074"/>
                  <a:ext cx="1725731" cy="307777"/>
                </a:xfrm>
                <a:prstGeom prst="rect">
                  <a:avLst/>
                </a:prstGeom>
                <a:blipFill>
                  <a:blip r:embed="rId21"/>
                  <a:stretch>
                    <a:fillRect l="-1060" t="-3922" b="-19608"/>
                  </a:stretch>
                </a:blipFill>
              </p:spPr>
              <p:txBody>
                <a:bodyPr/>
                <a:lstStyle/>
                <a:p>
                  <a:r>
                    <a:rPr lang="pt-BR">
                      <a:noFill/>
                    </a:rPr>
                    <a:t> </a:t>
                  </a:r>
                </a:p>
              </p:txBody>
            </p:sp>
          </mc:Fallback>
        </mc:AlternateContent>
        <p:cxnSp>
          <p:nvCxnSpPr>
            <p:cNvPr id="107" name="Conector de Seta Reta 106">
              <a:extLst>
                <a:ext uri="{FF2B5EF4-FFF2-40B4-BE49-F238E27FC236}">
                  <a16:creationId xmlns:a16="http://schemas.microsoft.com/office/drawing/2014/main" id="{7A2C01A6-DE12-BB7F-C392-C37A9908AD7A}"/>
                </a:ext>
              </a:extLst>
            </p:cNvPr>
            <p:cNvCxnSpPr>
              <a:cxnSpLocks/>
            </p:cNvCxnSpPr>
            <p:nvPr/>
          </p:nvCxnSpPr>
          <p:spPr>
            <a:xfrm>
              <a:off x="1110709" y="4713925"/>
              <a:ext cx="0" cy="6208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99146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7" grpId="0"/>
      <p:bldP spid="10" grpId="0"/>
      <p:bldP spid="11" grpId="0"/>
      <p:bldP spid="9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Agrupar 36">
            <a:extLst>
              <a:ext uri="{FF2B5EF4-FFF2-40B4-BE49-F238E27FC236}">
                <a16:creationId xmlns:a16="http://schemas.microsoft.com/office/drawing/2014/main" id="{DC6DB741-547A-8C6B-0E4E-DC93E3754B78}"/>
              </a:ext>
            </a:extLst>
          </p:cNvPr>
          <p:cNvGrpSpPr/>
          <p:nvPr/>
        </p:nvGrpSpPr>
        <p:grpSpPr>
          <a:xfrm>
            <a:off x="648139" y="1954230"/>
            <a:ext cx="10992477" cy="4201063"/>
            <a:chOff x="648139" y="1954230"/>
            <a:chExt cx="10992477" cy="4201063"/>
          </a:xfrm>
        </p:grpSpPr>
        <p:grpSp>
          <p:nvGrpSpPr>
            <p:cNvPr id="73" name="Agrupar 72">
              <a:extLst>
                <a:ext uri="{FF2B5EF4-FFF2-40B4-BE49-F238E27FC236}">
                  <a16:creationId xmlns:a16="http://schemas.microsoft.com/office/drawing/2014/main" id="{6259D298-4372-8E4E-54B5-F43FCFCFE086}"/>
                </a:ext>
              </a:extLst>
            </p:cNvPr>
            <p:cNvGrpSpPr/>
            <p:nvPr/>
          </p:nvGrpSpPr>
          <p:grpSpPr>
            <a:xfrm>
              <a:off x="648139" y="1954230"/>
              <a:ext cx="10992477" cy="4201063"/>
              <a:chOff x="599157" y="1954230"/>
              <a:chExt cx="10992477" cy="4201063"/>
            </a:xfrm>
          </p:grpSpPr>
          <p:pic>
            <p:nvPicPr>
              <p:cNvPr id="69" name="Gráfico 68">
                <a:extLst>
                  <a:ext uri="{FF2B5EF4-FFF2-40B4-BE49-F238E27FC236}">
                    <a16:creationId xmlns:a16="http://schemas.microsoft.com/office/drawing/2014/main" id="{BE928D1C-AC8B-F923-80C1-C79847D0BD95}"/>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000" t="10323" r="6504" b="1351"/>
              <a:stretch/>
            </p:blipFill>
            <p:spPr>
              <a:xfrm>
                <a:off x="6299046" y="2219394"/>
                <a:ext cx="5292588" cy="3878421"/>
              </a:xfrm>
              <a:prstGeom prst="rect">
                <a:avLst/>
              </a:prstGeom>
            </p:spPr>
          </p:pic>
          <p:pic>
            <p:nvPicPr>
              <p:cNvPr id="71" name="Gráfico 70">
                <a:extLst>
                  <a:ext uri="{FF2B5EF4-FFF2-40B4-BE49-F238E27FC236}">
                    <a16:creationId xmlns:a16="http://schemas.microsoft.com/office/drawing/2014/main" id="{98548C5C-FF4C-6630-93C6-B16368D95A53}"/>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1671" t="11674" r="7832"/>
              <a:stretch/>
            </p:blipFill>
            <p:spPr>
              <a:xfrm>
                <a:off x="599157" y="2276872"/>
                <a:ext cx="5292588" cy="3878421"/>
              </a:xfrm>
              <a:prstGeom prst="rect">
                <a:avLst/>
              </a:prstGeom>
            </p:spPr>
          </p:pic>
          <p:sp>
            <p:nvSpPr>
              <p:cNvPr id="72" name="Retângulo 71">
                <a:extLst>
                  <a:ext uri="{FF2B5EF4-FFF2-40B4-BE49-F238E27FC236}">
                    <a16:creationId xmlns:a16="http://schemas.microsoft.com/office/drawing/2014/main" id="{9D3C9934-751B-7E33-684D-BBDD4A3B5B1B}"/>
                  </a:ext>
                </a:extLst>
              </p:cNvPr>
              <p:cNvSpPr/>
              <p:nvPr/>
            </p:nvSpPr>
            <p:spPr>
              <a:xfrm>
                <a:off x="9624392" y="1954230"/>
                <a:ext cx="363675" cy="1800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35" name="Retângulo 34">
              <a:extLst>
                <a:ext uri="{FF2B5EF4-FFF2-40B4-BE49-F238E27FC236}">
                  <a16:creationId xmlns:a16="http://schemas.microsoft.com/office/drawing/2014/main" id="{521DDD0D-51C3-EEB4-0CD8-F69650CAFD8A}"/>
                </a:ext>
              </a:extLst>
            </p:cNvPr>
            <p:cNvSpPr/>
            <p:nvPr/>
          </p:nvSpPr>
          <p:spPr>
            <a:xfrm>
              <a:off x="8184232" y="2117355"/>
              <a:ext cx="3240360" cy="1440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6">
            <a:extLst>
              <a:ext uri="{96DAC541-7B7A-43D3-8B79-37D633B846F1}">
                <asvg:svgBlip xmlns:asvg="http://schemas.microsoft.com/office/drawing/2016/SVG/main" r:embed="rId7"/>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31</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2880271"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Bifilar Line</a:t>
            </a:r>
            <a:endParaRPr lang="pt-BR" sz="2000">
              <a:ln w="0"/>
              <a:effectLst>
                <a:outerShdw blurRad="38100" dist="19050" dir="2700000" algn="tl" rotWithShape="0">
                  <a:schemeClr val="dk1">
                    <a:alpha val="40000"/>
                  </a:schemeClr>
                </a:outerShdw>
              </a:effectLst>
            </a:endParaRP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1800152" cy="307777"/>
          </a:xfrm>
          <a:prstGeom prst="rect">
            <a:avLst/>
          </a:prstGeom>
          <a:noFill/>
        </p:spPr>
        <p:txBody>
          <a:bodyPr wrap="square">
            <a:spAutoFit/>
          </a:bodyPr>
          <a:lstStyle/>
          <a:p>
            <a:pPr algn="l" rtl="0" eaLnBrk="1" latinLnBrk="0" hangingPunct="1">
              <a:spcBef>
                <a:spcPts val="0"/>
              </a:spcBef>
              <a:spcAft>
                <a:spcPts val="0"/>
              </a:spcAft>
              <a:buClrTx/>
              <a:buSzPts val="1800"/>
            </a:pPr>
            <a:r>
              <a:rPr lang="pt-BR" sz="1400" kern="1200">
                <a:solidFill>
                  <a:srgbClr val="0070C0"/>
                </a:solidFill>
                <a:effectLst/>
                <a:latin typeface="Arial Black" panose="020B0A04020102020204" pitchFamily="34" charset="0"/>
                <a:ea typeface="+mn-ea"/>
                <a:cs typeface="+mn-cs"/>
              </a:rPr>
              <a:t>Examples</a:t>
            </a:r>
            <a:endParaRPr lang="pt-BR" sz="1400">
              <a:solidFill>
                <a:srgbClr val="0070C0"/>
              </a:solidFill>
              <a:latin typeface="Arial Black" panose="020B0A04020102020204" pitchFamily="34" charset="0"/>
            </a:endParaRPr>
          </a:p>
        </p:txBody>
      </p:sp>
      <p:grpSp>
        <p:nvGrpSpPr>
          <p:cNvPr id="7" name="Agrupar 6">
            <a:extLst>
              <a:ext uri="{FF2B5EF4-FFF2-40B4-BE49-F238E27FC236}">
                <a16:creationId xmlns:a16="http://schemas.microsoft.com/office/drawing/2014/main" id="{13B2D9B9-E0CB-8F71-A186-E0181FF06A11}"/>
              </a:ext>
            </a:extLst>
          </p:cNvPr>
          <p:cNvGrpSpPr/>
          <p:nvPr/>
        </p:nvGrpSpPr>
        <p:grpSpPr>
          <a:xfrm>
            <a:off x="1676175" y="2699129"/>
            <a:ext cx="1467497" cy="291298"/>
            <a:chOff x="1604167" y="2702395"/>
            <a:chExt cx="1467497" cy="291298"/>
          </a:xfrm>
        </p:grpSpPr>
        <p:sp>
          <p:nvSpPr>
            <p:cNvPr id="5" name="Retângulo 4">
              <a:extLst>
                <a:ext uri="{FF2B5EF4-FFF2-40B4-BE49-F238E27FC236}">
                  <a16:creationId xmlns:a16="http://schemas.microsoft.com/office/drawing/2014/main" id="{78E868B1-D7F2-0274-FD4D-C4416085B4E9}"/>
                </a:ext>
              </a:extLst>
            </p:cNvPr>
            <p:cNvSpPr/>
            <p:nvPr/>
          </p:nvSpPr>
          <p:spPr>
            <a:xfrm>
              <a:off x="1633028" y="2771146"/>
              <a:ext cx="934580" cy="15379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B40F7ACA-6FC0-F7F9-73A3-908D823ED7D3}"/>
                    </a:ext>
                  </a:extLst>
                </p:cNvPr>
                <p:cNvSpPr txBox="1"/>
                <p:nvPr/>
              </p:nvSpPr>
              <p:spPr>
                <a:xfrm>
                  <a:off x="1604167" y="2702395"/>
                  <a:ext cx="1467497" cy="291298"/>
                </a:xfrm>
                <a:prstGeom prst="rect">
                  <a:avLst/>
                </a:prstGeom>
                <a:noFill/>
              </p:spPr>
              <p:txBody>
                <a:bodyPr wrap="square" rtlCol="0">
                  <a:spAutoFit/>
                </a:bodyPr>
                <a:lstStyle/>
                <a:p>
                  <a:r>
                    <a:rPr lang="pt-BR" sz="1200"/>
                    <a:t>MoM-SO (</a:t>
                  </a:r>
                  <a14:m>
                    <m:oMath xmlns:m="http://schemas.openxmlformats.org/officeDocument/2006/math">
                      <m:sSub>
                        <m:sSubPr>
                          <m:ctrlPr>
                            <a:rPr lang="pt-BR" sz="1200" i="1" smtClean="0">
                              <a:latin typeface="Cambria Math" panose="02040503050406030204" pitchFamily="18" charset="0"/>
                            </a:rPr>
                          </m:ctrlPr>
                        </m:sSubPr>
                        <m:e>
                          <m:r>
                            <a:rPr lang="pt-BR" sz="1200" i="1" smtClean="0">
                              <a:latin typeface="Cambria Math" panose="02040503050406030204" pitchFamily="18" charset="0"/>
                            </a:rPr>
                            <m:t>𝑁</m:t>
                          </m:r>
                        </m:e>
                        <m:sub>
                          <m:r>
                            <a:rPr lang="pt-BR" sz="1200" i="1" smtClean="0">
                              <a:latin typeface="Cambria Math" panose="02040503050406030204" pitchFamily="18" charset="0"/>
                            </a:rPr>
                            <m:t>𝑝</m:t>
                          </m:r>
                        </m:sub>
                      </m:sSub>
                      <m:r>
                        <a:rPr lang="pt-BR" sz="1200" i="1" smtClean="0">
                          <a:latin typeface="Cambria Math" panose="02040503050406030204" pitchFamily="18" charset="0"/>
                        </a:rPr>
                        <m:t>=1</m:t>
                      </m:r>
                    </m:oMath>
                  </a14:m>
                  <a:r>
                    <a:rPr lang="pt-BR" sz="1200"/>
                    <a:t>)</a:t>
                  </a:r>
                </a:p>
              </p:txBody>
            </p:sp>
          </mc:Choice>
          <mc:Fallback xmlns="">
            <p:sp>
              <p:nvSpPr>
                <p:cNvPr id="3" name="CaixaDeTexto 2">
                  <a:extLst>
                    <a:ext uri="{FF2B5EF4-FFF2-40B4-BE49-F238E27FC236}">
                      <a16:creationId xmlns:a16="http://schemas.microsoft.com/office/drawing/2014/main" id="{B40F7ACA-6FC0-F7F9-73A3-908D823ED7D3}"/>
                    </a:ext>
                  </a:extLst>
                </p:cNvPr>
                <p:cNvSpPr txBox="1">
                  <a:spLocks noRot="1" noChangeAspect="1" noMove="1" noResize="1" noEditPoints="1" noAdjustHandles="1" noChangeArrowheads="1" noChangeShapeType="1" noTextEdit="1"/>
                </p:cNvSpPr>
                <p:nvPr/>
              </p:nvSpPr>
              <p:spPr>
                <a:xfrm>
                  <a:off x="1604167" y="2702395"/>
                  <a:ext cx="1467497" cy="291298"/>
                </a:xfrm>
                <a:prstGeom prst="rect">
                  <a:avLst/>
                </a:prstGeom>
                <a:blipFill>
                  <a:blip r:embed="rId8"/>
                  <a:stretch>
                    <a:fillRect l="-415" b="-12500"/>
                  </a:stretch>
                </a:blipFill>
              </p:spPr>
              <p:txBody>
                <a:bodyPr/>
                <a:lstStyle/>
                <a:p>
                  <a:r>
                    <a:rPr lang="pt-BR">
                      <a:noFill/>
                    </a:rPr>
                    <a:t> </a:t>
                  </a:r>
                </a:p>
              </p:txBody>
            </p:sp>
          </mc:Fallback>
        </mc:AlternateContent>
      </p:grpSp>
      <p:grpSp>
        <p:nvGrpSpPr>
          <p:cNvPr id="10" name="Agrupar 9">
            <a:extLst>
              <a:ext uri="{FF2B5EF4-FFF2-40B4-BE49-F238E27FC236}">
                <a16:creationId xmlns:a16="http://schemas.microsoft.com/office/drawing/2014/main" id="{3A290E40-F056-0C55-ED18-A8AD31B33071}"/>
              </a:ext>
            </a:extLst>
          </p:cNvPr>
          <p:cNvGrpSpPr/>
          <p:nvPr/>
        </p:nvGrpSpPr>
        <p:grpSpPr>
          <a:xfrm>
            <a:off x="9660396" y="2705654"/>
            <a:ext cx="1467497" cy="291298"/>
            <a:chOff x="1604167" y="2708920"/>
            <a:chExt cx="1467497" cy="291298"/>
          </a:xfrm>
        </p:grpSpPr>
        <p:sp>
          <p:nvSpPr>
            <p:cNvPr id="11" name="Retângulo 10">
              <a:extLst>
                <a:ext uri="{FF2B5EF4-FFF2-40B4-BE49-F238E27FC236}">
                  <a16:creationId xmlns:a16="http://schemas.microsoft.com/office/drawing/2014/main" id="{F859AFDF-88E7-77BB-1B95-297278A2DE91}"/>
                </a:ext>
              </a:extLst>
            </p:cNvPr>
            <p:cNvSpPr/>
            <p:nvPr/>
          </p:nvSpPr>
          <p:spPr>
            <a:xfrm>
              <a:off x="1703512" y="2780928"/>
              <a:ext cx="756084" cy="1440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0EF517A4-9664-59AE-270C-0D8C839A5C00}"/>
                    </a:ext>
                  </a:extLst>
                </p:cNvPr>
                <p:cNvSpPr txBox="1"/>
                <p:nvPr/>
              </p:nvSpPr>
              <p:spPr>
                <a:xfrm>
                  <a:off x="1604167" y="2708920"/>
                  <a:ext cx="1467497" cy="291298"/>
                </a:xfrm>
                <a:prstGeom prst="rect">
                  <a:avLst/>
                </a:prstGeom>
                <a:noFill/>
              </p:spPr>
              <p:txBody>
                <a:bodyPr wrap="square" rtlCol="0">
                  <a:spAutoFit/>
                </a:bodyPr>
                <a:lstStyle/>
                <a:p>
                  <a:r>
                    <a:rPr lang="pt-BR" sz="1200"/>
                    <a:t>MoM-SO (</a:t>
                  </a:r>
                  <a14:m>
                    <m:oMath xmlns:m="http://schemas.openxmlformats.org/officeDocument/2006/math">
                      <m:sSub>
                        <m:sSubPr>
                          <m:ctrlPr>
                            <a:rPr lang="pt-BR" sz="1200" i="1" smtClean="0">
                              <a:latin typeface="Cambria Math" panose="02040503050406030204" pitchFamily="18" charset="0"/>
                            </a:rPr>
                          </m:ctrlPr>
                        </m:sSubPr>
                        <m:e>
                          <m:r>
                            <a:rPr lang="pt-BR" sz="1200" i="1" smtClean="0">
                              <a:latin typeface="Cambria Math" panose="02040503050406030204" pitchFamily="18" charset="0"/>
                            </a:rPr>
                            <m:t>𝑁</m:t>
                          </m:r>
                        </m:e>
                        <m:sub>
                          <m:r>
                            <a:rPr lang="pt-BR" sz="1200" i="1" smtClean="0">
                              <a:latin typeface="Cambria Math" panose="02040503050406030204" pitchFamily="18" charset="0"/>
                            </a:rPr>
                            <m:t>𝑝</m:t>
                          </m:r>
                        </m:sub>
                      </m:sSub>
                      <m:r>
                        <a:rPr lang="pt-BR" sz="1200" i="1" smtClean="0">
                          <a:latin typeface="Cambria Math" panose="02040503050406030204" pitchFamily="18" charset="0"/>
                        </a:rPr>
                        <m:t>=1</m:t>
                      </m:r>
                    </m:oMath>
                  </a14:m>
                  <a:r>
                    <a:rPr lang="pt-BR" sz="1200"/>
                    <a:t>)</a:t>
                  </a:r>
                </a:p>
              </p:txBody>
            </p:sp>
          </mc:Choice>
          <mc:Fallback xmlns="">
            <p:sp>
              <p:nvSpPr>
                <p:cNvPr id="12" name="CaixaDeTexto 11">
                  <a:extLst>
                    <a:ext uri="{FF2B5EF4-FFF2-40B4-BE49-F238E27FC236}">
                      <a16:creationId xmlns:a16="http://schemas.microsoft.com/office/drawing/2014/main" id="{0EF517A4-9664-59AE-270C-0D8C839A5C00}"/>
                    </a:ext>
                  </a:extLst>
                </p:cNvPr>
                <p:cNvSpPr txBox="1">
                  <a:spLocks noRot="1" noChangeAspect="1" noMove="1" noResize="1" noEditPoints="1" noAdjustHandles="1" noChangeArrowheads="1" noChangeShapeType="1" noTextEdit="1"/>
                </p:cNvSpPr>
                <p:nvPr/>
              </p:nvSpPr>
              <p:spPr>
                <a:xfrm>
                  <a:off x="1604167" y="2708920"/>
                  <a:ext cx="1467497" cy="291298"/>
                </a:xfrm>
                <a:prstGeom prst="rect">
                  <a:avLst/>
                </a:prstGeom>
                <a:blipFill>
                  <a:blip r:embed="rId9"/>
                  <a:stretch>
                    <a:fillRect l="-417" b="-12500"/>
                  </a:stretch>
                </a:blipFill>
              </p:spPr>
              <p:txBody>
                <a:bodyPr/>
                <a:lstStyle/>
                <a:p>
                  <a:r>
                    <a:rPr lang="pt-BR">
                      <a:noFill/>
                    </a:rPr>
                    <a:t> </a:t>
                  </a:r>
                </a:p>
              </p:txBody>
            </p:sp>
          </mc:Fallback>
        </mc:AlternateContent>
      </p:grpSp>
      <p:grpSp>
        <p:nvGrpSpPr>
          <p:cNvPr id="36" name="Agrupar 35">
            <a:extLst>
              <a:ext uri="{FF2B5EF4-FFF2-40B4-BE49-F238E27FC236}">
                <a16:creationId xmlns:a16="http://schemas.microsoft.com/office/drawing/2014/main" id="{3FE3492E-D514-81EB-5BDB-044328DB9DF9}"/>
              </a:ext>
            </a:extLst>
          </p:cNvPr>
          <p:cNvGrpSpPr/>
          <p:nvPr/>
        </p:nvGrpSpPr>
        <p:grpSpPr>
          <a:xfrm>
            <a:off x="4763852" y="944724"/>
            <a:ext cx="4523503" cy="905131"/>
            <a:chOff x="4763852" y="944724"/>
            <a:chExt cx="4523503" cy="905131"/>
          </a:xfrm>
        </p:grpSpPr>
        <p:sp>
          <p:nvSpPr>
            <p:cNvPr id="15" name="Elipse 14">
              <a:extLst>
                <a:ext uri="{FF2B5EF4-FFF2-40B4-BE49-F238E27FC236}">
                  <a16:creationId xmlns:a16="http://schemas.microsoft.com/office/drawing/2014/main" id="{BA637B0A-A738-20CA-40AA-63B856901DA2}"/>
                </a:ext>
              </a:extLst>
            </p:cNvPr>
            <p:cNvSpPr/>
            <p:nvPr/>
          </p:nvSpPr>
          <p:spPr>
            <a:xfrm>
              <a:off x="4788978" y="1096512"/>
              <a:ext cx="545802" cy="548640"/>
            </a:xfrm>
            <a:prstGeom prst="ellipse">
              <a:avLst/>
            </a:prstGeom>
            <a:solidFill>
              <a:schemeClr val="accent1">
                <a:alpha val="50000"/>
              </a:schemeClr>
            </a:solidFill>
            <a:ln w="19050">
              <a:solidFill>
                <a:schemeClr val="tx2">
                  <a:lumMod val="90000"/>
                  <a:lumOff val="1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sz="1600"/>
            </a:p>
          </p:txBody>
        </p:sp>
        <p:sp>
          <p:nvSpPr>
            <p:cNvPr id="16" name="Elipse 15">
              <a:extLst>
                <a:ext uri="{FF2B5EF4-FFF2-40B4-BE49-F238E27FC236}">
                  <a16:creationId xmlns:a16="http://schemas.microsoft.com/office/drawing/2014/main" id="{09761677-ADDD-FD61-1B19-9A5DAD0ECBD9}"/>
                </a:ext>
              </a:extLst>
            </p:cNvPr>
            <p:cNvSpPr/>
            <p:nvPr/>
          </p:nvSpPr>
          <p:spPr>
            <a:xfrm>
              <a:off x="6878342" y="1090373"/>
              <a:ext cx="545802" cy="548640"/>
            </a:xfrm>
            <a:prstGeom prst="ellipse">
              <a:avLst/>
            </a:prstGeom>
            <a:solidFill>
              <a:schemeClr val="tx2">
                <a:lumMod val="50000"/>
                <a:lumOff val="50000"/>
                <a:alpha val="50000"/>
              </a:schemeClr>
            </a:solidFill>
            <a:ln w="19050">
              <a:solidFill>
                <a:schemeClr val="accent1">
                  <a:lumMod val="60000"/>
                  <a:lumOff val="4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sz="1600"/>
            </a:p>
          </p:txBody>
        </p:sp>
        <p:sp>
          <p:nvSpPr>
            <p:cNvPr id="18" name="Elipse 17">
              <a:extLst>
                <a:ext uri="{FF2B5EF4-FFF2-40B4-BE49-F238E27FC236}">
                  <a16:creationId xmlns:a16="http://schemas.microsoft.com/office/drawing/2014/main" id="{32803960-956F-32D0-E6DA-092AAFF9923D}"/>
                </a:ext>
              </a:extLst>
            </p:cNvPr>
            <p:cNvSpPr/>
            <p:nvPr/>
          </p:nvSpPr>
          <p:spPr>
            <a:xfrm>
              <a:off x="7138839" y="1337310"/>
              <a:ext cx="24809" cy="2366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00"/>
            </a:p>
          </p:txBody>
        </p:sp>
        <p:sp>
          <p:nvSpPr>
            <p:cNvPr id="19" name="Elipse 18">
              <a:extLst>
                <a:ext uri="{FF2B5EF4-FFF2-40B4-BE49-F238E27FC236}">
                  <a16:creationId xmlns:a16="http://schemas.microsoft.com/office/drawing/2014/main" id="{A4F40DCD-B092-F6E4-8AEC-25D16C18A91F}"/>
                </a:ext>
              </a:extLst>
            </p:cNvPr>
            <p:cNvSpPr/>
            <p:nvPr/>
          </p:nvSpPr>
          <p:spPr>
            <a:xfrm>
              <a:off x="5047686" y="1338895"/>
              <a:ext cx="24809" cy="2366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00"/>
            </a:p>
          </p:txBody>
        </p:sp>
        <p:cxnSp>
          <p:nvCxnSpPr>
            <p:cNvPr id="20" name="Conector de Seta Reta 19">
              <a:extLst>
                <a:ext uri="{FF2B5EF4-FFF2-40B4-BE49-F238E27FC236}">
                  <a16:creationId xmlns:a16="http://schemas.microsoft.com/office/drawing/2014/main" id="{1FF31AF6-3E57-796A-3687-FE74204D86A9}"/>
                </a:ext>
              </a:extLst>
            </p:cNvPr>
            <p:cNvCxnSpPr>
              <a:cxnSpLocks/>
            </p:cNvCxnSpPr>
            <p:nvPr/>
          </p:nvCxnSpPr>
          <p:spPr>
            <a:xfrm>
              <a:off x="5056457" y="1808820"/>
              <a:ext cx="2091154" cy="0"/>
            </a:xfrm>
            <a:prstGeom prst="straightConnector1">
              <a:avLst/>
            </a:prstGeom>
            <a:ln w="6350">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1" name="Conector reto 20">
              <a:extLst>
                <a:ext uri="{FF2B5EF4-FFF2-40B4-BE49-F238E27FC236}">
                  <a16:creationId xmlns:a16="http://schemas.microsoft.com/office/drawing/2014/main" id="{265C2742-3590-6D6A-89B8-2212B6A847FE}"/>
                </a:ext>
              </a:extLst>
            </p:cNvPr>
            <p:cNvCxnSpPr>
              <a:cxnSpLocks/>
            </p:cNvCxnSpPr>
            <p:nvPr/>
          </p:nvCxnSpPr>
          <p:spPr>
            <a:xfrm flipH="1">
              <a:off x="5056457" y="1410463"/>
              <a:ext cx="3633" cy="434842"/>
            </a:xfrm>
            <a:prstGeom prst="line">
              <a:avLst/>
            </a:prstGeom>
            <a:ln w="6350"/>
          </p:spPr>
          <p:style>
            <a:lnRef idx="1">
              <a:schemeClr val="dk1"/>
            </a:lnRef>
            <a:fillRef idx="0">
              <a:schemeClr val="dk1"/>
            </a:fillRef>
            <a:effectRef idx="0">
              <a:schemeClr val="dk1"/>
            </a:effectRef>
            <a:fontRef idx="minor">
              <a:schemeClr val="tx1"/>
            </a:fontRef>
          </p:style>
        </p:cxnSp>
        <p:cxnSp>
          <p:nvCxnSpPr>
            <p:cNvPr id="22" name="Conector reto 21">
              <a:extLst>
                <a:ext uri="{FF2B5EF4-FFF2-40B4-BE49-F238E27FC236}">
                  <a16:creationId xmlns:a16="http://schemas.microsoft.com/office/drawing/2014/main" id="{FC25529B-F83C-5E19-9C8F-4AD2DEA8FFDC}"/>
                </a:ext>
              </a:extLst>
            </p:cNvPr>
            <p:cNvCxnSpPr>
              <a:cxnSpLocks/>
            </p:cNvCxnSpPr>
            <p:nvPr/>
          </p:nvCxnSpPr>
          <p:spPr>
            <a:xfrm flipH="1">
              <a:off x="7147611" y="1415013"/>
              <a:ext cx="3633" cy="434842"/>
            </a:xfrm>
            <a:prstGeom prst="line">
              <a:avLst/>
            </a:prstGeom>
            <a:ln w="952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B4C844DE-31AB-09F9-8CF7-B79298809E3F}"/>
                    </a:ext>
                  </a:extLst>
                </p:cNvPr>
                <p:cNvSpPr txBox="1"/>
                <p:nvPr/>
              </p:nvSpPr>
              <p:spPr>
                <a:xfrm>
                  <a:off x="5589041" y="1567825"/>
                  <a:ext cx="1059970"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200" b="0" i="1" smtClean="0">
                            <a:latin typeface="Cambria Math" panose="02040503050406030204" pitchFamily="18" charset="0"/>
                          </a:rPr>
                          <m:t>𝑑</m:t>
                        </m:r>
                        <m:r>
                          <a:rPr lang="pt-BR" sz="1200" b="0" i="1" smtClean="0">
                            <a:latin typeface="Cambria Math" panose="02040503050406030204" pitchFamily="18" charset="0"/>
                          </a:rPr>
                          <m:t>=100 </m:t>
                        </m:r>
                        <m:r>
                          <a:rPr lang="pt-BR" sz="1200" b="0" i="1" smtClean="0">
                            <a:latin typeface="Cambria Math" panose="02040503050406030204" pitchFamily="18" charset="0"/>
                          </a:rPr>
                          <m:t>𝑚𝑚</m:t>
                        </m:r>
                      </m:oMath>
                    </m:oMathPara>
                  </a14:m>
                  <a:endParaRPr lang="pt-BR" sz="1200"/>
                </a:p>
              </p:txBody>
            </p:sp>
          </mc:Choice>
          <mc:Fallback xmlns="">
            <p:sp>
              <p:nvSpPr>
                <p:cNvPr id="23" name="CaixaDeTexto 22">
                  <a:extLst>
                    <a:ext uri="{FF2B5EF4-FFF2-40B4-BE49-F238E27FC236}">
                      <a16:creationId xmlns:a16="http://schemas.microsoft.com/office/drawing/2014/main" id="{B4C844DE-31AB-09F9-8CF7-B79298809E3F}"/>
                    </a:ext>
                  </a:extLst>
                </p:cNvPr>
                <p:cNvSpPr txBox="1">
                  <a:spLocks noRot="1" noChangeAspect="1" noMove="1" noResize="1" noEditPoints="1" noAdjustHandles="1" noChangeArrowheads="1" noChangeShapeType="1" noTextEdit="1"/>
                </p:cNvSpPr>
                <p:nvPr/>
              </p:nvSpPr>
              <p:spPr>
                <a:xfrm>
                  <a:off x="5589041" y="1567825"/>
                  <a:ext cx="1059970" cy="276999"/>
                </a:xfrm>
                <a:prstGeom prst="rect">
                  <a:avLst/>
                </a:prstGeom>
                <a:blipFill>
                  <a:blip r:embed="rId10"/>
                  <a:stretch>
                    <a:fillRect/>
                  </a:stretch>
                </a:blipFill>
              </p:spPr>
              <p:txBody>
                <a:bodyPr/>
                <a:lstStyle/>
                <a:p>
                  <a:r>
                    <a:rPr lang="pt-BR">
                      <a:noFill/>
                    </a:rPr>
                    <a:t> </a:t>
                  </a:r>
                </a:p>
              </p:txBody>
            </p:sp>
          </mc:Fallback>
        </mc:AlternateContent>
        <p:grpSp>
          <p:nvGrpSpPr>
            <p:cNvPr id="24" name="Agrupar 23">
              <a:extLst>
                <a:ext uri="{FF2B5EF4-FFF2-40B4-BE49-F238E27FC236}">
                  <a16:creationId xmlns:a16="http://schemas.microsoft.com/office/drawing/2014/main" id="{0E411B90-FC6A-7FE1-1C30-81773C5246FF}"/>
                </a:ext>
              </a:extLst>
            </p:cNvPr>
            <p:cNvGrpSpPr/>
            <p:nvPr/>
          </p:nvGrpSpPr>
          <p:grpSpPr>
            <a:xfrm>
              <a:off x="4857369" y="1039904"/>
              <a:ext cx="409049" cy="305627"/>
              <a:chOff x="161602" y="1426275"/>
              <a:chExt cx="753825" cy="590369"/>
            </a:xfrm>
          </p:grpSpPr>
          <p:cxnSp>
            <p:nvCxnSpPr>
              <p:cNvPr id="33" name="Conector de Seta Reta 32">
                <a:extLst>
                  <a:ext uri="{FF2B5EF4-FFF2-40B4-BE49-F238E27FC236}">
                    <a16:creationId xmlns:a16="http://schemas.microsoft.com/office/drawing/2014/main" id="{CF771486-C284-9A43-44A0-55265DAF91FC}"/>
                  </a:ext>
                </a:extLst>
              </p:cNvPr>
              <p:cNvCxnSpPr>
                <a:cxnSpLocks/>
                <a:stCxn id="19" idx="7"/>
              </p:cNvCxnSpPr>
              <p:nvPr/>
            </p:nvCxnSpPr>
            <p:spPr>
              <a:xfrm flipV="1">
                <a:off x="565980" y="1707620"/>
                <a:ext cx="349447" cy="30902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CaixaDeTexto 33">
                    <a:extLst>
                      <a:ext uri="{FF2B5EF4-FFF2-40B4-BE49-F238E27FC236}">
                        <a16:creationId xmlns:a16="http://schemas.microsoft.com/office/drawing/2014/main" id="{21DA15BB-1756-728D-1D7D-C1794FE758E7}"/>
                      </a:ext>
                    </a:extLst>
                  </p:cNvPr>
                  <p:cNvSpPr txBox="1"/>
                  <p:nvPr/>
                </p:nvSpPr>
                <p:spPr>
                  <a:xfrm>
                    <a:off x="161602" y="1426275"/>
                    <a:ext cx="279169" cy="5626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i="1" smtClean="0">
                                  <a:latin typeface="Cambria Math" panose="02040503050406030204" pitchFamily="18" charset="0"/>
                                </a:rPr>
                                <m:t>𝑝</m:t>
                              </m:r>
                            </m:sub>
                          </m:sSub>
                        </m:oMath>
                      </m:oMathPara>
                    </a14:m>
                    <a:endParaRPr lang="pt-BR" sz="1200"/>
                  </a:p>
                </p:txBody>
              </p:sp>
            </mc:Choice>
            <mc:Fallback xmlns="">
              <p:sp>
                <p:nvSpPr>
                  <p:cNvPr id="34" name="CaixaDeTexto 33">
                    <a:extLst>
                      <a:ext uri="{FF2B5EF4-FFF2-40B4-BE49-F238E27FC236}">
                        <a16:creationId xmlns:a16="http://schemas.microsoft.com/office/drawing/2014/main" id="{21DA15BB-1756-728D-1D7D-C1794FE758E7}"/>
                      </a:ext>
                    </a:extLst>
                  </p:cNvPr>
                  <p:cNvSpPr txBox="1">
                    <a:spLocks noRot="1" noChangeAspect="1" noMove="1" noResize="1" noEditPoints="1" noAdjustHandles="1" noChangeArrowheads="1" noChangeShapeType="1" noTextEdit="1"/>
                  </p:cNvSpPr>
                  <p:nvPr/>
                </p:nvSpPr>
                <p:spPr>
                  <a:xfrm>
                    <a:off x="161602" y="1426275"/>
                    <a:ext cx="279169" cy="562690"/>
                  </a:xfrm>
                  <a:prstGeom prst="rect">
                    <a:avLst/>
                  </a:prstGeom>
                  <a:blipFill>
                    <a:blip r:embed="rId11"/>
                    <a:stretch>
                      <a:fillRect r="-76000"/>
                    </a:stretch>
                  </a:blipFill>
                </p:spPr>
                <p:txBody>
                  <a:bodyPr/>
                  <a:lstStyle/>
                  <a:p>
                    <a:r>
                      <a:rPr lang="pt-BR">
                        <a:noFill/>
                      </a:rPr>
                      <a:t> </a:t>
                    </a:r>
                  </a:p>
                </p:txBody>
              </p:sp>
            </mc:Fallback>
          </mc:AlternateContent>
        </p:grpSp>
        <p:grpSp>
          <p:nvGrpSpPr>
            <p:cNvPr id="25" name="Agrupar 24">
              <a:extLst>
                <a:ext uri="{FF2B5EF4-FFF2-40B4-BE49-F238E27FC236}">
                  <a16:creationId xmlns:a16="http://schemas.microsoft.com/office/drawing/2014/main" id="{E978E7E2-F56D-CF4F-DE20-1AB60F8E7372}"/>
                </a:ext>
              </a:extLst>
            </p:cNvPr>
            <p:cNvGrpSpPr/>
            <p:nvPr/>
          </p:nvGrpSpPr>
          <p:grpSpPr>
            <a:xfrm>
              <a:off x="6976744" y="1009502"/>
              <a:ext cx="379396" cy="329393"/>
              <a:chOff x="372951" y="1396583"/>
              <a:chExt cx="699176" cy="636277"/>
            </a:xfrm>
          </p:grpSpPr>
          <p:cxnSp>
            <p:nvCxnSpPr>
              <p:cNvPr id="31" name="Conector de Seta Reta 30">
                <a:extLst>
                  <a:ext uri="{FF2B5EF4-FFF2-40B4-BE49-F238E27FC236}">
                    <a16:creationId xmlns:a16="http://schemas.microsoft.com/office/drawing/2014/main" id="{F230F752-9082-D123-32A5-435338E4D059}"/>
                  </a:ext>
                </a:extLst>
              </p:cNvPr>
              <p:cNvCxnSpPr>
                <a:cxnSpLocks/>
              </p:cNvCxnSpPr>
              <p:nvPr/>
            </p:nvCxnSpPr>
            <p:spPr>
              <a:xfrm flipV="1">
                <a:off x="719279" y="1717141"/>
                <a:ext cx="352848" cy="3157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CaixaDeTexto 31">
                    <a:extLst>
                      <a:ext uri="{FF2B5EF4-FFF2-40B4-BE49-F238E27FC236}">
                        <a16:creationId xmlns:a16="http://schemas.microsoft.com/office/drawing/2014/main" id="{3DEE1305-69BB-8742-0700-083A80B82530}"/>
                      </a:ext>
                    </a:extLst>
                  </p:cNvPr>
                  <p:cNvSpPr txBox="1"/>
                  <p:nvPr/>
                </p:nvSpPr>
                <p:spPr>
                  <a:xfrm>
                    <a:off x="372951" y="1396583"/>
                    <a:ext cx="279170" cy="5626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b="0" i="1" smtClean="0">
                                  <a:latin typeface="Cambria Math" panose="02040503050406030204" pitchFamily="18" charset="0"/>
                                </a:rPr>
                                <m:t>𝑞</m:t>
                              </m:r>
                            </m:sub>
                          </m:sSub>
                        </m:oMath>
                      </m:oMathPara>
                    </a14:m>
                    <a:endParaRPr lang="pt-BR" sz="1200"/>
                  </a:p>
                </p:txBody>
              </p:sp>
            </mc:Choice>
            <mc:Fallback xmlns="">
              <p:sp>
                <p:nvSpPr>
                  <p:cNvPr id="32" name="CaixaDeTexto 31">
                    <a:extLst>
                      <a:ext uri="{FF2B5EF4-FFF2-40B4-BE49-F238E27FC236}">
                        <a16:creationId xmlns:a16="http://schemas.microsoft.com/office/drawing/2014/main" id="{3DEE1305-69BB-8742-0700-083A80B82530}"/>
                      </a:ext>
                    </a:extLst>
                  </p:cNvPr>
                  <p:cNvSpPr txBox="1">
                    <a:spLocks noRot="1" noChangeAspect="1" noMove="1" noResize="1" noEditPoints="1" noAdjustHandles="1" noChangeArrowheads="1" noChangeShapeType="1" noTextEdit="1"/>
                  </p:cNvSpPr>
                  <p:nvPr/>
                </p:nvSpPr>
                <p:spPr>
                  <a:xfrm>
                    <a:off x="372951" y="1396583"/>
                    <a:ext cx="279170" cy="562689"/>
                  </a:xfrm>
                  <a:prstGeom prst="rect">
                    <a:avLst/>
                  </a:prstGeom>
                  <a:blipFill>
                    <a:blip r:embed="rId12"/>
                    <a:stretch>
                      <a:fillRect r="-76000"/>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2C4FA4B6-499D-6787-2F7B-6FBFD53D33C0}"/>
                    </a:ext>
                  </a:extLst>
                </p:cNvPr>
                <p:cNvSpPr txBox="1"/>
                <p:nvPr/>
              </p:nvSpPr>
              <p:spPr>
                <a:xfrm>
                  <a:off x="7496436" y="944724"/>
                  <a:ext cx="1406667"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b="0" i="1" smtClean="0">
                                <a:latin typeface="Cambria Math" panose="02040503050406030204" pitchFamily="18" charset="0"/>
                              </a:rPr>
                              <m:t>𝑝</m:t>
                            </m:r>
                          </m:sub>
                        </m:sSub>
                        <m:r>
                          <a:rPr lang="pt-BR" sz="1200" b="0" i="1" smtClean="0">
                            <a:latin typeface="Cambria Math" panose="02040503050406030204" pitchFamily="18" charset="0"/>
                          </a:rPr>
                          <m:t>=</m:t>
                        </m:r>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b="0" i="1" smtClean="0">
                                <a:latin typeface="Cambria Math" panose="02040503050406030204" pitchFamily="18" charset="0"/>
                              </a:rPr>
                              <m:t>𝑞</m:t>
                            </m:r>
                          </m:sub>
                        </m:sSub>
                        <m:r>
                          <a:rPr lang="pt-BR" sz="1200" b="0" i="1" smtClean="0">
                            <a:latin typeface="Cambria Math" panose="02040503050406030204" pitchFamily="18" charset="0"/>
                          </a:rPr>
                          <m:t>=10 </m:t>
                        </m:r>
                        <m:r>
                          <a:rPr lang="pt-BR" sz="1200" b="0" i="1" smtClean="0">
                            <a:latin typeface="Cambria Math" panose="02040503050406030204" pitchFamily="18" charset="0"/>
                          </a:rPr>
                          <m:t>𝑚𝑚</m:t>
                        </m:r>
                      </m:oMath>
                    </m:oMathPara>
                  </a14:m>
                  <a:endParaRPr lang="pt-BR" sz="1200"/>
                </a:p>
              </p:txBody>
            </p:sp>
          </mc:Choice>
          <mc:Fallback xmlns="">
            <p:sp>
              <p:nvSpPr>
                <p:cNvPr id="26" name="CaixaDeTexto 25">
                  <a:extLst>
                    <a:ext uri="{FF2B5EF4-FFF2-40B4-BE49-F238E27FC236}">
                      <a16:creationId xmlns:a16="http://schemas.microsoft.com/office/drawing/2014/main" id="{2C4FA4B6-499D-6787-2F7B-6FBFD53D33C0}"/>
                    </a:ext>
                  </a:extLst>
                </p:cNvPr>
                <p:cNvSpPr txBox="1">
                  <a:spLocks noRot="1" noChangeAspect="1" noMove="1" noResize="1" noEditPoints="1" noAdjustHandles="1" noChangeArrowheads="1" noChangeShapeType="1" noTextEdit="1"/>
                </p:cNvSpPr>
                <p:nvPr/>
              </p:nvSpPr>
              <p:spPr>
                <a:xfrm>
                  <a:off x="7496436" y="944724"/>
                  <a:ext cx="1406667" cy="291298"/>
                </a:xfrm>
                <a:prstGeom prst="rect">
                  <a:avLst/>
                </a:prstGeom>
                <a:blipFill>
                  <a:blip r:embed="rId1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7" name="CaixaDeTexto 26">
                  <a:extLst>
                    <a:ext uri="{FF2B5EF4-FFF2-40B4-BE49-F238E27FC236}">
                      <a16:creationId xmlns:a16="http://schemas.microsoft.com/office/drawing/2014/main" id="{AD09161C-F78A-F386-0C2D-E8DBCC1A7D03}"/>
                    </a:ext>
                  </a:extLst>
                </p:cNvPr>
                <p:cNvSpPr txBox="1"/>
                <p:nvPr/>
              </p:nvSpPr>
              <p:spPr>
                <a:xfrm>
                  <a:off x="7505200" y="1198082"/>
                  <a:ext cx="1782155" cy="29399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𝜎</m:t>
                            </m:r>
                          </m:e>
                          <m:sub>
                            <m:r>
                              <a:rPr lang="pt-BR" sz="1200" b="0" i="1" smtClean="0">
                                <a:latin typeface="Cambria Math" panose="02040503050406030204" pitchFamily="18" charset="0"/>
                              </a:rPr>
                              <m:t>𝑝</m:t>
                            </m:r>
                          </m:sub>
                        </m:sSub>
                        <m:r>
                          <a:rPr lang="pt-BR" sz="1200" b="0" i="1" smtClean="0">
                            <a:latin typeface="Cambria Math" panose="02040503050406030204" pitchFamily="18" charset="0"/>
                          </a:rPr>
                          <m:t>=</m:t>
                        </m:r>
                        <m:sSub>
                          <m:sSubPr>
                            <m:ctrlPr>
                              <a:rPr lang="pt-BR" sz="1200" b="0" i="1" smtClean="0">
                                <a:latin typeface="Cambria Math" panose="02040503050406030204" pitchFamily="18" charset="0"/>
                              </a:rPr>
                            </m:ctrlPr>
                          </m:sSubPr>
                          <m:e>
                            <m:r>
                              <a:rPr lang="pt-BR" sz="1200" i="1">
                                <a:latin typeface="Cambria Math" panose="02040503050406030204" pitchFamily="18" charset="0"/>
                              </a:rPr>
                              <m:t>𝜎</m:t>
                            </m:r>
                          </m:e>
                          <m:sub>
                            <m:r>
                              <a:rPr lang="pt-BR" sz="1200" b="0" i="1" smtClean="0">
                                <a:latin typeface="Cambria Math" panose="02040503050406030204" pitchFamily="18" charset="0"/>
                              </a:rPr>
                              <m:t>𝑞</m:t>
                            </m:r>
                          </m:sub>
                        </m:sSub>
                        <m:r>
                          <a:rPr lang="pt-BR" sz="1200" b="0" i="1" smtClean="0">
                            <a:latin typeface="Cambria Math" panose="02040503050406030204" pitchFamily="18" charset="0"/>
                          </a:rPr>
                          <m:t>=</m:t>
                        </m:r>
                        <m:sSup>
                          <m:sSupPr>
                            <m:ctrlPr>
                              <a:rPr lang="pt-BR" sz="1200" b="0" i="1" smtClean="0">
                                <a:latin typeface="Cambria Math" panose="02040503050406030204" pitchFamily="18" charset="0"/>
                              </a:rPr>
                            </m:ctrlPr>
                          </m:sSupPr>
                          <m:e>
                            <m:r>
                              <a:rPr lang="pt-BR" sz="1200" b="0" i="0" smtClean="0">
                                <a:latin typeface="Cambria Math" panose="02040503050406030204" pitchFamily="18" charset="0"/>
                              </a:rPr>
                              <m:t>5,8 . 10</m:t>
                            </m:r>
                          </m:e>
                          <m:sup>
                            <m:r>
                              <a:rPr lang="pt-BR" sz="1200" b="0" i="0" smtClean="0">
                                <a:latin typeface="Cambria Math" panose="02040503050406030204" pitchFamily="18" charset="0"/>
                              </a:rPr>
                              <m:t>7</m:t>
                            </m:r>
                          </m:sup>
                        </m:sSup>
                        <m:r>
                          <a:rPr lang="pt-BR" sz="1200" b="0" i="0" smtClean="0">
                            <a:latin typeface="Cambria Math" panose="02040503050406030204" pitchFamily="18" charset="0"/>
                          </a:rPr>
                          <m:t> </m:t>
                        </m:r>
                        <m:r>
                          <m:rPr>
                            <m:sty m:val="p"/>
                          </m:rPr>
                          <a:rPr lang="pt-BR" sz="1200" b="0" i="0" smtClean="0">
                            <a:latin typeface="Cambria Math" panose="02040503050406030204" pitchFamily="18" charset="0"/>
                          </a:rPr>
                          <m:t>S</m:t>
                        </m:r>
                        <m:r>
                          <a:rPr lang="pt-BR" sz="1200" b="0" i="0" smtClean="0">
                            <a:latin typeface="Cambria Math" panose="02040503050406030204" pitchFamily="18" charset="0"/>
                          </a:rPr>
                          <m:t>/</m:t>
                        </m:r>
                        <m:r>
                          <m:rPr>
                            <m:sty m:val="p"/>
                          </m:rPr>
                          <a:rPr lang="pt-BR" sz="1200" b="0" i="0" smtClean="0">
                            <a:latin typeface="Cambria Math" panose="02040503050406030204" pitchFamily="18" charset="0"/>
                          </a:rPr>
                          <m:t>m</m:t>
                        </m:r>
                      </m:oMath>
                    </m:oMathPara>
                  </a14:m>
                  <a:endParaRPr lang="pt-BR" sz="1200"/>
                </a:p>
              </p:txBody>
            </p:sp>
          </mc:Choice>
          <mc:Fallback xmlns="">
            <p:sp>
              <p:nvSpPr>
                <p:cNvPr id="27" name="CaixaDeTexto 26">
                  <a:extLst>
                    <a:ext uri="{FF2B5EF4-FFF2-40B4-BE49-F238E27FC236}">
                      <a16:creationId xmlns:a16="http://schemas.microsoft.com/office/drawing/2014/main" id="{AD09161C-F78A-F386-0C2D-E8DBCC1A7D03}"/>
                    </a:ext>
                  </a:extLst>
                </p:cNvPr>
                <p:cNvSpPr txBox="1">
                  <a:spLocks noRot="1" noChangeAspect="1" noMove="1" noResize="1" noEditPoints="1" noAdjustHandles="1" noChangeArrowheads="1" noChangeShapeType="1" noTextEdit="1"/>
                </p:cNvSpPr>
                <p:nvPr/>
              </p:nvSpPr>
              <p:spPr>
                <a:xfrm>
                  <a:off x="7505200" y="1198082"/>
                  <a:ext cx="1782155" cy="293991"/>
                </a:xfrm>
                <a:prstGeom prst="rect">
                  <a:avLst/>
                </a:prstGeom>
                <a:blipFill>
                  <a:blip r:embed="rId1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F80E93F2-4D49-D1DF-554E-21BA1F97DE25}"/>
                    </a:ext>
                  </a:extLst>
                </p:cNvPr>
                <p:cNvSpPr txBox="1"/>
                <p:nvPr/>
              </p:nvSpPr>
              <p:spPr>
                <a:xfrm>
                  <a:off x="4763852" y="1331282"/>
                  <a:ext cx="374270"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𝜎</m:t>
                            </m:r>
                          </m:e>
                          <m:sub>
                            <m:r>
                              <a:rPr lang="pt-BR" sz="1200" b="0" i="1" smtClean="0">
                                <a:latin typeface="Cambria Math" panose="02040503050406030204" pitchFamily="18" charset="0"/>
                              </a:rPr>
                              <m:t>𝑝</m:t>
                            </m:r>
                          </m:sub>
                        </m:sSub>
                      </m:oMath>
                    </m:oMathPara>
                  </a14:m>
                  <a:endParaRPr lang="pt-BR" sz="1200"/>
                </a:p>
              </p:txBody>
            </p:sp>
          </mc:Choice>
          <mc:Fallback xmlns="">
            <p:sp>
              <p:nvSpPr>
                <p:cNvPr id="28" name="CaixaDeTexto 27">
                  <a:extLst>
                    <a:ext uri="{FF2B5EF4-FFF2-40B4-BE49-F238E27FC236}">
                      <a16:creationId xmlns:a16="http://schemas.microsoft.com/office/drawing/2014/main" id="{F80E93F2-4D49-D1DF-554E-21BA1F97DE25}"/>
                    </a:ext>
                  </a:extLst>
                </p:cNvPr>
                <p:cNvSpPr txBox="1">
                  <a:spLocks noRot="1" noChangeAspect="1" noMove="1" noResize="1" noEditPoints="1" noAdjustHandles="1" noChangeArrowheads="1" noChangeShapeType="1" noTextEdit="1"/>
                </p:cNvSpPr>
                <p:nvPr/>
              </p:nvSpPr>
              <p:spPr>
                <a:xfrm>
                  <a:off x="4763852" y="1331282"/>
                  <a:ext cx="374270" cy="291298"/>
                </a:xfrm>
                <a:prstGeom prst="rect">
                  <a:avLst/>
                </a:prstGeom>
                <a:blipFill>
                  <a:blip r:embed="rId1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9" name="CaixaDeTexto 28">
                  <a:extLst>
                    <a:ext uri="{FF2B5EF4-FFF2-40B4-BE49-F238E27FC236}">
                      <a16:creationId xmlns:a16="http://schemas.microsoft.com/office/drawing/2014/main" id="{498E5691-A9DD-CB56-28E6-8B0B67B970E0}"/>
                    </a:ext>
                  </a:extLst>
                </p:cNvPr>
                <p:cNvSpPr txBox="1"/>
                <p:nvPr/>
              </p:nvSpPr>
              <p:spPr>
                <a:xfrm>
                  <a:off x="6852084" y="1319705"/>
                  <a:ext cx="373115"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𝜎</m:t>
                            </m:r>
                          </m:e>
                          <m:sub>
                            <m:r>
                              <a:rPr lang="pt-BR" sz="1200" b="0" i="1" smtClean="0">
                                <a:latin typeface="Cambria Math" panose="02040503050406030204" pitchFamily="18" charset="0"/>
                              </a:rPr>
                              <m:t>𝑞</m:t>
                            </m:r>
                          </m:sub>
                        </m:sSub>
                      </m:oMath>
                    </m:oMathPara>
                  </a14:m>
                  <a:endParaRPr lang="pt-BR" sz="1200"/>
                </a:p>
              </p:txBody>
            </p:sp>
          </mc:Choice>
          <mc:Fallback xmlns="">
            <p:sp>
              <p:nvSpPr>
                <p:cNvPr id="29" name="CaixaDeTexto 28">
                  <a:extLst>
                    <a:ext uri="{FF2B5EF4-FFF2-40B4-BE49-F238E27FC236}">
                      <a16:creationId xmlns:a16="http://schemas.microsoft.com/office/drawing/2014/main" id="{498E5691-A9DD-CB56-28E6-8B0B67B970E0}"/>
                    </a:ext>
                  </a:extLst>
                </p:cNvPr>
                <p:cNvSpPr txBox="1">
                  <a:spLocks noRot="1" noChangeAspect="1" noMove="1" noResize="1" noEditPoints="1" noAdjustHandles="1" noChangeArrowheads="1" noChangeShapeType="1" noTextEdit="1"/>
                </p:cNvSpPr>
                <p:nvPr/>
              </p:nvSpPr>
              <p:spPr>
                <a:xfrm>
                  <a:off x="6852084" y="1319705"/>
                  <a:ext cx="373115" cy="291298"/>
                </a:xfrm>
                <a:prstGeom prst="rect">
                  <a:avLst/>
                </a:prstGeom>
                <a:blipFill>
                  <a:blip r:embed="rId16"/>
                  <a:stretch>
                    <a:fillRect/>
                  </a:stretch>
                </a:blipFill>
              </p:spPr>
              <p:txBody>
                <a:bodyPr/>
                <a:lstStyle/>
                <a:p>
                  <a:r>
                    <a:rPr lang="pt-BR">
                      <a:noFill/>
                    </a:rPr>
                    <a:t> </a:t>
                  </a:r>
                </a:p>
              </p:txBody>
            </p:sp>
          </mc:Fallback>
        </mc:AlternateContent>
      </p:grpSp>
    </p:spTree>
    <p:extLst>
      <p:ext uri="{BB962C8B-B14F-4D97-AF65-F5344CB8AC3E}">
        <p14:creationId xmlns:p14="http://schemas.microsoft.com/office/powerpoint/2010/main" val="28268526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32</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2880271"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Bifilar Line</a:t>
            </a:r>
            <a:endParaRPr lang="pt-BR" sz="2000">
              <a:ln w="0"/>
              <a:effectLst>
                <a:outerShdw blurRad="38100" dist="19050" dir="2700000" algn="tl" rotWithShape="0">
                  <a:schemeClr val="dk1">
                    <a:alpha val="40000"/>
                  </a:schemeClr>
                </a:outerShdw>
              </a:effectLst>
            </a:endParaRP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1800152" cy="307777"/>
          </a:xfrm>
          <a:prstGeom prst="rect">
            <a:avLst/>
          </a:prstGeom>
          <a:noFill/>
        </p:spPr>
        <p:txBody>
          <a:bodyPr wrap="square">
            <a:spAutoFit/>
          </a:bodyPr>
          <a:lstStyle/>
          <a:p>
            <a:pPr algn="l" rtl="0" eaLnBrk="1" latinLnBrk="0" hangingPunct="1">
              <a:spcBef>
                <a:spcPts val="0"/>
              </a:spcBef>
              <a:spcAft>
                <a:spcPts val="0"/>
              </a:spcAft>
              <a:buClrTx/>
              <a:buSzPts val="1800"/>
            </a:pPr>
            <a:r>
              <a:rPr lang="pt-BR" sz="1400" kern="1200">
                <a:solidFill>
                  <a:srgbClr val="0070C0"/>
                </a:solidFill>
                <a:effectLst/>
                <a:latin typeface="Arial Black" panose="020B0A04020102020204" pitchFamily="34" charset="0"/>
                <a:ea typeface="+mn-ea"/>
                <a:cs typeface="+mn-cs"/>
              </a:rPr>
              <a:t>Examples</a:t>
            </a:r>
            <a:endParaRPr lang="pt-BR" sz="1400">
              <a:solidFill>
                <a:srgbClr val="0070C0"/>
              </a:solidFill>
              <a:latin typeface="Arial Black" panose="020B0A04020102020204" pitchFamily="34" charset="0"/>
            </a:endParaRPr>
          </a:p>
        </p:txBody>
      </p:sp>
      <p:grpSp>
        <p:nvGrpSpPr>
          <p:cNvPr id="15" name="Agrupar 14">
            <a:extLst>
              <a:ext uri="{FF2B5EF4-FFF2-40B4-BE49-F238E27FC236}">
                <a16:creationId xmlns:a16="http://schemas.microsoft.com/office/drawing/2014/main" id="{7CD929A5-20D6-A315-FFCA-3733922C8D14}"/>
              </a:ext>
            </a:extLst>
          </p:cNvPr>
          <p:cNvGrpSpPr/>
          <p:nvPr/>
        </p:nvGrpSpPr>
        <p:grpSpPr>
          <a:xfrm>
            <a:off x="5231904" y="944724"/>
            <a:ext cx="3551395" cy="905131"/>
            <a:chOff x="5231904" y="944724"/>
            <a:chExt cx="3551395" cy="905131"/>
          </a:xfrm>
        </p:grpSpPr>
        <p:sp>
          <p:nvSpPr>
            <p:cNvPr id="13" name="Elipse 12">
              <a:extLst>
                <a:ext uri="{FF2B5EF4-FFF2-40B4-BE49-F238E27FC236}">
                  <a16:creationId xmlns:a16="http://schemas.microsoft.com/office/drawing/2014/main" id="{92A18466-CDCC-82EE-17A8-5DFEC2C59BB0}"/>
                </a:ext>
              </a:extLst>
            </p:cNvPr>
            <p:cNvSpPr/>
            <p:nvPr/>
          </p:nvSpPr>
          <p:spPr>
            <a:xfrm>
              <a:off x="5257030" y="1096512"/>
              <a:ext cx="545802" cy="548640"/>
            </a:xfrm>
            <a:prstGeom prst="ellipse">
              <a:avLst/>
            </a:prstGeom>
            <a:solidFill>
              <a:schemeClr val="accent1">
                <a:alpha val="50000"/>
              </a:schemeClr>
            </a:solidFill>
            <a:ln w="19050">
              <a:solidFill>
                <a:schemeClr val="tx2">
                  <a:lumMod val="90000"/>
                  <a:lumOff val="1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sz="1600"/>
            </a:p>
          </p:txBody>
        </p:sp>
        <p:sp>
          <p:nvSpPr>
            <p:cNvPr id="17" name="Elipse 16">
              <a:extLst>
                <a:ext uri="{FF2B5EF4-FFF2-40B4-BE49-F238E27FC236}">
                  <a16:creationId xmlns:a16="http://schemas.microsoft.com/office/drawing/2014/main" id="{812EE95F-831D-FC4D-FC78-06CCA0E7DBCF}"/>
                </a:ext>
              </a:extLst>
            </p:cNvPr>
            <p:cNvSpPr/>
            <p:nvPr/>
          </p:nvSpPr>
          <p:spPr>
            <a:xfrm>
              <a:off x="6374286" y="1090373"/>
              <a:ext cx="545802" cy="548640"/>
            </a:xfrm>
            <a:prstGeom prst="ellipse">
              <a:avLst/>
            </a:prstGeom>
            <a:solidFill>
              <a:schemeClr val="tx2">
                <a:lumMod val="50000"/>
                <a:lumOff val="50000"/>
                <a:alpha val="50000"/>
              </a:schemeClr>
            </a:solidFill>
            <a:ln w="19050">
              <a:solidFill>
                <a:schemeClr val="accent1">
                  <a:lumMod val="60000"/>
                  <a:lumOff val="4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sz="1600"/>
            </a:p>
          </p:txBody>
        </p:sp>
        <p:sp>
          <p:nvSpPr>
            <p:cNvPr id="30" name="Elipse 29">
              <a:extLst>
                <a:ext uri="{FF2B5EF4-FFF2-40B4-BE49-F238E27FC236}">
                  <a16:creationId xmlns:a16="http://schemas.microsoft.com/office/drawing/2014/main" id="{63E2950E-3B55-FF88-CAEE-915F11466CE1}"/>
                </a:ext>
              </a:extLst>
            </p:cNvPr>
            <p:cNvSpPr/>
            <p:nvPr/>
          </p:nvSpPr>
          <p:spPr>
            <a:xfrm>
              <a:off x="6634783" y="1337310"/>
              <a:ext cx="24809" cy="2366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00"/>
            </a:p>
          </p:txBody>
        </p:sp>
        <p:sp>
          <p:nvSpPr>
            <p:cNvPr id="42" name="Elipse 41">
              <a:extLst>
                <a:ext uri="{FF2B5EF4-FFF2-40B4-BE49-F238E27FC236}">
                  <a16:creationId xmlns:a16="http://schemas.microsoft.com/office/drawing/2014/main" id="{F040E09F-278C-2E4D-EA66-CD26FDC9549E}"/>
                </a:ext>
              </a:extLst>
            </p:cNvPr>
            <p:cNvSpPr/>
            <p:nvPr/>
          </p:nvSpPr>
          <p:spPr>
            <a:xfrm>
              <a:off x="5515738" y="1338895"/>
              <a:ext cx="24809" cy="2366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00"/>
            </a:p>
          </p:txBody>
        </p:sp>
        <p:cxnSp>
          <p:nvCxnSpPr>
            <p:cNvPr id="44" name="Conector de Seta Reta 43">
              <a:extLst>
                <a:ext uri="{FF2B5EF4-FFF2-40B4-BE49-F238E27FC236}">
                  <a16:creationId xmlns:a16="http://schemas.microsoft.com/office/drawing/2014/main" id="{7B69B615-68A8-0880-4ACF-BCA6B5DA86F3}"/>
                </a:ext>
              </a:extLst>
            </p:cNvPr>
            <p:cNvCxnSpPr>
              <a:cxnSpLocks/>
            </p:cNvCxnSpPr>
            <p:nvPr/>
          </p:nvCxnSpPr>
          <p:spPr>
            <a:xfrm>
              <a:off x="5538780" y="1812577"/>
              <a:ext cx="1097280" cy="0"/>
            </a:xfrm>
            <a:prstGeom prst="straightConnector1">
              <a:avLst/>
            </a:prstGeom>
            <a:ln w="6350">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48" name="Conector reto 47">
              <a:extLst>
                <a:ext uri="{FF2B5EF4-FFF2-40B4-BE49-F238E27FC236}">
                  <a16:creationId xmlns:a16="http://schemas.microsoft.com/office/drawing/2014/main" id="{CD746603-9666-48BD-FD84-79BEA79C6EC6}"/>
                </a:ext>
              </a:extLst>
            </p:cNvPr>
            <p:cNvCxnSpPr>
              <a:cxnSpLocks/>
            </p:cNvCxnSpPr>
            <p:nvPr/>
          </p:nvCxnSpPr>
          <p:spPr>
            <a:xfrm flipH="1">
              <a:off x="5524509" y="1410463"/>
              <a:ext cx="3633" cy="434842"/>
            </a:xfrm>
            <a:prstGeom prst="line">
              <a:avLst/>
            </a:prstGeom>
            <a:ln w="6350"/>
          </p:spPr>
          <p:style>
            <a:lnRef idx="1">
              <a:schemeClr val="dk1"/>
            </a:lnRef>
            <a:fillRef idx="0">
              <a:schemeClr val="dk1"/>
            </a:fillRef>
            <a:effectRef idx="0">
              <a:schemeClr val="dk1"/>
            </a:effectRef>
            <a:fontRef idx="minor">
              <a:schemeClr val="tx1"/>
            </a:fontRef>
          </p:style>
        </p:cxnSp>
        <p:cxnSp>
          <p:nvCxnSpPr>
            <p:cNvPr id="49" name="Conector reto 48">
              <a:extLst>
                <a:ext uri="{FF2B5EF4-FFF2-40B4-BE49-F238E27FC236}">
                  <a16:creationId xmlns:a16="http://schemas.microsoft.com/office/drawing/2014/main" id="{07D9234E-2A5D-C007-E354-7BCCDC4919BF}"/>
                </a:ext>
              </a:extLst>
            </p:cNvPr>
            <p:cNvCxnSpPr>
              <a:cxnSpLocks/>
            </p:cNvCxnSpPr>
            <p:nvPr/>
          </p:nvCxnSpPr>
          <p:spPr>
            <a:xfrm flipH="1">
              <a:off x="6643555" y="1415013"/>
              <a:ext cx="3633" cy="434842"/>
            </a:xfrm>
            <a:prstGeom prst="line">
              <a:avLst/>
            </a:prstGeom>
            <a:ln w="952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3" name="CaixaDeTexto 52">
                  <a:extLst>
                    <a:ext uri="{FF2B5EF4-FFF2-40B4-BE49-F238E27FC236}">
                      <a16:creationId xmlns:a16="http://schemas.microsoft.com/office/drawing/2014/main" id="{BD8E85F4-E7E6-0D19-B231-CF417C101B69}"/>
                    </a:ext>
                  </a:extLst>
                </p:cNvPr>
                <p:cNvSpPr txBox="1"/>
                <p:nvPr/>
              </p:nvSpPr>
              <p:spPr>
                <a:xfrm>
                  <a:off x="5589041" y="1567825"/>
                  <a:ext cx="975011"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200" b="0" i="1" smtClean="0">
                            <a:latin typeface="Cambria Math" panose="02040503050406030204" pitchFamily="18" charset="0"/>
                          </a:rPr>
                          <m:t>𝑑</m:t>
                        </m:r>
                        <m:r>
                          <a:rPr lang="pt-BR" sz="1200" b="0" i="1" smtClean="0">
                            <a:latin typeface="Cambria Math" panose="02040503050406030204" pitchFamily="18" charset="0"/>
                          </a:rPr>
                          <m:t>=25 </m:t>
                        </m:r>
                        <m:r>
                          <a:rPr lang="pt-BR" sz="1200" b="0" i="1" smtClean="0">
                            <a:latin typeface="Cambria Math" panose="02040503050406030204" pitchFamily="18" charset="0"/>
                          </a:rPr>
                          <m:t>𝑚𝑚</m:t>
                        </m:r>
                      </m:oMath>
                    </m:oMathPara>
                  </a14:m>
                  <a:endParaRPr lang="pt-BR" sz="1200"/>
                </a:p>
              </p:txBody>
            </p:sp>
          </mc:Choice>
          <mc:Fallback xmlns="">
            <p:sp>
              <p:nvSpPr>
                <p:cNvPr id="53" name="CaixaDeTexto 52">
                  <a:extLst>
                    <a:ext uri="{FF2B5EF4-FFF2-40B4-BE49-F238E27FC236}">
                      <a16:creationId xmlns:a16="http://schemas.microsoft.com/office/drawing/2014/main" id="{BD8E85F4-E7E6-0D19-B231-CF417C101B69}"/>
                    </a:ext>
                  </a:extLst>
                </p:cNvPr>
                <p:cNvSpPr txBox="1">
                  <a:spLocks noRot="1" noChangeAspect="1" noMove="1" noResize="1" noEditPoints="1" noAdjustHandles="1" noChangeArrowheads="1" noChangeShapeType="1" noTextEdit="1"/>
                </p:cNvSpPr>
                <p:nvPr/>
              </p:nvSpPr>
              <p:spPr>
                <a:xfrm>
                  <a:off x="5589041" y="1567825"/>
                  <a:ext cx="975011" cy="276999"/>
                </a:xfrm>
                <a:prstGeom prst="rect">
                  <a:avLst/>
                </a:prstGeom>
                <a:blipFill>
                  <a:blip r:embed="rId4"/>
                  <a:stretch>
                    <a:fillRect/>
                  </a:stretch>
                </a:blipFill>
              </p:spPr>
              <p:txBody>
                <a:bodyPr/>
                <a:lstStyle/>
                <a:p>
                  <a:r>
                    <a:rPr lang="pt-BR">
                      <a:noFill/>
                    </a:rPr>
                    <a:t> </a:t>
                  </a:r>
                </a:p>
              </p:txBody>
            </p:sp>
          </mc:Fallback>
        </mc:AlternateContent>
        <p:grpSp>
          <p:nvGrpSpPr>
            <p:cNvPr id="58" name="Agrupar 57">
              <a:extLst>
                <a:ext uri="{FF2B5EF4-FFF2-40B4-BE49-F238E27FC236}">
                  <a16:creationId xmlns:a16="http://schemas.microsoft.com/office/drawing/2014/main" id="{86CA725B-EEE2-2778-2B33-7BEC0E4CE9B7}"/>
                </a:ext>
              </a:extLst>
            </p:cNvPr>
            <p:cNvGrpSpPr/>
            <p:nvPr/>
          </p:nvGrpSpPr>
          <p:grpSpPr>
            <a:xfrm>
              <a:off x="5362342" y="1041425"/>
              <a:ext cx="369735" cy="304106"/>
              <a:chOff x="1096614" y="1429213"/>
              <a:chExt cx="681372" cy="587431"/>
            </a:xfrm>
          </p:grpSpPr>
          <p:cxnSp>
            <p:nvCxnSpPr>
              <p:cNvPr id="54" name="Conector de Seta Reta 53">
                <a:extLst>
                  <a:ext uri="{FF2B5EF4-FFF2-40B4-BE49-F238E27FC236}">
                    <a16:creationId xmlns:a16="http://schemas.microsoft.com/office/drawing/2014/main" id="{4BFF477B-E37D-5847-A169-F8F04B04CCBC}"/>
                  </a:ext>
                </a:extLst>
              </p:cNvPr>
              <p:cNvCxnSpPr>
                <a:cxnSpLocks/>
                <a:stCxn id="42" idx="7"/>
              </p:cNvCxnSpPr>
              <p:nvPr/>
            </p:nvCxnSpPr>
            <p:spPr>
              <a:xfrm flipV="1">
                <a:off x="1428540" y="1707620"/>
                <a:ext cx="349446" cy="30902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5" name="CaixaDeTexto 54">
                    <a:extLst>
                      <a:ext uri="{FF2B5EF4-FFF2-40B4-BE49-F238E27FC236}">
                        <a16:creationId xmlns:a16="http://schemas.microsoft.com/office/drawing/2014/main" id="{C209E32B-364B-B9A8-9643-77B33B7CC145}"/>
                      </a:ext>
                    </a:extLst>
                  </p:cNvPr>
                  <p:cNvSpPr txBox="1"/>
                  <p:nvPr/>
                </p:nvSpPr>
                <p:spPr>
                  <a:xfrm>
                    <a:off x="1096614" y="1429213"/>
                    <a:ext cx="279170" cy="5626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i="1" smtClean="0">
                                  <a:latin typeface="Cambria Math" panose="02040503050406030204" pitchFamily="18" charset="0"/>
                                </a:rPr>
                                <m:t>𝑝</m:t>
                              </m:r>
                            </m:sub>
                          </m:sSub>
                        </m:oMath>
                      </m:oMathPara>
                    </a14:m>
                    <a:endParaRPr lang="pt-BR" sz="1200"/>
                  </a:p>
                </p:txBody>
              </p:sp>
            </mc:Choice>
            <mc:Fallback xmlns="">
              <p:sp>
                <p:nvSpPr>
                  <p:cNvPr id="55" name="CaixaDeTexto 54">
                    <a:extLst>
                      <a:ext uri="{FF2B5EF4-FFF2-40B4-BE49-F238E27FC236}">
                        <a16:creationId xmlns:a16="http://schemas.microsoft.com/office/drawing/2014/main" id="{C209E32B-364B-B9A8-9643-77B33B7CC145}"/>
                      </a:ext>
                    </a:extLst>
                  </p:cNvPr>
                  <p:cNvSpPr txBox="1">
                    <a:spLocks noRot="1" noChangeAspect="1" noMove="1" noResize="1" noEditPoints="1" noAdjustHandles="1" noChangeArrowheads="1" noChangeShapeType="1" noTextEdit="1"/>
                  </p:cNvSpPr>
                  <p:nvPr/>
                </p:nvSpPr>
                <p:spPr>
                  <a:xfrm>
                    <a:off x="1096614" y="1429213"/>
                    <a:ext cx="279170" cy="562690"/>
                  </a:xfrm>
                  <a:prstGeom prst="rect">
                    <a:avLst/>
                  </a:prstGeom>
                  <a:blipFill>
                    <a:blip r:embed="rId5"/>
                    <a:stretch>
                      <a:fillRect r="-83333"/>
                    </a:stretch>
                  </a:blipFill>
                </p:spPr>
                <p:txBody>
                  <a:bodyPr/>
                  <a:lstStyle/>
                  <a:p>
                    <a:r>
                      <a:rPr lang="pt-BR">
                        <a:noFill/>
                      </a:rPr>
                      <a:t> </a:t>
                    </a:r>
                  </a:p>
                </p:txBody>
              </p:sp>
            </mc:Fallback>
          </mc:AlternateContent>
        </p:grpSp>
        <p:grpSp>
          <p:nvGrpSpPr>
            <p:cNvPr id="59" name="Agrupar 58">
              <a:extLst>
                <a:ext uri="{FF2B5EF4-FFF2-40B4-BE49-F238E27FC236}">
                  <a16:creationId xmlns:a16="http://schemas.microsoft.com/office/drawing/2014/main" id="{1852367C-74A5-2117-2908-834B9ABF3BB5}"/>
                </a:ext>
              </a:extLst>
            </p:cNvPr>
            <p:cNvGrpSpPr/>
            <p:nvPr/>
          </p:nvGrpSpPr>
          <p:grpSpPr>
            <a:xfrm>
              <a:off x="6478009" y="1009502"/>
              <a:ext cx="379396" cy="329393"/>
              <a:chOff x="372951" y="1396583"/>
              <a:chExt cx="699176" cy="636277"/>
            </a:xfrm>
          </p:grpSpPr>
          <p:cxnSp>
            <p:nvCxnSpPr>
              <p:cNvPr id="60" name="Conector de Seta Reta 59">
                <a:extLst>
                  <a:ext uri="{FF2B5EF4-FFF2-40B4-BE49-F238E27FC236}">
                    <a16:creationId xmlns:a16="http://schemas.microsoft.com/office/drawing/2014/main" id="{40596013-00EC-3066-62FA-6A4E2E8C2CFB}"/>
                  </a:ext>
                </a:extLst>
              </p:cNvPr>
              <p:cNvCxnSpPr>
                <a:cxnSpLocks/>
              </p:cNvCxnSpPr>
              <p:nvPr/>
            </p:nvCxnSpPr>
            <p:spPr>
              <a:xfrm flipV="1">
                <a:off x="719279" y="1717141"/>
                <a:ext cx="352848" cy="3157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1" name="CaixaDeTexto 60">
                    <a:extLst>
                      <a:ext uri="{FF2B5EF4-FFF2-40B4-BE49-F238E27FC236}">
                        <a16:creationId xmlns:a16="http://schemas.microsoft.com/office/drawing/2014/main" id="{ADCF016C-6DA0-EFE8-CF87-D5BFF46D14AD}"/>
                      </a:ext>
                    </a:extLst>
                  </p:cNvPr>
                  <p:cNvSpPr txBox="1"/>
                  <p:nvPr/>
                </p:nvSpPr>
                <p:spPr>
                  <a:xfrm>
                    <a:off x="372951" y="1396583"/>
                    <a:ext cx="279170" cy="5626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b="0" i="1" smtClean="0">
                                  <a:latin typeface="Cambria Math" panose="02040503050406030204" pitchFamily="18" charset="0"/>
                                </a:rPr>
                                <m:t>𝑞</m:t>
                              </m:r>
                            </m:sub>
                          </m:sSub>
                        </m:oMath>
                      </m:oMathPara>
                    </a14:m>
                    <a:endParaRPr lang="pt-BR" sz="1200"/>
                  </a:p>
                </p:txBody>
              </p:sp>
            </mc:Choice>
            <mc:Fallback xmlns="">
              <p:sp>
                <p:nvSpPr>
                  <p:cNvPr id="61" name="CaixaDeTexto 60">
                    <a:extLst>
                      <a:ext uri="{FF2B5EF4-FFF2-40B4-BE49-F238E27FC236}">
                        <a16:creationId xmlns:a16="http://schemas.microsoft.com/office/drawing/2014/main" id="{ADCF016C-6DA0-EFE8-CF87-D5BFF46D14AD}"/>
                      </a:ext>
                    </a:extLst>
                  </p:cNvPr>
                  <p:cNvSpPr txBox="1">
                    <a:spLocks noRot="1" noChangeAspect="1" noMove="1" noResize="1" noEditPoints="1" noAdjustHandles="1" noChangeArrowheads="1" noChangeShapeType="1" noTextEdit="1"/>
                  </p:cNvSpPr>
                  <p:nvPr/>
                </p:nvSpPr>
                <p:spPr>
                  <a:xfrm>
                    <a:off x="372951" y="1396583"/>
                    <a:ext cx="279170" cy="562689"/>
                  </a:xfrm>
                  <a:prstGeom prst="rect">
                    <a:avLst/>
                  </a:prstGeom>
                  <a:blipFill>
                    <a:blip r:embed="rId6"/>
                    <a:stretch>
                      <a:fillRect r="-76000"/>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63" name="CaixaDeTexto 62">
                  <a:extLst>
                    <a:ext uri="{FF2B5EF4-FFF2-40B4-BE49-F238E27FC236}">
                      <a16:creationId xmlns:a16="http://schemas.microsoft.com/office/drawing/2014/main" id="{0D3FA61D-BBAE-66C8-03C9-673E425B53E2}"/>
                    </a:ext>
                  </a:extLst>
                </p:cNvPr>
                <p:cNvSpPr txBox="1"/>
                <p:nvPr/>
              </p:nvSpPr>
              <p:spPr>
                <a:xfrm>
                  <a:off x="6992380" y="944724"/>
                  <a:ext cx="1406667"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b="0" i="1" smtClean="0">
                                <a:latin typeface="Cambria Math" panose="02040503050406030204" pitchFamily="18" charset="0"/>
                              </a:rPr>
                              <m:t>𝑝</m:t>
                            </m:r>
                          </m:sub>
                        </m:sSub>
                        <m:r>
                          <a:rPr lang="pt-BR" sz="1200" b="0" i="1" smtClean="0">
                            <a:latin typeface="Cambria Math" panose="02040503050406030204" pitchFamily="18" charset="0"/>
                          </a:rPr>
                          <m:t>=</m:t>
                        </m:r>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b="0" i="1" smtClean="0">
                                <a:latin typeface="Cambria Math" panose="02040503050406030204" pitchFamily="18" charset="0"/>
                              </a:rPr>
                              <m:t>𝑞</m:t>
                            </m:r>
                          </m:sub>
                        </m:sSub>
                        <m:r>
                          <a:rPr lang="pt-BR" sz="1200" b="0" i="1" smtClean="0">
                            <a:latin typeface="Cambria Math" panose="02040503050406030204" pitchFamily="18" charset="0"/>
                          </a:rPr>
                          <m:t>=10 </m:t>
                        </m:r>
                        <m:r>
                          <a:rPr lang="pt-BR" sz="1200" b="0" i="1" smtClean="0">
                            <a:latin typeface="Cambria Math" panose="02040503050406030204" pitchFamily="18" charset="0"/>
                          </a:rPr>
                          <m:t>𝑚𝑚</m:t>
                        </m:r>
                      </m:oMath>
                    </m:oMathPara>
                  </a14:m>
                  <a:endParaRPr lang="pt-BR" sz="1200"/>
                </a:p>
              </p:txBody>
            </p:sp>
          </mc:Choice>
          <mc:Fallback xmlns="">
            <p:sp>
              <p:nvSpPr>
                <p:cNvPr id="63" name="CaixaDeTexto 62">
                  <a:extLst>
                    <a:ext uri="{FF2B5EF4-FFF2-40B4-BE49-F238E27FC236}">
                      <a16:creationId xmlns:a16="http://schemas.microsoft.com/office/drawing/2014/main" id="{0D3FA61D-BBAE-66C8-03C9-673E425B53E2}"/>
                    </a:ext>
                  </a:extLst>
                </p:cNvPr>
                <p:cNvSpPr txBox="1">
                  <a:spLocks noRot="1" noChangeAspect="1" noMove="1" noResize="1" noEditPoints="1" noAdjustHandles="1" noChangeArrowheads="1" noChangeShapeType="1" noTextEdit="1"/>
                </p:cNvSpPr>
                <p:nvPr/>
              </p:nvSpPr>
              <p:spPr>
                <a:xfrm>
                  <a:off x="6992380" y="944724"/>
                  <a:ext cx="1406667" cy="291298"/>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4" name="CaixaDeTexto 63">
                  <a:extLst>
                    <a:ext uri="{FF2B5EF4-FFF2-40B4-BE49-F238E27FC236}">
                      <a16:creationId xmlns:a16="http://schemas.microsoft.com/office/drawing/2014/main" id="{76363AD0-F7A9-36D6-CA69-29C1DE4253C0}"/>
                    </a:ext>
                  </a:extLst>
                </p:cNvPr>
                <p:cNvSpPr txBox="1"/>
                <p:nvPr/>
              </p:nvSpPr>
              <p:spPr>
                <a:xfrm>
                  <a:off x="7001144" y="1198082"/>
                  <a:ext cx="1782155" cy="29399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𝜎</m:t>
                            </m:r>
                          </m:e>
                          <m:sub>
                            <m:r>
                              <a:rPr lang="pt-BR" sz="1200" b="0" i="1" smtClean="0">
                                <a:latin typeface="Cambria Math" panose="02040503050406030204" pitchFamily="18" charset="0"/>
                              </a:rPr>
                              <m:t>𝑝</m:t>
                            </m:r>
                          </m:sub>
                        </m:sSub>
                        <m:r>
                          <a:rPr lang="pt-BR" sz="1200" b="0" i="1" smtClean="0">
                            <a:latin typeface="Cambria Math" panose="02040503050406030204" pitchFamily="18" charset="0"/>
                          </a:rPr>
                          <m:t>=</m:t>
                        </m:r>
                        <m:sSub>
                          <m:sSubPr>
                            <m:ctrlPr>
                              <a:rPr lang="pt-BR" sz="1200" b="0" i="1" smtClean="0">
                                <a:latin typeface="Cambria Math" panose="02040503050406030204" pitchFamily="18" charset="0"/>
                              </a:rPr>
                            </m:ctrlPr>
                          </m:sSubPr>
                          <m:e>
                            <m:r>
                              <a:rPr lang="pt-BR" sz="1200" i="1">
                                <a:latin typeface="Cambria Math" panose="02040503050406030204" pitchFamily="18" charset="0"/>
                              </a:rPr>
                              <m:t>𝜎</m:t>
                            </m:r>
                          </m:e>
                          <m:sub>
                            <m:r>
                              <a:rPr lang="pt-BR" sz="1200" b="0" i="1" smtClean="0">
                                <a:latin typeface="Cambria Math" panose="02040503050406030204" pitchFamily="18" charset="0"/>
                              </a:rPr>
                              <m:t>𝑞</m:t>
                            </m:r>
                          </m:sub>
                        </m:sSub>
                        <m:r>
                          <a:rPr lang="pt-BR" sz="1200" b="0" i="1" smtClean="0">
                            <a:latin typeface="Cambria Math" panose="02040503050406030204" pitchFamily="18" charset="0"/>
                          </a:rPr>
                          <m:t>=</m:t>
                        </m:r>
                        <m:sSup>
                          <m:sSupPr>
                            <m:ctrlPr>
                              <a:rPr lang="pt-BR" sz="1200" b="0" i="1" smtClean="0">
                                <a:latin typeface="Cambria Math" panose="02040503050406030204" pitchFamily="18" charset="0"/>
                              </a:rPr>
                            </m:ctrlPr>
                          </m:sSupPr>
                          <m:e>
                            <m:r>
                              <a:rPr lang="pt-BR" sz="1200" b="0" i="0" smtClean="0">
                                <a:latin typeface="Cambria Math" panose="02040503050406030204" pitchFamily="18" charset="0"/>
                              </a:rPr>
                              <m:t>5,8 . 10</m:t>
                            </m:r>
                          </m:e>
                          <m:sup>
                            <m:r>
                              <a:rPr lang="pt-BR" sz="1200" b="0" i="0" smtClean="0">
                                <a:latin typeface="Cambria Math" panose="02040503050406030204" pitchFamily="18" charset="0"/>
                              </a:rPr>
                              <m:t>7</m:t>
                            </m:r>
                          </m:sup>
                        </m:sSup>
                        <m:r>
                          <a:rPr lang="pt-BR" sz="1200" b="0" i="0" smtClean="0">
                            <a:latin typeface="Cambria Math" panose="02040503050406030204" pitchFamily="18" charset="0"/>
                          </a:rPr>
                          <m:t> </m:t>
                        </m:r>
                        <m:r>
                          <m:rPr>
                            <m:sty m:val="p"/>
                          </m:rPr>
                          <a:rPr lang="pt-BR" sz="1200" b="0" i="0" smtClean="0">
                            <a:latin typeface="Cambria Math" panose="02040503050406030204" pitchFamily="18" charset="0"/>
                          </a:rPr>
                          <m:t>S</m:t>
                        </m:r>
                        <m:r>
                          <a:rPr lang="pt-BR" sz="1200" b="0" i="0" smtClean="0">
                            <a:latin typeface="Cambria Math" panose="02040503050406030204" pitchFamily="18" charset="0"/>
                          </a:rPr>
                          <m:t>/</m:t>
                        </m:r>
                        <m:r>
                          <m:rPr>
                            <m:sty m:val="p"/>
                          </m:rPr>
                          <a:rPr lang="pt-BR" sz="1200" b="0" i="0" smtClean="0">
                            <a:latin typeface="Cambria Math" panose="02040503050406030204" pitchFamily="18" charset="0"/>
                          </a:rPr>
                          <m:t>m</m:t>
                        </m:r>
                      </m:oMath>
                    </m:oMathPara>
                  </a14:m>
                  <a:endParaRPr lang="pt-BR" sz="1200"/>
                </a:p>
              </p:txBody>
            </p:sp>
          </mc:Choice>
          <mc:Fallback xmlns="">
            <p:sp>
              <p:nvSpPr>
                <p:cNvPr id="64" name="CaixaDeTexto 63">
                  <a:extLst>
                    <a:ext uri="{FF2B5EF4-FFF2-40B4-BE49-F238E27FC236}">
                      <a16:creationId xmlns:a16="http://schemas.microsoft.com/office/drawing/2014/main" id="{76363AD0-F7A9-36D6-CA69-29C1DE4253C0}"/>
                    </a:ext>
                  </a:extLst>
                </p:cNvPr>
                <p:cNvSpPr txBox="1">
                  <a:spLocks noRot="1" noChangeAspect="1" noMove="1" noResize="1" noEditPoints="1" noAdjustHandles="1" noChangeArrowheads="1" noChangeShapeType="1" noTextEdit="1"/>
                </p:cNvSpPr>
                <p:nvPr/>
              </p:nvSpPr>
              <p:spPr>
                <a:xfrm>
                  <a:off x="7001144" y="1198082"/>
                  <a:ext cx="1782155" cy="293991"/>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5" name="CaixaDeTexto 64">
                  <a:extLst>
                    <a:ext uri="{FF2B5EF4-FFF2-40B4-BE49-F238E27FC236}">
                      <a16:creationId xmlns:a16="http://schemas.microsoft.com/office/drawing/2014/main" id="{D4F551A5-2181-3135-7496-32F394325D4A}"/>
                    </a:ext>
                  </a:extLst>
                </p:cNvPr>
                <p:cNvSpPr txBox="1"/>
                <p:nvPr/>
              </p:nvSpPr>
              <p:spPr>
                <a:xfrm>
                  <a:off x="5231904" y="1331282"/>
                  <a:ext cx="374270"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𝜎</m:t>
                            </m:r>
                          </m:e>
                          <m:sub>
                            <m:r>
                              <a:rPr lang="pt-BR" sz="1200" b="0" i="1" smtClean="0">
                                <a:latin typeface="Cambria Math" panose="02040503050406030204" pitchFamily="18" charset="0"/>
                              </a:rPr>
                              <m:t>𝑝</m:t>
                            </m:r>
                          </m:sub>
                        </m:sSub>
                      </m:oMath>
                    </m:oMathPara>
                  </a14:m>
                  <a:endParaRPr lang="pt-BR" sz="1200"/>
                </a:p>
              </p:txBody>
            </p:sp>
          </mc:Choice>
          <mc:Fallback xmlns="">
            <p:sp>
              <p:nvSpPr>
                <p:cNvPr id="65" name="CaixaDeTexto 64">
                  <a:extLst>
                    <a:ext uri="{FF2B5EF4-FFF2-40B4-BE49-F238E27FC236}">
                      <a16:creationId xmlns:a16="http://schemas.microsoft.com/office/drawing/2014/main" id="{D4F551A5-2181-3135-7496-32F394325D4A}"/>
                    </a:ext>
                  </a:extLst>
                </p:cNvPr>
                <p:cNvSpPr txBox="1">
                  <a:spLocks noRot="1" noChangeAspect="1" noMove="1" noResize="1" noEditPoints="1" noAdjustHandles="1" noChangeArrowheads="1" noChangeShapeType="1" noTextEdit="1"/>
                </p:cNvSpPr>
                <p:nvPr/>
              </p:nvSpPr>
              <p:spPr>
                <a:xfrm>
                  <a:off x="5231904" y="1331282"/>
                  <a:ext cx="374270" cy="291298"/>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6" name="CaixaDeTexto 65">
                  <a:extLst>
                    <a:ext uri="{FF2B5EF4-FFF2-40B4-BE49-F238E27FC236}">
                      <a16:creationId xmlns:a16="http://schemas.microsoft.com/office/drawing/2014/main" id="{7F111B65-93B8-9777-CF49-729E3398B29C}"/>
                    </a:ext>
                  </a:extLst>
                </p:cNvPr>
                <p:cNvSpPr txBox="1"/>
                <p:nvPr/>
              </p:nvSpPr>
              <p:spPr>
                <a:xfrm>
                  <a:off x="6348028" y="1319705"/>
                  <a:ext cx="373115"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𝜎</m:t>
                            </m:r>
                          </m:e>
                          <m:sub>
                            <m:r>
                              <a:rPr lang="pt-BR" sz="1200" b="0" i="1" smtClean="0">
                                <a:latin typeface="Cambria Math" panose="02040503050406030204" pitchFamily="18" charset="0"/>
                              </a:rPr>
                              <m:t>𝑞</m:t>
                            </m:r>
                          </m:sub>
                        </m:sSub>
                      </m:oMath>
                    </m:oMathPara>
                  </a14:m>
                  <a:endParaRPr lang="pt-BR" sz="1200"/>
                </a:p>
              </p:txBody>
            </p:sp>
          </mc:Choice>
          <mc:Fallback xmlns="">
            <p:sp>
              <p:nvSpPr>
                <p:cNvPr id="66" name="CaixaDeTexto 65">
                  <a:extLst>
                    <a:ext uri="{FF2B5EF4-FFF2-40B4-BE49-F238E27FC236}">
                      <a16:creationId xmlns:a16="http://schemas.microsoft.com/office/drawing/2014/main" id="{7F111B65-93B8-9777-CF49-729E3398B29C}"/>
                    </a:ext>
                  </a:extLst>
                </p:cNvPr>
                <p:cNvSpPr txBox="1">
                  <a:spLocks noRot="1" noChangeAspect="1" noMove="1" noResize="1" noEditPoints="1" noAdjustHandles="1" noChangeArrowheads="1" noChangeShapeType="1" noTextEdit="1"/>
                </p:cNvSpPr>
                <p:nvPr/>
              </p:nvSpPr>
              <p:spPr>
                <a:xfrm>
                  <a:off x="6348028" y="1319705"/>
                  <a:ext cx="373115" cy="291298"/>
                </a:xfrm>
                <a:prstGeom prst="rect">
                  <a:avLst/>
                </a:prstGeom>
                <a:blipFill>
                  <a:blip r:embed="rId10"/>
                  <a:stretch>
                    <a:fillRect/>
                  </a:stretch>
                </a:blipFill>
              </p:spPr>
              <p:txBody>
                <a:bodyPr/>
                <a:lstStyle/>
                <a:p>
                  <a:r>
                    <a:rPr lang="pt-BR">
                      <a:noFill/>
                    </a:rPr>
                    <a:t> </a:t>
                  </a:r>
                </a:p>
              </p:txBody>
            </p:sp>
          </mc:Fallback>
        </mc:AlternateContent>
      </p:grpSp>
      <p:pic>
        <p:nvPicPr>
          <p:cNvPr id="71" name="Gráfico 70">
            <a:extLst>
              <a:ext uri="{FF2B5EF4-FFF2-40B4-BE49-F238E27FC236}">
                <a16:creationId xmlns:a16="http://schemas.microsoft.com/office/drawing/2014/main" id="{98548C5C-FF4C-6630-93C6-B16368D95A53}"/>
              </a:ext>
            </a:extLst>
          </p:cNvPr>
          <p:cNvPicPr>
            <a:picLocks noChangeAspect="1"/>
          </p:cNvPicPr>
          <p:nvPr/>
        </p:nvPicPr>
        <p:blipFill rotWithShape="1">
          <a:blip r:embed="rId11">
            <a:extLst>
              <a:ext uri="{96DAC541-7B7A-43D3-8B79-37D633B846F1}">
                <asvg:svgBlip xmlns:asvg="http://schemas.microsoft.com/office/drawing/2016/SVG/main" r:embed="rId12"/>
              </a:ext>
            </a:extLst>
          </a:blip>
          <a:srcRect l="2154" t="11039" r="7039" b="1199"/>
          <a:stretch/>
        </p:blipFill>
        <p:spPr>
          <a:xfrm>
            <a:off x="695399" y="2230717"/>
            <a:ext cx="5292589" cy="3878419"/>
          </a:xfrm>
          <a:prstGeom prst="rect">
            <a:avLst/>
          </a:prstGeom>
        </p:spPr>
      </p:pic>
      <p:grpSp>
        <p:nvGrpSpPr>
          <p:cNvPr id="7" name="Agrupar 6">
            <a:extLst>
              <a:ext uri="{FF2B5EF4-FFF2-40B4-BE49-F238E27FC236}">
                <a16:creationId xmlns:a16="http://schemas.microsoft.com/office/drawing/2014/main" id="{13B2D9B9-E0CB-8F71-A186-E0181FF06A11}"/>
              </a:ext>
            </a:extLst>
          </p:cNvPr>
          <p:cNvGrpSpPr/>
          <p:nvPr/>
        </p:nvGrpSpPr>
        <p:grpSpPr>
          <a:xfrm>
            <a:off x="1667508" y="2672916"/>
            <a:ext cx="1467497" cy="291298"/>
            <a:chOff x="1523492" y="2460158"/>
            <a:chExt cx="1467497" cy="291298"/>
          </a:xfrm>
        </p:grpSpPr>
        <p:sp>
          <p:nvSpPr>
            <p:cNvPr id="5" name="Retângulo 4">
              <a:extLst>
                <a:ext uri="{FF2B5EF4-FFF2-40B4-BE49-F238E27FC236}">
                  <a16:creationId xmlns:a16="http://schemas.microsoft.com/office/drawing/2014/main" id="{78E868B1-D7F2-0274-FD4D-C4416085B4E9}"/>
                </a:ext>
              </a:extLst>
            </p:cNvPr>
            <p:cNvSpPr/>
            <p:nvPr/>
          </p:nvSpPr>
          <p:spPr>
            <a:xfrm>
              <a:off x="1631504" y="2496162"/>
              <a:ext cx="864096" cy="17389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B40F7ACA-6FC0-F7F9-73A3-908D823ED7D3}"/>
                    </a:ext>
                  </a:extLst>
                </p:cNvPr>
                <p:cNvSpPr txBox="1"/>
                <p:nvPr/>
              </p:nvSpPr>
              <p:spPr>
                <a:xfrm>
                  <a:off x="1523492" y="2460158"/>
                  <a:ext cx="1467497" cy="291298"/>
                </a:xfrm>
                <a:prstGeom prst="rect">
                  <a:avLst/>
                </a:prstGeom>
                <a:noFill/>
              </p:spPr>
              <p:txBody>
                <a:bodyPr wrap="square" rtlCol="0">
                  <a:spAutoFit/>
                </a:bodyPr>
                <a:lstStyle/>
                <a:p>
                  <a:r>
                    <a:rPr lang="pt-BR" sz="1200"/>
                    <a:t>MoM-SO (</a:t>
                  </a:r>
                  <a14:m>
                    <m:oMath xmlns:m="http://schemas.openxmlformats.org/officeDocument/2006/math">
                      <m:sSub>
                        <m:sSubPr>
                          <m:ctrlPr>
                            <a:rPr lang="pt-BR" sz="1200" i="1" smtClean="0">
                              <a:latin typeface="Cambria Math" panose="02040503050406030204" pitchFamily="18" charset="0"/>
                            </a:rPr>
                          </m:ctrlPr>
                        </m:sSubPr>
                        <m:e>
                          <m:r>
                            <a:rPr lang="pt-BR" sz="1200" i="1" smtClean="0">
                              <a:latin typeface="Cambria Math" panose="02040503050406030204" pitchFamily="18" charset="0"/>
                            </a:rPr>
                            <m:t>𝑁</m:t>
                          </m:r>
                        </m:e>
                        <m:sub>
                          <m:r>
                            <a:rPr lang="pt-BR" sz="1200" i="1" smtClean="0">
                              <a:latin typeface="Cambria Math" panose="02040503050406030204" pitchFamily="18" charset="0"/>
                            </a:rPr>
                            <m:t>𝑝</m:t>
                          </m:r>
                        </m:sub>
                      </m:sSub>
                      <m:r>
                        <a:rPr lang="pt-BR" sz="1200" i="1" smtClean="0">
                          <a:latin typeface="Cambria Math" panose="02040503050406030204" pitchFamily="18" charset="0"/>
                        </a:rPr>
                        <m:t>=</m:t>
                      </m:r>
                      <m:r>
                        <a:rPr lang="pt-BR" sz="1200" b="0" i="1" smtClean="0">
                          <a:latin typeface="Cambria Math" panose="02040503050406030204" pitchFamily="18" charset="0"/>
                        </a:rPr>
                        <m:t>3</m:t>
                      </m:r>
                    </m:oMath>
                  </a14:m>
                  <a:r>
                    <a:rPr lang="pt-BR" sz="1200"/>
                    <a:t>)</a:t>
                  </a:r>
                </a:p>
              </p:txBody>
            </p:sp>
          </mc:Choice>
          <mc:Fallback xmlns="">
            <p:sp>
              <p:nvSpPr>
                <p:cNvPr id="3" name="CaixaDeTexto 2">
                  <a:extLst>
                    <a:ext uri="{FF2B5EF4-FFF2-40B4-BE49-F238E27FC236}">
                      <a16:creationId xmlns:a16="http://schemas.microsoft.com/office/drawing/2014/main" id="{B40F7ACA-6FC0-F7F9-73A3-908D823ED7D3}"/>
                    </a:ext>
                  </a:extLst>
                </p:cNvPr>
                <p:cNvSpPr txBox="1">
                  <a:spLocks noRot="1" noChangeAspect="1" noMove="1" noResize="1" noEditPoints="1" noAdjustHandles="1" noChangeArrowheads="1" noChangeShapeType="1" noTextEdit="1"/>
                </p:cNvSpPr>
                <p:nvPr/>
              </p:nvSpPr>
              <p:spPr>
                <a:xfrm>
                  <a:off x="1523492" y="2460158"/>
                  <a:ext cx="1467497" cy="291298"/>
                </a:xfrm>
                <a:prstGeom prst="rect">
                  <a:avLst/>
                </a:prstGeom>
                <a:blipFill>
                  <a:blip r:embed="rId13"/>
                  <a:stretch>
                    <a:fillRect l="-417" b="-12500"/>
                  </a:stretch>
                </a:blipFill>
              </p:spPr>
              <p:txBody>
                <a:bodyPr/>
                <a:lstStyle/>
                <a:p>
                  <a:r>
                    <a:rPr lang="pt-BR">
                      <a:noFill/>
                    </a:rPr>
                    <a:t> </a:t>
                  </a:r>
                </a:p>
              </p:txBody>
            </p:sp>
          </mc:Fallback>
        </mc:AlternateContent>
      </p:grpSp>
      <p:grpSp>
        <p:nvGrpSpPr>
          <p:cNvPr id="10" name="Agrupar 9">
            <a:extLst>
              <a:ext uri="{FF2B5EF4-FFF2-40B4-BE49-F238E27FC236}">
                <a16:creationId xmlns:a16="http://schemas.microsoft.com/office/drawing/2014/main" id="{3A290E40-F056-0C55-ED18-A8AD31B33071}"/>
              </a:ext>
            </a:extLst>
          </p:cNvPr>
          <p:cNvGrpSpPr/>
          <p:nvPr/>
        </p:nvGrpSpPr>
        <p:grpSpPr>
          <a:xfrm>
            <a:off x="9444372" y="2705654"/>
            <a:ext cx="1467497" cy="291298"/>
            <a:chOff x="1604167" y="2708920"/>
            <a:chExt cx="1467497" cy="291298"/>
          </a:xfrm>
        </p:grpSpPr>
        <p:sp>
          <p:nvSpPr>
            <p:cNvPr id="11" name="Retângulo 10">
              <a:extLst>
                <a:ext uri="{FF2B5EF4-FFF2-40B4-BE49-F238E27FC236}">
                  <a16:creationId xmlns:a16="http://schemas.microsoft.com/office/drawing/2014/main" id="{F859AFDF-88E7-77BB-1B95-297278A2DE91}"/>
                </a:ext>
              </a:extLst>
            </p:cNvPr>
            <p:cNvSpPr/>
            <p:nvPr/>
          </p:nvSpPr>
          <p:spPr>
            <a:xfrm>
              <a:off x="1703512" y="2780928"/>
              <a:ext cx="756084" cy="1440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0EF517A4-9664-59AE-270C-0D8C839A5C00}"/>
                    </a:ext>
                  </a:extLst>
                </p:cNvPr>
                <p:cNvSpPr txBox="1"/>
                <p:nvPr/>
              </p:nvSpPr>
              <p:spPr>
                <a:xfrm>
                  <a:off x="1604167" y="2708920"/>
                  <a:ext cx="1467497" cy="291298"/>
                </a:xfrm>
                <a:prstGeom prst="rect">
                  <a:avLst/>
                </a:prstGeom>
                <a:noFill/>
              </p:spPr>
              <p:txBody>
                <a:bodyPr wrap="square" rtlCol="0">
                  <a:spAutoFit/>
                </a:bodyPr>
                <a:lstStyle/>
                <a:p>
                  <a:r>
                    <a:rPr lang="pt-BR" sz="1200"/>
                    <a:t>MoM-SO (</a:t>
                  </a:r>
                  <a14:m>
                    <m:oMath xmlns:m="http://schemas.openxmlformats.org/officeDocument/2006/math">
                      <m:sSub>
                        <m:sSubPr>
                          <m:ctrlPr>
                            <a:rPr lang="pt-BR" sz="1200" i="1" smtClean="0">
                              <a:latin typeface="Cambria Math" panose="02040503050406030204" pitchFamily="18" charset="0"/>
                            </a:rPr>
                          </m:ctrlPr>
                        </m:sSubPr>
                        <m:e>
                          <m:r>
                            <a:rPr lang="pt-BR" sz="1200" i="1" smtClean="0">
                              <a:latin typeface="Cambria Math" panose="02040503050406030204" pitchFamily="18" charset="0"/>
                            </a:rPr>
                            <m:t>𝑁</m:t>
                          </m:r>
                        </m:e>
                        <m:sub>
                          <m:r>
                            <a:rPr lang="pt-BR" sz="1200" i="1" smtClean="0">
                              <a:latin typeface="Cambria Math" panose="02040503050406030204" pitchFamily="18" charset="0"/>
                            </a:rPr>
                            <m:t>𝑝</m:t>
                          </m:r>
                        </m:sub>
                      </m:sSub>
                      <m:r>
                        <a:rPr lang="pt-BR" sz="1200" i="1" smtClean="0">
                          <a:latin typeface="Cambria Math" panose="02040503050406030204" pitchFamily="18" charset="0"/>
                        </a:rPr>
                        <m:t>=</m:t>
                      </m:r>
                      <m:r>
                        <a:rPr lang="pt-BR" sz="1200" b="0" i="1" smtClean="0">
                          <a:latin typeface="Cambria Math" panose="02040503050406030204" pitchFamily="18" charset="0"/>
                        </a:rPr>
                        <m:t>3</m:t>
                      </m:r>
                    </m:oMath>
                  </a14:m>
                  <a:r>
                    <a:rPr lang="pt-BR" sz="1200"/>
                    <a:t>)</a:t>
                  </a:r>
                </a:p>
              </p:txBody>
            </p:sp>
          </mc:Choice>
          <mc:Fallback xmlns="">
            <p:sp>
              <p:nvSpPr>
                <p:cNvPr id="12" name="CaixaDeTexto 11">
                  <a:extLst>
                    <a:ext uri="{FF2B5EF4-FFF2-40B4-BE49-F238E27FC236}">
                      <a16:creationId xmlns:a16="http://schemas.microsoft.com/office/drawing/2014/main" id="{0EF517A4-9664-59AE-270C-0D8C839A5C00}"/>
                    </a:ext>
                  </a:extLst>
                </p:cNvPr>
                <p:cNvSpPr txBox="1">
                  <a:spLocks noRot="1" noChangeAspect="1" noMove="1" noResize="1" noEditPoints="1" noAdjustHandles="1" noChangeArrowheads="1" noChangeShapeType="1" noTextEdit="1"/>
                </p:cNvSpPr>
                <p:nvPr/>
              </p:nvSpPr>
              <p:spPr>
                <a:xfrm>
                  <a:off x="1604167" y="2708920"/>
                  <a:ext cx="1467497" cy="291298"/>
                </a:xfrm>
                <a:prstGeom prst="rect">
                  <a:avLst/>
                </a:prstGeom>
                <a:blipFill>
                  <a:blip r:embed="rId16"/>
                  <a:stretch>
                    <a:fillRect b="-12500"/>
                  </a:stretch>
                </a:blipFill>
              </p:spPr>
              <p:txBody>
                <a:bodyPr/>
                <a:lstStyle/>
                <a:p>
                  <a:r>
                    <a:rPr lang="pt-BR">
                      <a:noFill/>
                    </a:rPr>
                    <a:t> </a:t>
                  </a:r>
                </a:p>
              </p:txBody>
            </p:sp>
          </mc:Fallback>
        </mc:AlternateContent>
      </p:grpSp>
      <p:grpSp>
        <p:nvGrpSpPr>
          <p:cNvPr id="16" name="Agrupar 15">
            <a:extLst>
              <a:ext uri="{FF2B5EF4-FFF2-40B4-BE49-F238E27FC236}">
                <a16:creationId xmlns:a16="http://schemas.microsoft.com/office/drawing/2014/main" id="{D5A97C9B-8DC0-ECD8-457E-F4DF08EBAA69}"/>
              </a:ext>
            </a:extLst>
          </p:cNvPr>
          <p:cNvGrpSpPr/>
          <p:nvPr/>
        </p:nvGrpSpPr>
        <p:grpSpPr>
          <a:xfrm>
            <a:off x="6283280" y="2117355"/>
            <a:ext cx="5321332" cy="3984728"/>
            <a:chOff x="6103260" y="2117355"/>
            <a:chExt cx="5321332" cy="3984728"/>
          </a:xfrm>
        </p:grpSpPr>
        <p:pic>
          <p:nvPicPr>
            <p:cNvPr id="69" name="Gráfico 68">
              <a:extLst>
                <a:ext uri="{FF2B5EF4-FFF2-40B4-BE49-F238E27FC236}">
                  <a16:creationId xmlns:a16="http://schemas.microsoft.com/office/drawing/2014/main" id="{BE928D1C-AC8B-F923-80C1-C79847D0BD95}"/>
                </a:ext>
              </a:extLst>
            </p:cNvPr>
            <p:cNvPicPr>
              <a:picLocks noChangeAspect="1"/>
            </p:cNvPicPr>
            <p:nvPr/>
          </p:nvPicPr>
          <p:blipFill rotWithShape="1">
            <a:blip r:embed="rId17">
              <a:extLst>
                <a:ext uri="{96DAC541-7B7A-43D3-8B79-37D633B846F1}">
                  <asvg:svgBlip xmlns:asvg="http://schemas.microsoft.com/office/drawing/2016/SVG/main" r:embed="rId18"/>
                </a:ext>
              </a:extLst>
            </a:blip>
            <a:srcRect l="2396" t="10675" r="6791" b="1199"/>
            <a:stretch/>
          </p:blipFill>
          <p:spPr>
            <a:xfrm>
              <a:off x="6103260" y="2225027"/>
              <a:ext cx="5321332" cy="3877056"/>
            </a:xfrm>
            <a:prstGeom prst="rect">
              <a:avLst/>
            </a:prstGeom>
          </p:spPr>
        </p:pic>
        <p:sp>
          <p:nvSpPr>
            <p:cNvPr id="14" name="Retângulo 13">
              <a:extLst>
                <a:ext uri="{FF2B5EF4-FFF2-40B4-BE49-F238E27FC236}">
                  <a16:creationId xmlns:a16="http://schemas.microsoft.com/office/drawing/2014/main" id="{1C1ADEC8-69EC-7EB6-4237-F1D3592D8DBA}"/>
                </a:ext>
              </a:extLst>
            </p:cNvPr>
            <p:cNvSpPr/>
            <p:nvPr/>
          </p:nvSpPr>
          <p:spPr>
            <a:xfrm>
              <a:off x="8004212" y="2117355"/>
              <a:ext cx="3240360" cy="1440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18" name="Agrupar 17">
            <a:extLst>
              <a:ext uri="{FF2B5EF4-FFF2-40B4-BE49-F238E27FC236}">
                <a16:creationId xmlns:a16="http://schemas.microsoft.com/office/drawing/2014/main" id="{7DABA30D-1951-0BB6-8E69-A878D06FC9B6}"/>
              </a:ext>
            </a:extLst>
          </p:cNvPr>
          <p:cNvGrpSpPr/>
          <p:nvPr/>
        </p:nvGrpSpPr>
        <p:grpSpPr>
          <a:xfrm>
            <a:off x="9655394" y="2700059"/>
            <a:ext cx="1467497" cy="291298"/>
            <a:chOff x="1599165" y="2736063"/>
            <a:chExt cx="1467497" cy="291298"/>
          </a:xfrm>
        </p:grpSpPr>
        <p:sp>
          <p:nvSpPr>
            <p:cNvPr id="19" name="Retângulo 18">
              <a:extLst>
                <a:ext uri="{FF2B5EF4-FFF2-40B4-BE49-F238E27FC236}">
                  <a16:creationId xmlns:a16="http://schemas.microsoft.com/office/drawing/2014/main" id="{4F50683D-56A8-1BEB-33FF-1DA2865995DF}"/>
                </a:ext>
              </a:extLst>
            </p:cNvPr>
            <p:cNvSpPr/>
            <p:nvPr/>
          </p:nvSpPr>
          <p:spPr>
            <a:xfrm>
              <a:off x="1640171" y="2780928"/>
              <a:ext cx="1044116" cy="1417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20" name="CaixaDeTexto 19">
                  <a:extLst>
                    <a:ext uri="{FF2B5EF4-FFF2-40B4-BE49-F238E27FC236}">
                      <a16:creationId xmlns:a16="http://schemas.microsoft.com/office/drawing/2014/main" id="{4C33C151-AFDE-0EF7-7928-BEEC639D923D}"/>
                    </a:ext>
                  </a:extLst>
                </p:cNvPr>
                <p:cNvSpPr txBox="1"/>
                <p:nvPr/>
              </p:nvSpPr>
              <p:spPr>
                <a:xfrm>
                  <a:off x="1599165" y="2736063"/>
                  <a:ext cx="1467497" cy="291298"/>
                </a:xfrm>
                <a:prstGeom prst="rect">
                  <a:avLst/>
                </a:prstGeom>
                <a:noFill/>
              </p:spPr>
              <p:txBody>
                <a:bodyPr wrap="square" rtlCol="0">
                  <a:spAutoFit/>
                </a:bodyPr>
                <a:lstStyle/>
                <a:p>
                  <a:r>
                    <a:rPr lang="pt-BR" sz="1200"/>
                    <a:t>MoM-SO (</a:t>
                  </a:r>
                  <a14:m>
                    <m:oMath xmlns:m="http://schemas.openxmlformats.org/officeDocument/2006/math">
                      <m:sSub>
                        <m:sSubPr>
                          <m:ctrlPr>
                            <a:rPr lang="pt-BR" sz="1200" i="1" smtClean="0">
                              <a:latin typeface="Cambria Math" panose="02040503050406030204" pitchFamily="18" charset="0"/>
                            </a:rPr>
                          </m:ctrlPr>
                        </m:sSubPr>
                        <m:e>
                          <m:r>
                            <a:rPr lang="pt-BR" sz="1200" i="1" smtClean="0">
                              <a:latin typeface="Cambria Math" panose="02040503050406030204" pitchFamily="18" charset="0"/>
                            </a:rPr>
                            <m:t>𝑁</m:t>
                          </m:r>
                        </m:e>
                        <m:sub>
                          <m:r>
                            <a:rPr lang="pt-BR" sz="1200" i="1" smtClean="0">
                              <a:latin typeface="Cambria Math" panose="02040503050406030204" pitchFamily="18" charset="0"/>
                            </a:rPr>
                            <m:t>𝑝</m:t>
                          </m:r>
                        </m:sub>
                      </m:sSub>
                      <m:r>
                        <a:rPr lang="pt-BR" sz="1200" i="1" smtClean="0">
                          <a:latin typeface="Cambria Math" panose="02040503050406030204" pitchFamily="18" charset="0"/>
                        </a:rPr>
                        <m:t>=</m:t>
                      </m:r>
                      <m:r>
                        <a:rPr lang="pt-BR" sz="1200" b="0" i="1" smtClean="0">
                          <a:latin typeface="Cambria Math" panose="02040503050406030204" pitchFamily="18" charset="0"/>
                        </a:rPr>
                        <m:t>3</m:t>
                      </m:r>
                    </m:oMath>
                  </a14:m>
                  <a:r>
                    <a:rPr lang="pt-BR" sz="1200"/>
                    <a:t>)</a:t>
                  </a:r>
                </a:p>
              </p:txBody>
            </p:sp>
          </mc:Choice>
          <mc:Fallback xmlns="">
            <p:sp>
              <p:nvSpPr>
                <p:cNvPr id="20" name="CaixaDeTexto 19">
                  <a:extLst>
                    <a:ext uri="{FF2B5EF4-FFF2-40B4-BE49-F238E27FC236}">
                      <a16:creationId xmlns:a16="http://schemas.microsoft.com/office/drawing/2014/main" id="{4C33C151-AFDE-0EF7-7928-BEEC639D923D}"/>
                    </a:ext>
                  </a:extLst>
                </p:cNvPr>
                <p:cNvSpPr txBox="1">
                  <a:spLocks noRot="1" noChangeAspect="1" noMove="1" noResize="1" noEditPoints="1" noAdjustHandles="1" noChangeArrowheads="1" noChangeShapeType="1" noTextEdit="1"/>
                </p:cNvSpPr>
                <p:nvPr/>
              </p:nvSpPr>
              <p:spPr>
                <a:xfrm>
                  <a:off x="1599165" y="2736063"/>
                  <a:ext cx="1467497" cy="291298"/>
                </a:xfrm>
                <a:prstGeom prst="rect">
                  <a:avLst/>
                </a:prstGeom>
                <a:blipFill>
                  <a:blip r:embed="rId19"/>
                  <a:stretch>
                    <a:fillRect l="-415" b="-12500"/>
                  </a:stretch>
                </a:blipFill>
              </p:spPr>
              <p:txBody>
                <a:bodyPr/>
                <a:lstStyle/>
                <a:p>
                  <a:r>
                    <a:rPr lang="pt-BR">
                      <a:noFill/>
                    </a:rPr>
                    <a:t> </a:t>
                  </a:r>
                </a:p>
              </p:txBody>
            </p:sp>
          </mc:Fallback>
        </mc:AlternateContent>
      </p:grpSp>
    </p:spTree>
    <p:extLst>
      <p:ext uri="{BB962C8B-B14F-4D97-AF65-F5344CB8AC3E}">
        <p14:creationId xmlns:p14="http://schemas.microsoft.com/office/powerpoint/2010/main" val="22053803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33</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3420331"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Single core (coaxial) cable</a:t>
            </a:r>
            <a:endParaRPr lang="pt-BR" sz="2000">
              <a:ln w="0"/>
              <a:effectLst>
                <a:outerShdw blurRad="38100" dist="19050" dir="2700000" algn="tl" rotWithShape="0">
                  <a:schemeClr val="dk1">
                    <a:alpha val="40000"/>
                  </a:schemeClr>
                </a:outerShdw>
              </a:effectLst>
            </a:endParaRP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1800152" cy="307777"/>
          </a:xfrm>
          <a:prstGeom prst="rect">
            <a:avLst/>
          </a:prstGeom>
          <a:noFill/>
        </p:spPr>
        <p:txBody>
          <a:bodyPr wrap="square">
            <a:spAutoFit/>
          </a:bodyPr>
          <a:lstStyle/>
          <a:p>
            <a:pPr algn="l" rtl="0" eaLnBrk="1" latinLnBrk="0" hangingPunct="1">
              <a:spcBef>
                <a:spcPts val="0"/>
              </a:spcBef>
              <a:spcAft>
                <a:spcPts val="0"/>
              </a:spcAft>
              <a:buClrTx/>
              <a:buSzPts val="1800"/>
            </a:pPr>
            <a:r>
              <a:rPr lang="pt-BR" sz="1400" kern="1200">
                <a:solidFill>
                  <a:srgbClr val="0070C0"/>
                </a:solidFill>
                <a:effectLst/>
                <a:latin typeface="Arial Black" panose="020B0A04020102020204" pitchFamily="34" charset="0"/>
                <a:ea typeface="+mn-ea"/>
                <a:cs typeface="+mn-cs"/>
              </a:rPr>
              <a:t>Examples</a:t>
            </a:r>
            <a:endParaRPr lang="pt-BR" sz="1400">
              <a:solidFill>
                <a:srgbClr val="0070C0"/>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63" name="CaixaDeTexto 62">
                <a:extLst>
                  <a:ext uri="{FF2B5EF4-FFF2-40B4-BE49-F238E27FC236}">
                    <a16:creationId xmlns:a16="http://schemas.microsoft.com/office/drawing/2014/main" id="{0D3FA61D-BBAE-66C8-03C9-673E425B53E2}"/>
                  </a:ext>
                </a:extLst>
              </p:cNvPr>
              <p:cNvSpPr txBox="1"/>
              <p:nvPr/>
            </p:nvSpPr>
            <p:spPr>
              <a:xfrm>
                <a:off x="2166915" y="1400262"/>
                <a:ext cx="1146789"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𝑟</m:t>
                          </m:r>
                        </m:e>
                        <m:sub>
                          <m:r>
                            <a:rPr lang="pt-BR" sz="1400" b="0" i="1" smtClean="0">
                              <a:latin typeface="Cambria Math" panose="02040503050406030204" pitchFamily="18" charset="0"/>
                            </a:rPr>
                            <m:t>𝑎</m:t>
                          </m:r>
                        </m:sub>
                      </m:sSub>
                      <m:r>
                        <a:rPr lang="pt-BR" sz="1400" b="0" i="1" smtClean="0">
                          <a:latin typeface="Cambria Math" panose="02040503050406030204" pitchFamily="18" charset="0"/>
                        </a:rPr>
                        <m:t>=22 </m:t>
                      </m:r>
                      <m:r>
                        <a:rPr lang="pt-BR" sz="1400" b="0" i="1" smtClean="0">
                          <a:latin typeface="Cambria Math" panose="02040503050406030204" pitchFamily="18" charset="0"/>
                        </a:rPr>
                        <m:t>𝑚𝑚</m:t>
                      </m:r>
                    </m:oMath>
                  </m:oMathPara>
                </a14:m>
                <a:endParaRPr lang="pt-BR" sz="1400"/>
              </a:p>
            </p:txBody>
          </p:sp>
        </mc:Choice>
        <mc:Fallback xmlns="">
          <p:sp>
            <p:nvSpPr>
              <p:cNvPr id="63" name="CaixaDeTexto 62">
                <a:extLst>
                  <a:ext uri="{FF2B5EF4-FFF2-40B4-BE49-F238E27FC236}">
                    <a16:creationId xmlns:a16="http://schemas.microsoft.com/office/drawing/2014/main" id="{0D3FA61D-BBAE-66C8-03C9-673E425B53E2}"/>
                  </a:ext>
                </a:extLst>
              </p:cNvPr>
              <p:cNvSpPr txBox="1">
                <a:spLocks noRot="1" noChangeAspect="1" noMove="1" noResize="1" noEditPoints="1" noAdjustHandles="1" noChangeArrowheads="1" noChangeShapeType="1" noTextEdit="1"/>
              </p:cNvSpPr>
              <p:nvPr/>
            </p:nvSpPr>
            <p:spPr>
              <a:xfrm>
                <a:off x="2166915" y="1400262"/>
                <a:ext cx="1146789" cy="307777"/>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4" name="CaixaDeTexto 63">
                <a:extLst>
                  <a:ext uri="{FF2B5EF4-FFF2-40B4-BE49-F238E27FC236}">
                    <a16:creationId xmlns:a16="http://schemas.microsoft.com/office/drawing/2014/main" id="{76363AD0-F7A9-36D6-CA69-29C1DE4253C0}"/>
                  </a:ext>
                </a:extLst>
              </p:cNvPr>
              <p:cNvSpPr txBox="1"/>
              <p:nvPr/>
            </p:nvSpPr>
            <p:spPr>
              <a:xfrm>
                <a:off x="2166915" y="1968698"/>
                <a:ext cx="261058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𝜎</m:t>
                          </m:r>
                        </m:e>
                        <m:sub>
                          <m:r>
                            <a:rPr lang="pt-BR" sz="1400" b="0" i="1" smtClean="0">
                              <a:latin typeface="Cambria Math" panose="02040503050406030204" pitchFamily="18" charset="0"/>
                            </a:rPr>
                            <m:t>𝑐𝑜𝑟𝑒</m:t>
                          </m:r>
                        </m:sub>
                      </m:sSub>
                      <m:r>
                        <a:rPr lang="pt-BR" sz="1400" b="0" i="1" smtClean="0">
                          <a:latin typeface="Cambria Math" panose="02040503050406030204" pitchFamily="18" charset="0"/>
                        </a:rPr>
                        <m:t>=</m:t>
                      </m:r>
                      <m:sSub>
                        <m:sSubPr>
                          <m:ctrlPr>
                            <a:rPr lang="pt-BR" sz="1400" b="0" i="1" smtClean="0">
                              <a:latin typeface="Cambria Math" panose="02040503050406030204" pitchFamily="18" charset="0"/>
                            </a:rPr>
                          </m:ctrlPr>
                        </m:sSubPr>
                        <m:e>
                          <m:r>
                            <a:rPr lang="pt-BR" sz="1400" i="1">
                              <a:latin typeface="Cambria Math" panose="02040503050406030204" pitchFamily="18" charset="0"/>
                            </a:rPr>
                            <m:t>𝜎</m:t>
                          </m:r>
                        </m:e>
                        <m:sub>
                          <m:r>
                            <a:rPr lang="pt-BR" sz="1400" b="0" i="1" smtClean="0">
                              <a:latin typeface="Cambria Math" panose="02040503050406030204" pitchFamily="18" charset="0"/>
                            </a:rPr>
                            <m:t>𝑠h𝑒𝑎𝑡h</m:t>
                          </m:r>
                        </m:sub>
                      </m:sSub>
                      <m:r>
                        <a:rPr lang="pt-BR" sz="1400" b="0" i="1" smtClean="0">
                          <a:latin typeface="Cambria Math" panose="02040503050406030204" pitchFamily="18" charset="0"/>
                        </a:rPr>
                        <m:t>=</m:t>
                      </m:r>
                      <m:sSup>
                        <m:sSupPr>
                          <m:ctrlPr>
                            <a:rPr lang="pt-BR" sz="1400" b="0" i="1" smtClean="0">
                              <a:latin typeface="Cambria Math" panose="02040503050406030204" pitchFamily="18" charset="0"/>
                            </a:rPr>
                          </m:ctrlPr>
                        </m:sSupPr>
                        <m:e>
                          <m:r>
                            <a:rPr lang="pt-BR" sz="1400" b="0" i="0" smtClean="0">
                              <a:latin typeface="Cambria Math" panose="02040503050406030204" pitchFamily="18" charset="0"/>
                            </a:rPr>
                            <m:t>5,8 . 10</m:t>
                          </m:r>
                        </m:e>
                        <m:sup>
                          <m:r>
                            <a:rPr lang="pt-BR" sz="1400" b="0" i="0" smtClean="0">
                              <a:latin typeface="Cambria Math" panose="02040503050406030204" pitchFamily="18" charset="0"/>
                            </a:rPr>
                            <m:t>7</m:t>
                          </m:r>
                        </m:sup>
                      </m:sSup>
                      <m:r>
                        <a:rPr lang="pt-BR" sz="1400" b="0" i="0" smtClean="0">
                          <a:latin typeface="Cambria Math" panose="02040503050406030204" pitchFamily="18" charset="0"/>
                        </a:rPr>
                        <m:t> </m:t>
                      </m:r>
                      <m:r>
                        <m:rPr>
                          <m:sty m:val="p"/>
                        </m:rPr>
                        <a:rPr lang="pt-BR" sz="1400" b="0" i="0" smtClean="0">
                          <a:latin typeface="Cambria Math" panose="02040503050406030204" pitchFamily="18" charset="0"/>
                        </a:rPr>
                        <m:t>S</m:t>
                      </m:r>
                      <m:r>
                        <a:rPr lang="pt-BR" sz="1400" b="0" i="0" smtClean="0">
                          <a:latin typeface="Cambria Math" panose="02040503050406030204" pitchFamily="18" charset="0"/>
                        </a:rPr>
                        <m:t>/</m:t>
                      </m:r>
                      <m:r>
                        <m:rPr>
                          <m:sty m:val="p"/>
                        </m:rPr>
                        <a:rPr lang="pt-BR" sz="1400" b="0" i="0" smtClean="0">
                          <a:latin typeface="Cambria Math" panose="02040503050406030204" pitchFamily="18" charset="0"/>
                        </a:rPr>
                        <m:t>m</m:t>
                      </m:r>
                    </m:oMath>
                  </m:oMathPara>
                </a14:m>
                <a:endParaRPr lang="pt-BR" sz="1400"/>
              </a:p>
            </p:txBody>
          </p:sp>
        </mc:Choice>
        <mc:Fallback xmlns="">
          <p:sp>
            <p:nvSpPr>
              <p:cNvPr id="64" name="CaixaDeTexto 63">
                <a:extLst>
                  <a:ext uri="{FF2B5EF4-FFF2-40B4-BE49-F238E27FC236}">
                    <a16:creationId xmlns:a16="http://schemas.microsoft.com/office/drawing/2014/main" id="{76363AD0-F7A9-36D6-CA69-29C1DE4253C0}"/>
                  </a:ext>
                </a:extLst>
              </p:cNvPr>
              <p:cNvSpPr txBox="1">
                <a:spLocks noRot="1" noChangeAspect="1" noMove="1" noResize="1" noEditPoints="1" noAdjustHandles="1" noChangeArrowheads="1" noChangeShapeType="1" noTextEdit="1"/>
              </p:cNvSpPr>
              <p:nvPr/>
            </p:nvSpPr>
            <p:spPr>
              <a:xfrm>
                <a:off x="2166915" y="1968698"/>
                <a:ext cx="2610586" cy="307777"/>
              </a:xfrm>
              <a:prstGeom prst="rect">
                <a:avLst/>
              </a:prstGeom>
              <a:blipFill>
                <a:blip r:embed="rId5"/>
                <a:stretch>
                  <a:fillRect b="-8000"/>
                </a:stretch>
              </a:blipFill>
            </p:spPr>
            <p:txBody>
              <a:bodyPr/>
              <a:lstStyle/>
              <a:p>
                <a:r>
                  <a:rPr lang="pt-BR">
                    <a:noFill/>
                  </a:rPr>
                  <a:t> </a:t>
                </a:r>
              </a:p>
            </p:txBody>
          </p:sp>
        </mc:Fallback>
      </mc:AlternateContent>
      <p:sp>
        <p:nvSpPr>
          <p:cNvPr id="34" name="Elipse 33">
            <a:extLst>
              <a:ext uri="{FF2B5EF4-FFF2-40B4-BE49-F238E27FC236}">
                <a16:creationId xmlns:a16="http://schemas.microsoft.com/office/drawing/2014/main" id="{BAFA6D09-E08D-17B4-751C-E3F915D21DC7}"/>
              </a:ext>
            </a:extLst>
          </p:cNvPr>
          <p:cNvSpPr/>
          <p:nvPr/>
        </p:nvSpPr>
        <p:spPr>
          <a:xfrm>
            <a:off x="483112" y="1424064"/>
            <a:ext cx="1466243" cy="1467101"/>
          </a:xfrm>
          <a:prstGeom prst="ellipse">
            <a:avLst/>
          </a:prstGeom>
          <a:solidFill>
            <a:schemeClr val="accent1">
              <a:alpha val="50000"/>
            </a:schemeClr>
          </a:solidFill>
          <a:ln w="952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35" name="Elipse 34">
            <a:extLst>
              <a:ext uri="{FF2B5EF4-FFF2-40B4-BE49-F238E27FC236}">
                <a16:creationId xmlns:a16="http://schemas.microsoft.com/office/drawing/2014/main" id="{E5061862-454A-4477-FD50-99DF5D4F5B64}"/>
              </a:ext>
            </a:extLst>
          </p:cNvPr>
          <p:cNvSpPr/>
          <p:nvPr/>
        </p:nvSpPr>
        <p:spPr>
          <a:xfrm>
            <a:off x="623241" y="1571755"/>
            <a:ext cx="1188719" cy="1188719"/>
          </a:xfrm>
          <a:prstGeom prst="ellipse">
            <a:avLst/>
          </a:prstGeom>
          <a:solidFill>
            <a:schemeClr val="bg1"/>
          </a:solidFill>
          <a:ln w="952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18" name="Elipse 17">
            <a:extLst>
              <a:ext uri="{FF2B5EF4-FFF2-40B4-BE49-F238E27FC236}">
                <a16:creationId xmlns:a16="http://schemas.microsoft.com/office/drawing/2014/main" id="{C13F6F8D-4732-6D80-7B49-D18C67208F3A}"/>
              </a:ext>
            </a:extLst>
          </p:cNvPr>
          <p:cNvSpPr/>
          <p:nvPr/>
        </p:nvSpPr>
        <p:spPr>
          <a:xfrm>
            <a:off x="972010" y="1925413"/>
            <a:ext cx="465529" cy="464405"/>
          </a:xfrm>
          <a:prstGeom prst="ellipse">
            <a:avLst/>
          </a:prstGeom>
          <a:solidFill>
            <a:schemeClr val="accent3">
              <a:lumMod val="20000"/>
              <a:lumOff val="80000"/>
              <a:alpha val="50000"/>
            </a:schemeClr>
          </a:solidFill>
          <a:ln w="952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B7F8D121-128C-B445-2A60-E73F203197DC}"/>
                  </a:ext>
                </a:extLst>
              </p:cNvPr>
              <p:cNvSpPr txBox="1"/>
              <p:nvPr/>
            </p:nvSpPr>
            <p:spPr>
              <a:xfrm>
                <a:off x="407368" y="2890627"/>
                <a:ext cx="540214" cy="276999"/>
              </a:xfrm>
              <a:prstGeom prst="rect">
                <a:avLst/>
              </a:prstGeom>
              <a:noFill/>
            </p:spPr>
            <p:txBody>
              <a:bodyPr wrap="square" rtlCol="0">
                <a:spAutoFit/>
              </a:bodyPr>
              <a:lstStyle/>
              <a:p>
                <a14:m>
                  <m:oMath xmlns:m="http://schemas.openxmlformats.org/officeDocument/2006/math">
                    <m:sSub>
                      <m:sSubPr>
                        <m:ctrlPr>
                          <a:rPr lang="pt-BR" sz="1050" b="0" i="1" smtClean="0">
                            <a:latin typeface="Cambria Math" panose="02040503050406030204" pitchFamily="18" charset="0"/>
                          </a:rPr>
                        </m:ctrlPr>
                      </m:sSubPr>
                      <m:e>
                        <m:r>
                          <a:rPr lang="pt-BR" sz="1050" b="0" i="1" smtClean="0">
                            <a:latin typeface="Cambria Math" panose="02040503050406030204" pitchFamily="18" charset="0"/>
                          </a:rPr>
                          <m:t>𝜇</m:t>
                        </m:r>
                      </m:e>
                      <m:sub>
                        <m:r>
                          <a:rPr lang="pt-BR" sz="1050" b="0" i="1" smtClean="0">
                            <a:latin typeface="Cambria Math" panose="02040503050406030204" pitchFamily="18" charset="0"/>
                          </a:rPr>
                          <m:t>0</m:t>
                        </m:r>
                      </m:sub>
                    </m:sSub>
                  </m:oMath>
                </a14:m>
                <a:r>
                  <a:rPr lang="pt-BR" sz="1200"/>
                  <a:t>, </a:t>
                </a:r>
                <a14:m>
                  <m:oMath xmlns:m="http://schemas.openxmlformats.org/officeDocument/2006/math">
                    <m:sSub>
                      <m:sSubPr>
                        <m:ctrlPr>
                          <a:rPr lang="pt-BR" sz="1200" b="0" i="1" smtClean="0">
                            <a:latin typeface="Cambria Math" panose="02040503050406030204" pitchFamily="18" charset="0"/>
                          </a:rPr>
                        </m:ctrlPr>
                      </m:sSubPr>
                      <m:e>
                        <m:r>
                          <a:rPr lang="pt-BR" sz="1200" i="1" smtClean="0">
                            <a:latin typeface="Cambria Math" panose="02040503050406030204" pitchFamily="18" charset="0"/>
                          </a:rPr>
                          <m:t>𝜀</m:t>
                        </m:r>
                      </m:e>
                      <m:sub>
                        <m:r>
                          <a:rPr lang="pt-BR" sz="1200" b="0" i="1" smtClean="0">
                            <a:latin typeface="Cambria Math" panose="02040503050406030204" pitchFamily="18" charset="0"/>
                          </a:rPr>
                          <m:t>0</m:t>
                        </m:r>
                      </m:sub>
                    </m:sSub>
                  </m:oMath>
                </a14:m>
                <a:r>
                  <a:rPr lang="pt-BR" sz="1200"/>
                  <a:t> </a:t>
                </a:r>
              </a:p>
            </p:txBody>
          </p:sp>
        </mc:Choice>
        <mc:Fallback xmlns="">
          <p:sp>
            <p:nvSpPr>
              <p:cNvPr id="7" name="CaixaDeTexto 6">
                <a:extLst>
                  <a:ext uri="{FF2B5EF4-FFF2-40B4-BE49-F238E27FC236}">
                    <a16:creationId xmlns:a16="http://schemas.microsoft.com/office/drawing/2014/main" id="{B7F8D121-128C-B445-2A60-E73F203197DC}"/>
                  </a:ext>
                </a:extLst>
              </p:cNvPr>
              <p:cNvSpPr txBox="1">
                <a:spLocks noRot="1" noChangeAspect="1" noMove="1" noResize="1" noEditPoints="1" noAdjustHandles="1" noChangeArrowheads="1" noChangeShapeType="1" noTextEdit="1"/>
              </p:cNvSpPr>
              <p:nvPr/>
            </p:nvSpPr>
            <p:spPr>
              <a:xfrm>
                <a:off x="407368" y="2890627"/>
                <a:ext cx="540214" cy="276999"/>
              </a:xfrm>
              <a:prstGeom prst="rect">
                <a:avLst/>
              </a:prstGeom>
              <a:blipFill>
                <a:blip r:embed="rId6"/>
                <a:stretch>
                  <a:fillRect b="-1521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5" name="CaixaDeTexto 44">
                <a:extLst>
                  <a:ext uri="{FF2B5EF4-FFF2-40B4-BE49-F238E27FC236}">
                    <a16:creationId xmlns:a16="http://schemas.microsoft.com/office/drawing/2014/main" id="{F0AF4F56-E22C-A6A0-666F-527D78EB8C70}"/>
                  </a:ext>
                </a:extLst>
              </p:cNvPr>
              <p:cNvSpPr txBox="1"/>
              <p:nvPr/>
            </p:nvSpPr>
            <p:spPr>
              <a:xfrm>
                <a:off x="2190356" y="1689137"/>
                <a:ext cx="2389437" cy="307777"/>
              </a:xfrm>
              <a:prstGeom prst="rect">
                <a:avLst/>
              </a:prstGeom>
              <a:noFill/>
            </p:spPr>
            <p:txBody>
              <a:bodyPr wrap="none" rtlCol="0">
                <a:spAutoFit/>
              </a:bodyPr>
              <a:lstStyle/>
              <a:p>
                <a14:m>
                  <m:oMath xmlns:m="http://schemas.openxmlformats.org/officeDocument/2006/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𝑟</m:t>
                        </m:r>
                      </m:e>
                      <m:sub>
                        <m:r>
                          <a:rPr lang="pt-BR" sz="1400" b="0" i="1" smtClean="0">
                            <a:latin typeface="Cambria Math" panose="02040503050406030204" pitchFamily="18" charset="0"/>
                          </a:rPr>
                          <m:t>𝑏</m:t>
                        </m:r>
                      </m:sub>
                    </m:sSub>
                    <m:r>
                      <a:rPr lang="pt-BR" sz="1400" b="0" i="1" smtClean="0">
                        <a:latin typeface="Cambria Math" panose="02040503050406030204" pitchFamily="18" charset="0"/>
                      </a:rPr>
                      <m:t>=44 </m:t>
                    </m:r>
                    <m:r>
                      <a:rPr lang="pt-BR" sz="1400" b="0" i="1" smtClean="0">
                        <a:latin typeface="Cambria Math" panose="02040503050406030204" pitchFamily="18" charset="0"/>
                      </a:rPr>
                      <m:t>𝑚𝑚</m:t>
                    </m:r>
                  </m:oMath>
                </a14:m>
                <a:r>
                  <a:rPr lang="pt-BR" sz="1400"/>
                  <a:t>; </a:t>
                </a:r>
                <a14:m>
                  <m:oMath xmlns:m="http://schemas.openxmlformats.org/officeDocument/2006/math">
                    <m:sSub>
                      <m:sSubPr>
                        <m:ctrlPr>
                          <a:rPr lang="pt-BR" sz="1400" b="0" i="1" smtClean="0">
                            <a:latin typeface="Cambria Math" panose="02040503050406030204" pitchFamily="18" charset="0"/>
                          </a:rPr>
                        </m:ctrlPr>
                      </m:sSubPr>
                      <m:e>
                        <m:r>
                          <m:rPr>
                            <m:sty m:val="p"/>
                          </m:rPr>
                          <a:rPr lang="pt-BR" sz="1400" b="0" i="0" smtClean="0">
                            <a:latin typeface="Cambria Math" panose="02040503050406030204" pitchFamily="18" charset="0"/>
                          </a:rPr>
                          <m:t>r</m:t>
                        </m:r>
                      </m:e>
                      <m:sub>
                        <m:r>
                          <a:rPr lang="pt-BR" sz="1400" i="1" smtClean="0">
                            <a:latin typeface="Cambria Math" panose="02040503050406030204" pitchFamily="18" charset="0"/>
                          </a:rPr>
                          <m:t>𝑐</m:t>
                        </m:r>
                      </m:sub>
                    </m:sSub>
                    <m:r>
                      <a:rPr lang="pt-BR" sz="1400" i="1" smtClean="0">
                        <a:latin typeface="Cambria Math" panose="02040503050406030204" pitchFamily="18" charset="0"/>
                      </a:rPr>
                      <m:t>= 39,5 </m:t>
                    </m:r>
                    <m:r>
                      <a:rPr lang="pt-BR" sz="1400" i="1" smtClean="0">
                        <a:latin typeface="Cambria Math" panose="02040503050406030204" pitchFamily="18" charset="0"/>
                      </a:rPr>
                      <m:t>𝑚𝑚</m:t>
                    </m:r>
                  </m:oMath>
                </a14:m>
                <a:endParaRPr lang="pt-BR" sz="1400"/>
              </a:p>
            </p:txBody>
          </p:sp>
        </mc:Choice>
        <mc:Fallback xmlns="">
          <p:sp>
            <p:nvSpPr>
              <p:cNvPr id="45" name="CaixaDeTexto 44">
                <a:extLst>
                  <a:ext uri="{FF2B5EF4-FFF2-40B4-BE49-F238E27FC236}">
                    <a16:creationId xmlns:a16="http://schemas.microsoft.com/office/drawing/2014/main" id="{F0AF4F56-E22C-A6A0-666F-527D78EB8C70}"/>
                  </a:ext>
                </a:extLst>
              </p:cNvPr>
              <p:cNvSpPr txBox="1">
                <a:spLocks noRot="1" noChangeAspect="1" noMove="1" noResize="1" noEditPoints="1" noAdjustHandles="1" noChangeArrowheads="1" noChangeShapeType="1" noTextEdit="1"/>
              </p:cNvSpPr>
              <p:nvPr/>
            </p:nvSpPr>
            <p:spPr>
              <a:xfrm>
                <a:off x="2190356" y="1689137"/>
                <a:ext cx="2389437" cy="307777"/>
              </a:xfrm>
              <a:prstGeom prst="rect">
                <a:avLst/>
              </a:prstGeom>
              <a:blipFill>
                <a:blip r:embed="rId7"/>
                <a:stretch>
                  <a:fillRect t="-3922" b="-1960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9" name="CaixaDeTexto 28">
                <a:extLst>
                  <a:ext uri="{FF2B5EF4-FFF2-40B4-BE49-F238E27FC236}">
                    <a16:creationId xmlns:a16="http://schemas.microsoft.com/office/drawing/2014/main" id="{DF81BCFE-8F8F-2FB0-53A9-0B17667DEA43}"/>
                  </a:ext>
                </a:extLst>
              </p:cNvPr>
              <p:cNvSpPr txBox="1"/>
              <p:nvPr/>
            </p:nvSpPr>
            <p:spPr>
              <a:xfrm>
                <a:off x="1103091" y="1890330"/>
                <a:ext cx="100086" cy="253916"/>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r>
                        <a:rPr lang="pt-BR" sz="1050" b="0" i="1" smtClean="0">
                          <a:latin typeface="Cambria Math" panose="02040503050406030204" pitchFamily="18" charset="0"/>
                        </a:rPr>
                        <m:t>𝑎</m:t>
                      </m:r>
                    </m:oMath>
                  </m:oMathPara>
                </a14:m>
                <a:endParaRPr lang="pt-BR" sz="1400"/>
              </a:p>
            </p:txBody>
          </p:sp>
        </mc:Choice>
        <mc:Fallback xmlns="">
          <p:sp>
            <p:nvSpPr>
              <p:cNvPr id="29" name="CaixaDeTexto 28">
                <a:extLst>
                  <a:ext uri="{FF2B5EF4-FFF2-40B4-BE49-F238E27FC236}">
                    <a16:creationId xmlns:a16="http://schemas.microsoft.com/office/drawing/2014/main" id="{DF81BCFE-8F8F-2FB0-53A9-0B17667DEA43}"/>
                  </a:ext>
                </a:extLst>
              </p:cNvPr>
              <p:cNvSpPr txBox="1">
                <a:spLocks noRot="1" noChangeAspect="1" noMove="1" noResize="1" noEditPoints="1" noAdjustHandles="1" noChangeArrowheads="1" noChangeShapeType="1" noTextEdit="1"/>
              </p:cNvSpPr>
              <p:nvPr/>
            </p:nvSpPr>
            <p:spPr>
              <a:xfrm>
                <a:off x="1103091" y="1890330"/>
                <a:ext cx="100086" cy="253916"/>
              </a:xfrm>
              <a:prstGeom prst="rect">
                <a:avLst/>
              </a:prstGeom>
              <a:blipFill>
                <a:blip r:embed="rId13"/>
                <a:stretch>
                  <a:fillRect r="-62500"/>
                </a:stretch>
              </a:blipFill>
            </p:spPr>
            <p:txBody>
              <a:bodyPr/>
              <a:lstStyle/>
              <a:p>
                <a:r>
                  <a:rPr lang="pt-BR">
                    <a:noFill/>
                  </a:rPr>
                  <a:t> </a:t>
                </a:r>
              </a:p>
            </p:txBody>
          </p:sp>
        </mc:Fallback>
      </mc:AlternateContent>
      <p:cxnSp>
        <p:nvCxnSpPr>
          <p:cNvPr id="31" name="Conector de Seta Reta 30">
            <a:extLst>
              <a:ext uri="{FF2B5EF4-FFF2-40B4-BE49-F238E27FC236}">
                <a16:creationId xmlns:a16="http://schemas.microsoft.com/office/drawing/2014/main" id="{B9D8060F-FF25-82BA-813F-6B1980F32044}"/>
              </a:ext>
            </a:extLst>
          </p:cNvPr>
          <p:cNvCxnSpPr>
            <a:cxnSpLocks/>
          </p:cNvCxnSpPr>
          <p:nvPr/>
        </p:nvCxnSpPr>
        <p:spPr>
          <a:xfrm flipV="1">
            <a:off x="1209618" y="1949348"/>
            <a:ext cx="115841" cy="199069"/>
          </a:xfrm>
          <a:prstGeom prst="straightConnector1">
            <a:avLst/>
          </a:prstGeom>
          <a:ln w="635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CaixaDeTexto 35">
                <a:extLst>
                  <a:ext uri="{FF2B5EF4-FFF2-40B4-BE49-F238E27FC236}">
                    <a16:creationId xmlns:a16="http://schemas.microsoft.com/office/drawing/2014/main" id="{70CB4C46-1593-AEEC-5513-7023DE6F7777}"/>
                  </a:ext>
                </a:extLst>
              </p:cNvPr>
              <p:cNvSpPr txBox="1"/>
              <p:nvPr/>
            </p:nvSpPr>
            <p:spPr>
              <a:xfrm>
                <a:off x="1180466" y="1386878"/>
                <a:ext cx="382823" cy="2539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1050" b="0" i="1" smtClean="0">
                          <a:latin typeface="Cambria Math" panose="02040503050406030204" pitchFamily="18" charset="0"/>
                        </a:rPr>
                        <m:t>𝑏</m:t>
                      </m:r>
                    </m:oMath>
                  </m:oMathPara>
                </a14:m>
                <a:endParaRPr lang="pt-BR" sz="1400"/>
              </a:p>
            </p:txBody>
          </p:sp>
        </mc:Choice>
        <mc:Fallback xmlns="">
          <p:sp>
            <p:nvSpPr>
              <p:cNvPr id="36" name="CaixaDeTexto 35">
                <a:extLst>
                  <a:ext uri="{FF2B5EF4-FFF2-40B4-BE49-F238E27FC236}">
                    <a16:creationId xmlns:a16="http://schemas.microsoft.com/office/drawing/2014/main" id="{70CB4C46-1593-AEEC-5513-7023DE6F7777}"/>
                  </a:ext>
                </a:extLst>
              </p:cNvPr>
              <p:cNvSpPr txBox="1">
                <a:spLocks noRot="1" noChangeAspect="1" noMove="1" noResize="1" noEditPoints="1" noAdjustHandles="1" noChangeArrowheads="1" noChangeShapeType="1" noTextEdit="1"/>
              </p:cNvSpPr>
              <p:nvPr/>
            </p:nvSpPr>
            <p:spPr>
              <a:xfrm>
                <a:off x="1180466" y="1386878"/>
                <a:ext cx="382823" cy="253916"/>
              </a:xfrm>
              <a:prstGeom prst="rect">
                <a:avLst/>
              </a:prstGeom>
              <a:blipFill>
                <a:blip r:embed="rId14"/>
                <a:stretch>
                  <a:fillRect/>
                </a:stretch>
              </a:blipFill>
            </p:spPr>
            <p:txBody>
              <a:bodyPr/>
              <a:lstStyle/>
              <a:p>
                <a:r>
                  <a:rPr lang="pt-BR">
                    <a:noFill/>
                  </a:rPr>
                  <a:t> </a:t>
                </a:r>
              </a:p>
            </p:txBody>
          </p:sp>
        </mc:Fallback>
      </mc:AlternateContent>
      <p:cxnSp>
        <p:nvCxnSpPr>
          <p:cNvPr id="37" name="Conector de Seta Reta 36">
            <a:extLst>
              <a:ext uri="{FF2B5EF4-FFF2-40B4-BE49-F238E27FC236}">
                <a16:creationId xmlns:a16="http://schemas.microsoft.com/office/drawing/2014/main" id="{D8631C18-D8AB-9195-C234-9CB102B56835}"/>
              </a:ext>
            </a:extLst>
          </p:cNvPr>
          <p:cNvCxnSpPr>
            <a:cxnSpLocks/>
          </p:cNvCxnSpPr>
          <p:nvPr/>
        </p:nvCxnSpPr>
        <p:spPr>
          <a:xfrm flipV="1">
            <a:off x="1212157" y="1642548"/>
            <a:ext cx="291835" cy="503450"/>
          </a:xfrm>
          <a:prstGeom prst="straightConnector1">
            <a:avLst/>
          </a:prstGeom>
          <a:ln w="635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3" name="CaixaDeTexto 42">
                <a:extLst>
                  <a:ext uri="{FF2B5EF4-FFF2-40B4-BE49-F238E27FC236}">
                    <a16:creationId xmlns:a16="http://schemas.microsoft.com/office/drawing/2014/main" id="{B8132112-7B8D-8055-D5E6-8D63CA226AD3}"/>
                  </a:ext>
                </a:extLst>
              </p:cNvPr>
              <p:cNvSpPr txBox="1"/>
              <p:nvPr/>
            </p:nvSpPr>
            <p:spPr>
              <a:xfrm>
                <a:off x="1129513" y="1636624"/>
                <a:ext cx="298815" cy="2539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1050" b="0" i="1" smtClean="0">
                          <a:latin typeface="Cambria Math" panose="02040503050406030204" pitchFamily="18" charset="0"/>
                        </a:rPr>
                        <m:t>𝑐</m:t>
                      </m:r>
                    </m:oMath>
                  </m:oMathPara>
                </a14:m>
                <a:endParaRPr lang="pt-BR" sz="1200"/>
              </a:p>
            </p:txBody>
          </p:sp>
        </mc:Choice>
        <mc:Fallback xmlns="">
          <p:sp>
            <p:nvSpPr>
              <p:cNvPr id="43" name="CaixaDeTexto 42">
                <a:extLst>
                  <a:ext uri="{FF2B5EF4-FFF2-40B4-BE49-F238E27FC236}">
                    <a16:creationId xmlns:a16="http://schemas.microsoft.com/office/drawing/2014/main" id="{B8132112-7B8D-8055-D5E6-8D63CA226AD3}"/>
                  </a:ext>
                </a:extLst>
              </p:cNvPr>
              <p:cNvSpPr txBox="1">
                <a:spLocks noRot="1" noChangeAspect="1" noMove="1" noResize="1" noEditPoints="1" noAdjustHandles="1" noChangeArrowheads="1" noChangeShapeType="1" noTextEdit="1"/>
              </p:cNvSpPr>
              <p:nvPr/>
            </p:nvSpPr>
            <p:spPr>
              <a:xfrm>
                <a:off x="1129513" y="1636624"/>
                <a:ext cx="298815" cy="253916"/>
              </a:xfrm>
              <a:prstGeom prst="rect">
                <a:avLst/>
              </a:prstGeom>
              <a:blipFill>
                <a:blip r:embed="rId15"/>
                <a:stretch>
                  <a:fillRect/>
                </a:stretch>
              </a:blipFill>
            </p:spPr>
            <p:txBody>
              <a:bodyPr/>
              <a:lstStyle/>
              <a:p>
                <a:r>
                  <a:rPr lang="pt-BR">
                    <a:noFill/>
                  </a:rPr>
                  <a:t> </a:t>
                </a:r>
              </a:p>
            </p:txBody>
          </p:sp>
        </mc:Fallback>
      </mc:AlternateContent>
      <p:cxnSp>
        <p:nvCxnSpPr>
          <p:cNvPr id="28" name="Conector de Seta Reta 27">
            <a:extLst>
              <a:ext uri="{FF2B5EF4-FFF2-40B4-BE49-F238E27FC236}">
                <a16:creationId xmlns:a16="http://schemas.microsoft.com/office/drawing/2014/main" id="{A1B08812-DDEB-94E7-A3DA-BFA6C834C60D}"/>
              </a:ext>
            </a:extLst>
          </p:cNvPr>
          <p:cNvCxnSpPr>
            <a:cxnSpLocks/>
          </p:cNvCxnSpPr>
          <p:nvPr/>
        </p:nvCxnSpPr>
        <p:spPr>
          <a:xfrm flipV="1">
            <a:off x="1204064" y="1517297"/>
            <a:ext cx="373604" cy="628703"/>
          </a:xfrm>
          <a:prstGeom prst="straightConnector1">
            <a:avLst/>
          </a:prstGeom>
          <a:ln w="635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CaixaDeTexto 108">
                <a:extLst>
                  <a:ext uri="{FF2B5EF4-FFF2-40B4-BE49-F238E27FC236}">
                    <a16:creationId xmlns:a16="http://schemas.microsoft.com/office/drawing/2014/main" id="{95A8BBF4-516C-206F-6094-0DDF35E20EE3}"/>
                  </a:ext>
                </a:extLst>
              </p:cNvPr>
              <p:cNvSpPr txBox="1"/>
              <p:nvPr/>
            </p:nvSpPr>
            <p:spPr>
              <a:xfrm>
                <a:off x="998823" y="2196172"/>
                <a:ext cx="453407" cy="230832"/>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r>
                        <a:rPr lang="pt-BR" sz="900" b="0" i="1" smtClean="0">
                          <a:latin typeface="Cambria Math" panose="02040503050406030204" pitchFamily="18" charset="0"/>
                        </a:rPr>
                        <m:t>𝑐𝑜𝑟𝑒</m:t>
                      </m:r>
                    </m:oMath>
                  </m:oMathPara>
                </a14:m>
                <a:endParaRPr lang="pt-BR" sz="1400"/>
              </a:p>
            </p:txBody>
          </p:sp>
        </mc:Choice>
        <mc:Fallback xmlns="">
          <p:sp>
            <p:nvSpPr>
              <p:cNvPr id="109" name="CaixaDeTexto 108">
                <a:extLst>
                  <a:ext uri="{FF2B5EF4-FFF2-40B4-BE49-F238E27FC236}">
                    <a16:creationId xmlns:a16="http://schemas.microsoft.com/office/drawing/2014/main" id="{95A8BBF4-516C-206F-6094-0DDF35E20EE3}"/>
                  </a:ext>
                </a:extLst>
              </p:cNvPr>
              <p:cNvSpPr txBox="1">
                <a:spLocks noRot="1" noChangeAspect="1" noMove="1" noResize="1" noEditPoints="1" noAdjustHandles="1" noChangeArrowheads="1" noChangeShapeType="1" noTextEdit="1"/>
              </p:cNvSpPr>
              <p:nvPr/>
            </p:nvSpPr>
            <p:spPr>
              <a:xfrm>
                <a:off x="998823" y="2196172"/>
                <a:ext cx="453407" cy="230832"/>
              </a:xfrm>
              <a:prstGeom prst="rect">
                <a:avLst/>
              </a:prstGeom>
              <a:blipFill>
                <a:blip r:embed="rId1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0" name="CaixaDeTexto 109">
                <a:extLst>
                  <a:ext uri="{FF2B5EF4-FFF2-40B4-BE49-F238E27FC236}">
                    <a16:creationId xmlns:a16="http://schemas.microsoft.com/office/drawing/2014/main" id="{BBD7B21A-EFE7-F2E5-1437-430530737810}"/>
                  </a:ext>
                </a:extLst>
              </p:cNvPr>
              <p:cNvSpPr txBox="1"/>
              <p:nvPr/>
            </p:nvSpPr>
            <p:spPr>
              <a:xfrm>
                <a:off x="947582" y="2703726"/>
                <a:ext cx="453407" cy="230832"/>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r>
                        <a:rPr lang="pt-BR" sz="900" b="0" i="1" smtClean="0">
                          <a:latin typeface="Cambria Math" panose="02040503050406030204" pitchFamily="18" charset="0"/>
                        </a:rPr>
                        <m:t>𝑠h𝑒𝑎𝑡h</m:t>
                      </m:r>
                    </m:oMath>
                  </m:oMathPara>
                </a14:m>
                <a:endParaRPr lang="pt-BR" sz="1400"/>
              </a:p>
            </p:txBody>
          </p:sp>
        </mc:Choice>
        <mc:Fallback xmlns="">
          <p:sp>
            <p:nvSpPr>
              <p:cNvPr id="110" name="CaixaDeTexto 109">
                <a:extLst>
                  <a:ext uri="{FF2B5EF4-FFF2-40B4-BE49-F238E27FC236}">
                    <a16:creationId xmlns:a16="http://schemas.microsoft.com/office/drawing/2014/main" id="{BBD7B21A-EFE7-F2E5-1437-430530737810}"/>
                  </a:ext>
                </a:extLst>
              </p:cNvPr>
              <p:cNvSpPr txBox="1">
                <a:spLocks noRot="1" noChangeAspect="1" noMove="1" noResize="1" noEditPoints="1" noAdjustHandles="1" noChangeArrowheads="1" noChangeShapeType="1" noTextEdit="1"/>
              </p:cNvSpPr>
              <p:nvPr/>
            </p:nvSpPr>
            <p:spPr>
              <a:xfrm>
                <a:off x="947582" y="2703726"/>
                <a:ext cx="453407" cy="230832"/>
              </a:xfrm>
              <a:prstGeom prst="rect">
                <a:avLst/>
              </a:prstGeom>
              <a:blipFill>
                <a:blip r:embed="rId17"/>
                <a:stretch>
                  <a:fillRect r="-6667"/>
                </a:stretch>
              </a:blipFill>
            </p:spPr>
            <p:txBody>
              <a:bodyPr/>
              <a:lstStyle/>
              <a:p>
                <a:r>
                  <a:rPr lang="pt-BR">
                    <a:noFill/>
                  </a:rPr>
                  <a:t> </a:t>
                </a:r>
              </a:p>
            </p:txBody>
          </p:sp>
        </mc:Fallback>
      </mc:AlternateContent>
      <p:grpSp>
        <p:nvGrpSpPr>
          <p:cNvPr id="13" name="Agrupar 12">
            <a:extLst>
              <a:ext uri="{FF2B5EF4-FFF2-40B4-BE49-F238E27FC236}">
                <a16:creationId xmlns:a16="http://schemas.microsoft.com/office/drawing/2014/main" id="{57BE5855-E48A-2E23-3B92-9A58544A52D5}"/>
              </a:ext>
            </a:extLst>
          </p:cNvPr>
          <p:cNvGrpSpPr/>
          <p:nvPr/>
        </p:nvGrpSpPr>
        <p:grpSpPr>
          <a:xfrm>
            <a:off x="6104248" y="2300875"/>
            <a:ext cx="4960304" cy="1812201"/>
            <a:chOff x="6104248" y="2300875"/>
            <a:chExt cx="4960304" cy="1812201"/>
          </a:xfrm>
        </p:grpSpPr>
        <mc:AlternateContent xmlns:mc="http://schemas.openxmlformats.org/markup-compatibility/2006" xmlns:a14="http://schemas.microsoft.com/office/drawing/2010/main">
          <mc:Choice Requires="a14">
            <p:sp>
              <p:nvSpPr>
                <p:cNvPr id="104" name="CaixaDeTexto 103">
                  <a:extLst>
                    <a:ext uri="{FF2B5EF4-FFF2-40B4-BE49-F238E27FC236}">
                      <a16:creationId xmlns:a16="http://schemas.microsoft.com/office/drawing/2014/main" id="{5A2BA33E-D48F-D271-24A7-6477C121EE9C}"/>
                    </a:ext>
                  </a:extLst>
                </p:cNvPr>
                <p:cNvSpPr txBox="1"/>
                <p:nvPr/>
              </p:nvSpPr>
              <p:spPr>
                <a:xfrm>
                  <a:off x="6116733" y="2696919"/>
                  <a:ext cx="3183623" cy="1416157"/>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left"/>
                      </m:oMathParaPr>
                      <m:oMath xmlns:m="http://schemas.openxmlformats.org/officeDocument/2006/math">
                        <m:sSubSup>
                          <m:sSubSupPr>
                            <m:ctrlPr>
                              <a:rPr lang="pt-BR" sz="1400" i="1" smtClean="0">
                                <a:latin typeface="Cambria Math" panose="02040503050406030204" pitchFamily="18" charset="0"/>
                              </a:rPr>
                            </m:ctrlPr>
                          </m:sSubSupPr>
                          <m:e>
                            <m:r>
                              <a:rPr lang="pt-BR" sz="1400" b="0" i="1">
                                <a:latin typeface="Cambria Math" panose="02040503050406030204" pitchFamily="18" charset="0"/>
                              </a:rPr>
                              <m:t>𝐺</m:t>
                            </m:r>
                          </m:e>
                          <m:sub>
                            <m:sSup>
                              <m:sSupPr>
                                <m:ctrlPr>
                                  <a:rPr lang="pt-BR" sz="1400" i="1" smtClean="0">
                                    <a:latin typeface="Cambria Math" panose="02040503050406030204" pitchFamily="18" charset="0"/>
                                  </a:rPr>
                                </m:ctrlPr>
                              </m:sSupPr>
                              <m:e>
                                <m:r>
                                  <a:rPr lang="pt-BR" sz="1400" b="0" i="1" smtClean="0">
                                    <a:latin typeface="Cambria Math" panose="02040503050406030204" pitchFamily="18" charset="0"/>
                                  </a:rPr>
                                  <m:t>𝑛</m:t>
                                </m:r>
                              </m:e>
                              <m:sup>
                                <m:r>
                                  <a:rPr lang="pt-BR" sz="1400" b="0" i="1" smtClean="0">
                                    <a:latin typeface="Cambria Math" panose="02040503050406030204" pitchFamily="18" charset="0"/>
                                  </a:rPr>
                                  <m:t>′</m:t>
                                </m:r>
                              </m:sup>
                            </m:sSup>
                            <m:r>
                              <a:rPr lang="pt-BR" sz="1400" b="0" i="1">
                                <a:latin typeface="Cambria Math" panose="02040503050406030204" pitchFamily="18" charset="0"/>
                              </a:rPr>
                              <m:t>, </m:t>
                            </m:r>
                            <m:r>
                              <a:rPr lang="pt-BR" sz="1400" i="1">
                                <a:latin typeface="Cambria Math" panose="02040503050406030204" pitchFamily="18" charset="0"/>
                              </a:rPr>
                              <m:t>  </m:t>
                            </m:r>
                            <m:r>
                              <a:rPr lang="pt-BR" sz="1400" b="0" i="1" smtClean="0">
                                <a:latin typeface="Cambria Math" panose="02040503050406030204" pitchFamily="18" charset="0"/>
                              </a:rPr>
                              <m:t>𝑛</m:t>
                            </m:r>
                          </m:sub>
                          <m:sup>
                            <m:r>
                              <a:rPr lang="pt-BR" sz="1400" i="1">
                                <a:latin typeface="Cambria Math" panose="02040503050406030204" pitchFamily="18" charset="0"/>
                              </a:rPr>
                              <m:t>(</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i="1">
                                    <a:latin typeface="Cambria Math" panose="02040503050406030204" pitchFamily="18" charset="0"/>
                                  </a:rPr>
                                  <m:t>𝑝</m:t>
                                </m:r>
                              </m:sub>
                            </m:sSub>
                            <m:r>
                              <a:rPr lang="pt-BR" sz="1400" i="1">
                                <a:latin typeface="Cambria Math" panose="02040503050406030204" pitchFamily="18" charset="0"/>
                              </a:rPr>
                              <m:t>,   </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𝑝</m:t>
                                </m:r>
                              </m:sub>
                            </m:sSub>
                            <m:r>
                              <a:rPr lang="pt-BR" sz="1400" i="1">
                                <a:latin typeface="Cambria Math" panose="02040503050406030204" pitchFamily="18" charset="0"/>
                              </a:rPr>
                              <m:t>)</m:t>
                            </m:r>
                          </m:sup>
                        </m:sSubSup>
                        <m:r>
                          <a:rPr lang="pt-BR" sz="1400" i="1" smtClean="0">
                            <a:latin typeface="Cambria Math" panose="02040503050406030204" pitchFamily="18" charset="0"/>
                          </a:rPr>
                          <m:t>=</m:t>
                        </m:r>
                        <m:d>
                          <m:dPr>
                            <m:begChr m:val="{"/>
                            <m:endChr m:val=""/>
                            <m:ctrlPr>
                              <a:rPr lang="pt-BR" sz="1400" i="1" smtClean="0">
                                <a:latin typeface="Cambria Math" panose="02040503050406030204" pitchFamily="18" charset="0"/>
                              </a:rPr>
                            </m:ctrlPr>
                          </m:dPr>
                          <m:e>
                            <m:eqArr>
                              <m:eqArrPr>
                                <m:ctrlPr>
                                  <a:rPr lang="pt-BR" sz="1400" i="1" smtClean="0">
                                    <a:latin typeface="Cambria Math" panose="02040503050406030204" pitchFamily="18" charset="0"/>
                                  </a:rPr>
                                </m:ctrlPr>
                              </m:eqArrPr>
                              <m:e>
                                <m:f>
                                  <m:fPr>
                                    <m:ctrlPr>
                                      <a:rPr lang="pt-BR" sz="1400" i="1">
                                        <a:latin typeface="Cambria Math" panose="02040503050406030204" pitchFamily="18" charset="0"/>
                                      </a:rPr>
                                    </m:ctrlPr>
                                  </m:fPr>
                                  <m:num>
                                    <m:r>
                                      <a:rPr lang="pt-BR" sz="1400">
                                        <a:latin typeface="Cambria Math" panose="02040503050406030204" pitchFamily="18" charset="0"/>
                                      </a:rPr>
                                      <m:t>1</m:t>
                                    </m:r>
                                  </m:num>
                                  <m:den>
                                    <m:r>
                                      <a:rPr lang="pt-BR" sz="1400" i="1">
                                        <a:latin typeface="Cambria Math" panose="02040503050406030204" pitchFamily="18" charset="0"/>
                                      </a:rPr>
                                      <m:t>2</m:t>
                                    </m:r>
                                    <m:r>
                                      <a:rPr lang="pt-BR" sz="1400" i="1">
                                        <a:latin typeface="Cambria Math" panose="02040503050406030204" pitchFamily="18" charset="0"/>
                                      </a:rPr>
                                      <m:t>𝜋</m:t>
                                    </m:r>
                                  </m:den>
                                </m:f>
                                <m:func>
                                  <m:funcPr>
                                    <m:ctrlPr>
                                      <a:rPr lang="pt-BR" sz="1400" i="1">
                                        <a:latin typeface="Cambria Math" panose="02040503050406030204" pitchFamily="18" charset="0"/>
                                      </a:rPr>
                                    </m:ctrlPr>
                                  </m:funcPr>
                                  <m:fName>
                                    <m:r>
                                      <m:rPr>
                                        <m:sty m:val="p"/>
                                      </m:rPr>
                                      <a:rPr lang="pt-BR" sz="1400">
                                        <a:latin typeface="Cambria Math" panose="02040503050406030204" pitchFamily="18" charset="0"/>
                                      </a:rPr>
                                      <m:t>ln</m:t>
                                    </m:r>
                                  </m:fName>
                                  <m:e>
                                    <m:d>
                                      <m:dPr>
                                        <m:ctrlPr>
                                          <a:rPr lang="pt-BR" sz="1400" i="1">
                                            <a:latin typeface="Cambria Math" panose="02040503050406030204" pitchFamily="18" charset="0"/>
                                          </a:rPr>
                                        </m:ctrlPr>
                                      </m:dPr>
                                      <m:e>
                                        <m:sSub>
                                          <m:sSubPr>
                                            <m:ctrlPr>
                                              <a:rPr lang="pt-BR" sz="1400" i="1">
                                                <a:latin typeface="Cambria Math" panose="02040503050406030204" pitchFamily="18" charset="0"/>
                                              </a:rPr>
                                            </m:ctrlPr>
                                          </m:sSubPr>
                                          <m:e>
                                            <m:r>
                                              <a:rPr lang="pt-BR" sz="1400" i="1">
                                                <a:latin typeface="Cambria Math" panose="02040503050406030204" pitchFamily="18" charset="0"/>
                                              </a:rPr>
                                              <m:t>𝑐</m:t>
                                            </m:r>
                                          </m:e>
                                          <m:sub>
                                            <m:r>
                                              <a:rPr lang="pt-BR" sz="1400" i="1">
                                                <a:latin typeface="Cambria Math" panose="02040503050406030204" pitchFamily="18" charset="0"/>
                                              </a:rPr>
                                              <m:t>𝑝</m:t>
                                            </m:r>
                                          </m:sub>
                                        </m:sSub>
                                      </m:e>
                                    </m:d>
                                  </m:e>
                                </m:func>
                                <m:r>
                                  <a:rPr lang="pt-BR" sz="1400" b="0" i="1" smtClean="0">
                                    <a:latin typeface="Cambria Math" panose="02040503050406030204" pitchFamily="18" charset="0"/>
                                  </a:rPr>
                                  <m:t>   </m:t>
                                </m:r>
                                <m:r>
                                  <a:rPr lang="pt-BR" sz="1400" b="0" i="1" smtClean="0">
                                    <a:latin typeface="Cambria Math" panose="02040503050406030204" pitchFamily="18" charset="0"/>
                                  </a:rPr>
                                  <m:t>𝑖𝑓</m:t>
                                </m:r>
                                <m:r>
                                  <a:rPr lang="pt-BR" sz="1400" i="1" smtClean="0">
                                    <a:latin typeface="Cambria Math" panose="02040503050406030204" pitchFamily="18" charset="0"/>
                                  </a:rPr>
                                  <m:t>  </m:t>
                                </m:r>
                                <m:sSup>
                                  <m:sSupPr>
                                    <m:ctrlPr>
                                      <a:rPr lang="pt-BR" sz="1400" b="0" i="1" smtClean="0">
                                        <a:latin typeface="Cambria Math" panose="02040503050406030204" pitchFamily="18" charset="0"/>
                                      </a:rPr>
                                    </m:ctrlPr>
                                  </m:sSupPr>
                                  <m:e>
                                    <m:r>
                                      <a:rPr lang="pt-BR" sz="1400" b="0" i="1" smtClean="0">
                                        <a:latin typeface="Cambria Math" panose="02040503050406030204" pitchFamily="18" charset="0"/>
                                      </a:rPr>
                                      <m:t>𝑛</m:t>
                                    </m:r>
                                  </m:e>
                                  <m:sup>
                                    <m:r>
                                      <a:rPr lang="pt-BR" sz="1400" b="0" i="1" smtClean="0">
                                        <a:latin typeface="Cambria Math" panose="02040503050406030204" pitchFamily="18" charset="0"/>
                                      </a:rPr>
                                      <m:t>′</m:t>
                                    </m:r>
                                  </m:sup>
                                </m:sSup>
                                <m:r>
                                  <a:rPr lang="pt-BR" sz="1400" b="0" i="1" smtClean="0">
                                    <a:latin typeface="Cambria Math" panose="02040503050406030204" pitchFamily="18" charset="0"/>
                                  </a:rPr>
                                  <m:t>=</m:t>
                                </m:r>
                                <m:r>
                                  <a:rPr lang="pt-BR" sz="1400" b="0" i="1" smtClean="0">
                                    <a:latin typeface="Cambria Math" panose="02040503050406030204" pitchFamily="18" charset="0"/>
                                  </a:rPr>
                                  <m:t>𝑛</m:t>
                                </m:r>
                                <m:r>
                                  <a:rPr lang="pt-BR" sz="1400" b="0" i="1" smtClean="0">
                                    <a:latin typeface="Cambria Math" panose="02040503050406030204" pitchFamily="18" charset="0"/>
                                  </a:rPr>
                                  <m:t>=0</m:t>
                                </m:r>
                              </m:e>
                              <m:e>
                                <m:r>
                                  <a:rPr lang="pt-BR" sz="1400" b="0" i="1" smtClean="0">
                                    <a:latin typeface="Cambria Math" panose="02040503050406030204" pitchFamily="18" charset="0"/>
                                  </a:rPr>
                                  <m:t> </m:t>
                                </m:r>
                              </m:e>
                              <m:e>
                                <m:r>
                                  <a:rPr lang="pt-BR" sz="1400" b="0" i="1" smtClean="0">
                                    <a:latin typeface="Cambria Math" panose="02040503050406030204" pitchFamily="18" charset="0"/>
                                  </a:rPr>
                                  <m:t>−</m:t>
                                </m:r>
                                <m:f>
                                  <m:fPr>
                                    <m:ctrlPr>
                                      <a:rPr lang="pt-BR" sz="1400" i="1">
                                        <a:latin typeface="Cambria Math" panose="02040503050406030204" pitchFamily="18" charset="0"/>
                                      </a:rPr>
                                    </m:ctrlPr>
                                  </m:fPr>
                                  <m:num>
                                    <m:r>
                                      <a:rPr lang="pt-BR" sz="1400">
                                        <a:latin typeface="Cambria Math" panose="02040503050406030204" pitchFamily="18" charset="0"/>
                                      </a:rPr>
                                      <m:t>1</m:t>
                                    </m:r>
                                  </m:num>
                                  <m:den>
                                    <m:r>
                                      <a:rPr lang="pt-BR" sz="1400" b="0" i="1" smtClean="0">
                                        <a:latin typeface="Cambria Math" panose="02040503050406030204" pitchFamily="18" charset="0"/>
                                      </a:rPr>
                                      <m:t>4</m:t>
                                    </m:r>
                                    <m:r>
                                      <a:rPr lang="pt-BR" sz="1400" i="1">
                                        <a:latin typeface="Cambria Math" panose="02040503050406030204" pitchFamily="18" charset="0"/>
                                      </a:rPr>
                                      <m:t>𝜋</m:t>
                                    </m:r>
                                    <m:d>
                                      <m:dPr>
                                        <m:begChr m:val="|"/>
                                        <m:endChr m:val="|"/>
                                        <m:ctrlPr>
                                          <a:rPr lang="pt-BR" sz="1400" b="0" i="1" smtClean="0">
                                            <a:latin typeface="Cambria Math" panose="02040503050406030204" pitchFamily="18" charset="0"/>
                                          </a:rPr>
                                        </m:ctrlPr>
                                      </m:dPr>
                                      <m:e>
                                        <m:r>
                                          <a:rPr lang="pt-BR" sz="1400" b="0" i="1" smtClean="0">
                                            <a:latin typeface="Cambria Math" panose="02040503050406030204" pitchFamily="18" charset="0"/>
                                          </a:rPr>
                                          <m:t>𝑛</m:t>
                                        </m:r>
                                      </m:e>
                                    </m:d>
                                  </m:den>
                                </m:f>
                                <m:r>
                                  <a:rPr lang="pt-BR" sz="1400" b="0" i="1" smtClean="0">
                                    <a:latin typeface="Cambria Math" panose="02040503050406030204" pitchFamily="18" charset="0"/>
                                  </a:rPr>
                                  <m:t>      </m:t>
                                </m:r>
                                <m:r>
                                  <a:rPr lang="pt-BR" sz="1400" b="0" i="1" smtClean="0">
                                    <a:latin typeface="Cambria Math" panose="02040503050406030204" pitchFamily="18" charset="0"/>
                                  </a:rPr>
                                  <m:t>𝑖𝑓</m:t>
                                </m:r>
                                <m:r>
                                  <a:rPr lang="pt-BR" sz="1400" b="0" i="1" smtClean="0">
                                    <a:latin typeface="Cambria Math" panose="02040503050406030204" pitchFamily="18" charset="0"/>
                                  </a:rPr>
                                  <m:t>   </m:t>
                                </m:r>
                                <m:sSup>
                                  <m:sSupPr>
                                    <m:ctrlPr>
                                      <a:rPr lang="pt-BR" sz="1400" i="1">
                                        <a:latin typeface="Cambria Math" panose="02040503050406030204" pitchFamily="18" charset="0"/>
                                      </a:rPr>
                                    </m:ctrlPr>
                                  </m:sSupPr>
                                  <m:e>
                                    <m:r>
                                      <a:rPr lang="pt-BR" sz="1400" i="1">
                                        <a:latin typeface="Cambria Math" panose="02040503050406030204" pitchFamily="18" charset="0"/>
                                      </a:rPr>
                                      <m:t>𝑛</m:t>
                                    </m:r>
                                  </m:e>
                                  <m:sup>
                                    <m:r>
                                      <a:rPr lang="pt-BR" sz="1400" i="1">
                                        <a:latin typeface="Cambria Math" panose="02040503050406030204" pitchFamily="18" charset="0"/>
                                      </a:rPr>
                                      <m:t>′</m:t>
                                    </m:r>
                                  </m:sup>
                                </m:sSup>
                                <m:r>
                                  <a:rPr lang="pt-BR" sz="1400" i="1">
                                    <a:latin typeface="Cambria Math" panose="02040503050406030204" pitchFamily="18" charset="0"/>
                                  </a:rPr>
                                  <m:t>=</m:t>
                                </m:r>
                                <m:r>
                                  <a:rPr lang="pt-BR" sz="1400" i="1">
                                    <a:latin typeface="Cambria Math" panose="02040503050406030204" pitchFamily="18" charset="0"/>
                                  </a:rPr>
                                  <m:t>𝑛</m:t>
                                </m:r>
                                <m:r>
                                  <a:rPr lang="pt-BR" sz="1400" b="0" i="1" smtClean="0">
                                    <a:latin typeface="Cambria Math" panose="02040503050406030204" pitchFamily="18" charset="0"/>
                                  </a:rPr>
                                  <m:t>≠</m:t>
                                </m:r>
                                <m:r>
                                  <a:rPr lang="pt-BR" sz="1400" i="1">
                                    <a:latin typeface="Cambria Math" panose="02040503050406030204" pitchFamily="18" charset="0"/>
                                  </a:rPr>
                                  <m:t>0</m:t>
                                </m:r>
                              </m:e>
                              <m:e>
                                <m:r>
                                  <a:rPr lang="pt-BR" sz="1400" b="0" i="1" smtClean="0">
                                    <a:latin typeface="Cambria Math" panose="02040503050406030204" pitchFamily="18" charset="0"/>
                                  </a:rPr>
                                  <m:t> </m:t>
                                </m:r>
                              </m:e>
                              <m:e>
                                <m:r>
                                  <a:rPr lang="pt-BR" sz="1400" b="0" i="1" smtClean="0">
                                    <a:latin typeface="Cambria Math" panose="02040503050406030204" pitchFamily="18" charset="0"/>
                                  </a:rPr>
                                  <m:t>0</m:t>
                                </m:r>
                                <m:r>
                                  <a:rPr lang="pt-BR" sz="1400" i="1">
                                    <a:latin typeface="Cambria Math" panose="02040503050406030204" pitchFamily="18" charset="0"/>
                                  </a:rPr>
                                  <m:t>     </m:t>
                                </m:r>
                                <m:r>
                                  <a:rPr lang="pt-BR" sz="1400" b="0" i="1" smtClean="0">
                                    <a:latin typeface="Cambria Math" panose="02040503050406030204" pitchFamily="18" charset="0"/>
                                  </a:rPr>
                                  <m:t> </m:t>
                                </m:r>
                                <m:r>
                                  <a:rPr lang="pt-BR" sz="1400" i="1">
                                    <a:latin typeface="Cambria Math" panose="02040503050406030204" pitchFamily="18" charset="0"/>
                                  </a:rPr>
                                  <m:t> </m:t>
                                </m:r>
                                <m:r>
                                  <a:rPr lang="pt-BR" sz="1400" b="0" i="1" smtClean="0">
                                    <a:latin typeface="Cambria Math" panose="02040503050406030204" pitchFamily="18" charset="0"/>
                                  </a:rPr>
                                  <m:t>   </m:t>
                                </m:r>
                                <m:r>
                                  <a:rPr lang="pt-BR" sz="1400" i="1">
                                    <a:latin typeface="Cambria Math" panose="02040503050406030204" pitchFamily="18" charset="0"/>
                                  </a:rPr>
                                  <m:t>𝑖𝑓</m:t>
                                </m:r>
                                <m:r>
                                  <a:rPr lang="pt-BR" sz="1400" i="1">
                                    <a:latin typeface="Cambria Math" panose="02040503050406030204" pitchFamily="18" charset="0"/>
                                  </a:rPr>
                                  <m:t>   </m:t>
                                </m:r>
                                <m:sSup>
                                  <m:sSupPr>
                                    <m:ctrlPr>
                                      <a:rPr lang="pt-BR" sz="1400" i="1">
                                        <a:latin typeface="Cambria Math" panose="02040503050406030204" pitchFamily="18" charset="0"/>
                                      </a:rPr>
                                    </m:ctrlPr>
                                  </m:sSupPr>
                                  <m:e>
                                    <m:r>
                                      <a:rPr lang="pt-BR" sz="1400" i="1">
                                        <a:latin typeface="Cambria Math" panose="02040503050406030204" pitchFamily="18" charset="0"/>
                                      </a:rPr>
                                      <m:t>𝑛</m:t>
                                    </m:r>
                                  </m:e>
                                  <m:sup>
                                    <m:r>
                                      <a:rPr lang="pt-BR" sz="1400" i="1">
                                        <a:latin typeface="Cambria Math" panose="02040503050406030204" pitchFamily="18" charset="0"/>
                                      </a:rPr>
                                      <m:t>′</m:t>
                                    </m:r>
                                  </m:sup>
                                </m:sSup>
                                <m:r>
                                  <a:rPr lang="pt-BR" sz="1400" i="1">
                                    <a:latin typeface="Cambria Math" panose="02040503050406030204" pitchFamily="18" charset="0"/>
                                  </a:rPr>
                                  <m:t>≠</m:t>
                                </m:r>
                                <m:r>
                                  <a:rPr lang="pt-BR" sz="1400" i="1">
                                    <a:latin typeface="Cambria Math" panose="02040503050406030204" pitchFamily="18" charset="0"/>
                                  </a:rPr>
                                  <m:t>𝑛</m:t>
                                </m:r>
                              </m:e>
                            </m:eqArr>
                          </m:e>
                        </m:d>
                      </m:oMath>
                    </m:oMathPara>
                  </a14:m>
                  <a:endParaRPr lang="en-US" sz="1400"/>
                </a:p>
              </p:txBody>
            </p:sp>
          </mc:Choice>
          <mc:Fallback xmlns="">
            <p:sp>
              <p:nvSpPr>
                <p:cNvPr id="104" name="CaixaDeTexto 103">
                  <a:extLst>
                    <a:ext uri="{FF2B5EF4-FFF2-40B4-BE49-F238E27FC236}">
                      <a16:creationId xmlns:a16="http://schemas.microsoft.com/office/drawing/2014/main" id="{5A2BA33E-D48F-D271-24A7-6477C121EE9C}"/>
                    </a:ext>
                  </a:extLst>
                </p:cNvPr>
                <p:cNvSpPr txBox="1">
                  <a:spLocks noRot="1" noChangeAspect="1" noMove="1" noResize="1" noEditPoints="1" noAdjustHandles="1" noChangeArrowheads="1" noChangeShapeType="1" noTextEdit="1"/>
                </p:cNvSpPr>
                <p:nvPr/>
              </p:nvSpPr>
              <p:spPr>
                <a:xfrm>
                  <a:off x="6116733" y="2696919"/>
                  <a:ext cx="3183623" cy="1416157"/>
                </a:xfrm>
                <a:prstGeom prst="rect">
                  <a:avLst/>
                </a:prstGeom>
                <a:blipFill>
                  <a:blip r:embed="rId18"/>
                  <a:stretch>
                    <a:fillRect/>
                  </a:stretch>
                </a:blipFill>
              </p:spPr>
              <p:txBody>
                <a:bodyPr/>
                <a:lstStyle/>
                <a:p>
                  <a:r>
                    <a:rPr lang="pt-BR">
                      <a:noFill/>
                    </a:rPr>
                    <a:t> </a:t>
                  </a:r>
                </a:p>
              </p:txBody>
            </p:sp>
          </mc:Fallback>
        </mc:AlternateContent>
        <p:sp>
          <p:nvSpPr>
            <p:cNvPr id="113" name="CaixaDeTexto 112">
              <a:extLst>
                <a:ext uri="{FF2B5EF4-FFF2-40B4-BE49-F238E27FC236}">
                  <a16:creationId xmlns:a16="http://schemas.microsoft.com/office/drawing/2014/main" id="{01678C57-964E-2D6D-D620-845E22B021E8}"/>
                </a:ext>
              </a:extLst>
            </p:cNvPr>
            <p:cNvSpPr txBox="1"/>
            <p:nvPr/>
          </p:nvSpPr>
          <p:spPr>
            <a:xfrm>
              <a:off x="6104248" y="2300875"/>
              <a:ext cx="4960304" cy="338554"/>
            </a:xfrm>
            <a:prstGeom prst="rect">
              <a:avLst/>
            </a:prstGeom>
            <a:noFill/>
          </p:spPr>
          <p:txBody>
            <a:bodyPr wrap="square">
              <a:spAutoFit/>
            </a:bodyPr>
            <a:lstStyle>
              <a:defPPr>
                <a:defRPr lang="pt-BR"/>
              </a:defPPr>
              <a:lvl1pPr>
                <a:defRPr sz="1600"/>
              </a:lvl1pPr>
            </a:lstStyle>
            <a:p>
              <a:r>
                <a:rPr lang="en-US"/>
                <a:t>2. Green’s self-elements – Equations (52), (53) [1]: </a:t>
              </a:r>
              <a:endParaRPr lang="pt-BR"/>
            </a:p>
          </p:txBody>
        </p:sp>
      </p:grpSp>
      <p:grpSp>
        <p:nvGrpSpPr>
          <p:cNvPr id="12" name="Agrupar 11">
            <a:extLst>
              <a:ext uri="{FF2B5EF4-FFF2-40B4-BE49-F238E27FC236}">
                <a16:creationId xmlns:a16="http://schemas.microsoft.com/office/drawing/2014/main" id="{B26D3348-7A4D-DCE1-34BF-AA70B769EBC9}"/>
              </a:ext>
            </a:extLst>
          </p:cNvPr>
          <p:cNvGrpSpPr/>
          <p:nvPr/>
        </p:nvGrpSpPr>
        <p:grpSpPr>
          <a:xfrm>
            <a:off x="6104248" y="1037809"/>
            <a:ext cx="3676649" cy="1061520"/>
            <a:chOff x="6104248" y="1037809"/>
            <a:chExt cx="3676649" cy="1061520"/>
          </a:xfrm>
        </p:grpSpPr>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B6EBFD14-BB4B-C480-0B6F-7F0E188E2D9A}"/>
                    </a:ext>
                  </a:extLst>
                </p:cNvPr>
                <p:cNvSpPr txBox="1"/>
                <p:nvPr/>
              </p:nvSpPr>
              <p:spPr>
                <a:xfrm>
                  <a:off x="6104248" y="1037809"/>
                  <a:ext cx="3520144" cy="357534"/>
                </a:xfrm>
                <a:prstGeom prst="rect">
                  <a:avLst/>
                </a:prstGeom>
                <a:noFill/>
              </p:spPr>
              <p:txBody>
                <a:bodyPr wrap="square">
                  <a:spAutoFit/>
                </a:bodyPr>
                <a:lstStyle>
                  <a:defPPr>
                    <a:defRPr lang="pt-BR"/>
                  </a:defPPr>
                  <a:lvl1pPr>
                    <a:defRPr sz="1600"/>
                  </a:lvl1pPr>
                </a:lstStyle>
                <a:p>
                  <a:r>
                    <a:rPr lang="en-US"/>
                    <a:t>1. Global dimension for </a:t>
                  </a:r>
                  <a14:m>
                    <m:oMath xmlns:m="http://schemas.openxmlformats.org/officeDocument/2006/math">
                      <m:sSub>
                        <m:sSubPr>
                          <m:ctrlPr>
                            <a:rPr lang="pt-BR" sz="1600" i="1" smtClean="0">
                              <a:latin typeface="Cambria Math" panose="02040503050406030204" pitchFamily="18" charset="0"/>
                            </a:rPr>
                          </m:ctrlPr>
                        </m:sSubPr>
                        <m:e>
                          <m:r>
                            <a:rPr lang="pt-BR" sz="1600" b="0" i="1" smtClean="0">
                              <a:latin typeface="Cambria Math" panose="02040503050406030204" pitchFamily="18" charset="0"/>
                            </a:rPr>
                            <m:t>𝑁</m:t>
                          </m:r>
                        </m:e>
                        <m:sub>
                          <m:r>
                            <a:rPr lang="pt-BR" sz="1600" b="0" i="1" smtClean="0">
                              <a:latin typeface="Cambria Math" panose="02040503050406030204" pitchFamily="18" charset="0"/>
                            </a:rPr>
                            <m:t>𝑝</m:t>
                          </m:r>
                        </m:sub>
                      </m:sSub>
                      <m:r>
                        <a:rPr lang="pt-BR" sz="1600" b="0" i="1" smtClean="0">
                          <a:latin typeface="Cambria Math" panose="02040503050406030204" pitchFamily="18" charset="0"/>
                        </a:rPr>
                        <m:t>=</m:t>
                      </m:r>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𝑁</m:t>
                          </m:r>
                        </m:e>
                        <m:sub>
                          <m:r>
                            <a:rPr lang="pt-BR" sz="1600" b="0" i="1" smtClean="0">
                              <a:latin typeface="Cambria Math" panose="02040503050406030204" pitchFamily="18" charset="0"/>
                            </a:rPr>
                            <m:t>𝑞</m:t>
                          </m:r>
                        </m:sub>
                      </m:sSub>
                      <m:r>
                        <a:rPr lang="pt-BR" sz="1600" b="0" i="1" smtClean="0">
                          <a:latin typeface="Cambria Math" panose="02040503050406030204" pitchFamily="18" charset="0"/>
                        </a:rPr>
                        <m:t>=0</m:t>
                      </m:r>
                    </m:oMath>
                  </a14:m>
                  <a:r>
                    <a:rPr lang="en-US"/>
                    <a:t> </a:t>
                  </a:r>
                  <a:endParaRPr lang="pt-BR"/>
                </a:p>
              </p:txBody>
            </p:sp>
          </mc:Choice>
          <mc:Fallback xmlns="">
            <p:sp>
              <p:nvSpPr>
                <p:cNvPr id="3" name="CaixaDeTexto 2">
                  <a:extLst>
                    <a:ext uri="{FF2B5EF4-FFF2-40B4-BE49-F238E27FC236}">
                      <a16:creationId xmlns:a16="http://schemas.microsoft.com/office/drawing/2014/main" id="{B6EBFD14-BB4B-C480-0B6F-7F0E188E2D9A}"/>
                    </a:ext>
                  </a:extLst>
                </p:cNvPr>
                <p:cNvSpPr txBox="1">
                  <a:spLocks noRot="1" noChangeAspect="1" noMove="1" noResize="1" noEditPoints="1" noAdjustHandles="1" noChangeArrowheads="1" noChangeShapeType="1" noTextEdit="1"/>
                </p:cNvSpPr>
                <p:nvPr/>
              </p:nvSpPr>
              <p:spPr>
                <a:xfrm>
                  <a:off x="6104248" y="1037809"/>
                  <a:ext cx="3520144" cy="357534"/>
                </a:xfrm>
                <a:prstGeom prst="rect">
                  <a:avLst/>
                </a:prstGeom>
                <a:blipFill>
                  <a:blip r:embed="rId19"/>
                  <a:stretch>
                    <a:fillRect l="-865" t="-3390" b="-1694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3524C003-3D9B-2317-74E1-A6B2F7A2F207}"/>
                    </a:ext>
                  </a:extLst>
                </p:cNvPr>
                <p:cNvSpPr txBox="1"/>
                <p:nvPr/>
              </p:nvSpPr>
              <p:spPr>
                <a:xfrm>
                  <a:off x="6116733" y="1395162"/>
                  <a:ext cx="3664164" cy="704167"/>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sz="1400" i="1" smtClean="0">
                            <a:latin typeface="Cambria Math" panose="02040503050406030204" pitchFamily="18" charset="0"/>
                          </a:rPr>
                          <m:t>𝑁</m:t>
                        </m:r>
                        <m:r>
                          <a:rPr lang="pt-BR" sz="1400" b="0">
                            <a:latin typeface="Cambria Math" panose="02040503050406030204" pitchFamily="18" charset="0"/>
                          </a:rPr>
                          <m:t>=</m:t>
                        </m:r>
                        <m:nary>
                          <m:naryPr>
                            <m:chr m:val="∑"/>
                            <m:ctrlPr>
                              <a:rPr lang="pt-BR" sz="1400" i="1">
                                <a:latin typeface="Cambria Math" panose="02040503050406030204" pitchFamily="18" charset="0"/>
                              </a:rPr>
                            </m:ctrlPr>
                          </m:naryPr>
                          <m:sub>
                            <m:r>
                              <a:rPr lang="pt-BR" sz="1400" b="0" i="1" smtClean="0">
                                <a:latin typeface="Cambria Math" panose="02040503050406030204" pitchFamily="18" charset="0"/>
                              </a:rPr>
                              <m:t>𝑝</m:t>
                            </m:r>
                            <m:r>
                              <a:rPr lang="pt-BR" sz="1400" i="1" smtClean="0">
                                <a:latin typeface="Cambria Math" panose="02040503050406030204" pitchFamily="18" charset="0"/>
                              </a:rPr>
                              <m:t>=</m:t>
                            </m:r>
                            <m:r>
                              <a:rPr lang="pt-BR" sz="1400" b="0" i="1" smtClean="0">
                                <a:latin typeface="Cambria Math" panose="02040503050406030204" pitchFamily="18" charset="0"/>
                              </a:rPr>
                              <m:t>1</m:t>
                            </m:r>
                          </m:sub>
                          <m:sup>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𝑚</m:t>
                                </m:r>
                              </m:e>
                              <m:sub>
                                <m:r>
                                  <a:rPr lang="pt-BR" sz="1400" b="0" i="1" smtClean="0">
                                    <a:latin typeface="Cambria Math" panose="02040503050406030204" pitchFamily="18" charset="0"/>
                                  </a:rPr>
                                  <m:t>𝑠</m:t>
                                </m:r>
                              </m:sub>
                            </m:sSub>
                          </m:sup>
                          <m:e>
                            <m:d>
                              <m:dPr>
                                <m:ctrlPr>
                                  <a:rPr lang="pt-BR" sz="1400" b="0" i="1" smtClean="0">
                                    <a:latin typeface="Cambria Math" panose="02040503050406030204" pitchFamily="18" charset="0"/>
                                  </a:rPr>
                                </m:ctrlPr>
                              </m:dPr>
                              <m:e>
                                <m:r>
                                  <a:rPr lang="pt-BR" sz="1400" b="0" i="1" smtClean="0">
                                    <a:latin typeface="Cambria Math" panose="02040503050406030204" pitchFamily="18" charset="0"/>
                                  </a:rPr>
                                  <m:t>2</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𝑁</m:t>
                                    </m:r>
                                  </m:e>
                                  <m:sub>
                                    <m:r>
                                      <a:rPr lang="pt-BR" sz="1400" b="0" i="1" smtClean="0">
                                        <a:latin typeface="Cambria Math" panose="02040503050406030204" pitchFamily="18" charset="0"/>
                                      </a:rPr>
                                      <m:t>𝑝</m:t>
                                    </m:r>
                                  </m:sub>
                                </m:sSub>
                                <m:r>
                                  <a:rPr lang="pt-BR" sz="1400" b="0" i="1" smtClean="0">
                                    <a:latin typeface="Cambria Math" panose="02040503050406030204" pitchFamily="18" charset="0"/>
                                  </a:rPr>
                                  <m:t>+1</m:t>
                                </m:r>
                              </m:e>
                            </m:d>
                          </m:e>
                        </m:nary>
                        <m:r>
                          <a:rPr lang="pt-BR" sz="1400" b="0" i="1" smtClean="0">
                            <a:latin typeface="Cambria Math" panose="02040503050406030204" pitchFamily="18" charset="0"/>
                          </a:rPr>
                          <m:t>=3</m:t>
                        </m:r>
                      </m:oMath>
                    </m:oMathPara>
                  </a14:m>
                  <a:endParaRPr lang="en-US" sz="1400"/>
                </a:p>
              </p:txBody>
            </p:sp>
          </mc:Choice>
          <mc:Fallback xmlns="">
            <p:sp>
              <p:nvSpPr>
                <p:cNvPr id="5" name="CaixaDeTexto 4">
                  <a:extLst>
                    <a:ext uri="{FF2B5EF4-FFF2-40B4-BE49-F238E27FC236}">
                      <a16:creationId xmlns:a16="http://schemas.microsoft.com/office/drawing/2014/main" id="{3524C003-3D9B-2317-74E1-A6B2F7A2F207}"/>
                    </a:ext>
                  </a:extLst>
                </p:cNvPr>
                <p:cNvSpPr txBox="1">
                  <a:spLocks noRot="1" noChangeAspect="1" noMove="1" noResize="1" noEditPoints="1" noAdjustHandles="1" noChangeArrowheads="1" noChangeShapeType="1" noTextEdit="1"/>
                </p:cNvSpPr>
                <p:nvPr/>
              </p:nvSpPr>
              <p:spPr>
                <a:xfrm>
                  <a:off x="6116733" y="1395162"/>
                  <a:ext cx="3664164" cy="704167"/>
                </a:xfrm>
                <a:prstGeom prst="rect">
                  <a:avLst/>
                </a:prstGeom>
                <a:blipFill>
                  <a:blip r:embed="rId20"/>
                  <a:stretch>
                    <a:fillRect/>
                  </a:stretch>
                </a:blipFill>
              </p:spPr>
              <p:txBody>
                <a:bodyPr/>
                <a:lstStyle/>
                <a:p>
                  <a:r>
                    <a:rPr lang="pt-BR">
                      <a:noFill/>
                    </a:rPr>
                    <a:t> </a:t>
                  </a:r>
                </a:p>
              </p:txBody>
            </p:sp>
          </mc:Fallback>
        </mc:AlternateContent>
      </p:grpSp>
      <p:grpSp>
        <p:nvGrpSpPr>
          <p:cNvPr id="11" name="Agrupar 10">
            <a:extLst>
              <a:ext uri="{FF2B5EF4-FFF2-40B4-BE49-F238E27FC236}">
                <a16:creationId xmlns:a16="http://schemas.microsoft.com/office/drawing/2014/main" id="{7F255A37-F787-C6B0-77DA-14F6BC2944EC}"/>
              </a:ext>
            </a:extLst>
          </p:cNvPr>
          <p:cNvGrpSpPr/>
          <p:nvPr/>
        </p:nvGrpSpPr>
        <p:grpSpPr>
          <a:xfrm>
            <a:off x="362093" y="3570310"/>
            <a:ext cx="3416578" cy="2522175"/>
            <a:chOff x="362093" y="3570310"/>
            <a:chExt cx="3416578" cy="2522175"/>
          </a:xfrm>
        </p:grpSpPr>
        <p:grpSp>
          <p:nvGrpSpPr>
            <p:cNvPr id="102" name="Agrupar 101">
              <a:extLst>
                <a:ext uri="{FF2B5EF4-FFF2-40B4-BE49-F238E27FC236}">
                  <a16:creationId xmlns:a16="http://schemas.microsoft.com/office/drawing/2014/main" id="{1F0FABD9-0916-6E52-561F-B7B8897A3A82}"/>
                </a:ext>
              </a:extLst>
            </p:cNvPr>
            <p:cNvGrpSpPr/>
            <p:nvPr/>
          </p:nvGrpSpPr>
          <p:grpSpPr>
            <a:xfrm>
              <a:off x="362093" y="3570310"/>
              <a:ext cx="1737360" cy="2522175"/>
              <a:chOff x="2904276" y="3086287"/>
              <a:chExt cx="1737360" cy="2522175"/>
            </a:xfrm>
          </p:grpSpPr>
          <p:sp>
            <p:nvSpPr>
              <p:cNvPr id="67" name="Elipse 66">
                <a:extLst>
                  <a:ext uri="{FF2B5EF4-FFF2-40B4-BE49-F238E27FC236}">
                    <a16:creationId xmlns:a16="http://schemas.microsoft.com/office/drawing/2014/main" id="{2FC597D4-3222-2955-CC94-1195AC7271B5}"/>
                  </a:ext>
                </a:extLst>
              </p:cNvPr>
              <p:cNvSpPr/>
              <p:nvPr/>
            </p:nvSpPr>
            <p:spPr>
              <a:xfrm>
                <a:off x="2904276" y="3871102"/>
                <a:ext cx="1737360" cy="1737360"/>
              </a:xfrm>
              <a:prstGeom prst="ellipse">
                <a:avLst/>
              </a:prstGeom>
              <a:noFill/>
              <a:ln w="19050">
                <a:solidFill>
                  <a:srgbClr val="0070C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68" name="Elipse 67">
                <a:extLst>
                  <a:ext uri="{FF2B5EF4-FFF2-40B4-BE49-F238E27FC236}">
                    <a16:creationId xmlns:a16="http://schemas.microsoft.com/office/drawing/2014/main" id="{A2582CA0-7FA2-783A-7785-46368546E9C7}"/>
                  </a:ext>
                </a:extLst>
              </p:cNvPr>
              <p:cNvSpPr/>
              <p:nvPr/>
            </p:nvSpPr>
            <p:spPr>
              <a:xfrm>
                <a:off x="3178596" y="4145422"/>
                <a:ext cx="1188720" cy="1188720"/>
              </a:xfrm>
              <a:prstGeom prst="ellipse">
                <a:avLst/>
              </a:prstGeom>
              <a:solidFill>
                <a:schemeClr val="bg1"/>
              </a:solidFill>
              <a:ln w="19050">
                <a:solidFill>
                  <a:srgbClr val="00206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62" name="Elipse 61">
                <a:extLst>
                  <a:ext uri="{FF2B5EF4-FFF2-40B4-BE49-F238E27FC236}">
                    <a16:creationId xmlns:a16="http://schemas.microsoft.com/office/drawing/2014/main" id="{61ABA17A-A29E-D052-85EC-27F438C2233A}"/>
                  </a:ext>
                </a:extLst>
              </p:cNvPr>
              <p:cNvSpPr/>
              <p:nvPr/>
            </p:nvSpPr>
            <p:spPr>
              <a:xfrm>
                <a:off x="3561446" y="4506728"/>
                <a:ext cx="457200" cy="457200"/>
              </a:xfrm>
              <a:prstGeom prst="ellipse">
                <a:avLst/>
              </a:prstGeom>
              <a:noFill/>
              <a:ln w="19050">
                <a:solidFill>
                  <a:schemeClr val="accent3">
                    <a:lumMod val="60000"/>
                    <a:lumOff val="4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73" name="CaixaDeTexto 72">
                    <a:extLst>
                      <a:ext uri="{FF2B5EF4-FFF2-40B4-BE49-F238E27FC236}">
                        <a16:creationId xmlns:a16="http://schemas.microsoft.com/office/drawing/2014/main" id="{B807D31E-CB18-F074-8B5D-877C56597F55}"/>
                      </a:ext>
                    </a:extLst>
                  </p:cNvPr>
                  <p:cNvSpPr txBox="1"/>
                  <p:nvPr/>
                </p:nvSpPr>
                <p:spPr>
                  <a:xfrm>
                    <a:off x="3609267" y="4200397"/>
                    <a:ext cx="391326"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𝑝</m:t>
                              </m:r>
                            </m:sub>
                          </m:sSub>
                        </m:oMath>
                      </m:oMathPara>
                    </a14:m>
                    <a:endParaRPr lang="pt-BR" sz="1400"/>
                  </a:p>
                </p:txBody>
              </p:sp>
            </mc:Choice>
            <mc:Fallback xmlns="">
              <p:sp>
                <p:nvSpPr>
                  <p:cNvPr id="73" name="CaixaDeTexto 72">
                    <a:extLst>
                      <a:ext uri="{FF2B5EF4-FFF2-40B4-BE49-F238E27FC236}">
                        <a16:creationId xmlns:a16="http://schemas.microsoft.com/office/drawing/2014/main" id="{B807D31E-CB18-F074-8B5D-877C56597F55}"/>
                      </a:ext>
                    </a:extLst>
                  </p:cNvPr>
                  <p:cNvSpPr txBox="1">
                    <a:spLocks noRot="1" noChangeAspect="1" noMove="1" noResize="1" noEditPoints="1" noAdjustHandles="1" noChangeArrowheads="1" noChangeShapeType="1" noTextEdit="1"/>
                  </p:cNvSpPr>
                  <p:nvPr/>
                </p:nvSpPr>
                <p:spPr>
                  <a:xfrm>
                    <a:off x="3609267" y="4200397"/>
                    <a:ext cx="391326" cy="324384"/>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4" name="CaixaDeTexto 73">
                    <a:extLst>
                      <a:ext uri="{FF2B5EF4-FFF2-40B4-BE49-F238E27FC236}">
                        <a16:creationId xmlns:a16="http://schemas.microsoft.com/office/drawing/2014/main" id="{09CD786E-4EC1-7B63-220F-7E69DCE1B5AB}"/>
                      </a:ext>
                    </a:extLst>
                  </p:cNvPr>
                  <p:cNvSpPr txBox="1"/>
                  <p:nvPr/>
                </p:nvSpPr>
                <p:spPr>
                  <a:xfrm>
                    <a:off x="3578448" y="3459676"/>
                    <a:ext cx="39049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oMath>
                      </m:oMathPara>
                    </a14:m>
                    <a:endParaRPr lang="pt-BR" sz="1400"/>
                  </a:p>
                </p:txBody>
              </p:sp>
            </mc:Choice>
            <mc:Fallback xmlns="">
              <p:sp>
                <p:nvSpPr>
                  <p:cNvPr id="74" name="CaixaDeTexto 73">
                    <a:extLst>
                      <a:ext uri="{FF2B5EF4-FFF2-40B4-BE49-F238E27FC236}">
                        <a16:creationId xmlns:a16="http://schemas.microsoft.com/office/drawing/2014/main" id="{09CD786E-4EC1-7B63-220F-7E69DCE1B5AB}"/>
                      </a:ext>
                    </a:extLst>
                  </p:cNvPr>
                  <p:cNvSpPr txBox="1">
                    <a:spLocks noRot="1" noChangeAspect="1" noMove="1" noResize="1" noEditPoints="1" noAdjustHandles="1" noChangeArrowheads="1" noChangeShapeType="1" noTextEdit="1"/>
                  </p:cNvSpPr>
                  <p:nvPr/>
                </p:nvSpPr>
                <p:spPr>
                  <a:xfrm>
                    <a:off x="3578448" y="3459676"/>
                    <a:ext cx="390492" cy="324384"/>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5" name="CaixaDeTexto 74">
                    <a:extLst>
                      <a:ext uri="{FF2B5EF4-FFF2-40B4-BE49-F238E27FC236}">
                        <a16:creationId xmlns:a16="http://schemas.microsoft.com/office/drawing/2014/main" id="{EC2E5985-E80C-9F03-BCE4-798FADED5956}"/>
                      </a:ext>
                    </a:extLst>
                  </p:cNvPr>
                  <p:cNvSpPr txBox="1"/>
                  <p:nvPr/>
                </p:nvSpPr>
                <p:spPr>
                  <a:xfrm>
                    <a:off x="3599513" y="3833065"/>
                    <a:ext cx="38106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𝑟</m:t>
                              </m:r>
                            </m:sub>
                          </m:sSub>
                        </m:oMath>
                      </m:oMathPara>
                    </a14:m>
                    <a:endParaRPr lang="pt-BR" sz="1400"/>
                  </a:p>
                </p:txBody>
              </p:sp>
            </mc:Choice>
            <mc:Fallback xmlns="">
              <p:sp>
                <p:nvSpPr>
                  <p:cNvPr id="75" name="CaixaDeTexto 74">
                    <a:extLst>
                      <a:ext uri="{FF2B5EF4-FFF2-40B4-BE49-F238E27FC236}">
                        <a16:creationId xmlns:a16="http://schemas.microsoft.com/office/drawing/2014/main" id="{EC2E5985-E80C-9F03-BCE4-798FADED5956}"/>
                      </a:ext>
                    </a:extLst>
                  </p:cNvPr>
                  <p:cNvSpPr txBox="1">
                    <a:spLocks noRot="1" noChangeAspect="1" noMove="1" noResize="1" noEditPoints="1" noAdjustHandles="1" noChangeArrowheads="1" noChangeShapeType="1" noTextEdit="1"/>
                  </p:cNvSpPr>
                  <p:nvPr/>
                </p:nvSpPr>
                <p:spPr>
                  <a:xfrm>
                    <a:off x="3599513" y="3833065"/>
                    <a:ext cx="381066" cy="307777"/>
                  </a:xfrm>
                  <a:prstGeom prst="rect">
                    <a:avLst/>
                  </a:prstGeom>
                  <a:blipFill>
                    <a:blip r:embed="rId1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3" name="CaixaDeTexto 102">
                    <a:extLst>
                      <a:ext uri="{FF2B5EF4-FFF2-40B4-BE49-F238E27FC236}">
                        <a16:creationId xmlns:a16="http://schemas.microsoft.com/office/drawing/2014/main" id="{17A2A9A5-934F-2BF4-00C5-987D2514C70C}"/>
                      </a:ext>
                    </a:extLst>
                  </p:cNvPr>
                  <p:cNvSpPr txBox="1"/>
                  <p:nvPr/>
                </p:nvSpPr>
                <p:spPr>
                  <a:xfrm>
                    <a:off x="3194130" y="3086287"/>
                    <a:ext cx="1203663" cy="324384"/>
                  </a:xfrm>
                  <a:prstGeom prst="rect">
                    <a:avLst/>
                  </a:prstGeom>
                  <a:noFill/>
                  <a:ln>
                    <a:solidFill>
                      <a:schemeClr val="accent1"/>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𝑁</m:t>
                              </m:r>
                            </m:e>
                            <m:sub>
                              <m:r>
                                <a:rPr lang="pt-BR" sz="1400" b="0" i="1" smtClean="0">
                                  <a:latin typeface="Cambria Math" panose="02040503050406030204" pitchFamily="18" charset="0"/>
                                </a:rPr>
                                <m:t>𝑝</m:t>
                              </m:r>
                            </m:sub>
                          </m:sSub>
                          <m:r>
                            <a:rPr lang="pt-BR" sz="1400" b="0" i="1" smtClean="0">
                              <a:latin typeface="Cambria Math" panose="02040503050406030204" pitchFamily="18" charset="0"/>
                            </a:rPr>
                            <m:t>=</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𝑁</m:t>
                              </m:r>
                            </m:e>
                            <m:sub>
                              <m:r>
                                <a:rPr lang="pt-BR" sz="1400" b="0" i="1" smtClean="0">
                                  <a:latin typeface="Cambria Math" panose="02040503050406030204" pitchFamily="18" charset="0"/>
                                </a:rPr>
                                <m:t>𝑞</m:t>
                              </m:r>
                            </m:sub>
                          </m:sSub>
                          <m:r>
                            <a:rPr lang="pt-BR" sz="1400" b="0" i="1" smtClean="0">
                              <a:latin typeface="Cambria Math" panose="02040503050406030204" pitchFamily="18" charset="0"/>
                            </a:rPr>
                            <m:t>=0</m:t>
                          </m:r>
                        </m:oMath>
                      </m:oMathPara>
                    </a14:m>
                    <a:endParaRPr lang="pt-BR" sz="1400"/>
                  </a:p>
                </p:txBody>
              </p:sp>
            </mc:Choice>
            <mc:Fallback xmlns="">
              <p:sp>
                <p:nvSpPr>
                  <p:cNvPr id="103" name="CaixaDeTexto 102">
                    <a:extLst>
                      <a:ext uri="{FF2B5EF4-FFF2-40B4-BE49-F238E27FC236}">
                        <a16:creationId xmlns:a16="http://schemas.microsoft.com/office/drawing/2014/main" id="{17A2A9A5-934F-2BF4-00C5-987D2514C70C}"/>
                      </a:ext>
                    </a:extLst>
                  </p:cNvPr>
                  <p:cNvSpPr txBox="1">
                    <a:spLocks noRot="1" noChangeAspect="1" noMove="1" noResize="1" noEditPoints="1" noAdjustHandles="1" noChangeArrowheads="1" noChangeShapeType="1" noTextEdit="1"/>
                  </p:cNvSpPr>
                  <p:nvPr/>
                </p:nvSpPr>
                <p:spPr>
                  <a:xfrm>
                    <a:off x="3194130" y="3086287"/>
                    <a:ext cx="1203663" cy="324384"/>
                  </a:xfrm>
                  <a:prstGeom prst="rect">
                    <a:avLst/>
                  </a:prstGeom>
                  <a:blipFill>
                    <a:blip r:embed="rId11"/>
                    <a:stretch>
                      <a:fillRect/>
                    </a:stretch>
                  </a:blipFill>
                  <a:ln>
                    <a:solidFill>
                      <a:schemeClr val="accent1"/>
                    </a:solidFill>
                  </a:ln>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121" name="CaixaDeTexto 120">
                  <a:extLst>
                    <a:ext uri="{FF2B5EF4-FFF2-40B4-BE49-F238E27FC236}">
                      <a16:creationId xmlns:a16="http://schemas.microsoft.com/office/drawing/2014/main" id="{02FB1E52-0601-1D97-3AA6-E16C53B09E84}"/>
                    </a:ext>
                  </a:extLst>
                </p:cNvPr>
                <p:cNvSpPr txBox="1"/>
                <p:nvPr/>
              </p:nvSpPr>
              <p:spPr>
                <a:xfrm>
                  <a:off x="2422973" y="4965564"/>
                  <a:ext cx="116820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r>
                          <a:rPr lang="pt-BR" sz="1400" b="0" i="1" smtClean="0">
                            <a:latin typeface="Cambria Math" panose="02040503050406030204" pitchFamily="18" charset="0"/>
                          </a:rPr>
                          <m:t>=44 </m:t>
                        </m:r>
                        <m:r>
                          <a:rPr lang="pt-BR" sz="1400" b="0" i="1" smtClean="0">
                            <a:latin typeface="Cambria Math" panose="02040503050406030204" pitchFamily="18" charset="0"/>
                          </a:rPr>
                          <m:t>𝑚𝑚</m:t>
                        </m:r>
                      </m:oMath>
                    </m:oMathPara>
                  </a14:m>
                  <a:endParaRPr lang="pt-BR" sz="1400"/>
                </a:p>
              </p:txBody>
            </p:sp>
          </mc:Choice>
          <mc:Fallback xmlns="">
            <p:sp>
              <p:nvSpPr>
                <p:cNvPr id="121" name="CaixaDeTexto 120">
                  <a:extLst>
                    <a:ext uri="{FF2B5EF4-FFF2-40B4-BE49-F238E27FC236}">
                      <a16:creationId xmlns:a16="http://schemas.microsoft.com/office/drawing/2014/main" id="{02FB1E52-0601-1D97-3AA6-E16C53B09E84}"/>
                    </a:ext>
                  </a:extLst>
                </p:cNvPr>
                <p:cNvSpPr txBox="1">
                  <a:spLocks noRot="1" noChangeAspect="1" noMove="1" noResize="1" noEditPoints="1" noAdjustHandles="1" noChangeArrowheads="1" noChangeShapeType="1" noTextEdit="1"/>
                </p:cNvSpPr>
                <p:nvPr/>
              </p:nvSpPr>
              <p:spPr>
                <a:xfrm>
                  <a:off x="2422973" y="4965564"/>
                  <a:ext cx="1168205" cy="324384"/>
                </a:xfrm>
                <a:prstGeom prst="rect">
                  <a:avLst/>
                </a:prstGeom>
                <a:blipFill>
                  <a:blip r:embed="rId21"/>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2" name="CaixaDeTexto 121">
                  <a:extLst>
                    <a:ext uri="{FF2B5EF4-FFF2-40B4-BE49-F238E27FC236}">
                      <a16:creationId xmlns:a16="http://schemas.microsoft.com/office/drawing/2014/main" id="{72C6148B-C90F-6F91-4579-0FDC3B51DD0C}"/>
                    </a:ext>
                  </a:extLst>
                </p:cNvPr>
                <p:cNvSpPr txBox="1"/>
                <p:nvPr/>
              </p:nvSpPr>
              <p:spPr>
                <a:xfrm>
                  <a:off x="2406682" y="4590154"/>
                  <a:ext cx="1169038"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𝑝</m:t>
                            </m:r>
                          </m:sub>
                        </m:sSub>
                        <m:r>
                          <a:rPr lang="pt-BR" sz="1400" b="0" i="1" smtClean="0">
                            <a:latin typeface="Cambria Math" panose="02040503050406030204" pitchFamily="18" charset="0"/>
                          </a:rPr>
                          <m:t>=22 </m:t>
                        </m:r>
                        <m:r>
                          <a:rPr lang="pt-BR" sz="1400" b="0" i="1" smtClean="0">
                            <a:latin typeface="Cambria Math" panose="02040503050406030204" pitchFamily="18" charset="0"/>
                          </a:rPr>
                          <m:t>𝑚𝑚</m:t>
                        </m:r>
                      </m:oMath>
                    </m:oMathPara>
                  </a14:m>
                  <a:endParaRPr lang="pt-BR" sz="1400"/>
                </a:p>
              </p:txBody>
            </p:sp>
          </mc:Choice>
          <mc:Fallback xmlns="">
            <p:sp>
              <p:nvSpPr>
                <p:cNvPr id="122" name="CaixaDeTexto 121">
                  <a:extLst>
                    <a:ext uri="{FF2B5EF4-FFF2-40B4-BE49-F238E27FC236}">
                      <a16:creationId xmlns:a16="http://schemas.microsoft.com/office/drawing/2014/main" id="{72C6148B-C90F-6F91-4579-0FDC3B51DD0C}"/>
                    </a:ext>
                  </a:extLst>
                </p:cNvPr>
                <p:cNvSpPr txBox="1">
                  <a:spLocks noRot="1" noChangeAspect="1" noMove="1" noResize="1" noEditPoints="1" noAdjustHandles="1" noChangeArrowheads="1" noChangeShapeType="1" noTextEdit="1"/>
                </p:cNvSpPr>
                <p:nvPr/>
              </p:nvSpPr>
              <p:spPr>
                <a:xfrm>
                  <a:off x="2406682" y="4590154"/>
                  <a:ext cx="1169038" cy="324384"/>
                </a:xfrm>
                <a:prstGeom prst="rect">
                  <a:avLst/>
                </a:prstGeom>
                <a:blipFill>
                  <a:blip r:embed="rId2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3" name="CaixaDeTexto 122">
                  <a:extLst>
                    <a:ext uri="{FF2B5EF4-FFF2-40B4-BE49-F238E27FC236}">
                      <a16:creationId xmlns:a16="http://schemas.microsoft.com/office/drawing/2014/main" id="{50CC4033-FC63-5385-C92E-D77BF51156BA}"/>
                    </a:ext>
                  </a:extLst>
                </p:cNvPr>
                <p:cNvSpPr txBox="1"/>
                <p:nvPr/>
              </p:nvSpPr>
              <p:spPr>
                <a:xfrm>
                  <a:off x="2443562" y="5372868"/>
                  <a:ext cx="1335109"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latin typeface="Cambria Math" panose="02040503050406030204" pitchFamily="18" charset="0"/>
                              </a:rPr>
                            </m:ctrlPr>
                          </m:sSubPr>
                          <m:e>
                            <m:r>
                              <a:rPr lang="pt-BR" sz="1400" i="1" smtClean="0">
                                <a:latin typeface="Cambria Math" panose="02040503050406030204" pitchFamily="18" charset="0"/>
                              </a:rPr>
                              <m:t>𝑐</m:t>
                            </m:r>
                          </m:e>
                          <m:sub>
                            <m:r>
                              <a:rPr lang="pt-BR" sz="1400" b="0" i="1" smtClean="0">
                                <a:latin typeface="Cambria Math" panose="02040503050406030204" pitchFamily="18" charset="0"/>
                              </a:rPr>
                              <m:t>𝑟</m:t>
                            </m:r>
                          </m:sub>
                        </m:sSub>
                        <m:r>
                          <a:rPr lang="pt-BR" sz="1400" i="1" smtClean="0">
                            <a:latin typeface="Cambria Math" panose="02040503050406030204" pitchFamily="18" charset="0"/>
                          </a:rPr>
                          <m:t>= 39,5 </m:t>
                        </m:r>
                        <m:r>
                          <a:rPr lang="pt-BR" sz="1400" i="1" smtClean="0">
                            <a:latin typeface="Cambria Math" panose="02040503050406030204" pitchFamily="18" charset="0"/>
                          </a:rPr>
                          <m:t>𝑚𝑚</m:t>
                        </m:r>
                      </m:oMath>
                    </m:oMathPara>
                  </a14:m>
                  <a:endParaRPr lang="pt-BR" sz="1400"/>
                </a:p>
              </p:txBody>
            </p:sp>
          </mc:Choice>
          <mc:Fallback xmlns="">
            <p:sp>
              <p:nvSpPr>
                <p:cNvPr id="123" name="CaixaDeTexto 122">
                  <a:extLst>
                    <a:ext uri="{FF2B5EF4-FFF2-40B4-BE49-F238E27FC236}">
                      <a16:creationId xmlns:a16="http://schemas.microsoft.com/office/drawing/2014/main" id="{50CC4033-FC63-5385-C92E-D77BF51156BA}"/>
                    </a:ext>
                  </a:extLst>
                </p:cNvPr>
                <p:cNvSpPr txBox="1">
                  <a:spLocks noRot="1" noChangeAspect="1" noMove="1" noResize="1" noEditPoints="1" noAdjustHandles="1" noChangeArrowheads="1" noChangeShapeType="1" noTextEdit="1"/>
                </p:cNvSpPr>
                <p:nvPr/>
              </p:nvSpPr>
              <p:spPr>
                <a:xfrm>
                  <a:off x="2443562" y="5372868"/>
                  <a:ext cx="1335109" cy="307777"/>
                </a:xfrm>
                <a:prstGeom prst="rect">
                  <a:avLst/>
                </a:prstGeom>
                <a:blipFill>
                  <a:blip r:embed="rId23"/>
                  <a:stretch>
                    <a:fillRect/>
                  </a:stretch>
                </a:blipFill>
              </p:spPr>
              <p:txBody>
                <a:bodyPr/>
                <a:lstStyle/>
                <a:p>
                  <a:r>
                    <a:rPr lang="pt-BR">
                      <a:noFill/>
                    </a:rPr>
                    <a:t> </a:t>
                  </a:r>
                </a:p>
              </p:txBody>
            </p:sp>
          </mc:Fallback>
        </mc:AlternateContent>
        <p:sp>
          <p:nvSpPr>
            <p:cNvPr id="10" name="Chave Esquerda 9">
              <a:extLst>
                <a:ext uri="{FF2B5EF4-FFF2-40B4-BE49-F238E27FC236}">
                  <a16:creationId xmlns:a16="http://schemas.microsoft.com/office/drawing/2014/main" id="{6E445B9B-3B17-7D03-C176-B879CF5A4177}"/>
                </a:ext>
              </a:extLst>
            </p:cNvPr>
            <p:cNvSpPr/>
            <p:nvPr/>
          </p:nvSpPr>
          <p:spPr>
            <a:xfrm>
              <a:off x="2326855" y="4711663"/>
              <a:ext cx="155448" cy="91440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grpSp>
      <p:grpSp>
        <p:nvGrpSpPr>
          <p:cNvPr id="15" name="Agrupar 14">
            <a:extLst>
              <a:ext uri="{FF2B5EF4-FFF2-40B4-BE49-F238E27FC236}">
                <a16:creationId xmlns:a16="http://schemas.microsoft.com/office/drawing/2014/main" id="{E92D5B8E-51E2-2568-D130-D0EEBA3D291B}"/>
              </a:ext>
            </a:extLst>
          </p:cNvPr>
          <p:cNvGrpSpPr/>
          <p:nvPr/>
        </p:nvGrpSpPr>
        <p:grpSpPr>
          <a:xfrm>
            <a:off x="6096000" y="4242574"/>
            <a:ext cx="5500952" cy="1640431"/>
            <a:chOff x="6096000" y="4242574"/>
            <a:chExt cx="5500952" cy="1640431"/>
          </a:xfrm>
        </p:grpSpPr>
        <p:sp>
          <p:nvSpPr>
            <p:cNvPr id="14" name="CaixaDeTexto 13">
              <a:extLst>
                <a:ext uri="{FF2B5EF4-FFF2-40B4-BE49-F238E27FC236}">
                  <a16:creationId xmlns:a16="http://schemas.microsoft.com/office/drawing/2014/main" id="{56C7BD90-B932-0315-C7B2-E38077FA37C4}"/>
                </a:ext>
              </a:extLst>
            </p:cNvPr>
            <p:cNvSpPr txBox="1"/>
            <p:nvPr/>
          </p:nvSpPr>
          <p:spPr>
            <a:xfrm>
              <a:off x="6109706" y="4242574"/>
              <a:ext cx="5487246" cy="338554"/>
            </a:xfrm>
            <a:prstGeom prst="rect">
              <a:avLst/>
            </a:prstGeom>
            <a:noFill/>
          </p:spPr>
          <p:txBody>
            <a:bodyPr wrap="square">
              <a:spAutoFit/>
            </a:bodyPr>
            <a:lstStyle>
              <a:defPPr>
                <a:defRPr lang="pt-BR"/>
              </a:defPPr>
              <a:lvl1pPr>
                <a:defRPr sz="1600"/>
              </a:lvl1pPr>
            </a:lstStyle>
            <a:p>
              <a:r>
                <a:rPr lang="en-US"/>
                <a:t>3. Green’s mutual-elements – Equations (B.8), (B.17) [7]: </a:t>
              </a:r>
              <a:endParaRPr lang="pt-BR"/>
            </a:p>
          </p:txBody>
        </p:sp>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5EE09121-F214-EF21-9CDC-A40578ACA098}"/>
                    </a:ext>
                  </a:extLst>
                </p:cNvPr>
                <p:cNvSpPr txBox="1"/>
                <p:nvPr/>
              </p:nvSpPr>
              <p:spPr>
                <a:xfrm>
                  <a:off x="6096000" y="4739872"/>
                  <a:ext cx="4248471" cy="1143133"/>
                </a:xfrm>
                <a:prstGeom prst="rect">
                  <a:avLst/>
                </a:prstGeom>
                <a:noFill/>
              </p:spPr>
              <p:txBody>
                <a:bodyPr wrap="square">
                  <a:spAutoFit/>
                </a:bodyPr>
                <a:lstStyle>
                  <a:defPPr>
                    <a:defRPr lang="pt-BR"/>
                  </a:defPPr>
                  <a:lvl1pPr>
                    <a:defRPr sz="1600"/>
                  </a:lvl1pPr>
                </a:lstStyle>
                <a:p>
                  <a14:m>
                    <m:oMath xmlns:m="http://schemas.openxmlformats.org/officeDocument/2006/math">
                      <m:sSubSup>
                        <m:sSubSupPr>
                          <m:ctrlPr>
                            <a:rPr lang="pt-BR" sz="1400" i="1" smtClean="0">
                              <a:latin typeface="Cambria Math" panose="02040503050406030204" pitchFamily="18" charset="0"/>
                            </a:rPr>
                          </m:ctrlPr>
                        </m:sSubSupPr>
                        <m:e>
                          <m:r>
                            <a:rPr lang="pt-BR" sz="1400" b="0" i="1">
                              <a:latin typeface="Cambria Math" panose="02040503050406030204" pitchFamily="18" charset="0"/>
                            </a:rPr>
                            <m:t>𝐺</m:t>
                          </m:r>
                        </m:e>
                        <m:sub>
                          <m:r>
                            <a:rPr lang="pt-BR" sz="1400" i="1" smtClean="0">
                              <a:latin typeface="Cambria Math" panose="02040503050406030204" pitchFamily="18" charset="0"/>
                            </a:rPr>
                            <m:t>0</m:t>
                          </m:r>
                          <m:r>
                            <a:rPr lang="pt-BR" sz="1400" b="0" i="1">
                              <a:latin typeface="Cambria Math" panose="02040503050406030204" pitchFamily="18" charset="0"/>
                            </a:rPr>
                            <m:t>, </m:t>
                          </m:r>
                          <m:r>
                            <a:rPr lang="pt-BR" sz="1400" i="1">
                              <a:latin typeface="Cambria Math" panose="02040503050406030204" pitchFamily="18" charset="0"/>
                            </a:rPr>
                            <m:t>  </m:t>
                          </m:r>
                          <m:r>
                            <a:rPr lang="pt-BR" sz="1400" b="0" i="1" smtClean="0">
                              <a:latin typeface="Cambria Math" panose="02040503050406030204" pitchFamily="18" charset="0"/>
                            </a:rPr>
                            <m:t>0</m:t>
                          </m:r>
                        </m:sub>
                        <m:sup>
                          <m:r>
                            <a:rPr lang="pt-BR" sz="1400" i="1">
                              <a:latin typeface="Cambria Math" panose="02040503050406030204" pitchFamily="18" charset="0"/>
                            </a:rPr>
                            <m:t>(</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i="1">
                                  <a:latin typeface="Cambria Math" panose="02040503050406030204" pitchFamily="18" charset="0"/>
                                </a:rPr>
                                <m:t>𝑝</m:t>
                              </m:r>
                            </m:sub>
                          </m:sSub>
                          <m:r>
                            <a:rPr lang="pt-BR" sz="1400" i="1">
                              <a:latin typeface="Cambria Math" panose="02040503050406030204" pitchFamily="18" charset="0"/>
                            </a:rPr>
                            <m:t>,   </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r>
                            <a:rPr lang="pt-BR" sz="1400" i="1">
                              <a:latin typeface="Cambria Math" panose="02040503050406030204" pitchFamily="18" charset="0"/>
                            </a:rPr>
                            <m:t>)</m:t>
                          </m:r>
                        </m:sup>
                      </m:sSubSup>
                      <m:r>
                        <a:rPr lang="pt-BR" sz="1400" i="1" smtClean="0">
                          <a:latin typeface="Cambria Math" panose="02040503050406030204" pitchFamily="18" charset="0"/>
                        </a:rPr>
                        <m:t>=</m:t>
                      </m:r>
                    </m:oMath>
                  </a14:m>
                  <a:r>
                    <a:rPr lang="pt-BR" sz="1400"/>
                    <a:t> </a:t>
                  </a:r>
                  <a14:m>
                    <m:oMath xmlns:m="http://schemas.openxmlformats.org/officeDocument/2006/math">
                      <m:d>
                        <m:dPr>
                          <m:begChr m:val="{"/>
                          <m:endChr m:val=""/>
                          <m:ctrlPr>
                            <a:rPr lang="pt-BR" sz="1400" i="1">
                              <a:latin typeface="Cambria Math" panose="02040503050406030204" pitchFamily="18" charset="0"/>
                            </a:rPr>
                          </m:ctrlPr>
                        </m:dPr>
                        <m:e>
                          <m:eqArr>
                            <m:eqArrPr>
                              <m:ctrlPr>
                                <a:rPr lang="pt-BR" sz="1400" i="1">
                                  <a:latin typeface="Cambria Math" panose="02040503050406030204" pitchFamily="18" charset="0"/>
                                </a:rPr>
                              </m:ctrlPr>
                            </m:eqArrPr>
                            <m:e>
                              <m:f>
                                <m:fPr>
                                  <m:ctrlPr>
                                    <a:rPr lang="pt-BR" i="1">
                                      <a:latin typeface="Cambria Math" panose="02040503050406030204" pitchFamily="18" charset="0"/>
                                    </a:rPr>
                                  </m:ctrlPr>
                                </m:fPr>
                                <m:num>
                                  <m:r>
                                    <a:rPr lang="pt-BR">
                                      <a:latin typeface="Cambria Math" panose="02040503050406030204" pitchFamily="18" charset="0"/>
                                    </a:rPr>
                                    <m:t>1</m:t>
                                  </m:r>
                                </m:num>
                                <m:den>
                                  <m:r>
                                    <a:rPr lang="pt-BR" i="1">
                                      <a:latin typeface="Cambria Math" panose="02040503050406030204" pitchFamily="18" charset="0"/>
                                    </a:rPr>
                                    <m:t>2</m:t>
                                  </m:r>
                                  <m:r>
                                    <a:rPr lang="pt-BR" i="1">
                                      <a:latin typeface="Cambria Math" panose="02040503050406030204" pitchFamily="18" charset="0"/>
                                    </a:rPr>
                                    <m:t>𝜋</m:t>
                                  </m:r>
                                </m:den>
                              </m:f>
                              <m:func>
                                <m:funcPr>
                                  <m:ctrlPr>
                                    <a:rPr lang="pt-BR" i="1">
                                      <a:latin typeface="Cambria Math" panose="02040503050406030204" pitchFamily="18" charset="0"/>
                                    </a:rPr>
                                  </m:ctrlPr>
                                </m:funcPr>
                                <m:fName>
                                  <m:r>
                                    <m:rPr>
                                      <m:sty m:val="p"/>
                                    </m:rPr>
                                    <a:rPr lang="pt-BR">
                                      <a:latin typeface="Cambria Math" panose="02040503050406030204" pitchFamily="18" charset="0"/>
                                    </a:rPr>
                                    <m:t>ln</m:t>
                                  </m:r>
                                </m:fName>
                                <m:e>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𝑐</m:t>
                                          </m:r>
                                        </m:e>
                                        <m:sub>
                                          <m:r>
                                            <a:rPr lang="pt-BR" i="1">
                                              <a:latin typeface="Cambria Math" panose="02040503050406030204" pitchFamily="18" charset="0"/>
                                            </a:rPr>
                                            <m:t>𝑝</m:t>
                                          </m:r>
                                        </m:sub>
                                      </m:sSub>
                                    </m:e>
                                  </m:d>
                                </m:e>
                              </m:func>
                              <m:r>
                                <a:rPr lang="pt-BR" i="1">
                                  <a:latin typeface="Cambria Math" panose="02040503050406030204" pitchFamily="18" charset="0"/>
                                </a:rPr>
                                <m:t>   </m:t>
                              </m:r>
                              <m:r>
                                <a:rPr lang="pt-BR" i="1">
                                  <a:latin typeface="Cambria Math" panose="02040503050406030204" pitchFamily="18" charset="0"/>
                                </a:rPr>
                                <m:t>𝑖𝑓</m:t>
                              </m:r>
                              <m:r>
                                <a:rPr lang="pt-BR" i="1" smtClean="0">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𝑐</m:t>
                                  </m:r>
                                </m:e>
                                <m:sub>
                                  <m:r>
                                    <a:rPr lang="pt-BR" b="0" i="1" smtClean="0">
                                      <a:latin typeface="Cambria Math" panose="02040503050406030204" pitchFamily="18" charset="0"/>
                                    </a:rPr>
                                    <m:t>𝑝</m:t>
                                  </m:r>
                                </m:sub>
                              </m:sSub>
                              <m:r>
                                <a:rPr lang="pt-BR" b="0" i="1" smtClean="0">
                                  <a:latin typeface="Cambria Math" panose="02040503050406030204" pitchFamily="18" charset="0"/>
                                  <a:ea typeface="Cambria Math" panose="02040503050406030204" pitchFamily="18" charset="0"/>
                                </a:rPr>
                                <m:t>&gt;</m:t>
                              </m:r>
                              <m:sSub>
                                <m:sSubPr>
                                  <m:ctrlPr>
                                    <a:rPr lang="pt-BR" i="1">
                                      <a:latin typeface="Cambria Math" panose="02040503050406030204" pitchFamily="18" charset="0"/>
                                    </a:rPr>
                                  </m:ctrlPr>
                                </m:sSubPr>
                                <m:e>
                                  <m:r>
                                    <a:rPr lang="pt-BR" i="1">
                                      <a:latin typeface="Cambria Math" panose="02040503050406030204" pitchFamily="18" charset="0"/>
                                    </a:rPr>
                                    <m:t>𝑐</m:t>
                                  </m:r>
                                </m:e>
                                <m:sub>
                                  <m:r>
                                    <a:rPr lang="pt-BR" b="0" i="1" smtClean="0">
                                      <a:latin typeface="Cambria Math" panose="02040503050406030204" pitchFamily="18" charset="0"/>
                                    </a:rPr>
                                    <m:t>𝑞</m:t>
                                  </m:r>
                                </m:sub>
                              </m:sSub>
                            </m:e>
                            <m:e>
                              <m:r>
                                <a:rPr lang="pt-BR" b="0" i="1" smtClean="0">
                                  <a:latin typeface="Cambria Math" panose="02040503050406030204" pitchFamily="18" charset="0"/>
                                </a:rPr>
                                <m:t> </m:t>
                              </m:r>
                            </m:e>
                            <m:e>
                              <m:r>
                                <a:rPr lang="pt-BR" b="0" i="1" smtClean="0">
                                  <a:latin typeface="Cambria Math" panose="02040503050406030204" pitchFamily="18" charset="0"/>
                                </a:rPr>
                                <m:t> </m:t>
                              </m:r>
                            </m:e>
                            <m:e>
                              <m:f>
                                <m:fPr>
                                  <m:ctrlPr>
                                    <a:rPr lang="pt-BR" i="1">
                                      <a:latin typeface="Cambria Math" panose="02040503050406030204" pitchFamily="18" charset="0"/>
                                    </a:rPr>
                                  </m:ctrlPr>
                                </m:fPr>
                                <m:num>
                                  <m:r>
                                    <a:rPr lang="pt-BR">
                                      <a:latin typeface="Cambria Math" panose="02040503050406030204" pitchFamily="18" charset="0"/>
                                    </a:rPr>
                                    <m:t>1</m:t>
                                  </m:r>
                                </m:num>
                                <m:den>
                                  <m:r>
                                    <a:rPr lang="pt-BR" i="1">
                                      <a:latin typeface="Cambria Math" panose="02040503050406030204" pitchFamily="18" charset="0"/>
                                    </a:rPr>
                                    <m:t>2</m:t>
                                  </m:r>
                                  <m:r>
                                    <a:rPr lang="pt-BR" i="1">
                                      <a:latin typeface="Cambria Math" panose="02040503050406030204" pitchFamily="18" charset="0"/>
                                    </a:rPr>
                                    <m:t>𝜋</m:t>
                                  </m:r>
                                </m:den>
                              </m:f>
                              <m:func>
                                <m:funcPr>
                                  <m:ctrlPr>
                                    <a:rPr lang="pt-BR" i="1">
                                      <a:latin typeface="Cambria Math" panose="02040503050406030204" pitchFamily="18" charset="0"/>
                                    </a:rPr>
                                  </m:ctrlPr>
                                </m:funcPr>
                                <m:fName>
                                  <m:r>
                                    <m:rPr>
                                      <m:sty m:val="p"/>
                                    </m:rPr>
                                    <a:rPr lang="pt-BR">
                                      <a:latin typeface="Cambria Math" panose="02040503050406030204" pitchFamily="18" charset="0"/>
                                    </a:rPr>
                                    <m:t>ln</m:t>
                                  </m:r>
                                </m:fName>
                                <m:e>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𝑐</m:t>
                                          </m:r>
                                        </m:e>
                                        <m:sub>
                                          <m:r>
                                            <a:rPr lang="pt-BR" b="0" i="1" smtClean="0">
                                              <a:latin typeface="Cambria Math" panose="02040503050406030204" pitchFamily="18" charset="0"/>
                                            </a:rPr>
                                            <m:t>𝑞</m:t>
                                          </m:r>
                                        </m:sub>
                                      </m:sSub>
                                    </m:e>
                                  </m:d>
                                </m:e>
                              </m:func>
                              <m:r>
                                <a:rPr lang="pt-BR" b="0" i="1" smtClean="0">
                                  <a:latin typeface="Cambria Math" panose="02040503050406030204" pitchFamily="18" charset="0"/>
                                </a:rPr>
                                <m:t>   </m:t>
                              </m:r>
                              <m:r>
                                <a:rPr lang="pt-BR" i="1">
                                  <a:latin typeface="Cambria Math" panose="02040503050406030204" pitchFamily="18" charset="0"/>
                                </a:rPr>
                                <m:t>𝑖𝑓</m:t>
                              </m:r>
                              <m:r>
                                <a:rPr lang="pt-BR" b="0" i="1" smtClean="0">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𝑐</m:t>
                                  </m:r>
                                </m:e>
                                <m:sub>
                                  <m:r>
                                    <a:rPr lang="pt-BR" b="0" i="1" smtClean="0">
                                      <a:latin typeface="Cambria Math" panose="02040503050406030204" pitchFamily="18" charset="0"/>
                                    </a:rPr>
                                    <m:t>𝑞</m:t>
                                  </m:r>
                                </m:sub>
                              </m:sSub>
                              <m:r>
                                <a:rPr lang="pt-BR" i="1">
                                  <a:latin typeface="Cambria Math" panose="02040503050406030204" pitchFamily="18" charset="0"/>
                                  <a:ea typeface="Cambria Math" panose="02040503050406030204" pitchFamily="18" charset="0"/>
                                </a:rPr>
                                <m:t>&gt;</m:t>
                              </m:r>
                              <m:sSub>
                                <m:sSubPr>
                                  <m:ctrlPr>
                                    <a:rPr lang="pt-BR" i="1">
                                      <a:latin typeface="Cambria Math" panose="02040503050406030204" pitchFamily="18" charset="0"/>
                                    </a:rPr>
                                  </m:ctrlPr>
                                </m:sSubPr>
                                <m:e>
                                  <m:r>
                                    <a:rPr lang="pt-BR" i="1">
                                      <a:latin typeface="Cambria Math" panose="02040503050406030204" pitchFamily="18" charset="0"/>
                                    </a:rPr>
                                    <m:t>𝑐</m:t>
                                  </m:r>
                                </m:e>
                                <m:sub>
                                  <m:r>
                                    <a:rPr lang="pt-BR" b="0" i="1" smtClean="0">
                                      <a:latin typeface="Cambria Math" panose="02040503050406030204" pitchFamily="18" charset="0"/>
                                    </a:rPr>
                                    <m:t>𝑝</m:t>
                                  </m:r>
                                </m:sub>
                              </m:sSub>
                            </m:e>
                          </m:eqArr>
                        </m:e>
                      </m:d>
                    </m:oMath>
                  </a14:m>
                  <a:endParaRPr lang="en-US" sz="1400"/>
                </a:p>
              </p:txBody>
            </p:sp>
          </mc:Choice>
          <mc:Fallback xmlns="">
            <p:sp>
              <p:nvSpPr>
                <p:cNvPr id="19" name="CaixaDeTexto 18">
                  <a:extLst>
                    <a:ext uri="{FF2B5EF4-FFF2-40B4-BE49-F238E27FC236}">
                      <a16:creationId xmlns:a16="http://schemas.microsoft.com/office/drawing/2014/main" id="{5EE09121-F214-EF21-9CDC-A40578ACA098}"/>
                    </a:ext>
                  </a:extLst>
                </p:cNvPr>
                <p:cNvSpPr txBox="1">
                  <a:spLocks noRot="1" noChangeAspect="1" noMove="1" noResize="1" noEditPoints="1" noAdjustHandles="1" noChangeArrowheads="1" noChangeShapeType="1" noTextEdit="1"/>
                </p:cNvSpPr>
                <p:nvPr/>
              </p:nvSpPr>
              <p:spPr>
                <a:xfrm>
                  <a:off x="6096000" y="4739872"/>
                  <a:ext cx="4248471" cy="1143133"/>
                </a:xfrm>
                <a:prstGeom prst="rect">
                  <a:avLst/>
                </a:prstGeom>
                <a:blipFill>
                  <a:blip r:embed="rId24"/>
                  <a:stretch>
                    <a:fillRect/>
                  </a:stretch>
                </a:blipFill>
              </p:spPr>
              <p:txBody>
                <a:bodyPr/>
                <a:lstStyle/>
                <a:p>
                  <a:r>
                    <a:rPr lang="pt-BR">
                      <a:noFill/>
                    </a:rPr>
                    <a:t> </a:t>
                  </a:r>
                </a:p>
              </p:txBody>
            </p:sp>
          </mc:Fallback>
        </mc:AlternateContent>
      </p:grpSp>
    </p:spTree>
    <p:extLst>
      <p:ext uri="{BB962C8B-B14F-4D97-AF65-F5344CB8AC3E}">
        <p14:creationId xmlns:p14="http://schemas.microsoft.com/office/powerpoint/2010/main" val="3748239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34</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3420331"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Single core (coaxial) cable</a:t>
            </a:r>
            <a:endParaRPr lang="pt-BR" sz="2000">
              <a:ln w="0"/>
              <a:effectLst>
                <a:outerShdw blurRad="38100" dist="19050" dir="2700000" algn="tl" rotWithShape="0">
                  <a:schemeClr val="dk1">
                    <a:alpha val="40000"/>
                  </a:schemeClr>
                </a:outerShdw>
              </a:effectLst>
            </a:endParaRP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1800152" cy="307777"/>
          </a:xfrm>
          <a:prstGeom prst="rect">
            <a:avLst/>
          </a:prstGeom>
          <a:noFill/>
        </p:spPr>
        <p:txBody>
          <a:bodyPr wrap="square">
            <a:spAutoFit/>
          </a:bodyPr>
          <a:lstStyle/>
          <a:p>
            <a:pPr algn="l" rtl="0" eaLnBrk="1" latinLnBrk="0" hangingPunct="1">
              <a:spcBef>
                <a:spcPts val="0"/>
              </a:spcBef>
              <a:spcAft>
                <a:spcPts val="0"/>
              </a:spcAft>
              <a:buClrTx/>
              <a:buSzPts val="1800"/>
            </a:pPr>
            <a:r>
              <a:rPr lang="pt-BR" sz="1400" kern="1200">
                <a:solidFill>
                  <a:srgbClr val="0070C0"/>
                </a:solidFill>
                <a:effectLst/>
                <a:latin typeface="Arial Black" panose="020B0A04020102020204" pitchFamily="34" charset="0"/>
                <a:ea typeface="+mn-ea"/>
                <a:cs typeface="+mn-cs"/>
              </a:rPr>
              <a:t>Examples</a:t>
            </a:r>
            <a:endParaRPr lang="pt-BR" sz="1400">
              <a:solidFill>
                <a:srgbClr val="0070C0"/>
              </a:solidFill>
              <a:latin typeface="Arial Black" panose="020B0A04020102020204" pitchFamily="34" charset="0"/>
            </a:endParaRPr>
          </a:p>
        </p:txBody>
      </p:sp>
      <p:sp>
        <p:nvSpPr>
          <p:cNvPr id="113" name="CaixaDeTexto 112">
            <a:extLst>
              <a:ext uri="{FF2B5EF4-FFF2-40B4-BE49-F238E27FC236}">
                <a16:creationId xmlns:a16="http://schemas.microsoft.com/office/drawing/2014/main" id="{01678C57-964E-2D6D-D620-845E22B021E8}"/>
              </a:ext>
            </a:extLst>
          </p:cNvPr>
          <p:cNvSpPr txBox="1"/>
          <p:nvPr/>
        </p:nvSpPr>
        <p:spPr>
          <a:xfrm>
            <a:off x="6104247" y="1138896"/>
            <a:ext cx="4958239" cy="338554"/>
          </a:xfrm>
          <a:prstGeom prst="rect">
            <a:avLst/>
          </a:prstGeom>
          <a:noFill/>
        </p:spPr>
        <p:txBody>
          <a:bodyPr wrap="square">
            <a:spAutoFit/>
          </a:bodyPr>
          <a:lstStyle>
            <a:defPPr>
              <a:defRPr lang="pt-BR"/>
            </a:defPPr>
            <a:lvl1pPr>
              <a:defRPr sz="1600"/>
            </a:lvl1pPr>
          </a:lstStyle>
          <a:p>
            <a:r>
              <a:rPr lang="en-US"/>
              <a:t>4. Green’s Matrix and Sub-Matrices – Appendix B [7]: </a:t>
            </a:r>
            <a:endParaRPr lang="pt-BR"/>
          </a:p>
        </p:txBody>
      </p:sp>
      <p:grpSp>
        <p:nvGrpSpPr>
          <p:cNvPr id="19" name="Agrupar 18">
            <a:extLst>
              <a:ext uri="{FF2B5EF4-FFF2-40B4-BE49-F238E27FC236}">
                <a16:creationId xmlns:a16="http://schemas.microsoft.com/office/drawing/2014/main" id="{68CB1834-7824-E069-765E-8F9EE720E9A2}"/>
              </a:ext>
            </a:extLst>
          </p:cNvPr>
          <p:cNvGrpSpPr/>
          <p:nvPr/>
        </p:nvGrpSpPr>
        <p:grpSpPr>
          <a:xfrm>
            <a:off x="6410635" y="1917217"/>
            <a:ext cx="2332973" cy="2314095"/>
            <a:chOff x="6410635" y="1699879"/>
            <a:chExt cx="2332973" cy="2314095"/>
          </a:xfrm>
        </p:grpSpPr>
        <p:sp>
          <p:nvSpPr>
            <p:cNvPr id="5" name="Retângulo: Cantos Arredondados 4">
              <a:extLst>
                <a:ext uri="{FF2B5EF4-FFF2-40B4-BE49-F238E27FC236}">
                  <a16:creationId xmlns:a16="http://schemas.microsoft.com/office/drawing/2014/main" id="{3E72013B-B5BF-9DB2-08AB-018C1B724AFE}"/>
                </a:ext>
              </a:extLst>
            </p:cNvPr>
            <p:cNvSpPr/>
            <p:nvPr/>
          </p:nvSpPr>
          <p:spPr>
            <a:xfrm>
              <a:off x="6780076" y="1699879"/>
              <a:ext cx="1224136" cy="355954"/>
            </a:xfrm>
            <a:prstGeom prst="roundRect">
              <a:avLst>
                <a:gd name="adj" fmla="val 9934"/>
              </a:avLst>
            </a:prstGeom>
            <a:noFill/>
            <a:ln w="12700">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B0308A3A-C344-4C9B-351A-9B266A9A2AF5}"/>
                    </a:ext>
                  </a:extLst>
                </p:cNvPr>
                <p:cNvSpPr txBox="1"/>
                <p:nvPr/>
              </p:nvSpPr>
              <p:spPr>
                <a:xfrm>
                  <a:off x="6410635" y="3480174"/>
                  <a:ext cx="2332973" cy="533800"/>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left"/>
                      </m:oMathParaPr>
                      <m:oMath xmlns:m="http://schemas.openxmlformats.org/officeDocument/2006/math">
                        <m:sSubSup>
                          <m:sSubSupPr>
                            <m:ctrlPr>
                              <a:rPr lang="pt-BR" i="1" smtClean="0">
                                <a:solidFill>
                                  <a:schemeClr val="accent3"/>
                                </a:solidFill>
                                <a:latin typeface="Cambria Math" panose="02040503050406030204" pitchFamily="18" charset="0"/>
                              </a:rPr>
                            </m:ctrlPr>
                          </m:sSubSupPr>
                          <m:e>
                            <m:r>
                              <a:rPr lang="pt-BR" b="1" i="1">
                                <a:solidFill>
                                  <a:schemeClr val="accent3"/>
                                </a:solidFill>
                                <a:latin typeface="Cambria Math" panose="02040503050406030204" pitchFamily="18" charset="0"/>
                              </a:rPr>
                              <m:t>𝑮</m:t>
                            </m:r>
                          </m:e>
                          <m:sub>
                            <m:r>
                              <a:rPr lang="pt-BR" b="0" i="1" smtClean="0">
                                <a:solidFill>
                                  <a:schemeClr val="accent3"/>
                                </a:solidFill>
                                <a:latin typeface="Cambria Math" panose="02040503050406030204" pitchFamily="18" charset="0"/>
                              </a:rPr>
                              <m:t>0</m:t>
                            </m:r>
                            <m:r>
                              <a:rPr lang="pt-BR" i="1">
                                <a:solidFill>
                                  <a:schemeClr val="accent3"/>
                                </a:solidFill>
                                <a:latin typeface="Cambria Math" panose="02040503050406030204" pitchFamily="18" charset="0"/>
                              </a:rPr>
                              <m:t>,   </m:t>
                            </m:r>
                            <m:r>
                              <a:rPr lang="pt-BR" b="0" i="1" smtClean="0">
                                <a:solidFill>
                                  <a:schemeClr val="accent3"/>
                                </a:solidFill>
                                <a:latin typeface="Cambria Math" panose="02040503050406030204" pitchFamily="18" charset="0"/>
                              </a:rPr>
                              <m:t>0</m:t>
                            </m:r>
                          </m:sub>
                          <m:sup>
                            <m:r>
                              <a:rPr lang="pt-BR" i="1">
                                <a:solidFill>
                                  <a:schemeClr val="accent3"/>
                                </a:solidFill>
                                <a:latin typeface="Cambria Math" panose="02040503050406030204" pitchFamily="18" charset="0"/>
                              </a:rPr>
                              <m:t>(</m:t>
                            </m:r>
                            <m:r>
                              <a:rPr lang="pt-BR" b="0" i="1" smtClean="0">
                                <a:solidFill>
                                  <a:schemeClr val="accent3"/>
                                </a:solidFill>
                                <a:latin typeface="Cambria Math" panose="02040503050406030204" pitchFamily="18" charset="0"/>
                              </a:rPr>
                              <m:t>𝑝</m:t>
                            </m:r>
                            <m:r>
                              <a:rPr lang="pt-BR" i="1">
                                <a:solidFill>
                                  <a:schemeClr val="accent3"/>
                                </a:solidFill>
                                <a:latin typeface="Cambria Math" panose="02040503050406030204" pitchFamily="18" charset="0"/>
                              </a:rPr>
                              <m:t>,   </m:t>
                            </m:r>
                            <m:r>
                              <a:rPr lang="pt-BR" b="0" i="1" smtClean="0">
                                <a:solidFill>
                                  <a:schemeClr val="accent3"/>
                                </a:solidFill>
                                <a:latin typeface="Cambria Math" panose="02040503050406030204" pitchFamily="18" charset="0"/>
                              </a:rPr>
                              <m:t>𝑝</m:t>
                            </m:r>
                            <m:r>
                              <a:rPr lang="pt-BR" i="1">
                                <a:solidFill>
                                  <a:schemeClr val="accent3"/>
                                </a:solidFill>
                                <a:latin typeface="Cambria Math" panose="02040503050406030204" pitchFamily="18" charset="0"/>
                              </a:rPr>
                              <m:t>)</m:t>
                            </m:r>
                          </m:sup>
                        </m:sSubSup>
                        <m:r>
                          <a:rPr lang="pt-BR" smtClean="0">
                            <a:solidFill>
                              <a:schemeClr val="tx1"/>
                            </a:solidFill>
                            <a:latin typeface="Cambria Math" panose="02040503050406030204" pitchFamily="18" charset="0"/>
                          </a:rPr>
                          <m:t>=</m:t>
                        </m:r>
                        <m:d>
                          <m:dPr>
                            <m:begChr m:val="["/>
                            <m:endChr m:val="]"/>
                            <m:ctrlPr>
                              <a:rPr lang="pt-BR" b="0" i="1" smtClean="0">
                                <a:solidFill>
                                  <a:schemeClr val="tx1"/>
                                </a:solidFill>
                                <a:latin typeface="Cambria Math" panose="02040503050406030204" pitchFamily="18" charset="0"/>
                              </a:rPr>
                            </m:ctrlPr>
                          </m:dPr>
                          <m:e>
                            <m:sSubSup>
                              <m:sSubSupPr>
                                <m:ctrlPr>
                                  <a:rPr lang="pt-BR" i="1">
                                    <a:solidFill>
                                      <a:schemeClr val="tx1"/>
                                    </a:solidFill>
                                    <a:latin typeface="Cambria Math" panose="02040503050406030204" pitchFamily="18" charset="0"/>
                                  </a:rPr>
                                </m:ctrlPr>
                              </m:sSubSupPr>
                              <m:e>
                                <m:r>
                                  <a:rPr lang="pt-BR" i="1">
                                    <a:solidFill>
                                      <a:schemeClr val="tx1"/>
                                    </a:solidFill>
                                    <a:latin typeface="Cambria Math" panose="02040503050406030204" pitchFamily="18" charset="0"/>
                                  </a:rPr>
                                  <m:t>𝐺</m:t>
                                </m:r>
                              </m:e>
                              <m:sub>
                                <m:r>
                                  <a:rPr lang="pt-BR" i="1">
                                    <a:solidFill>
                                      <a:schemeClr val="tx1"/>
                                    </a:solidFill>
                                    <a:latin typeface="Cambria Math" panose="02040503050406030204" pitchFamily="18" charset="0"/>
                                  </a:rPr>
                                  <m:t>0,   0</m:t>
                                </m:r>
                              </m:sub>
                              <m:sup>
                                <m:d>
                                  <m:dPr>
                                    <m:ctrlPr>
                                      <a:rPr lang="pt-BR" i="1">
                                        <a:solidFill>
                                          <a:schemeClr val="tx1"/>
                                        </a:solidFill>
                                        <a:latin typeface="Cambria Math" panose="02040503050406030204" pitchFamily="18" charset="0"/>
                                      </a:rPr>
                                    </m:ctrlPr>
                                  </m:dPr>
                                  <m:e>
                                    <m:sSub>
                                      <m:sSubPr>
                                        <m:ctrlPr>
                                          <a:rPr lang="pt-BR" i="1">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𝑐</m:t>
                                        </m:r>
                                      </m:e>
                                      <m:sub>
                                        <m:r>
                                          <a:rPr lang="pt-BR" i="1">
                                            <a:solidFill>
                                              <a:schemeClr val="tx1"/>
                                            </a:solidFill>
                                            <a:latin typeface="Cambria Math" panose="02040503050406030204" pitchFamily="18" charset="0"/>
                                          </a:rPr>
                                          <m:t>𝑝</m:t>
                                        </m:r>
                                      </m:sub>
                                    </m:sSub>
                                    <m:r>
                                      <a:rPr lang="pt-BR" i="1">
                                        <a:solidFill>
                                          <a:schemeClr val="tx1"/>
                                        </a:solidFill>
                                        <a:latin typeface="Cambria Math" panose="02040503050406030204" pitchFamily="18" charset="0"/>
                                      </a:rPr>
                                      <m:t>,   </m:t>
                                    </m:r>
                                    <m:sSub>
                                      <m:sSubPr>
                                        <m:ctrlPr>
                                          <a:rPr lang="pt-BR" i="1">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𝑐</m:t>
                                        </m:r>
                                      </m:e>
                                      <m:sub>
                                        <m:r>
                                          <a:rPr lang="pt-BR" i="1">
                                            <a:solidFill>
                                              <a:schemeClr val="tx1"/>
                                            </a:solidFill>
                                            <a:latin typeface="Cambria Math" panose="02040503050406030204" pitchFamily="18" charset="0"/>
                                          </a:rPr>
                                          <m:t>𝑝</m:t>
                                        </m:r>
                                      </m:sub>
                                    </m:sSub>
                                  </m:e>
                                </m:d>
                              </m:sup>
                            </m:sSubSup>
                          </m:e>
                        </m:d>
                      </m:oMath>
                    </m:oMathPara>
                  </a14:m>
                  <a:endParaRPr lang="en-US"/>
                </a:p>
              </p:txBody>
            </p:sp>
          </mc:Choice>
          <mc:Fallback xmlns="">
            <p:sp>
              <p:nvSpPr>
                <p:cNvPr id="13" name="CaixaDeTexto 12">
                  <a:extLst>
                    <a:ext uri="{FF2B5EF4-FFF2-40B4-BE49-F238E27FC236}">
                      <a16:creationId xmlns:a16="http://schemas.microsoft.com/office/drawing/2014/main" id="{B0308A3A-C344-4C9B-351A-9B266A9A2AF5}"/>
                    </a:ext>
                  </a:extLst>
                </p:cNvPr>
                <p:cNvSpPr txBox="1">
                  <a:spLocks noRot="1" noChangeAspect="1" noMove="1" noResize="1" noEditPoints="1" noAdjustHandles="1" noChangeArrowheads="1" noChangeShapeType="1" noTextEdit="1"/>
                </p:cNvSpPr>
                <p:nvPr/>
              </p:nvSpPr>
              <p:spPr>
                <a:xfrm>
                  <a:off x="6410635" y="3480174"/>
                  <a:ext cx="2332973" cy="533800"/>
                </a:xfrm>
                <a:prstGeom prst="rect">
                  <a:avLst/>
                </a:prstGeom>
                <a:blipFill>
                  <a:blip r:embed="rId4"/>
                  <a:stretch>
                    <a:fillRect/>
                  </a:stretch>
                </a:blipFill>
              </p:spPr>
              <p:txBody>
                <a:bodyPr/>
                <a:lstStyle/>
                <a:p>
                  <a:r>
                    <a:rPr lang="pt-BR">
                      <a:noFill/>
                    </a:rPr>
                    <a:t> </a:t>
                  </a:r>
                </a:p>
              </p:txBody>
            </p:sp>
          </mc:Fallback>
        </mc:AlternateContent>
      </p:grpSp>
      <p:grpSp>
        <p:nvGrpSpPr>
          <p:cNvPr id="20" name="Agrupar 19">
            <a:extLst>
              <a:ext uri="{FF2B5EF4-FFF2-40B4-BE49-F238E27FC236}">
                <a16:creationId xmlns:a16="http://schemas.microsoft.com/office/drawing/2014/main" id="{B97BB7EF-15DC-DBE4-10D2-E2E82ED6C5FA}"/>
              </a:ext>
            </a:extLst>
          </p:cNvPr>
          <p:cNvGrpSpPr/>
          <p:nvPr/>
        </p:nvGrpSpPr>
        <p:grpSpPr>
          <a:xfrm>
            <a:off x="6410635" y="1917218"/>
            <a:ext cx="4221869" cy="3165713"/>
            <a:chOff x="6410635" y="1699880"/>
            <a:chExt cx="4221869" cy="3165713"/>
          </a:xfrm>
        </p:grpSpPr>
        <p:sp>
          <p:nvSpPr>
            <p:cNvPr id="11" name="Retângulo: Cantos Arredondados 10">
              <a:extLst>
                <a:ext uri="{FF2B5EF4-FFF2-40B4-BE49-F238E27FC236}">
                  <a16:creationId xmlns:a16="http://schemas.microsoft.com/office/drawing/2014/main" id="{684E64F2-8F92-D953-B0F8-FA6820AC042D}"/>
                </a:ext>
              </a:extLst>
            </p:cNvPr>
            <p:cNvSpPr/>
            <p:nvPr/>
          </p:nvSpPr>
          <p:spPr>
            <a:xfrm>
              <a:off x="6780076" y="2149578"/>
              <a:ext cx="1224136" cy="846445"/>
            </a:xfrm>
            <a:prstGeom prst="roundRect">
              <a:avLst>
                <a:gd name="adj" fmla="val 9934"/>
              </a:avLst>
            </a:prstGeom>
            <a:noFill/>
            <a:ln w="127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Retângulo: Cantos Arredondados 11">
              <a:extLst>
                <a:ext uri="{FF2B5EF4-FFF2-40B4-BE49-F238E27FC236}">
                  <a16:creationId xmlns:a16="http://schemas.microsoft.com/office/drawing/2014/main" id="{51E2F8BB-ACCB-1AD6-B010-A47898B79837}"/>
                </a:ext>
              </a:extLst>
            </p:cNvPr>
            <p:cNvSpPr/>
            <p:nvPr/>
          </p:nvSpPr>
          <p:spPr>
            <a:xfrm>
              <a:off x="8076220" y="1699880"/>
              <a:ext cx="2556284" cy="355954"/>
            </a:xfrm>
            <a:prstGeom prst="roundRect">
              <a:avLst>
                <a:gd name="adj" fmla="val 9934"/>
              </a:avLst>
            </a:prstGeom>
            <a:noFill/>
            <a:ln w="127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7403F1AD-FEBC-56CC-C45A-EB5C26749B92}"/>
                    </a:ext>
                  </a:extLst>
                </p:cNvPr>
                <p:cNvSpPr txBox="1"/>
                <p:nvPr/>
              </p:nvSpPr>
              <p:spPr>
                <a:xfrm>
                  <a:off x="6410635" y="4347438"/>
                  <a:ext cx="3999426" cy="518155"/>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left"/>
                      </m:oMathParaPr>
                      <m:oMath xmlns:m="http://schemas.openxmlformats.org/officeDocument/2006/math">
                        <m:sSubSup>
                          <m:sSubSupPr>
                            <m:ctrlPr>
                              <a:rPr lang="pt-BR" i="1" smtClean="0">
                                <a:solidFill>
                                  <a:srgbClr val="FF0000"/>
                                </a:solidFill>
                                <a:latin typeface="Cambria Math" panose="02040503050406030204" pitchFamily="18" charset="0"/>
                              </a:rPr>
                            </m:ctrlPr>
                          </m:sSubSupPr>
                          <m:e>
                            <m:r>
                              <a:rPr lang="pt-BR" b="1" i="1">
                                <a:solidFill>
                                  <a:srgbClr val="FF0000"/>
                                </a:solidFill>
                                <a:latin typeface="Cambria Math" panose="02040503050406030204" pitchFamily="18" charset="0"/>
                              </a:rPr>
                              <m:t>𝑮</m:t>
                            </m:r>
                          </m:e>
                          <m:sub>
                            <m:r>
                              <a:rPr lang="pt-BR" b="0" i="1" smtClean="0">
                                <a:solidFill>
                                  <a:srgbClr val="FF0000"/>
                                </a:solidFill>
                                <a:latin typeface="Cambria Math" panose="02040503050406030204" pitchFamily="18" charset="0"/>
                              </a:rPr>
                              <m:t>0</m:t>
                            </m:r>
                            <m:r>
                              <a:rPr lang="pt-BR" i="1">
                                <a:solidFill>
                                  <a:srgbClr val="FF0000"/>
                                </a:solidFill>
                                <a:latin typeface="Cambria Math" panose="02040503050406030204" pitchFamily="18" charset="0"/>
                              </a:rPr>
                              <m:t>,   </m:t>
                            </m:r>
                            <m:r>
                              <a:rPr lang="pt-BR" b="0" i="1" smtClean="0">
                                <a:solidFill>
                                  <a:srgbClr val="FF0000"/>
                                </a:solidFill>
                                <a:latin typeface="Cambria Math" panose="02040503050406030204" pitchFamily="18" charset="0"/>
                              </a:rPr>
                              <m:t>0</m:t>
                            </m:r>
                          </m:sub>
                          <m:sup>
                            <m:r>
                              <a:rPr lang="pt-BR" i="1">
                                <a:solidFill>
                                  <a:srgbClr val="FF0000"/>
                                </a:solidFill>
                                <a:latin typeface="Cambria Math" panose="02040503050406030204" pitchFamily="18" charset="0"/>
                              </a:rPr>
                              <m:t>(</m:t>
                            </m:r>
                            <m:r>
                              <a:rPr lang="pt-BR" b="0" i="1" smtClean="0">
                                <a:solidFill>
                                  <a:srgbClr val="FF0000"/>
                                </a:solidFill>
                                <a:latin typeface="Cambria Math" panose="02040503050406030204" pitchFamily="18" charset="0"/>
                              </a:rPr>
                              <m:t>𝑝</m:t>
                            </m:r>
                            <m:r>
                              <a:rPr lang="pt-BR" i="1">
                                <a:solidFill>
                                  <a:srgbClr val="FF0000"/>
                                </a:solidFill>
                                <a:latin typeface="Cambria Math" panose="02040503050406030204" pitchFamily="18" charset="0"/>
                              </a:rPr>
                              <m:t>,   </m:t>
                            </m:r>
                            <m:r>
                              <a:rPr lang="pt-BR" b="0" i="1" smtClean="0">
                                <a:solidFill>
                                  <a:srgbClr val="FF0000"/>
                                </a:solidFill>
                                <a:latin typeface="Cambria Math" panose="02040503050406030204" pitchFamily="18" charset="0"/>
                              </a:rPr>
                              <m:t>𝑞</m:t>
                            </m:r>
                            <m:r>
                              <a:rPr lang="pt-BR" i="1">
                                <a:solidFill>
                                  <a:srgbClr val="FF0000"/>
                                </a:solidFill>
                                <a:latin typeface="Cambria Math" panose="02040503050406030204" pitchFamily="18" charset="0"/>
                              </a:rPr>
                              <m:t>)</m:t>
                            </m:r>
                          </m:sup>
                        </m:sSubSup>
                        <m:r>
                          <a:rPr lang="pt-BR" smtClean="0">
                            <a:solidFill>
                              <a:srgbClr val="FF0000"/>
                            </a:solidFill>
                            <a:latin typeface="Cambria Math" panose="02040503050406030204" pitchFamily="18" charset="0"/>
                          </a:rPr>
                          <m:t>=</m:t>
                        </m:r>
                        <m:sSup>
                          <m:sSupPr>
                            <m:ctrlPr>
                              <a:rPr lang="pt-BR" b="0" i="1" smtClean="0">
                                <a:solidFill>
                                  <a:srgbClr val="FF0000"/>
                                </a:solidFill>
                                <a:latin typeface="Cambria Math" panose="02040503050406030204" pitchFamily="18" charset="0"/>
                              </a:rPr>
                            </m:ctrlPr>
                          </m:sSupPr>
                          <m:e>
                            <m:d>
                              <m:dPr>
                                <m:begChr m:val="["/>
                                <m:endChr m:val="]"/>
                                <m:ctrlPr>
                                  <a:rPr lang="pt-BR" b="0" i="1" smtClean="0">
                                    <a:solidFill>
                                      <a:srgbClr val="FF0000"/>
                                    </a:solidFill>
                                    <a:latin typeface="Cambria Math" panose="02040503050406030204" pitchFamily="18" charset="0"/>
                                  </a:rPr>
                                </m:ctrlPr>
                              </m:dPr>
                              <m:e>
                                <m:sSubSup>
                                  <m:sSubSupPr>
                                    <m:ctrlPr>
                                      <a:rPr lang="pt-BR" i="1">
                                        <a:solidFill>
                                          <a:srgbClr val="FF0000"/>
                                        </a:solidFill>
                                        <a:latin typeface="Cambria Math" panose="02040503050406030204" pitchFamily="18" charset="0"/>
                                      </a:rPr>
                                    </m:ctrlPr>
                                  </m:sSubSupPr>
                                  <m:e>
                                    <m:r>
                                      <a:rPr lang="pt-BR" b="1" i="1">
                                        <a:solidFill>
                                          <a:srgbClr val="FF0000"/>
                                        </a:solidFill>
                                        <a:latin typeface="Cambria Math" panose="02040503050406030204" pitchFamily="18" charset="0"/>
                                      </a:rPr>
                                      <m:t>𝑮</m:t>
                                    </m:r>
                                  </m:e>
                                  <m:sub>
                                    <m:r>
                                      <a:rPr lang="pt-BR" i="1">
                                        <a:solidFill>
                                          <a:srgbClr val="FF0000"/>
                                        </a:solidFill>
                                        <a:latin typeface="Cambria Math" panose="02040503050406030204" pitchFamily="18" charset="0"/>
                                      </a:rPr>
                                      <m:t>0,   0</m:t>
                                    </m:r>
                                  </m:sub>
                                  <m:sup>
                                    <m:d>
                                      <m:dPr>
                                        <m:ctrlPr>
                                          <a:rPr lang="pt-BR" b="0" i="1">
                                            <a:solidFill>
                                              <a:srgbClr val="FF0000"/>
                                            </a:solidFill>
                                            <a:latin typeface="Cambria Math" panose="02040503050406030204" pitchFamily="18" charset="0"/>
                                          </a:rPr>
                                        </m:ctrlPr>
                                      </m:dPr>
                                      <m:e>
                                        <m:r>
                                          <a:rPr lang="pt-BR" b="0" i="1" smtClean="0">
                                            <a:solidFill>
                                              <a:srgbClr val="FF0000"/>
                                            </a:solidFill>
                                            <a:latin typeface="Cambria Math" panose="02040503050406030204" pitchFamily="18" charset="0"/>
                                          </a:rPr>
                                          <m:t>𝑞</m:t>
                                        </m:r>
                                        <m:r>
                                          <a:rPr lang="pt-BR" i="1">
                                            <a:solidFill>
                                              <a:srgbClr val="FF0000"/>
                                            </a:solidFill>
                                            <a:latin typeface="Cambria Math" panose="02040503050406030204" pitchFamily="18" charset="0"/>
                                          </a:rPr>
                                          <m:t>,   </m:t>
                                        </m:r>
                                        <m:r>
                                          <a:rPr lang="pt-BR" b="0" i="1" smtClean="0">
                                            <a:solidFill>
                                              <a:srgbClr val="FF0000"/>
                                            </a:solidFill>
                                            <a:latin typeface="Cambria Math" panose="02040503050406030204" pitchFamily="18" charset="0"/>
                                          </a:rPr>
                                          <m:t>𝑝</m:t>
                                        </m:r>
                                      </m:e>
                                    </m:d>
                                  </m:sup>
                                </m:sSubSup>
                              </m:e>
                            </m:d>
                          </m:e>
                          <m:sup>
                            <m:r>
                              <a:rPr lang="pt-BR" b="0" i="1" smtClean="0">
                                <a:solidFill>
                                  <a:srgbClr val="FF0000"/>
                                </a:solidFill>
                                <a:latin typeface="Cambria Math" panose="02040503050406030204" pitchFamily="18" charset="0"/>
                              </a:rPr>
                              <m:t>𝑇</m:t>
                            </m:r>
                          </m:sup>
                        </m:sSup>
                        <m:r>
                          <a:rPr lang="pt-BR" b="0" i="1" smtClean="0">
                            <a:solidFill>
                              <a:schemeClr val="tx1"/>
                            </a:solidFill>
                            <a:latin typeface="Cambria Math" panose="02040503050406030204" pitchFamily="18" charset="0"/>
                          </a:rPr>
                          <m:t>=</m:t>
                        </m:r>
                        <m:d>
                          <m:dPr>
                            <m:begChr m:val="["/>
                            <m:endChr m:val="]"/>
                            <m:ctrlPr>
                              <a:rPr lang="pt-BR" b="0" i="1" smtClean="0">
                                <a:solidFill>
                                  <a:schemeClr val="tx1"/>
                                </a:solidFill>
                                <a:latin typeface="Cambria Math" panose="02040503050406030204" pitchFamily="18" charset="0"/>
                              </a:rPr>
                            </m:ctrlPr>
                          </m:dPr>
                          <m:e>
                            <m:m>
                              <m:mPr>
                                <m:mcs>
                                  <m:mc>
                                    <m:mcPr>
                                      <m:count m:val="2"/>
                                      <m:mcJc m:val="center"/>
                                    </m:mcPr>
                                  </m:mc>
                                </m:mcs>
                                <m:ctrlPr>
                                  <a:rPr lang="pt-BR" b="0" i="1" smtClean="0">
                                    <a:solidFill>
                                      <a:schemeClr val="tx1"/>
                                    </a:solidFill>
                                    <a:latin typeface="Cambria Math" panose="02040503050406030204" pitchFamily="18" charset="0"/>
                                  </a:rPr>
                                </m:ctrlPr>
                              </m:mPr>
                              <m:mr>
                                <m:e>
                                  <m:sSubSup>
                                    <m:sSubSupPr>
                                      <m:ctrlPr>
                                        <a:rPr lang="pt-BR" i="1">
                                          <a:solidFill>
                                            <a:schemeClr val="tx1"/>
                                          </a:solidFill>
                                          <a:latin typeface="Cambria Math" panose="02040503050406030204" pitchFamily="18" charset="0"/>
                                        </a:rPr>
                                      </m:ctrlPr>
                                    </m:sSubSupPr>
                                    <m:e>
                                      <m:r>
                                        <a:rPr lang="pt-BR" i="1">
                                          <a:solidFill>
                                            <a:schemeClr val="tx1"/>
                                          </a:solidFill>
                                          <a:latin typeface="Cambria Math" panose="02040503050406030204" pitchFamily="18" charset="0"/>
                                        </a:rPr>
                                        <m:t>𝐺</m:t>
                                      </m:r>
                                    </m:e>
                                    <m:sub>
                                      <m:r>
                                        <a:rPr lang="pt-BR" i="1">
                                          <a:solidFill>
                                            <a:schemeClr val="tx1"/>
                                          </a:solidFill>
                                          <a:latin typeface="Cambria Math" panose="02040503050406030204" pitchFamily="18" charset="0"/>
                                        </a:rPr>
                                        <m:t>0,   0</m:t>
                                      </m:r>
                                    </m:sub>
                                    <m:sup>
                                      <m:d>
                                        <m:dPr>
                                          <m:ctrlPr>
                                            <a:rPr lang="pt-BR" i="1">
                                              <a:solidFill>
                                                <a:schemeClr val="tx1"/>
                                              </a:solidFill>
                                              <a:latin typeface="Cambria Math" panose="02040503050406030204" pitchFamily="18" charset="0"/>
                                            </a:rPr>
                                          </m:ctrlPr>
                                        </m:dPr>
                                        <m:e>
                                          <m:sSub>
                                            <m:sSubPr>
                                              <m:ctrlPr>
                                                <a:rPr lang="pt-BR" i="1">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𝑐</m:t>
                                              </m:r>
                                            </m:e>
                                            <m:sub>
                                              <m:r>
                                                <a:rPr lang="pt-BR" i="1">
                                                  <a:solidFill>
                                                    <a:schemeClr val="tx1"/>
                                                  </a:solidFill>
                                                  <a:latin typeface="Cambria Math" panose="02040503050406030204" pitchFamily="18" charset="0"/>
                                                </a:rPr>
                                                <m:t>𝑝</m:t>
                                              </m:r>
                                            </m:sub>
                                          </m:sSub>
                                          <m:r>
                                            <a:rPr lang="pt-BR" i="1">
                                              <a:solidFill>
                                                <a:schemeClr val="tx1"/>
                                              </a:solidFill>
                                              <a:latin typeface="Cambria Math" panose="02040503050406030204" pitchFamily="18" charset="0"/>
                                            </a:rPr>
                                            <m:t>,   </m:t>
                                          </m:r>
                                          <m:sSub>
                                            <m:sSubPr>
                                              <m:ctrlPr>
                                                <a:rPr lang="pt-BR" i="1">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𝑐</m:t>
                                              </m:r>
                                            </m:e>
                                            <m:sub>
                                              <m:r>
                                                <a:rPr lang="pt-BR" i="1">
                                                  <a:solidFill>
                                                    <a:schemeClr val="tx1"/>
                                                  </a:solidFill>
                                                  <a:latin typeface="Cambria Math" panose="02040503050406030204" pitchFamily="18" charset="0"/>
                                                </a:rPr>
                                                <m:t>𝑟</m:t>
                                              </m:r>
                                            </m:sub>
                                          </m:sSub>
                                        </m:e>
                                      </m:d>
                                    </m:sup>
                                  </m:sSubSup>
                                </m:e>
                                <m:e>
                                  <m:sSubSup>
                                    <m:sSubSupPr>
                                      <m:ctrlPr>
                                        <a:rPr lang="pt-BR" i="1">
                                          <a:solidFill>
                                            <a:schemeClr val="tx1"/>
                                          </a:solidFill>
                                          <a:latin typeface="Cambria Math" panose="02040503050406030204" pitchFamily="18" charset="0"/>
                                        </a:rPr>
                                      </m:ctrlPr>
                                    </m:sSubSupPr>
                                    <m:e>
                                      <m:r>
                                        <a:rPr lang="pt-BR" i="1">
                                          <a:solidFill>
                                            <a:schemeClr val="tx1"/>
                                          </a:solidFill>
                                          <a:latin typeface="Cambria Math" panose="02040503050406030204" pitchFamily="18" charset="0"/>
                                        </a:rPr>
                                        <m:t>𝐺</m:t>
                                      </m:r>
                                    </m:e>
                                    <m:sub>
                                      <m:r>
                                        <a:rPr lang="pt-BR" i="1">
                                          <a:solidFill>
                                            <a:schemeClr val="tx1"/>
                                          </a:solidFill>
                                          <a:latin typeface="Cambria Math" panose="02040503050406030204" pitchFamily="18" charset="0"/>
                                        </a:rPr>
                                        <m:t>0,   0</m:t>
                                      </m:r>
                                    </m:sub>
                                    <m:sup>
                                      <m:d>
                                        <m:dPr>
                                          <m:ctrlPr>
                                            <a:rPr lang="pt-BR" i="1">
                                              <a:solidFill>
                                                <a:schemeClr val="tx1"/>
                                              </a:solidFill>
                                              <a:latin typeface="Cambria Math" panose="02040503050406030204" pitchFamily="18" charset="0"/>
                                            </a:rPr>
                                          </m:ctrlPr>
                                        </m:dPr>
                                        <m:e>
                                          <m:sSub>
                                            <m:sSubPr>
                                              <m:ctrlPr>
                                                <a:rPr lang="pt-BR" i="1">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𝑐</m:t>
                                              </m:r>
                                            </m:e>
                                            <m:sub>
                                              <m:r>
                                                <a:rPr lang="pt-BR" i="1">
                                                  <a:solidFill>
                                                    <a:schemeClr val="tx1"/>
                                                  </a:solidFill>
                                                  <a:latin typeface="Cambria Math" panose="02040503050406030204" pitchFamily="18" charset="0"/>
                                                </a:rPr>
                                                <m:t>𝑝</m:t>
                                              </m:r>
                                            </m:sub>
                                          </m:sSub>
                                          <m:r>
                                            <a:rPr lang="pt-BR" i="1">
                                              <a:solidFill>
                                                <a:schemeClr val="tx1"/>
                                              </a:solidFill>
                                              <a:latin typeface="Cambria Math" panose="02040503050406030204" pitchFamily="18" charset="0"/>
                                            </a:rPr>
                                            <m:t>,   </m:t>
                                          </m:r>
                                          <m:sSub>
                                            <m:sSubPr>
                                              <m:ctrlPr>
                                                <a:rPr lang="pt-BR" i="1" smtClean="0">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𝑐</m:t>
                                              </m:r>
                                            </m:e>
                                            <m:sub>
                                              <m:r>
                                                <a:rPr lang="pt-BR" b="0" i="1" smtClean="0">
                                                  <a:solidFill>
                                                    <a:schemeClr val="tx1"/>
                                                  </a:solidFill>
                                                  <a:latin typeface="Cambria Math" panose="02040503050406030204" pitchFamily="18" charset="0"/>
                                                </a:rPr>
                                                <m:t>𝑞</m:t>
                                              </m:r>
                                            </m:sub>
                                          </m:sSub>
                                        </m:e>
                                      </m:d>
                                    </m:sup>
                                  </m:sSubSup>
                                </m:e>
                              </m:mr>
                            </m:m>
                          </m:e>
                        </m:d>
                      </m:oMath>
                    </m:oMathPara>
                  </a14:m>
                  <a:endParaRPr lang="en-US">
                    <a:solidFill>
                      <a:srgbClr val="FF0000"/>
                    </a:solidFill>
                  </a:endParaRPr>
                </a:p>
              </p:txBody>
            </p:sp>
          </mc:Choice>
          <mc:Fallback xmlns="">
            <p:sp>
              <p:nvSpPr>
                <p:cNvPr id="16" name="CaixaDeTexto 15">
                  <a:extLst>
                    <a:ext uri="{FF2B5EF4-FFF2-40B4-BE49-F238E27FC236}">
                      <a16:creationId xmlns:a16="http://schemas.microsoft.com/office/drawing/2014/main" id="{7403F1AD-FEBC-56CC-C45A-EB5C26749B92}"/>
                    </a:ext>
                  </a:extLst>
                </p:cNvPr>
                <p:cNvSpPr txBox="1">
                  <a:spLocks noRot="1" noChangeAspect="1" noMove="1" noResize="1" noEditPoints="1" noAdjustHandles="1" noChangeArrowheads="1" noChangeShapeType="1" noTextEdit="1"/>
                </p:cNvSpPr>
                <p:nvPr/>
              </p:nvSpPr>
              <p:spPr>
                <a:xfrm>
                  <a:off x="6410635" y="4347438"/>
                  <a:ext cx="3999426" cy="518155"/>
                </a:xfrm>
                <a:prstGeom prst="rect">
                  <a:avLst/>
                </a:prstGeom>
                <a:blipFill>
                  <a:blip r:embed="rId5"/>
                  <a:stretch>
                    <a:fillRect/>
                  </a:stretch>
                </a:blipFill>
              </p:spPr>
              <p:txBody>
                <a:bodyPr/>
                <a:lstStyle/>
                <a:p>
                  <a:r>
                    <a:rPr lang="pt-BR">
                      <a:noFill/>
                    </a:rPr>
                    <a:t> </a:t>
                  </a:r>
                </a:p>
              </p:txBody>
            </p:sp>
          </mc:Fallback>
        </mc:AlternateContent>
      </p:grpSp>
      <p:grpSp>
        <p:nvGrpSpPr>
          <p:cNvPr id="21" name="Agrupar 20">
            <a:extLst>
              <a:ext uri="{FF2B5EF4-FFF2-40B4-BE49-F238E27FC236}">
                <a16:creationId xmlns:a16="http://schemas.microsoft.com/office/drawing/2014/main" id="{EB2185EF-D510-EA98-3216-F04F747E4271}"/>
              </a:ext>
            </a:extLst>
          </p:cNvPr>
          <p:cNvGrpSpPr/>
          <p:nvPr/>
        </p:nvGrpSpPr>
        <p:grpSpPr>
          <a:xfrm>
            <a:off x="6428523" y="2366917"/>
            <a:ext cx="4203981" cy="3870395"/>
            <a:chOff x="6428523" y="2149579"/>
            <a:chExt cx="4203981" cy="3870395"/>
          </a:xfrm>
        </p:grpSpPr>
        <p:sp>
          <p:nvSpPr>
            <p:cNvPr id="10" name="Retângulo: Cantos Arredondados 9">
              <a:extLst>
                <a:ext uri="{FF2B5EF4-FFF2-40B4-BE49-F238E27FC236}">
                  <a16:creationId xmlns:a16="http://schemas.microsoft.com/office/drawing/2014/main" id="{2F3A333B-EFAE-C2A5-740F-3750873331BC}"/>
                </a:ext>
              </a:extLst>
            </p:cNvPr>
            <p:cNvSpPr/>
            <p:nvPr/>
          </p:nvSpPr>
          <p:spPr>
            <a:xfrm>
              <a:off x="8076220" y="2149579"/>
              <a:ext cx="2556284" cy="846444"/>
            </a:xfrm>
            <a:prstGeom prst="roundRect">
              <a:avLst>
                <a:gd name="adj" fmla="val 9934"/>
              </a:avLst>
            </a:prstGeom>
            <a:noFill/>
            <a:ln w="12700">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7" name="CaixaDeTexto 16">
                  <a:extLst>
                    <a:ext uri="{FF2B5EF4-FFF2-40B4-BE49-F238E27FC236}">
                      <a16:creationId xmlns:a16="http://schemas.microsoft.com/office/drawing/2014/main" id="{CEF20C63-3E10-CCE1-539A-8CFACC1E0177}"/>
                    </a:ext>
                  </a:extLst>
                </p:cNvPr>
                <p:cNvSpPr txBox="1"/>
                <p:nvPr/>
              </p:nvSpPr>
              <p:spPr>
                <a:xfrm>
                  <a:off x="6428523" y="5117291"/>
                  <a:ext cx="3368264" cy="90268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left"/>
                      </m:oMathParaPr>
                      <m:oMath xmlns:m="http://schemas.openxmlformats.org/officeDocument/2006/math">
                        <m:sSubSup>
                          <m:sSubSupPr>
                            <m:ctrlPr>
                              <a:rPr lang="pt-BR" i="1" smtClean="0">
                                <a:solidFill>
                                  <a:srgbClr val="0070C0"/>
                                </a:solidFill>
                                <a:latin typeface="Cambria Math" panose="02040503050406030204" pitchFamily="18" charset="0"/>
                              </a:rPr>
                            </m:ctrlPr>
                          </m:sSubSupPr>
                          <m:e>
                            <m:r>
                              <a:rPr lang="pt-BR" b="1" i="1">
                                <a:solidFill>
                                  <a:srgbClr val="0070C0"/>
                                </a:solidFill>
                                <a:latin typeface="Cambria Math" panose="02040503050406030204" pitchFamily="18" charset="0"/>
                              </a:rPr>
                              <m:t>𝑮</m:t>
                            </m:r>
                          </m:e>
                          <m:sub>
                            <m:r>
                              <a:rPr lang="pt-BR" b="0" i="1" smtClean="0">
                                <a:solidFill>
                                  <a:srgbClr val="0070C0"/>
                                </a:solidFill>
                                <a:latin typeface="Cambria Math" panose="02040503050406030204" pitchFamily="18" charset="0"/>
                              </a:rPr>
                              <m:t>0</m:t>
                            </m:r>
                            <m:r>
                              <a:rPr lang="pt-BR" i="1">
                                <a:solidFill>
                                  <a:srgbClr val="0070C0"/>
                                </a:solidFill>
                                <a:latin typeface="Cambria Math" panose="02040503050406030204" pitchFamily="18" charset="0"/>
                              </a:rPr>
                              <m:t>,   </m:t>
                            </m:r>
                            <m:r>
                              <a:rPr lang="pt-BR" b="0" i="1" smtClean="0">
                                <a:solidFill>
                                  <a:srgbClr val="0070C0"/>
                                </a:solidFill>
                                <a:latin typeface="Cambria Math" panose="02040503050406030204" pitchFamily="18" charset="0"/>
                              </a:rPr>
                              <m:t>0</m:t>
                            </m:r>
                          </m:sub>
                          <m:sup>
                            <m:r>
                              <a:rPr lang="pt-BR" i="1">
                                <a:solidFill>
                                  <a:srgbClr val="0070C0"/>
                                </a:solidFill>
                                <a:latin typeface="Cambria Math" panose="02040503050406030204" pitchFamily="18" charset="0"/>
                              </a:rPr>
                              <m:t>(</m:t>
                            </m:r>
                            <m:r>
                              <a:rPr lang="pt-BR" b="0" i="1" smtClean="0">
                                <a:solidFill>
                                  <a:srgbClr val="0070C0"/>
                                </a:solidFill>
                                <a:latin typeface="Cambria Math" panose="02040503050406030204" pitchFamily="18" charset="0"/>
                              </a:rPr>
                              <m:t>𝑞</m:t>
                            </m:r>
                            <m:r>
                              <a:rPr lang="pt-BR" i="1">
                                <a:solidFill>
                                  <a:srgbClr val="0070C0"/>
                                </a:solidFill>
                                <a:latin typeface="Cambria Math" panose="02040503050406030204" pitchFamily="18" charset="0"/>
                              </a:rPr>
                              <m:t>,   </m:t>
                            </m:r>
                            <m:r>
                              <a:rPr lang="pt-BR" b="0" i="1" smtClean="0">
                                <a:solidFill>
                                  <a:srgbClr val="0070C0"/>
                                </a:solidFill>
                                <a:latin typeface="Cambria Math" panose="02040503050406030204" pitchFamily="18" charset="0"/>
                              </a:rPr>
                              <m:t>𝑞</m:t>
                            </m:r>
                            <m:r>
                              <a:rPr lang="pt-BR" i="1">
                                <a:solidFill>
                                  <a:srgbClr val="0070C0"/>
                                </a:solidFill>
                                <a:latin typeface="Cambria Math" panose="02040503050406030204" pitchFamily="18" charset="0"/>
                              </a:rPr>
                              <m:t>)</m:t>
                            </m:r>
                          </m:sup>
                        </m:sSubSup>
                        <m:r>
                          <a:rPr lang="pt-BR" b="0" i="1" smtClean="0">
                            <a:solidFill>
                              <a:schemeClr val="tx1"/>
                            </a:solidFill>
                            <a:latin typeface="Cambria Math" panose="02040503050406030204" pitchFamily="18" charset="0"/>
                          </a:rPr>
                          <m:t>=</m:t>
                        </m:r>
                        <m:d>
                          <m:dPr>
                            <m:begChr m:val="["/>
                            <m:endChr m:val="]"/>
                            <m:ctrlPr>
                              <a:rPr lang="pt-BR" b="0" i="1" smtClean="0">
                                <a:solidFill>
                                  <a:schemeClr val="tx1"/>
                                </a:solidFill>
                                <a:latin typeface="Cambria Math" panose="02040503050406030204" pitchFamily="18" charset="0"/>
                              </a:rPr>
                            </m:ctrlPr>
                          </m:dPr>
                          <m:e>
                            <m:eqArr>
                              <m:eqArrPr>
                                <m:ctrlPr>
                                  <a:rPr lang="pt-BR" b="0" i="1" smtClean="0">
                                    <a:solidFill>
                                      <a:schemeClr val="tx1"/>
                                    </a:solidFill>
                                    <a:latin typeface="Cambria Math" panose="02040503050406030204" pitchFamily="18" charset="0"/>
                                  </a:rPr>
                                </m:ctrlPr>
                              </m:eqArrPr>
                              <m:e>
                                <m:m>
                                  <m:mPr>
                                    <m:mcs>
                                      <m:mc>
                                        <m:mcPr>
                                          <m:count m:val="2"/>
                                          <m:mcJc m:val="center"/>
                                        </m:mcPr>
                                      </m:mc>
                                    </m:mcs>
                                    <m:ctrlPr>
                                      <a:rPr lang="pt-BR" b="0" i="1" smtClean="0">
                                        <a:solidFill>
                                          <a:schemeClr val="tx1"/>
                                        </a:solidFill>
                                        <a:latin typeface="Cambria Math" panose="02040503050406030204" pitchFamily="18" charset="0"/>
                                      </a:rPr>
                                    </m:ctrlPr>
                                  </m:mPr>
                                  <m:mr>
                                    <m:e>
                                      <m:sSubSup>
                                        <m:sSubSupPr>
                                          <m:ctrlPr>
                                            <a:rPr lang="pt-BR" i="1">
                                              <a:solidFill>
                                                <a:schemeClr val="tx1"/>
                                              </a:solidFill>
                                              <a:latin typeface="Cambria Math" panose="02040503050406030204" pitchFamily="18" charset="0"/>
                                            </a:rPr>
                                          </m:ctrlPr>
                                        </m:sSubSupPr>
                                        <m:e>
                                          <m:r>
                                            <a:rPr lang="pt-BR" i="1">
                                              <a:solidFill>
                                                <a:schemeClr val="tx1"/>
                                              </a:solidFill>
                                              <a:latin typeface="Cambria Math" panose="02040503050406030204" pitchFamily="18" charset="0"/>
                                            </a:rPr>
                                            <m:t>𝐺</m:t>
                                          </m:r>
                                        </m:e>
                                        <m:sub>
                                          <m:r>
                                            <a:rPr lang="pt-BR" i="1">
                                              <a:solidFill>
                                                <a:schemeClr val="tx1"/>
                                              </a:solidFill>
                                              <a:latin typeface="Cambria Math" panose="02040503050406030204" pitchFamily="18" charset="0"/>
                                            </a:rPr>
                                            <m:t>0,   0</m:t>
                                          </m:r>
                                        </m:sub>
                                        <m:sup>
                                          <m:d>
                                            <m:dPr>
                                              <m:ctrlPr>
                                                <a:rPr lang="pt-BR" i="1">
                                                  <a:solidFill>
                                                    <a:schemeClr val="tx1"/>
                                                  </a:solidFill>
                                                  <a:latin typeface="Cambria Math" panose="02040503050406030204" pitchFamily="18" charset="0"/>
                                                </a:rPr>
                                              </m:ctrlPr>
                                            </m:dPr>
                                            <m:e>
                                              <m:sSub>
                                                <m:sSubPr>
                                                  <m:ctrlPr>
                                                    <a:rPr lang="pt-BR" i="1">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𝑐</m:t>
                                                  </m:r>
                                                </m:e>
                                                <m:sub>
                                                  <m:r>
                                                    <a:rPr lang="pt-BR" b="0" i="1" smtClean="0">
                                                      <a:solidFill>
                                                        <a:schemeClr val="tx1"/>
                                                      </a:solidFill>
                                                      <a:latin typeface="Cambria Math" panose="02040503050406030204" pitchFamily="18" charset="0"/>
                                                    </a:rPr>
                                                    <m:t>𝑟</m:t>
                                                  </m:r>
                                                </m:sub>
                                              </m:sSub>
                                              <m:r>
                                                <a:rPr lang="pt-BR" i="1">
                                                  <a:solidFill>
                                                    <a:schemeClr val="tx1"/>
                                                  </a:solidFill>
                                                  <a:latin typeface="Cambria Math" panose="02040503050406030204" pitchFamily="18" charset="0"/>
                                                </a:rPr>
                                                <m:t>,   </m:t>
                                              </m:r>
                                              <m:sSub>
                                                <m:sSubPr>
                                                  <m:ctrlPr>
                                                    <a:rPr lang="pt-BR" i="1">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𝑐</m:t>
                                                  </m:r>
                                                </m:e>
                                                <m:sub>
                                                  <m:r>
                                                    <a:rPr lang="pt-BR" i="1">
                                                      <a:solidFill>
                                                        <a:schemeClr val="tx1"/>
                                                      </a:solidFill>
                                                      <a:latin typeface="Cambria Math" panose="02040503050406030204" pitchFamily="18" charset="0"/>
                                                    </a:rPr>
                                                    <m:t>𝑟</m:t>
                                                  </m:r>
                                                </m:sub>
                                              </m:sSub>
                                            </m:e>
                                          </m:d>
                                        </m:sup>
                                      </m:sSubSup>
                                    </m:e>
                                    <m:e>
                                      <m:sSubSup>
                                        <m:sSubSupPr>
                                          <m:ctrlPr>
                                            <a:rPr lang="pt-BR" i="1">
                                              <a:solidFill>
                                                <a:schemeClr val="tx1"/>
                                              </a:solidFill>
                                              <a:latin typeface="Cambria Math" panose="02040503050406030204" pitchFamily="18" charset="0"/>
                                            </a:rPr>
                                          </m:ctrlPr>
                                        </m:sSubSupPr>
                                        <m:e>
                                          <m:r>
                                            <a:rPr lang="pt-BR" i="1">
                                              <a:solidFill>
                                                <a:schemeClr val="tx1"/>
                                              </a:solidFill>
                                              <a:latin typeface="Cambria Math" panose="02040503050406030204" pitchFamily="18" charset="0"/>
                                            </a:rPr>
                                            <m:t>𝐺</m:t>
                                          </m:r>
                                        </m:e>
                                        <m:sub>
                                          <m:r>
                                            <a:rPr lang="pt-BR" i="1">
                                              <a:solidFill>
                                                <a:schemeClr val="tx1"/>
                                              </a:solidFill>
                                              <a:latin typeface="Cambria Math" panose="02040503050406030204" pitchFamily="18" charset="0"/>
                                            </a:rPr>
                                            <m:t>0,   0</m:t>
                                          </m:r>
                                        </m:sub>
                                        <m:sup>
                                          <m:d>
                                            <m:dPr>
                                              <m:ctrlPr>
                                                <a:rPr lang="pt-BR" i="1">
                                                  <a:solidFill>
                                                    <a:schemeClr val="tx1"/>
                                                  </a:solidFill>
                                                  <a:latin typeface="Cambria Math" panose="02040503050406030204" pitchFamily="18" charset="0"/>
                                                </a:rPr>
                                              </m:ctrlPr>
                                            </m:dPr>
                                            <m:e>
                                              <m:sSub>
                                                <m:sSubPr>
                                                  <m:ctrlPr>
                                                    <a:rPr lang="pt-BR" i="1">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𝑐</m:t>
                                                  </m:r>
                                                </m:e>
                                                <m:sub>
                                                  <m:r>
                                                    <a:rPr lang="pt-BR" b="0" i="1" smtClean="0">
                                                      <a:solidFill>
                                                        <a:schemeClr val="tx1"/>
                                                      </a:solidFill>
                                                      <a:latin typeface="Cambria Math" panose="02040503050406030204" pitchFamily="18" charset="0"/>
                                                    </a:rPr>
                                                    <m:t>𝑟</m:t>
                                                  </m:r>
                                                </m:sub>
                                              </m:sSub>
                                              <m:r>
                                                <a:rPr lang="pt-BR" i="1">
                                                  <a:solidFill>
                                                    <a:schemeClr val="tx1"/>
                                                  </a:solidFill>
                                                  <a:latin typeface="Cambria Math" panose="02040503050406030204" pitchFamily="18" charset="0"/>
                                                </a:rPr>
                                                <m:t>,   </m:t>
                                              </m:r>
                                              <m:sSub>
                                                <m:sSubPr>
                                                  <m:ctrlPr>
                                                    <a:rPr lang="pt-BR" i="1" smtClean="0">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𝑐</m:t>
                                                  </m:r>
                                                </m:e>
                                                <m:sub>
                                                  <m:r>
                                                    <a:rPr lang="pt-BR" b="0" i="1" smtClean="0">
                                                      <a:solidFill>
                                                        <a:schemeClr val="tx1"/>
                                                      </a:solidFill>
                                                      <a:latin typeface="Cambria Math" panose="02040503050406030204" pitchFamily="18" charset="0"/>
                                                    </a:rPr>
                                                    <m:t>𝑞</m:t>
                                                  </m:r>
                                                </m:sub>
                                              </m:sSub>
                                            </m:e>
                                          </m:d>
                                        </m:sup>
                                      </m:sSubSup>
                                    </m:e>
                                  </m:mr>
                                </m:m>
                              </m:e>
                              <m:e>
                                <m:m>
                                  <m:mPr>
                                    <m:mcs>
                                      <m:mc>
                                        <m:mcPr>
                                          <m:count m:val="2"/>
                                          <m:mcJc m:val="center"/>
                                        </m:mcPr>
                                      </m:mc>
                                    </m:mcs>
                                    <m:ctrlPr>
                                      <a:rPr lang="pt-BR" b="0" i="1" smtClean="0">
                                        <a:solidFill>
                                          <a:schemeClr val="tx1"/>
                                        </a:solidFill>
                                        <a:latin typeface="Cambria Math" panose="02040503050406030204" pitchFamily="18" charset="0"/>
                                      </a:rPr>
                                    </m:ctrlPr>
                                  </m:mPr>
                                  <m:mr>
                                    <m:e>
                                      <m:sSubSup>
                                        <m:sSubSupPr>
                                          <m:ctrlPr>
                                            <a:rPr lang="pt-BR" i="1">
                                              <a:latin typeface="Cambria Math" panose="02040503050406030204" pitchFamily="18" charset="0"/>
                                            </a:rPr>
                                          </m:ctrlPr>
                                        </m:sSubSupPr>
                                        <m:e>
                                          <m:r>
                                            <a:rPr lang="pt-BR" i="1">
                                              <a:latin typeface="Cambria Math" panose="02040503050406030204" pitchFamily="18" charset="0"/>
                                            </a:rPr>
                                            <m:t>𝐺</m:t>
                                          </m:r>
                                        </m:e>
                                        <m:sub>
                                          <m:r>
                                            <a:rPr lang="pt-BR" i="1">
                                              <a:latin typeface="Cambria Math" panose="02040503050406030204" pitchFamily="18" charset="0"/>
                                            </a:rPr>
                                            <m:t>0,   0</m:t>
                                          </m:r>
                                        </m:sub>
                                        <m:sup>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𝑐</m:t>
                                                  </m:r>
                                                </m:e>
                                                <m:sub>
                                                  <m:r>
                                                    <a:rPr lang="pt-BR" b="0" i="1" smtClean="0">
                                                      <a:latin typeface="Cambria Math" panose="02040503050406030204" pitchFamily="18" charset="0"/>
                                                    </a:rPr>
                                                    <m:t>𝑞</m:t>
                                                  </m:r>
                                                </m:sub>
                                              </m:sSub>
                                              <m:r>
                                                <a:rPr lang="pt-BR" i="1">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𝑐</m:t>
                                                  </m:r>
                                                </m:e>
                                                <m:sub>
                                                  <m:r>
                                                    <a:rPr lang="pt-BR" i="1">
                                                      <a:latin typeface="Cambria Math" panose="02040503050406030204" pitchFamily="18" charset="0"/>
                                                    </a:rPr>
                                                    <m:t>𝑟</m:t>
                                                  </m:r>
                                                </m:sub>
                                              </m:sSub>
                                            </m:e>
                                          </m:d>
                                        </m:sup>
                                      </m:sSubSup>
                                    </m:e>
                                    <m:e>
                                      <m:sSubSup>
                                        <m:sSubSupPr>
                                          <m:ctrlPr>
                                            <a:rPr lang="pt-BR" i="1">
                                              <a:latin typeface="Cambria Math" panose="02040503050406030204" pitchFamily="18" charset="0"/>
                                            </a:rPr>
                                          </m:ctrlPr>
                                        </m:sSubSupPr>
                                        <m:e>
                                          <m:r>
                                            <a:rPr lang="pt-BR" i="1">
                                              <a:latin typeface="Cambria Math" panose="02040503050406030204" pitchFamily="18" charset="0"/>
                                            </a:rPr>
                                            <m:t>𝐺</m:t>
                                          </m:r>
                                        </m:e>
                                        <m:sub>
                                          <m:r>
                                            <a:rPr lang="pt-BR" i="1">
                                              <a:latin typeface="Cambria Math" panose="02040503050406030204" pitchFamily="18" charset="0"/>
                                            </a:rPr>
                                            <m:t>0,   0</m:t>
                                          </m:r>
                                        </m:sub>
                                        <m:sup>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𝑐</m:t>
                                                  </m:r>
                                                </m:e>
                                                <m:sub>
                                                  <m:r>
                                                    <a:rPr lang="pt-BR" b="0" i="1" smtClean="0">
                                                      <a:latin typeface="Cambria Math" panose="02040503050406030204" pitchFamily="18" charset="0"/>
                                                    </a:rPr>
                                                    <m:t>𝑞</m:t>
                                                  </m:r>
                                                </m:sub>
                                              </m:sSub>
                                              <m:r>
                                                <a:rPr lang="pt-BR" i="1">
                                                  <a:latin typeface="Cambria Math" panose="02040503050406030204" pitchFamily="18" charset="0"/>
                                                </a:rPr>
                                                <m:t>,   </m:t>
                                              </m:r>
                                              <m:sSub>
                                                <m:sSubPr>
                                                  <m:ctrlPr>
                                                    <a:rPr lang="pt-BR" i="1" smtClean="0">
                                                      <a:latin typeface="Cambria Math" panose="02040503050406030204" pitchFamily="18" charset="0"/>
                                                    </a:rPr>
                                                  </m:ctrlPr>
                                                </m:sSubPr>
                                                <m:e>
                                                  <m:r>
                                                    <a:rPr lang="pt-BR" i="1">
                                                      <a:latin typeface="Cambria Math" panose="02040503050406030204" pitchFamily="18" charset="0"/>
                                                    </a:rPr>
                                                    <m:t>𝑐</m:t>
                                                  </m:r>
                                                </m:e>
                                                <m:sub>
                                                  <m:r>
                                                    <a:rPr lang="pt-BR" b="0" i="1" smtClean="0">
                                                      <a:latin typeface="Cambria Math" panose="02040503050406030204" pitchFamily="18" charset="0"/>
                                                    </a:rPr>
                                                    <m:t>𝑞</m:t>
                                                  </m:r>
                                                </m:sub>
                                              </m:sSub>
                                            </m:e>
                                          </m:d>
                                        </m:sup>
                                      </m:sSubSup>
                                    </m:e>
                                  </m:mr>
                                </m:m>
                              </m:e>
                            </m:eqArr>
                          </m:e>
                        </m:d>
                      </m:oMath>
                    </m:oMathPara>
                  </a14:m>
                  <a:endParaRPr lang="en-US">
                    <a:solidFill>
                      <a:srgbClr val="FF0000"/>
                    </a:solidFill>
                  </a:endParaRPr>
                </a:p>
              </p:txBody>
            </p:sp>
          </mc:Choice>
          <mc:Fallback xmlns="">
            <p:sp>
              <p:nvSpPr>
                <p:cNvPr id="17" name="CaixaDeTexto 16">
                  <a:extLst>
                    <a:ext uri="{FF2B5EF4-FFF2-40B4-BE49-F238E27FC236}">
                      <a16:creationId xmlns:a16="http://schemas.microsoft.com/office/drawing/2014/main" id="{CEF20C63-3E10-CCE1-539A-8CFACC1E0177}"/>
                    </a:ext>
                  </a:extLst>
                </p:cNvPr>
                <p:cNvSpPr txBox="1">
                  <a:spLocks noRot="1" noChangeAspect="1" noMove="1" noResize="1" noEditPoints="1" noAdjustHandles="1" noChangeArrowheads="1" noChangeShapeType="1" noTextEdit="1"/>
                </p:cNvSpPr>
                <p:nvPr/>
              </p:nvSpPr>
              <p:spPr>
                <a:xfrm>
                  <a:off x="6428523" y="5117291"/>
                  <a:ext cx="3368264" cy="902683"/>
                </a:xfrm>
                <a:prstGeom prst="rect">
                  <a:avLst/>
                </a:prstGeom>
                <a:blipFill>
                  <a:blip r:embed="rId6"/>
                  <a:stretch>
                    <a:fillRect/>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22" name="CaixaDeTexto 21">
                <a:extLst>
                  <a:ext uri="{FF2B5EF4-FFF2-40B4-BE49-F238E27FC236}">
                    <a16:creationId xmlns:a16="http://schemas.microsoft.com/office/drawing/2014/main" id="{070BB0A3-C258-DF09-73BE-406F1FB62D0B}"/>
                  </a:ext>
                </a:extLst>
              </p:cNvPr>
              <p:cNvSpPr txBox="1"/>
              <p:nvPr/>
            </p:nvSpPr>
            <p:spPr>
              <a:xfrm>
                <a:off x="2166915" y="1400262"/>
                <a:ext cx="1146789"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𝑟</m:t>
                          </m:r>
                        </m:e>
                        <m:sub>
                          <m:r>
                            <a:rPr lang="pt-BR" sz="1400" b="0" i="1" smtClean="0">
                              <a:latin typeface="Cambria Math" panose="02040503050406030204" pitchFamily="18" charset="0"/>
                            </a:rPr>
                            <m:t>𝑎</m:t>
                          </m:r>
                        </m:sub>
                      </m:sSub>
                      <m:r>
                        <a:rPr lang="pt-BR" sz="1400" b="0" i="1" smtClean="0">
                          <a:latin typeface="Cambria Math" panose="02040503050406030204" pitchFamily="18" charset="0"/>
                        </a:rPr>
                        <m:t>=22 </m:t>
                      </m:r>
                      <m:r>
                        <a:rPr lang="pt-BR" sz="1400" b="0" i="1" smtClean="0">
                          <a:latin typeface="Cambria Math" panose="02040503050406030204" pitchFamily="18" charset="0"/>
                        </a:rPr>
                        <m:t>𝑚𝑚</m:t>
                      </m:r>
                    </m:oMath>
                  </m:oMathPara>
                </a14:m>
                <a:endParaRPr lang="pt-BR" sz="1400"/>
              </a:p>
            </p:txBody>
          </p:sp>
        </mc:Choice>
        <mc:Fallback xmlns="">
          <p:sp>
            <p:nvSpPr>
              <p:cNvPr id="22" name="CaixaDeTexto 21">
                <a:extLst>
                  <a:ext uri="{FF2B5EF4-FFF2-40B4-BE49-F238E27FC236}">
                    <a16:creationId xmlns:a16="http://schemas.microsoft.com/office/drawing/2014/main" id="{070BB0A3-C258-DF09-73BE-406F1FB62D0B}"/>
                  </a:ext>
                </a:extLst>
              </p:cNvPr>
              <p:cNvSpPr txBox="1">
                <a:spLocks noRot="1" noChangeAspect="1" noMove="1" noResize="1" noEditPoints="1" noAdjustHandles="1" noChangeArrowheads="1" noChangeShapeType="1" noTextEdit="1"/>
              </p:cNvSpPr>
              <p:nvPr/>
            </p:nvSpPr>
            <p:spPr>
              <a:xfrm>
                <a:off x="2166915" y="1400262"/>
                <a:ext cx="1146789" cy="307777"/>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C84B89A0-FC7F-F8D0-E195-9D3ECA1F1C34}"/>
                  </a:ext>
                </a:extLst>
              </p:cNvPr>
              <p:cNvSpPr txBox="1"/>
              <p:nvPr/>
            </p:nvSpPr>
            <p:spPr>
              <a:xfrm>
                <a:off x="2166915" y="1968698"/>
                <a:ext cx="261058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𝜎</m:t>
                          </m:r>
                        </m:e>
                        <m:sub>
                          <m:r>
                            <a:rPr lang="pt-BR" sz="1400" b="0" i="1" smtClean="0">
                              <a:latin typeface="Cambria Math" panose="02040503050406030204" pitchFamily="18" charset="0"/>
                            </a:rPr>
                            <m:t>𝑐𝑜𝑟𝑒</m:t>
                          </m:r>
                        </m:sub>
                      </m:sSub>
                      <m:r>
                        <a:rPr lang="pt-BR" sz="1400" b="0" i="1" smtClean="0">
                          <a:latin typeface="Cambria Math" panose="02040503050406030204" pitchFamily="18" charset="0"/>
                        </a:rPr>
                        <m:t>=</m:t>
                      </m:r>
                      <m:sSub>
                        <m:sSubPr>
                          <m:ctrlPr>
                            <a:rPr lang="pt-BR" sz="1400" b="0" i="1" smtClean="0">
                              <a:latin typeface="Cambria Math" panose="02040503050406030204" pitchFamily="18" charset="0"/>
                            </a:rPr>
                          </m:ctrlPr>
                        </m:sSubPr>
                        <m:e>
                          <m:r>
                            <a:rPr lang="pt-BR" sz="1400" i="1">
                              <a:latin typeface="Cambria Math" panose="02040503050406030204" pitchFamily="18" charset="0"/>
                            </a:rPr>
                            <m:t>𝜎</m:t>
                          </m:r>
                        </m:e>
                        <m:sub>
                          <m:r>
                            <a:rPr lang="pt-BR" sz="1400" b="0" i="1" smtClean="0">
                              <a:latin typeface="Cambria Math" panose="02040503050406030204" pitchFamily="18" charset="0"/>
                            </a:rPr>
                            <m:t>𝑠h𝑒𝑎𝑡h</m:t>
                          </m:r>
                        </m:sub>
                      </m:sSub>
                      <m:r>
                        <a:rPr lang="pt-BR" sz="1400" b="0" i="1" smtClean="0">
                          <a:latin typeface="Cambria Math" panose="02040503050406030204" pitchFamily="18" charset="0"/>
                        </a:rPr>
                        <m:t>=</m:t>
                      </m:r>
                      <m:sSup>
                        <m:sSupPr>
                          <m:ctrlPr>
                            <a:rPr lang="pt-BR" sz="1400" b="0" i="1" smtClean="0">
                              <a:latin typeface="Cambria Math" panose="02040503050406030204" pitchFamily="18" charset="0"/>
                            </a:rPr>
                          </m:ctrlPr>
                        </m:sSupPr>
                        <m:e>
                          <m:r>
                            <a:rPr lang="pt-BR" sz="1400" b="0" i="0" smtClean="0">
                              <a:latin typeface="Cambria Math" panose="02040503050406030204" pitchFamily="18" charset="0"/>
                            </a:rPr>
                            <m:t>5,8 . 10</m:t>
                          </m:r>
                        </m:e>
                        <m:sup>
                          <m:r>
                            <a:rPr lang="pt-BR" sz="1400" b="0" i="0" smtClean="0">
                              <a:latin typeface="Cambria Math" panose="02040503050406030204" pitchFamily="18" charset="0"/>
                            </a:rPr>
                            <m:t>7</m:t>
                          </m:r>
                        </m:sup>
                      </m:sSup>
                      <m:r>
                        <a:rPr lang="pt-BR" sz="1400" b="0" i="0" smtClean="0">
                          <a:latin typeface="Cambria Math" panose="02040503050406030204" pitchFamily="18" charset="0"/>
                        </a:rPr>
                        <m:t> </m:t>
                      </m:r>
                      <m:r>
                        <m:rPr>
                          <m:sty m:val="p"/>
                        </m:rPr>
                        <a:rPr lang="pt-BR" sz="1400" b="0" i="0" smtClean="0">
                          <a:latin typeface="Cambria Math" panose="02040503050406030204" pitchFamily="18" charset="0"/>
                        </a:rPr>
                        <m:t>S</m:t>
                      </m:r>
                      <m:r>
                        <a:rPr lang="pt-BR" sz="1400" b="0" i="0" smtClean="0">
                          <a:latin typeface="Cambria Math" panose="02040503050406030204" pitchFamily="18" charset="0"/>
                        </a:rPr>
                        <m:t>/</m:t>
                      </m:r>
                      <m:r>
                        <m:rPr>
                          <m:sty m:val="p"/>
                        </m:rPr>
                        <a:rPr lang="pt-BR" sz="1400" b="0" i="0" smtClean="0">
                          <a:latin typeface="Cambria Math" panose="02040503050406030204" pitchFamily="18" charset="0"/>
                        </a:rPr>
                        <m:t>m</m:t>
                      </m:r>
                    </m:oMath>
                  </m:oMathPara>
                </a14:m>
                <a:endParaRPr lang="pt-BR" sz="1400"/>
              </a:p>
            </p:txBody>
          </p:sp>
        </mc:Choice>
        <mc:Fallback xmlns="">
          <p:sp>
            <p:nvSpPr>
              <p:cNvPr id="23" name="CaixaDeTexto 22">
                <a:extLst>
                  <a:ext uri="{FF2B5EF4-FFF2-40B4-BE49-F238E27FC236}">
                    <a16:creationId xmlns:a16="http://schemas.microsoft.com/office/drawing/2014/main" id="{C84B89A0-FC7F-F8D0-E195-9D3ECA1F1C34}"/>
                  </a:ext>
                </a:extLst>
              </p:cNvPr>
              <p:cNvSpPr txBox="1">
                <a:spLocks noRot="1" noChangeAspect="1" noMove="1" noResize="1" noEditPoints="1" noAdjustHandles="1" noChangeArrowheads="1" noChangeShapeType="1" noTextEdit="1"/>
              </p:cNvSpPr>
              <p:nvPr/>
            </p:nvSpPr>
            <p:spPr>
              <a:xfrm>
                <a:off x="2166915" y="1968698"/>
                <a:ext cx="2610586" cy="307777"/>
              </a:xfrm>
              <a:prstGeom prst="rect">
                <a:avLst/>
              </a:prstGeom>
              <a:blipFill>
                <a:blip r:embed="rId8"/>
                <a:stretch>
                  <a:fillRect b="-8000"/>
                </a:stretch>
              </a:blipFill>
            </p:spPr>
            <p:txBody>
              <a:bodyPr/>
              <a:lstStyle/>
              <a:p>
                <a:r>
                  <a:rPr lang="pt-BR">
                    <a:noFill/>
                  </a:rPr>
                  <a:t> </a:t>
                </a:r>
              </a:p>
            </p:txBody>
          </p:sp>
        </mc:Fallback>
      </mc:AlternateContent>
      <p:sp>
        <p:nvSpPr>
          <p:cNvPr id="24" name="Elipse 23">
            <a:extLst>
              <a:ext uri="{FF2B5EF4-FFF2-40B4-BE49-F238E27FC236}">
                <a16:creationId xmlns:a16="http://schemas.microsoft.com/office/drawing/2014/main" id="{AC133182-D2FD-30F7-27FA-C7A4E5CBD57C}"/>
              </a:ext>
            </a:extLst>
          </p:cNvPr>
          <p:cNvSpPr/>
          <p:nvPr/>
        </p:nvSpPr>
        <p:spPr>
          <a:xfrm>
            <a:off x="483112" y="1424064"/>
            <a:ext cx="1466243" cy="1467101"/>
          </a:xfrm>
          <a:prstGeom prst="ellipse">
            <a:avLst/>
          </a:prstGeom>
          <a:solidFill>
            <a:schemeClr val="accent1">
              <a:alpha val="50000"/>
            </a:schemeClr>
          </a:solidFill>
          <a:ln w="952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25" name="Elipse 24">
            <a:extLst>
              <a:ext uri="{FF2B5EF4-FFF2-40B4-BE49-F238E27FC236}">
                <a16:creationId xmlns:a16="http://schemas.microsoft.com/office/drawing/2014/main" id="{788DCDA9-6021-DC2B-3F62-51113B967270}"/>
              </a:ext>
            </a:extLst>
          </p:cNvPr>
          <p:cNvSpPr/>
          <p:nvPr/>
        </p:nvSpPr>
        <p:spPr>
          <a:xfrm>
            <a:off x="623241" y="1571755"/>
            <a:ext cx="1188719" cy="1188719"/>
          </a:xfrm>
          <a:prstGeom prst="ellipse">
            <a:avLst/>
          </a:prstGeom>
          <a:solidFill>
            <a:schemeClr val="bg1"/>
          </a:solidFill>
          <a:ln w="952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26" name="Elipse 25">
            <a:extLst>
              <a:ext uri="{FF2B5EF4-FFF2-40B4-BE49-F238E27FC236}">
                <a16:creationId xmlns:a16="http://schemas.microsoft.com/office/drawing/2014/main" id="{D5B03C33-C44F-4FAE-E5FA-D1A816B6E0E0}"/>
              </a:ext>
            </a:extLst>
          </p:cNvPr>
          <p:cNvSpPr/>
          <p:nvPr/>
        </p:nvSpPr>
        <p:spPr>
          <a:xfrm>
            <a:off x="972010" y="1925413"/>
            <a:ext cx="465529" cy="464405"/>
          </a:xfrm>
          <a:prstGeom prst="ellipse">
            <a:avLst/>
          </a:prstGeom>
          <a:solidFill>
            <a:schemeClr val="accent3">
              <a:lumMod val="20000"/>
              <a:lumOff val="80000"/>
              <a:alpha val="50000"/>
            </a:schemeClr>
          </a:solidFill>
          <a:ln w="952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27" name="CaixaDeTexto 26">
                <a:extLst>
                  <a:ext uri="{FF2B5EF4-FFF2-40B4-BE49-F238E27FC236}">
                    <a16:creationId xmlns:a16="http://schemas.microsoft.com/office/drawing/2014/main" id="{5DFE4017-124A-F0A1-062C-6091E62E6D5A}"/>
                  </a:ext>
                </a:extLst>
              </p:cNvPr>
              <p:cNvSpPr txBox="1"/>
              <p:nvPr/>
            </p:nvSpPr>
            <p:spPr>
              <a:xfrm>
                <a:off x="407368" y="2890627"/>
                <a:ext cx="540214" cy="276999"/>
              </a:xfrm>
              <a:prstGeom prst="rect">
                <a:avLst/>
              </a:prstGeom>
              <a:noFill/>
            </p:spPr>
            <p:txBody>
              <a:bodyPr wrap="square" rtlCol="0">
                <a:spAutoFit/>
              </a:bodyPr>
              <a:lstStyle/>
              <a:p>
                <a14:m>
                  <m:oMath xmlns:m="http://schemas.openxmlformats.org/officeDocument/2006/math">
                    <m:sSub>
                      <m:sSubPr>
                        <m:ctrlPr>
                          <a:rPr lang="pt-BR" sz="1050" b="0" i="1" smtClean="0">
                            <a:latin typeface="Cambria Math" panose="02040503050406030204" pitchFamily="18" charset="0"/>
                          </a:rPr>
                        </m:ctrlPr>
                      </m:sSubPr>
                      <m:e>
                        <m:r>
                          <a:rPr lang="pt-BR" sz="1050" b="0" i="1" smtClean="0">
                            <a:latin typeface="Cambria Math" panose="02040503050406030204" pitchFamily="18" charset="0"/>
                          </a:rPr>
                          <m:t>𝜇</m:t>
                        </m:r>
                      </m:e>
                      <m:sub>
                        <m:r>
                          <a:rPr lang="pt-BR" sz="1050" b="0" i="1" smtClean="0">
                            <a:latin typeface="Cambria Math" panose="02040503050406030204" pitchFamily="18" charset="0"/>
                          </a:rPr>
                          <m:t>0</m:t>
                        </m:r>
                      </m:sub>
                    </m:sSub>
                  </m:oMath>
                </a14:m>
                <a:r>
                  <a:rPr lang="pt-BR" sz="1200"/>
                  <a:t>, </a:t>
                </a:r>
                <a14:m>
                  <m:oMath xmlns:m="http://schemas.openxmlformats.org/officeDocument/2006/math">
                    <m:sSub>
                      <m:sSubPr>
                        <m:ctrlPr>
                          <a:rPr lang="pt-BR" sz="1200" b="0" i="1" smtClean="0">
                            <a:latin typeface="Cambria Math" panose="02040503050406030204" pitchFamily="18" charset="0"/>
                          </a:rPr>
                        </m:ctrlPr>
                      </m:sSubPr>
                      <m:e>
                        <m:r>
                          <a:rPr lang="pt-BR" sz="1200" i="1" smtClean="0">
                            <a:latin typeface="Cambria Math" panose="02040503050406030204" pitchFamily="18" charset="0"/>
                          </a:rPr>
                          <m:t>𝜀</m:t>
                        </m:r>
                      </m:e>
                      <m:sub>
                        <m:r>
                          <a:rPr lang="pt-BR" sz="1200" b="0" i="1" smtClean="0">
                            <a:latin typeface="Cambria Math" panose="02040503050406030204" pitchFamily="18" charset="0"/>
                          </a:rPr>
                          <m:t>0</m:t>
                        </m:r>
                      </m:sub>
                    </m:sSub>
                  </m:oMath>
                </a14:m>
                <a:r>
                  <a:rPr lang="pt-BR" sz="1200"/>
                  <a:t> </a:t>
                </a:r>
              </a:p>
            </p:txBody>
          </p:sp>
        </mc:Choice>
        <mc:Fallback xmlns="">
          <p:sp>
            <p:nvSpPr>
              <p:cNvPr id="27" name="CaixaDeTexto 26">
                <a:extLst>
                  <a:ext uri="{FF2B5EF4-FFF2-40B4-BE49-F238E27FC236}">
                    <a16:creationId xmlns:a16="http://schemas.microsoft.com/office/drawing/2014/main" id="{5DFE4017-124A-F0A1-062C-6091E62E6D5A}"/>
                  </a:ext>
                </a:extLst>
              </p:cNvPr>
              <p:cNvSpPr txBox="1">
                <a:spLocks noRot="1" noChangeAspect="1" noMove="1" noResize="1" noEditPoints="1" noAdjustHandles="1" noChangeArrowheads="1" noChangeShapeType="1" noTextEdit="1"/>
              </p:cNvSpPr>
              <p:nvPr/>
            </p:nvSpPr>
            <p:spPr>
              <a:xfrm>
                <a:off x="407368" y="2890627"/>
                <a:ext cx="540214" cy="276999"/>
              </a:xfrm>
              <a:prstGeom prst="rect">
                <a:avLst/>
              </a:prstGeom>
              <a:blipFill>
                <a:blip r:embed="rId9"/>
                <a:stretch>
                  <a:fillRect b="-1521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0" name="CaixaDeTexto 29">
                <a:extLst>
                  <a:ext uri="{FF2B5EF4-FFF2-40B4-BE49-F238E27FC236}">
                    <a16:creationId xmlns:a16="http://schemas.microsoft.com/office/drawing/2014/main" id="{E1EEF720-5225-BE77-A75B-FCCB599C4AEC}"/>
                  </a:ext>
                </a:extLst>
              </p:cNvPr>
              <p:cNvSpPr txBox="1"/>
              <p:nvPr/>
            </p:nvSpPr>
            <p:spPr>
              <a:xfrm>
                <a:off x="2190356" y="1689137"/>
                <a:ext cx="2389437" cy="307777"/>
              </a:xfrm>
              <a:prstGeom prst="rect">
                <a:avLst/>
              </a:prstGeom>
              <a:noFill/>
            </p:spPr>
            <p:txBody>
              <a:bodyPr wrap="none" rtlCol="0">
                <a:spAutoFit/>
              </a:bodyPr>
              <a:lstStyle/>
              <a:p>
                <a14:m>
                  <m:oMath xmlns:m="http://schemas.openxmlformats.org/officeDocument/2006/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𝑟</m:t>
                        </m:r>
                      </m:e>
                      <m:sub>
                        <m:r>
                          <a:rPr lang="pt-BR" sz="1400" b="0" i="1" smtClean="0">
                            <a:latin typeface="Cambria Math" panose="02040503050406030204" pitchFamily="18" charset="0"/>
                          </a:rPr>
                          <m:t>𝑏</m:t>
                        </m:r>
                      </m:sub>
                    </m:sSub>
                    <m:r>
                      <a:rPr lang="pt-BR" sz="1400" b="0" i="1" smtClean="0">
                        <a:latin typeface="Cambria Math" panose="02040503050406030204" pitchFamily="18" charset="0"/>
                      </a:rPr>
                      <m:t>=44 </m:t>
                    </m:r>
                    <m:r>
                      <a:rPr lang="pt-BR" sz="1400" b="0" i="1" smtClean="0">
                        <a:latin typeface="Cambria Math" panose="02040503050406030204" pitchFamily="18" charset="0"/>
                      </a:rPr>
                      <m:t>𝑚𝑚</m:t>
                    </m:r>
                  </m:oMath>
                </a14:m>
                <a:r>
                  <a:rPr lang="pt-BR" sz="1400"/>
                  <a:t>; </a:t>
                </a:r>
                <a14:m>
                  <m:oMath xmlns:m="http://schemas.openxmlformats.org/officeDocument/2006/math">
                    <m:sSub>
                      <m:sSubPr>
                        <m:ctrlPr>
                          <a:rPr lang="pt-BR" sz="1400" b="0" i="1" smtClean="0">
                            <a:latin typeface="Cambria Math" panose="02040503050406030204" pitchFamily="18" charset="0"/>
                          </a:rPr>
                        </m:ctrlPr>
                      </m:sSubPr>
                      <m:e>
                        <m:r>
                          <m:rPr>
                            <m:sty m:val="p"/>
                          </m:rPr>
                          <a:rPr lang="pt-BR" sz="1400" b="0" i="0" smtClean="0">
                            <a:latin typeface="Cambria Math" panose="02040503050406030204" pitchFamily="18" charset="0"/>
                          </a:rPr>
                          <m:t>r</m:t>
                        </m:r>
                      </m:e>
                      <m:sub>
                        <m:r>
                          <a:rPr lang="pt-BR" sz="1400" i="1" smtClean="0">
                            <a:latin typeface="Cambria Math" panose="02040503050406030204" pitchFamily="18" charset="0"/>
                          </a:rPr>
                          <m:t>𝑐</m:t>
                        </m:r>
                      </m:sub>
                    </m:sSub>
                    <m:r>
                      <a:rPr lang="pt-BR" sz="1400" i="1" smtClean="0">
                        <a:latin typeface="Cambria Math" panose="02040503050406030204" pitchFamily="18" charset="0"/>
                      </a:rPr>
                      <m:t>= 39,5 </m:t>
                    </m:r>
                    <m:r>
                      <a:rPr lang="pt-BR" sz="1400" i="1" smtClean="0">
                        <a:latin typeface="Cambria Math" panose="02040503050406030204" pitchFamily="18" charset="0"/>
                      </a:rPr>
                      <m:t>𝑚𝑚</m:t>
                    </m:r>
                  </m:oMath>
                </a14:m>
                <a:endParaRPr lang="pt-BR" sz="1400"/>
              </a:p>
            </p:txBody>
          </p:sp>
        </mc:Choice>
        <mc:Fallback xmlns="">
          <p:sp>
            <p:nvSpPr>
              <p:cNvPr id="30" name="CaixaDeTexto 29">
                <a:extLst>
                  <a:ext uri="{FF2B5EF4-FFF2-40B4-BE49-F238E27FC236}">
                    <a16:creationId xmlns:a16="http://schemas.microsoft.com/office/drawing/2014/main" id="{E1EEF720-5225-BE77-A75B-FCCB599C4AEC}"/>
                  </a:ext>
                </a:extLst>
              </p:cNvPr>
              <p:cNvSpPr txBox="1">
                <a:spLocks noRot="1" noChangeAspect="1" noMove="1" noResize="1" noEditPoints="1" noAdjustHandles="1" noChangeArrowheads="1" noChangeShapeType="1" noTextEdit="1"/>
              </p:cNvSpPr>
              <p:nvPr/>
            </p:nvSpPr>
            <p:spPr>
              <a:xfrm>
                <a:off x="2190356" y="1689137"/>
                <a:ext cx="2389437" cy="307777"/>
              </a:xfrm>
              <a:prstGeom prst="rect">
                <a:avLst/>
              </a:prstGeom>
              <a:blipFill>
                <a:blip r:embed="rId10"/>
                <a:stretch>
                  <a:fillRect t="-3922" b="-19608"/>
                </a:stretch>
              </a:blipFill>
            </p:spPr>
            <p:txBody>
              <a:bodyPr/>
              <a:lstStyle/>
              <a:p>
                <a:r>
                  <a:rPr lang="pt-BR">
                    <a:noFill/>
                  </a:rPr>
                  <a:t> </a:t>
                </a:r>
              </a:p>
            </p:txBody>
          </p:sp>
        </mc:Fallback>
      </mc:AlternateContent>
      <p:grpSp>
        <p:nvGrpSpPr>
          <p:cNvPr id="32" name="Agrupar 31">
            <a:extLst>
              <a:ext uri="{FF2B5EF4-FFF2-40B4-BE49-F238E27FC236}">
                <a16:creationId xmlns:a16="http://schemas.microsoft.com/office/drawing/2014/main" id="{86558B24-28A4-A097-C69B-B5465FEF610C}"/>
              </a:ext>
            </a:extLst>
          </p:cNvPr>
          <p:cNvGrpSpPr/>
          <p:nvPr/>
        </p:nvGrpSpPr>
        <p:grpSpPr>
          <a:xfrm>
            <a:off x="362093" y="3570310"/>
            <a:ext cx="1737360" cy="2522175"/>
            <a:chOff x="2904276" y="3086287"/>
            <a:chExt cx="1737360" cy="2522175"/>
          </a:xfrm>
        </p:grpSpPr>
        <p:sp>
          <p:nvSpPr>
            <p:cNvPr id="33" name="Elipse 32">
              <a:extLst>
                <a:ext uri="{FF2B5EF4-FFF2-40B4-BE49-F238E27FC236}">
                  <a16:creationId xmlns:a16="http://schemas.microsoft.com/office/drawing/2014/main" id="{40C90E1E-B5AD-419E-9BA8-A75DD9D38B5B}"/>
                </a:ext>
              </a:extLst>
            </p:cNvPr>
            <p:cNvSpPr/>
            <p:nvPr/>
          </p:nvSpPr>
          <p:spPr>
            <a:xfrm>
              <a:off x="2904276" y="3871102"/>
              <a:ext cx="1737360" cy="1737360"/>
            </a:xfrm>
            <a:prstGeom prst="ellipse">
              <a:avLst/>
            </a:prstGeom>
            <a:noFill/>
            <a:ln w="19050">
              <a:solidFill>
                <a:srgbClr val="0070C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38" name="Elipse 37">
              <a:extLst>
                <a:ext uri="{FF2B5EF4-FFF2-40B4-BE49-F238E27FC236}">
                  <a16:creationId xmlns:a16="http://schemas.microsoft.com/office/drawing/2014/main" id="{4F14356D-6814-36BF-37EC-4DDC6160E85E}"/>
                </a:ext>
              </a:extLst>
            </p:cNvPr>
            <p:cNvSpPr/>
            <p:nvPr/>
          </p:nvSpPr>
          <p:spPr>
            <a:xfrm>
              <a:off x="3178596" y="4145422"/>
              <a:ext cx="1188720" cy="1188720"/>
            </a:xfrm>
            <a:prstGeom prst="ellipse">
              <a:avLst/>
            </a:prstGeom>
            <a:solidFill>
              <a:schemeClr val="bg1"/>
            </a:solidFill>
            <a:ln w="19050">
              <a:solidFill>
                <a:srgbClr val="00206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39" name="Elipse 38">
              <a:extLst>
                <a:ext uri="{FF2B5EF4-FFF2-40B4-BE49-F238E27FC236}">
                  <a16:creationId xmlns:a16="http://schemas.microsoft.com/office/drawing/2014/main" id="{0C46CA14-F4E0-5CDB-B1E1-A025D2E19E45}"/>
                </a:ext>
              </a:extLst>
            </p:cNvPr>
            <p:cNvSpPr/>
            <p:nvPr/>
          </p:nvSpPr>
          <p:spPr>
            <a:xfrm>
              <a:off x="3561446" y="4506728"/>
              <a:ext cx="457200" cy="457200"/>
            </a:xfrm>
            <a:prstGeom prst="ellipse">
              <a:avLst/>
            </a:prstGeom>
            <a:noFill/>
            <a:ln w="19050">
              <a:solidFill>
                <a:schemeClr val="accent3">
                  <a:lumMod val="60000"/>
                  <a:lumOff val="4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0" name="CaixaDeTexto 39">
                  <a:extLst>
                    <a:ext uri="{FF2B5EF4-FFF2-40B4-BE49-F238E27FC236}">
                      <a16:creationId xmlns:a16="http://schemas.microsoft.com/office/drawing/2014/main" id="{D427B0C3-9EAA-D702-C501-973BC3C8B01A}"/>
                    </a:ext>
                  </a:extLst>
                </p:cNvPr>
                <p:cNvSpPr txBox="1"/>
                <p:nvPr/>
              </p:nvSpPr>
              <p:spPr>
                <a:xfrm>
                  <a:off x="3609267" y="4200397"/>
                  <a:ext cx="391326"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𝑝</m:t>
                            </m:r>
                          </m:sub>
                        </m:sSub>
                      </m:oMath>
                    </m:oMathPara>
                  </a14:m>
                  <a:endParaRPr lang="pt-BR" sz="1400"/>
                </a:p>
              </p:txBody>
            </p:sp>
          </mc:Choice>
          <mc:Fallback xmlns="">
            <p:sp>
              <p:nvSpPr>
                <p:cNvPr id="73" name="CaixaDeTexto 72">
                  <a:extLst>
                    <a:ext uri="{FF2B5EF4-FFF2-40B4-BE49-F238E27FC236}">
                      <a16:creationId xmlns:a16="http://schemas.microsoft.com/office/drawing/2014/main" id="{B807D31E-CB18-F074-8B5D-877C56597F55}"/>
                    </a:ext>
                  </a:extLst>
                </p:cNvPr>
                <p:cNvSpPr txBox="1">
                  <a:spLocks noRot="1" noChangeAspect="1" noMove="1" noResize="1" noEditPoints="1" noAdjustHandles="1" noChangeArrowheads="1" noChangeShapeType="1" noTextEdit="1"/>
                </p:cNvSpPr>
                <p:nvPr/>
              </p:nvSpPr>
              <p:spPr>
                <a:xfrm>
                  <a:off x="3609267" y="4200397"/>
                  <a:ext cx="391326" cy="324384"/>
                </a:xfrm>
                <a:prstGeom prst="rect">
                  <a:avLst/>
                </a:prstGeom>
                <a:blipFill>
                  <a:blip r:embed="rId11"/>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1" name="CaixaDeTexto 40">
                  <a:extLst>
                    <a:ext uri="{FF2B5EF4-FFF2-40B4-BE49-F238E27FC236}">
                      <a16:creationId xmlns:a16="http://schemas.microsoft.com/office/drawing/2014/main" id="{23B21975-DF13-2729-6E20-39E60D45AA6F}"/>
                    </a:ext>
                  </a:extLst>
                </p:cNvPr>
                <p:cNvSpPr txBox="1"/>
                <p:nvPr/>
              </p:nvSpPr>
              <p:spPr>
                <a:xfrm>
                  <a:off x="3578448" y="3459676"/>
                  <a:ext cx="39049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oMath>
                    </m:oMathPara>
                  </a14:m>
                  <a:endParaRPr lang="pt-BR" sz="1400"/>
                </a:p>
              </p:txBody>
            </p:sp>
          </mc:Choice>
          <mc:Fallback xmlns="">
            <p:sp>
              <p:nvSpPr>
                <p:cNvPr id="74" name="CaixaDeTexto 73">
                  <a:extLst>
                    <a:ext uri="{FF2B5EF4-FFF2-40B4-BE49-F238E27FC236}">
                      <a16:creationId xmlns:a16="http://schemas.microsoft.com/office/drawing/2014/main" id="{09CD786E-4EC1-7B63-220F-7E69DCE1B5AB}"/>
                    </a:ext>
                  </a:extLst>
                </p:cNvPr>
                <p:cNvSpPr txBox="1">
                  <a:spLocks noRot="1" noChangeAspect="1" noMove="1" noResize="1" noEditPoints="1" noAdjustHandles="1" noChangeArrowheads="1" noChangeShapeType="1" noTextEdit="1"/>
                </p:cNvSpPr>
                <p:nvPr/>
              </p:nvSpPr>
              <p:spPr>
                <a:xfrm>
                  <a:off x="3578448" y="3459676"/>
                  <a:ext cx="390492" cy="324384"/>
                </a:xfrm>
                <a:prstGeom prst="rect">
                  <a:avLst/>
                </a:prstGeom>
                <a:blipFill>
                  <a:blip r:embed="rId1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2" name="CaixaDeTexto 41">
                  <a:extLst>
                    <a:ext uri="{FF2B5EF4-FFF2-40B4-BE49-F238E27FC236}">
                      <a16:creationId xmlns:a16="http://schemas.microsoft.com/office/drawing/2014/main" id="{DDE747F0-CE16-9A7D-CA12-D5797926EE24}"/>
                    </a:ext>
                  </a:extLst>
                </p:cNvPr>
                <p:cNvSpPr txBox="1"/>
                <p:nvPr/>
              </p:nvSpPr>
              <p:spPr>
                <a:xfrm>
                  <a:off x="3599513" y="3833065"/>
                  <a:ext cx="38106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𝑟</m:t>
                            </m:r>
                          </m:sub>
                        </m:sSub>
                      </m:oMath>
                    </m:oMathPara>
                  </a14:m>
                  <a:endParaRPr lang="pt-BR" sz="1400"/>
                </a:p>
              </p:txBody>
            </p:sp>
          </mc:Choice>
          <mc:Fallback xmlns="">
            <p:sp>
              <p:nvSpPr>
                <p:cNvPr id="75" name="CaixaDeTexto 74">
                  <a:extLst>
                    <a:ext uri="{FF2B5EF4-FFF2-40B4-BE49-F238E27FC236}">
                      <a16:creationId xmlns:a16="http://schemas.microsoft.com/office/drawing/2014/main" id="{EC2E5985-E80C-9F03-BCE4-798FADED5956}"/>
                    </a:ext>
                  </a:extLst>
                </p:cNvPr>
                <p:cNvSpPr txBox="1">
                  <a:spLocks noRot="1" noChangeAspect="1" noMove="1" noResize="1" noEditPoints="1" noAdjustHandles="1" noChangeArrowheads="1" noChangeShapeType="1" noTextEdit="1"/>
                </p:cNvSpPr>
                <p:nvPr/>
              </p:nvSpPr>
              <p:spPr>
                <a:xfrm>
                  <a:off x="3599513" y="3833065"/>
                  <a:ext cx="381066" cy="307777"/>
                </a:xfrm>
                <a:prstGeom prst="rect">
                  <a:avLst/>
                </a:prstGeom>
                <a:blipFill>
                  <a:blip r:embed="rId1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AA927E5D-D5E9-CC7A-7A3F-3DCAE1017C70}"/>
                    </a:ext>
                  </a:extLst>
                </p:cNvPr>
                <p:cNvSpPr txBox="1"/>
                <p:nvPr/>
              </p:nvSpPr>
              <p:spPr>
                <a:xfrm>
                  <a:off x="3194130" y="3086287"/>
                  <a:ext cx="1203663" cy="324384"/>
                </a:xfrm>
                <a:prstGeom prst="rect">
                  <a:avLst/>
                </a:prstGeom>
                <a:noFill/>
                <a:ln>
                  <a:solidFill>
                    <a:schemeClr val="accent1"/>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𝑁</m:t>
                            </m:r>
                          </m:e>
                          <m:sub>
                            <m:r>
                              <a:rPr lang="pt-BR" sz="1400" b="0" i="1" smtClean="0">
                                <a:latin typeface="Cambria Math" panose="02040503050406030204" pitchFamily="18" charset="0"/>
                              </a:rPr>
                              <m:t>𝑝</m:t>
                            </m:r>
                          </m:sub>
                        </m:sSub>
                        <m:r>
                          <a:rPr lang="pt-BR" sz="1400" b="0" i="1" smtClean="0">
                            <a:latin typeface="Cambria Math" panose="02040503050406030204" pitchFamily="18" charset="0"/>
                          </a:rPr>
                          <m:t>=</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𝑁</m:t>
                            </m:r>
                          </m:e>
                          <m:sub>
                            <m:r>
                              <a:rPr lang="pt-BR" sz="1400" b="0" i="1" smtClean="0">
                                <a:latin typeface="Cambria Math" panose="02040503050406030204" pitchFamily="18" charset="0"/>
                              </a:rPr>
                              <m:t>𝑞</m:t>
                            </m:r>
                          </m:sub>
                        </m:sSub>
                        <m:r>
                          <a:rPr lang="pt-BR" sz="1400" b="0" i="1" smtClean="0">
                            <a:latin typeface="Cambria Math" panose="02040503050406030204" pitchFamily="18" charset="0"/>
                          </a:rPr>
                          <m:t>=0</m:t>
                        </m:r>
                      </m:oMath>
                    </m:oMathPara>
                  </a14:m>
                  <a:endParaRPr lang="pt-BR" sz="1400"/>
                </a:p>
              </p:txBody>
            </p:sp>
          </mc:Choice>
          <mc:Fallback xmlns="">
            <p:sp>
              <p:nvSpPr>
                <p:cNvPr id="103" name="CaixaDeTexto 102">
                  <a:extLst>
                    <a:ext uri="{FF2B5EF4-FFF2-40B4-BE49-F238E27FC236}">
                      <a16:creationId xmlns:a16="http://schemas.microsoft.com/office/drawing/2014/main" id="{17A2A9A5-934F-2BF4-00C5-987D2514C70C}"/>
                    </a:ext>
                  </a:extLst>
                </p:cNvPr>
                <p:cNvSpPr txBox="1">
                  <a:spLocks noRot="1" noChangeAspect="1" noMove="1" noResize="1" noEditPoints="1" noAdjustHandles="1" noChangeArrowheads="1" noChangeShapeType="1" noTextEdit="1"/>
                </p:cNvSpPr>
                <p:nvPr/>
              </p:nvSpPr>
              <p:spPr>
                <a:xfrm>
                  <a:off x="3194130" y="3086287"/>
                  <a:ext cx="1203663" cy="324384"/>
                </a:xfrm>
                <a:prstGeom prst="rect">
                  <a:avLst/>
                </a:prstGeom>
                <a:blipFill>
                  <a:blip r:embed="rId14"/>
                  <a:stretch>
                    <a:fillRect/>
                  </a:stretch>
                </a:blipFill>
                <a:ln>
                  <a:solidFill>
                    <a:schemeClr val="accent1"/>
                  </a:solidFill>
                </a:ln>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46" name="CaixaDeTexto 45">
                <a:extLst>
                  <a:ext uri="{FF2B5EF4-FFF2-40B4-BE49-F238E27FC236}">
                    <a16:creationId xmlns:a16="http://schemas.microsoft.com/office/drawing/2014/main" id="{D42E810C-A8EC-019B-699B-546F998FF2B2}"/>
                  </a:ext>
                </a:extLst>
              </p:cNvPr>
              <p:cNvSpPr txBox="1"/>
              <p:nvPr/>
            </p:nvSpPr>
            <p:spPr>
              <a:xfrm>
                <a:off x="1103091" y="1890330"/>
                <a:ext cx="100086" cy="253916"/>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r>
                        <a:rPr lang="pt-BR" sz="1050" b="0" i="1" smtClean="0">
                          <a:latin typeface="Cambria Math" panose="02040503050406030204" pitchFamily="18" charset="0"/>
                        </a:rPr>
                        <m:t>𝑎</m:t>
                      </m:r>
                    </m:oMath>
                  </m:oMathPara>
                </a14:m>
                <a:endParaRPr lang="pt-BR" sz="1400"/>
              </a:p>
            </p:txBody>
          </p:sp>
        </mc:Choice>
        <mc:Fallback xmlns="">
          <p:sp>
            <p:nvSpPr>
              <p:cNvPr id="46" name="CaixaDeTexto 45">
                <a:extLst>
                  <a:ext uri="{FF2B5EF4-FFF2-40B4-BE49-F238E27FC236}">
                    <a16:creationId xmlns:a16="http://schemas.microsoft.com/office/drawing/2014/main" id="{D42E810C-A8EC-019B-699B-546F998FF2B2}"/>
                  </a:ext>
                </a:extLst>
              </p:cNvPr>
              <p:cNvSpPr txBox="1">
                <a:spLocks noRot="1" noChangeAspect="1" noMove="1" noResize="1" noEditPoints="1" noAdjustHandles="1" noChangeArrowheads="1" noChangeShapeType="1" noTextEdit="1"/>
              </p:cNvSpPr>
              <p:nvPr/>
            </p:nvSpPr>
            <p:spPr>
              <a:xfrm>
                <a:off x="1103091" y="1890330"/>
                <a:ext cx="100086" cy="253916"/>
              </a:xfrm>
              <a:prstGeom prst="rect">
                <a:avLst/>
              </a:prstGeom>
              <a:blipFill>
                <a:blip r:embed="rId15"/>
                <a:stretch>
                  <a:fillRect r="-62500"/>
                </a:stretch>
              </a:blipFill>
            </p:spPr>
            <p:txBody>
              <a:bodyPr/>
              <a:lstStyle/>
              <a:p>
                <a:r>
                  <a:rPr lang="pt-BR">
                    <a:noFill/>
                  </a:rPr>
                  <a:t> </a:t>
                </a:r>
              </a:p>
            </p:txBody>
          </p:sp>
        </mc:Fallback>
      </mc:AlternateContent>
      <p:cxnSp>
        <p:nvCxnSpPr>
          <p:cNvPr id="47" name="Conector de Seta Reta 46">
            <a:extLst>
              <a:ext uri="{FF2B5EF4-FFF2-40B4-BE49-F238E27FC236}">
                <a16:creationId xmlns:a16="http://schemas.microsoft.com/office/drawing/2014/main" id="{57F07546-33D3-4A64-FB87-C603113C0ACF}"/>
              </a:ext>
            </a:extLst>
          </p:cNvPr>
          <p:cNvCxnSpPr>
            <a:cxnSpLocks/>
          </p:cNvCxnSpPr>
          <p:nvPr/>
        </p:nvCxnSpPr>
        <p:spPr>
          <a:xfrm flipV="1">
            <a:off x="1209618" y="1949348"/>
            <a:ext cx="115841" cy="199069"/>
          </a:xfrm>
          <a:prstGeom prst="straightConnector1">
            <a:avLst/>
          </a:prstGeom>
          <a:ln w="635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8" name="CaixaDeTexto 47">
                <a:extLst>
                  <a:ext uri="{FF2B5EF4-FFF2-40B4-BE49-F238E27FC236}">
                    <a16:creationId xmlns:a16="http://schemas.microsoft.com/office/drawing/2014/main" id="{EE9197BF-1016-7D4E-37CE-518EFCD62C5E}"/>
                  </a:ext>
                </a:extLst>
              </p:cNvPr>
              <p:cNvSpPr txBox="1"/>
              <p:nvPr/>
            </p:nvSpPr>
            <p:spPr>
              <a:xfrm>
                <a:off x="1180466" y="1386878"/>
                <a:ext cx="382823" cy="2539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1050" b="0" i="1" smtClean="0">
                          <a:latin typeface="Cambria Math" panose="02040503050406030204" pitchFamily="18" charset="0"/>
                        </a:rPr>
                        <m:t>𝑏</m:t>
                      </m:r>
                    </m:oMath>
                  </m:oMathPara>
                </a14:m>
                <a:endParaRPr lang="pt-BR" sz="1400"/>
              </a:p>
            </p:txBody>
          </p:sp>
        </mc:Choice>
        <mc:Fallback xmlns="">
          <p:sp>
            <p:nvSpPr>
              <p:cNvPr id="48" name="CaixaDeTexto 47">
                <a:extLst>
                  <a:ext uri="{FF2B5EF4-FFF2-40B4-BE49-F238E27FC236}">
                    <a16:creationId xmlns:a16="http://schemas.microsoft.com/office/drawing/2014/main" id="{EE9197BF-1016-7D4E-37CE-518EFCD62C5E}"/>
                  </a:ext>
                </a:extLst>
              </p:cNvPr>
              <p:cNvSpPr txBox="1">
                <a:spLocks noRot="1" noChangeAspect="1" noMove="1" noResize="1" noEditPoints="1" noAdjustHandles="1" noChangeArrowheads="1" noChangeShapeType="1" noTextEdit="1"/>
              </p:cNvSpPr>
              <p:nvPr/>
            </p:nvSpPr>
            <p:spPr>
              <a:xfrm>
                <a:off x="1180466" y="1386878"/>
                <a:ext cx="382823" cy="253916"/>
              </a:xfrm>
              <a:prstGeom prst="rect">
                <a:avLst/>
              </a:prstGeom>
              <a:blipFill>
                <a:blip r:embed="rId16"/>
                <a:stretch>
                  <a:fillRect/>
                </a:stretch>
              </a:blipFill>
            </p:spPr>
            <p:txBody>
              <a:bodyPr/>
              <a:lstStyle/>
              <a:p>
                <a:r>
                  <a:rPr lang="pt-BR">
                    <a:noFill/>
                  </a:rPr>
                  <a:t> </a:t>
                </a:r>
              </a:p>
            </p:txBody>
          </p:sp>
        </mc:Fallback>
      </mc:AlternateContent>
      <p:cxnSp>
        <p:nvCxnSpPr>
          <p:cNvPr id="49" name="Conector de Seta Reta 48">
            <a:extLst>
              <a:ext uri="{FF2B5EF4-FFF2-40B4-BE49-F238E27FC236}">
                <a16:creationId xmlns:a16="http://schemas.microsoft.com/office/drawing/2014/main" id="{16F2F07F-DFC9-0D50-CC10-D7AF5A52030A}"/>
              </a:ext>
            </a:extLst>
          </p:cNvPr>
          <p:cNvCxnSpPr>
            <a:cxnSpLocks/>
          </p:cNvCxnSpPr>
          <p:nvPr/>
        </p:nvCxnSpPr>
        <p:spPr>
          <a:xfrm flipV="1">
            <a:off x="1212157" y="1642548"/>
            <a:ext cx="291835" cy="503450"/>
          </a:xfrm>
          <a:prstGeom prst="straightConnector1">
            <a:avLst/>
          </a:prstGeom>
          <a:ln w="635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0" name="CaixaDeTexto 49">
                <a:extLst>
                  <a:ext uri="{FF2B5EF4-FFF2-40B4-BE49-F238E27FC236}">
                    <a16:creationId xmlns:a16="http://schemas.microsoft.com/office/drawing/2014/main" id="{22EF2D45-C6D0-86EC-F762-2E14E208B59E}"/>
                  </a:ext>
                </a:extLst>
              </p:cNvPr>
              <p:cNvSpPr txBox="1"/>
              <p:nvPr/>
            </p:nvSpPr>
            <p:spPr>
              <a:xfrm>
                <a:off x="1129513" y="1636624"/>
                <a:ext cx="298815" cy="2539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1050" b="0" i="1" smtClean="0">
                          <a:latin typeface="Cambria Math" panose="02040503050406030204" pitchFamily="18" charset="0"/>
                        </a:rPr>
                        <m:t>𝑐</m:t>
                      </m:r>
                    </m:oMath>
                  </m:oMathPara>
                </a14:m>
                <a:endParaRPr lang="pt-BR" sz="1200"/>
              </a:p>
            </p:txBody>
          </p:sp>
        </mc:Choice>
        <mc:Fallback xmlns="">
          <p:sp>
            <p:nvSpPr>
              <p:cNvPr id="50" name="CaixaDeTexto 49">
                <a:extLst>
                  <a:ext uri="{FF2B5EF4-FFF2-40B4-BE49-F238E27FC236}">
                    <a16:creationId xmlns:a16="http://schemas.microsoft.com/office/drawing/2014/main" id="{22EF2D45-C6D0-86EC-F762-2E14E208B59E}"/>
                  </a:ext>
                </a:extLst>
              </p:cNvPr>
              <p:cNvSpPr txBox="1">
                <a:spLocks noRot="1" noChangeAspect="1" noMove="1" noResize="1" noEditPoints="1" noAdjustHandles="1" noChangeArrowheads="1" noChangeShapeType="1" noTextEdit="1"/>
              </p:cNvSpPr>
              <p:nvPr/>
            </p:nvSpPr>
            <p:spPr>
              <a:xfrm>
                <a:off x="1129513" y="1636624"/>
                <a:ext cx="298815" cy="253916"/>
              </a:xfrm>
              <a:prstGeom prst="rect">
                <a:avLst/>
              </a:prstGeom>
              <a:blipFill>
                <a:blip r:embed="rId17"/>
                <a:stretch>
                  <a:fillRect/>
                </a:stretch>
              </a:blipFill>
            </p:spPr>
            <p:txBody>
              <a:bodyPr/>
              <a:lstStyle/>
              <a:p>
                <a:r>
                  <a:rPr lang="pt-BR">
                    <a:noFill/>
                  </a:rPr>
                  <a:t> </a:t>
                </a:r>
              </a:p>
            </p:txBody>
          </p:sp>
        </mc:Fallback>
      </mc:AlternateContent>
      <p:cxnSp>
        <p:nvCxnSpPr>
          <p:cNvPr id="51" name="Conector de Seta Reta 50">
            <a:extLst>
              <a:ext uri="{FF2B5EF4-FFF2-40B4-BE49-F238E27FC236}">
                <a16:creationId xmlns:a16="http://schemas.microsoft.com/office/drawing/2014/main" id="{BED1B153-566E-F9D7-F09D-8D5FFC142EBD}"/>
              </a:ext>
            </a:extLst>
          </p:cNvPr>
          <p:cNvCxnSpPr>
            <a:cxnSpLocks/>
          </p:cNvCxnSpPr>
          <p:nvPr/>
        </p:nvCxnSpPr>
        <p:spPr>
          <a:xfrm flipV="1">
            <a:off x="1204064" y="1517297"/>
            <a:ext cx="373604" cy="628703"/>
          </a:xfrm>
          <a:prstGeom prst="straightConnector1">
            <a:avLst/>
          </a:prstGeom>
          <a:ln w="635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2" name="CaixaDeTexto 51">
                <a:extLst>
                  <a:ext uri="{FF2B5EF4-FFF2-40B4-BE49-F238E27FC236}">
                    <a16:creationId xmlns:a16="http://schemas.microsoft.com/office/drawing/2014/main" id="{479AF1D6-BDD6-882E-C2A7-CC9AA5C3ED32}"/>
                  </a:ext>
                </a:extLst>
              </p:cNvPr>
              <p:cNvSpPr txBox="1"/>
              <p:nvPr/>
            </p:nvSpPr>
            <p:spPr>
              <a:xfrm>
                <a:off x="998823" y="2196172"/>
                <a:ext cx="453407" cy="230832"/>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r>
                        <a:rPr lang="pt-BR" sz="900" b="0" i="1" smtClean="0">
                          <a:latin typeface="Cambria Math" panose="02040503050406030204" pitchFamily="18" charset="0"/>
                        </a:rPr>
                        <m:t>𝑐𝑜𝑟𝑒</m:t>
                      </m:r>
                    </m:oMath>
                  </m:oMathPara>
                </a14:m>
                <a:endParaRPr lang="pt-BR" sz="1400"/>
              </a:p>
            </p:txBody>
          </p:sp>
        </mc:Choice>
        <mc:Fallback xmlns="">
          <p:sp>
            <p:nvSpPr>
              <p:cNvPr id="52" name="CaixaDeTexto 51">
                <a:extLst>
                  <a:ext uri="{FF2B5EF4-FFF2-40B4-BE49-F238E27FC236}">
                    <a16:creationId xmlns:a16="http://schemas.microsoft.com/office/drawing/2014/main" id="{479AF1D6-BDD6-882E-C2A7-CC9AA5C3ED32}"/>
                  </a:ext>
                </a:extLst>
              </p:cNvPr>
              <p:cNvSpPr txBox="1">
                <a:spLocks noRot="1" noChangeAspect="1" noMove="1" noResize="1" noEditPoints="1" noAdjustHandles="1" noChangeArrowheads="1" noChangeShapeType="1" noTextEdit="1"/>
              </p:cNvSpPr>
              <p:nvPr/>
            </p:nvSpPr>
            <p:spPr>
              <a:xfrm>
                <a:off x="998823" y="2196172"/>
                <a:ext cx="453407" cy="230832"/>
              </a:xfrm>
              <a:prstGeom prst="rect">
                <a:avLst/>
              </a:prstGeom>
              <a:blipFill>
                <a:blip r:embed="rId1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3" name="CaixaDeTexto 52">
                <a:extLst>
                  <a:ext uri="{FF2B5EF4-FFF2-40B4-BE49-F238E27FC236}">
                    <a16:creationId xmlns:a16="http://schemas.microsoft.com/office/drawing/2014/main" id="{0CDA2268-204C-889B-FBA9-F7859D00597D}"/>
                  </a:ext>
                </a:extLst>
              </p:cNvPr>
              <p:cNvSpPr txBox="1"/>
              <p:nvPr/>
            </p:nvSpPr>
            <p:spPr>
              <a:xfrm>
                <a:off x="947582" y="2703726"/>
                <a:ext cx="453407" cy="230832"/>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r>
                        <a:rPr lang="pt-BR" sz="900" b="0" i="1" smtClean="0">
                          <a:latin typeface="Cambria Math" panose="02040503050406030204" pitchFamily="18" charset="0"/>
                        </a:rPr>
                        <m:t>𝑠h𝑒𝑎𝑡h</m:t>
                      </m:r>
                    </m:oMath>
                  </m:oMathPara>
                </a14:m>
                <a:endParaRPr lang="pt-BR" sz="1400"/>
              </a:p>
            </p:txBody>
          </p:sp>
        </mc:Choice>
        <mc:Fallback xmlns="">
          <p:sp>
            <p:nvSpPr>
              <p:cNvPr id="53" name="CaixaDeTexto 52">
                <a:extLst>
                  <a:ext uri="{FF2B5EF4-FFF2-40B4-BE49-F238E27FC236}">
                    <a16:creationId xmlns:a16="http://schemas.microsoft.com/office/drawing/2014/main" id="{0CDA2268-204C-889B-FBA9-F7859D00597D}"/>
                  </a:ext>
                </a:extLst>
              </p:cNvPr>
              <p:cNvSpPr txBox="1">
                <a:spLocks noRot="1" noChangeAspect="1" noMove="1" noResize="1" noEditPoints="1" noAdjustHandles="1" noChangeArrowheads="1" noChangeShapeType="1" noTextEdit="1"/>
              </p:cNvSpPr>
              <p:nvPr/>
            </p:nvSpPr>
            <p:spPr>
              <a:xfrm>
                <a:off x="947582" y="2703726"/>
                <a:ext cx="453407" cy="230832"/>
              </a:xfrm>
              <a:prstGeom prst="rect">
                <a:avLst/>
              </a:prstGeom>
              <a:blipFill>
                <a:blip r:embed="rId19"/>
                <a:stretch>
                  <a:fillRect r="-6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4" name="CaixaDeTexto 53">
                <a:extLst>
                  <a:ext uri="{FF2B5EF4-FFF2-40B4-BE49-F238E27FC236}">
                    <a16:creationId xmlns:a16="http://schemas.microsoft.com/office/drawing/2014/main" id="{AE686639-DC89-CE6D-A816-4CE2C36BD0EE}"/>
                  </a:ext>
                </a:extLst>
              </p:cNvPr>
              <p:cNvSpPr txBox="1"/>
              <p:nvPr/>
            </p:nvSpPr>
            <p:spPr>
              <a:xfrm>
                <a:off x="2422973" y="4965564"/>
                <a:ext cx="116820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r>
                        <a:rPr lang="pt-BR" sz="1400" b="0" i="1" smtClean="0">
                          <a:latin typeface="Cambria Math" panose="02040503050406030204" pitchFamily="18" charset="0"/>
                        </a:rPr>
                        <m:t>=44 </m:t>
                      </m:r>
                      <m:r>
                        <a:rPr lang="pt-BR" sz="1400" b="0" i="1" smtClean="0">
                          <a:latin typeface="Cambria Math" panose="02040503050406030204" pitchFamily="18" charset="0"/>
                        </a:rPr>
                        <m:t>𝑚𝑚</m:t>
                      </m:r>
                    </m:oMath>
                  </m:oMathPara>
                </a14:m>
                <a:endParaRPr lang="pt-BR" sz="1400"/>
              </a:p>
            </p:txBody>
          </p:sp>
        </mc:Choice>
        <mc:Fallback xmlns="">
          <p:sp>
            <p:nvSpPr>
              <p:cNvPr id="54" name="CaixaDeTexto 53">
                <a:extLst>
                  <a:ext uri="{FF2B5EF4-FFF2-40B4-BE49-F238E27FC236}">
                    <a16:creationId xmlns:a16="http://schemas.microsoft.com/office/drawing/2014/main" id="{AE686639-DC89-CE6D-A816-4CE2C36BD0EE}"/>
                  </a:ext>
                </a:extLst>
              </p:cNvPr>
              <p:cNvSpPr txBox="1">
                <a:spLocks noRot="1" noChangeAspect="1" noMove="1" noResize="1" noEditPoints="1" noAdjustHandles="1" noChangeArrowheads="1" noChangeShapeType="1" noTextEdit="1"/>
              </p:cNvSpPr>
              <p:nvPr/>
            </p:nvSpPr>
            <p:spPr>
              <a:xfrm>
                <a:off x="2422973" y="4965564"/>
                <a:ext cx="1168205" cy="324384"/>
              </a:xfrm>
              <a:prstGeom prst="rect">
                <a:avLst/>
              </a:prstGeom>
              <a:blipFill>
                <a:blip r:embed="rId2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5" name="CaixaDeTexto 54">
                <a:extLst>
                  <a:ext uri="{FF2B5EF4-FFF2-40B4-BE49-F238E27FC236}">
                    <a16:creationId xmlns:a16="http://schemas.microsoft.com/office/drawing/2014/main" id="{8D69EB1F-EB3A-2547-47F0-2AA54DE36DF1}"/>
                  </a:ext>
                </a:extLst>
              </p:cNvPr>
              <p:cNvSpPr txBox="1"/>
              <p:nvPr/>
            </p:nvSpPr>
            <p:spPr>
              <a:xfrm>
                <a:off x="2406682" y="4590154"/>
                <a:ext cx="1169038"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𝑝</m:t>
                          </m:r>
                        </m:sub>
                      </m:sSub>
                      <m:r>
                        <a:rPr lang="pt-BR" sz="1400" b="0" i="1" smtClean="0">
                          <a:latin typeface="Cambria Math" panose="02040503050406030204" pitchFamily="18" charset="0"/>
                        </a:rPr>
                        <m:t>=22 </m:t>
                      </m:r>
                      <m:r>
                        <a:rPr lang="pt-BR" sz="1400" b="0" i="1" smtClean="0">
                          <a:latin typeface="Cambria Math" panose="02040503050406030204" pitchFamily="18" charset="0"/>
                        </a:rPr>
                        <m:t>𝑚𝑚</m:t>
                      </m:r>
                    </m:oMath>
                  </m:oMathPara>
                </a14:m>
                <a:endParaRPr lang="pt-BR" sz="1400"/>
              </a:p>
            </p:txBody>
          </p:sp>
        </mc:Choice>
        <mc:Fallback xmlns="">
          <p:sp>
            <p:nvSpPr>
              <p:cNvPr id="55" name="CaixaDeTexto 54">
                <a:extLst>
                  <a:ext uri="{FF2B5EF4-FFF2-40B4-BE49-F238E27FC236}">
                    <a16:creationId xmlns:a16="http://schemas.microsoft.com/office/drawing/2014/main" id="{8D69EB1F-EB3A-2547-47F0-2AA54DE36DF1}"/>
                  </a:ext>
                </a:extLst>
              </p:cNvPr>
              <p:cNvSpPr txBox="1">
                <a:spLocks noRot="1" noChangeAspect="1" noMove="1" noResize="1" noEditPoints="1" noAdjustHandles="1" noChangeArrowheads="1" noChangeShapeType="1" noTextEdit="1"/>
              </p:cNvSpPr>
              <p:nvPr/>
            </p:nvSpPr>
            <p:spPr>
              <a:xfrm>
                <a:off x="2406682" y="4590154"/>
                <a:ext cx="1169038" cy="324384"/>
              </a:xfrm>
              <a:prstGeom prst="rect">
                <a:avLst/>
              </a:prstGeom>
              <a:blipFill>
                <a:blip r:embed="rId21"/>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6" name="CaixaDeTexto 55">
                <a:extLst>
                  <a:ext uri="{FF2B5EF4-FFF2-40B4-BE49-F238E27FC236}">
                    <a16:creationId xmlns:a16="http://schemas.microsoft.com/office/drawing/2014/main" id="{43DDC3C0-8B67-3651-236B-55C14DBCF08A}"/>
                  </a:ext>
                </a:extLst>
              </p:cNvPr>
              <p:cNvSpPr txBox="1"/>
              <p:nvPr/>
            </p:nvSpPr>
            <p:spPr>
              <a:xfrm>
                <a:off x="2443562" y="5372868"/>
                <a:ext cx="1335109"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latin typeface="Cambria Math" panose="02040503050406030204" pitchFamily="18" charset="0"/>
                            </a:rPr>
                          </m:ctrlPr>
                        </m:sSubPr>
                        <m:e>
                          <m:r>
                            <a:rPr lang="pt-BR" sz="1400" i="1" smtClean="0">
                              <a:latin typeface="Cambria Math" panose="02040503050406030204" pitchFamily="18" charset="0"/>
                            </a:rPr>
                            <m:t>𝑐</m:t>
                          </m:r>
                        </m:e>
                        <m:sub>
                          <m:r>
                            <a:rPr lang="pt-BR" sz="1400" b="0" i="1" smtClean="0">
                              <a:latin typeface="Cambria Math" panose="02040503050406030204" pitchFamily="18" charset="0"/>
                            </a:rPr>
                            <m:t>𝑟</m:t>
                          </m:r>
                        </m:sub>
                      </m:sSub>
                      <m:r>
                        <a:rPr lang="pt-BR" sz="1400" i="1" smtClean="0">
                          <a:latin typeface="Cambria Math" panose="02040503050406030204" pitchFamily="18" charset="0"/>
                        </a:rPr>
                        <m:t>= 39,5 </m:t>
                      </m:r>
                      <m:r>
                        <a:rPr lang="pt-BR" sz="1400" i="1" smtClean="0">
                          <a:latin typeface="Cambria Math" panose="02040503050406030204" pitchFamily="18" charset="0"/>
                        </a:rPr>
                        <m:t>𝑚𝑚</m:t>
                      </m:r>
                    </m:oMath>
                  </m:oMathPara>
                </a14:m>
                <a:endParaRPr lang="pt-BR" sz="1400"/>
              </a:p>
            </p:txBody>
          </p:sp>
        </mc:Choice>
        <mc:Fallback xmlns="">
          <p:sp>
            <p:nvSpPr>
              <p:cNvPr id="56" name="CaixaDeTexto 55">
                <a:extLst>
                  <a:ext uri="{FF2B5EF4-FFF2-40B4-BE49-F238E27FC236}">
                    <a16:creationId xmlns:a16="http://schemas.microsoft.com/office/drawing/2014/main" id="{43DDC3C0-8B67-3651-236B-55C14DBCF08A}"/>
                  </a:ext>
                </a:extLst>
              </p:cNvPr>
              <p:cNvSpPr txBox="1">
                <a:spLocks noRot="1" noChangeAspect="1" noMove="1" noResize="1" noEditPoints="1" noAdjustHandles="1" noChangeArrowheads="1" noChangeShapeType="1" noTextEdit="1"/>
              </p:cNvSpPr>
              <p:nvPr/>
            </p:nvSpPr>
            <p:spPr>
              <a:xfrm>
                <a:off x="2443562" y="5372868"/>
                <a:ext cx="1335109" cy="307777"/>
              </a:xfrm>
              <a:prstGeom prst="rect">
                <a:avLst/>
              </a:prstGeom>
              <a:blipFill>
                <a:blip r:embed="rId22"/>
                <a:stretch>
                  <a:fillRect/>
                </a:stretch>
              </a:blipFill>
            </p:spPr>
            <p:txBody>
              <a:bodyPr/>
              <a:lstStyle/>
              <a:p>
                <a:r>
                  <a:rPr lang="pt-BR">
                    <a:noFill/>
                  </a:rPr>
                  <a:t> </a:t>
                </a:r>
              </a:p>
            </p:txBody>
          </p:sp>
        </mc:Fallback>
      </mc:AlternateContent>
      <p:sp>
        <p:nvSpPr>
          <p:cNvPr id="57" name="Chave Esquerda 56">
            <a:extLst>
              <a:ext uri="{FF2B5EF4-FFF2-40B4-BE49-F238E27FC236}">
                <a16:creationId xmlns:a16="http://schemas.microsoft.com/office/drawing/2014/main" id="{27161F76-D9DA-ED16-56FF-CA1BE42286D1}"/>
              </a:ext>
            </a:extLst>
          </p:cNvPr>
          <p:cNvSpPr/>
          <p:nvPr/>
        </p:nvSpPr>
        <p:spPr>
          <a:xfrm>
            <a:off x="2326855" y="4711663"/>
            <a:ext cx="155448" cy="91440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58" name="CaixaDeTexto 57">
                <a:extLst>
                  <a:ext uri="{FF2B5EF4-FFF2-40B4-BE49-F238E27FC236}">
                    <a16:creationId xmlns:a16="http://schemas.microsoft.com/office/drawing/2014/main" id="{79B3FC20-1C02-838D-254C-A885953DF46E}"/>
                  </a:ext>
                </a:extLst>
              </p:cNvPr>
              <p:cNvSpPr txBox="1"/>
              <p:nvPr/>
            </p:nvSpPr>
            <p:spPr>
              <a:xfrm>
                <a:off x="6079268" y="1918146"/>
                <a:ext cx="5201307" cy="1228798"/>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left"/>
                    </m:oMathParaPr>
                    <m:oMath xmlns:m="http://schemas.openxmlformats.org/officeDocument/2006/math">
                      <m:r>
                        <a:rPr lang="pt-BR" i="1" smtClean="0">
                          <a:latin typeface="Cambria Math" panose="02040503050406030204" pitchFamily="18" charset="0"/>
                          <a:ea typeface="Cambria Math" panose="02040503050406030204" pitchFamily="18" charset="0"/>
                        </a:rPr>
                        <m:t>𝔾</m:t>
                      </m:r>
                      <m:r>
                        <a:rPr lang="pt-BR">
                          <a:latin typeface="Cambria Math" panose="02040503050406030204" pitchFamily="18" charset="0"/>
                        </a:rPr>
                        <m:t>=</m:t>
                      </m:r>
                      <m:d>
                        <m:dPr>
                          <m:begChr m:val="["/>
                          <m:endChr m:val="]"/>
                          <m:ctrlPr>
                            <a:rPr lang="pt-BR" b="0" i="1" smtClean="0">
                              <a:latin typeface="Cambria Math" panose="02040503050406030204" pitchFamily="18" charset="0"/>
                            </a:rPr>
                          </m:ctrlPr>
                        </m:dPr>
                        <m:e>
                          <m:m>
                            <m:mPr>
                              <m:mcs>
                                <m:mc>
                                  <m:mcPr>
                                    <m:count m:val="1"/>
                                    <m:mcJc m:val="center"/>
                                  </m:mcPr>
                                </m:mc>
                              </m:mcs>
                              <m:ctrlPr>
                                <a:rPr lang="pt-BR" b="0" i="1" smtClean="0">
                                  <a:latin typeface="Cambria Math" panose="02040503050406030204" pitchFamily="18" charset="0"/>
                                </a:rPr>
                              </m:ctrlPr>
                            </m:mPr>
                            <m:mr>
                              <m:e>
                                <m:eqArr>
                                  <m:eqArrPr>
                                    <m:ctrlPr>
                                      <a:rPr lang="pt-BR" b="0" i="1" smtClean="0">
                                        <a:latin typeface="Cambria Math" panose="02040503050406030204" pitchFamily="18" charset="0"/>
                                      </a:rPr>
                                    </m:ctrlPr>
                                  </m:eqArrPr>
                                  <m:e/>
                                  <m:e/>
                                  <m:e/>
                                </m:eqArr>
                              </m:e>
                            </m:mr>
                            <m:mr>
                              <m:e/>
                            </m:mr>
                            <m:mr>
                              <m:e/>
                            </m:mr>
                          </m:m>
                          <m:m>
                            <m:mPr>
                              <m:mcs>
                                <m:mc>
                                  <m:mcPr>
                                    <m:count m:val="1"/>
                                    <m:mcJc m:val="center"/>
                                  </m:mcPr>
                                </m:mc>
                              </m:mcs>
                              <m:ctrlPr>
                                <a:rPr lang="pt-BR" b="0" i="1" smtClean="0">
                                  <a:latin typeface="Cambria Math" panose="02040503050406030204" pitchFamily="18" charset="0"/>
                                </a:rPr>
                              </m:ctrlPr>
                            </m:mPr>
                            <m:mr>
                              <m:e>
                                <m:eqArr>
                                  <m:eqArrPr>
                                    <m:ctrlPr>
                                      <a:rPr lang="pt-BR" b="0" i="1" smtClean="0">
                                        <a:latin typeface="Cambria Math" panose="02040503050406030204" pitchFamily="18" charset="0"/>
                                      </a:rPr>
                                    </m:ctrlPr>
                                  </m:eqArrPr>
                                  <m:e>
                                    <m:r>
                                      <a:rPr lang="pt-BR" i="1">
                                        <a:latin typeface="Cambria Math" panose="02040503050406030204" pitchFamily="18" charset="0"/>
                                      </a:rPr>
                                      <m:t>−</m:t>
                                    </m:r>
                                    <m:r>
                                      <a:rPr lang="pt-BR">
                                        <a:latin typeface="Cambria Math" panose="02040503050406030204" pitchFamily="18" charset="0"/>
                                      </a:rPr>
                                      <m:t>0.6074487</m:t>
                                    </m:r>
                                  </m:e>
                                  <m:e/>
                                  <m:e>
                                    <m:r>
                                      <a:rPr lang="pt-BR" i="1" smtClean="0">
                                        <a:solidFill>
                                          <a:schemeClr val="bg1">
                                            <a:lumMod val="50000"/>
                                          </a:schemeClr>
                                        </a:solidFill>
                                        <a:latin typeface="Cambria Math" panose="02040503050406030204" pitchFamily="18" charset="0"/>
                                      </a:rPr>
                                      <m:t>−0.5143020</m:t>
                                    </m:r>
                                  </m:e>
                                </m:eqArr>
                              </m:e>
                            </m:mr>
                            <m:mr>
                              <m:e/>
                            </m:mr>
                            <m:mr>
                              <m:e>
                                <m:r>
                                  <a:rPr lang="pt-BR" i="1" smtClean="0">
                                    <a:solidFill>
                                      <a:schemeClr val="accent5">
                                        <a:lumMod val="50000"/>
                                      </a:schemeClr>
                                    </a:solidFill>
                                    <a:latin typeface="Cambria Math" panose="02040503050406030204" pitchFamily="18" charset="0"/>
                                  </a:rPr>
                                  <m:t>−0.4971309</m:t>
                                </m:r>
                              </m:e>
                            </m:mr>
                          </m:m>
                          <m:m>
                            <m:mPr>
                              <m:mcs>
                                <m:mc>
                                  <m:mcPr>
                                    <m:count m:val="1"/>
                                    <m:mcJc m:val="center"/>
                                  </m:mcPr>
                                </m:mc>
                              </m:mcs>
                              <m:ctrlPr>
                                <a:rPr lang="pt-BR" b="0" i="1" smtClean="0">
                                  <a:latin typeface="Cambria Math" panose="02040503050406030204" pitchFamily="18" charset="0"/>
                                </a:rPr>
                              </m:ctrlPr>
                            </m:mPr>
                            <m:mr>
                              <m:e>
                                <m:eqArr>
                                  <m:eqArrPr>
                                    <m:ctrlPr>
                                      <a:rPr lang="pt-BR" b="0" i="1" smtClean="0">
                                        <a:latin typeface="Cambria Math" panose="02040503050406030204" pitchFamily="18" charset="0"/>
                                      </a:rPr>
                                    </m:ctrlPr>
                                  </m:eqArrPr>
                                  <m:e/>
                                  <m:e/>
                                  <m:e/>
                                </m:eqArr>
                              </m:e>
                            </m:mr>
                            <m:mr>
                              <m:e/>
                            </m:mr>
                            <m:mr>
                              <m:e/>
                            </m:mr>
                          </m:m>
                          <m:m>
                            <m:mPr>
                              <m:mcs>
                                <m:mc>
                                  <m:mcPr>
                                    <m:count m:val="1"/>
                                    <m:mcJc m:val="center"/>
                                  </m:mcPr>
                                </m:mc>
                              </m:mcs>
                              <m:ctrlPr>
                                <a:rPr lang="pt-BR" b="0" i="1" smtClean="0">
                                  <a:latin typeface="Cambria Math" panose="02040503050406030204" pitchFamily="18" charset="0"/>
                                </a:rPr>
                              </m:ctrlPr>
                            </m:mPr>
                            <m:mr>
                              <m:e>
                                <m:eqArr>
                                  <m:eqArrPr>
                                    <m:ctrlPr>
                                      <a:rPr lang="pt-BR" b="0" i="1" smtClean="0">
                                        <a:latin typeface="Cambria Math" panose="02040503050406030204" pitchFamily="18" charset="0"/>
                                      </a:rPr>
                                    </m:ctrlPr>
                                  </m:eqArrPr>
                                  <m:e>
                                    <m:r>
                                      <a:rPr lang="pt-BR" i="1" smtClean="0">
                                        <a:solidFill>
                                          <a:schemeClr val="bg1">
                                            <a:lumMod val="50000"/>
                                          </a:schemeClr>
                                        </a:solidFill>
                                        <a:latin typeface="Cambria Math" panose="02040503050406030204" pitchFamily="18" charset="0"/>
                                      </a:rPr>
                                      <m:t>−0.5143020</m:t>
                                    </m:r>
                                  </m:e>
                                  <m:e/>
                                  <m:e>
                                    <m:r>
                                      <a:rPr lang="pt-BR" i="1">
                                        <a:latin typeface="Cambria Math" panose="02040503050406030204" pitchFamily="18" charset="0"/>
                                      </a:rPr>
                                      <m:t>−0.5143020</m:t>
                                    </m:r>
                                  </m:e>
                                </m:eqArr>
                              </m:e>
                            </m:mr>
                            <m:mr>
                              <m:e/>
                            </m:mr>
                            <m:mr>
                              <m:e>
                                <m:r>
                                  <a:rPr lang="pt-BR" i="1" smtClean="0">
                                    <a:solidFill>
                                      <a:schemeClr val="tx2">
                                        <a:lumMod val="90000"/>
                                        <a:lumOff val="10000"/>
                                      </a:schemeClr>
                                    </a:solidFill>
                                    <a:latin typeface="Cambria Math" panose="02040503050406030204" pitchFamily="18" charset="0"/>
                                  </a:rPr>
                                  <m:t>−0.4971309</m:t>
                                </m:r>
                              </m:e>
                            </m:mr>
                          </m:m>
                          <m:m>
                            <m:mPr>
                              <m:mcs>
                                <m:mc>
                                  <m:mcPr>
                                    <m:count m:val="1"/>
                                    <m:mcJc m:val="center"/>
                                  </m:mcPr>
                                </m:mc>
                              </m:mcs>
                              <m:ctrlPr>
                                <a:rPr lang="pt-BR" b="0" i="1" smtClean="0">
                                  <a:latin typeface="Cambria Math" panose="02040503050406030204" pitchFamily="18" charset="0"/>
                                </a:rPr>
                              </m:ctrlPr>
                            </m:mPr>
                            <m:mr>
                              <m:e>
                                <m:eqArr>
                                  <m:eqArrPr>
                                    <m:ctrlPr>
                                      <a:rPr lang="pt-BR" b="0" i="1" smtClean="0">
                                        <a:latin typeface="Cambria Math" panose="02040503050406030204" pitchFamily="18" charset="0"/>
                                      </a:rPr>
                                    </m:ctrlPr>
                                  </m:eqArrPr>
                                  <m:e/>
                                  <m:e/>
                                  <m:e/>
                                </m:eqArr>
                              </m:e>
                            </m:mr>
                            <m:mr>
                              <m:e/>
                            </m:mr>
                            <m:mr>
                              <m:e/>
                            </m:mr>
                          </m:m>
                          <m:m>
                            <m:mPr>
                              <m:mcs>
                                <m:mc>
                                  <m:mcPr>
                                    <m:count m:val="1"/>
                                    <m:mcJc m:val="center"/>
                                  </m:mcPr>
                                </m:mc>
                              </m:mcs>
                              <m:ctrlPr>
                                <a:rPr lang="pt-BR" b="0" i="1" smtClean="0">
                                  <a:latin typeface="Cambria Math" panose="02040503050406030204" pitchFamily="18" charset="0"/>
                                </a:rPr>
                              </m:ctrlPr>
                            </m:mPr>
                            <m:mr>
                              <m:e>
                                <m:eqArr>
                                  <m:eqArrPr>
                                    <m:ctrlPr>
                                      <a:rPr lang="pt-BR" b="0" i="1" smtClean="0">
                                        <a:latin typeface="Cambria Math" panose="02040503050406030204" pitchFamily="18" charset="0"/>
                                      </a:rPr>
                                    </m:ctrlPr>
                                  </m:eqArrPr>
                                  <m:e>
                                    <m:r>
                                      <a:rPr lang="pt-BR" i="1" smtClean="0">
                                        <a:solidFill>
                                          <a:schemeClr val="accent5">
                                            <a:lumMod val="50000"/>
                                          </a:schemeClr>
                                        </a:solidFill>
                                        <a:latin typeface="Cambria Math" panose="02040503050406030204" pitchFamily="18" charset="0"/>
                                      </a:rPr>
                                      <m:t>−0.4971309</m:t>
                                    </m:r>
                                  </m:e>
                                  <m:e/>
                                  <m:e>
                                    <m:r>
                                      <a:rPr lang="pt-BR" i="1" smtClean="0">
                                        <a:solidFill>
                                          <a:schemeClr val="tx2">
                                            <a:lumMod val="90000"/>
                                            <a:lumOff val="10000"/>
                                          </a:schemeClr>
                                        </a:solidFill>
                                        <a:latin typeface="Cambria Math" panose="02040503050406030204" pitchFamily="18" charset="0"/>
                                      </a:rPr>
                                      <m:t>−0.4971309</m:t>
                                    </m:r>
                                  </m:e>
                                </m:eqArr>
                              </m:e>
                            </m:mr>
                            <m:mr>
                              <m:e/>
                            </m:mr>
                            <m:mr>
                              <m:e>
                                <m:r>
                                  <a:rPr lang="pt-BR" i="1">
                                    <a:latin typeface="Cambria Math" panose="02040503050406030204" pitchFamily="18" charset="0"/>
                                  </a:rPr>
                                  <m:t>−0.4971309</m:t>
                                </m:r>
                              </m:e>
                            </m:mr>
                          </m:m>
                          <m:m>
                            <m:mPr>
                              <m:mcs>
                                <m:mc>
                                  <m:mcPr>
                                    <m:count m:val="1"/>
                                    <m:mcJc m:val="center"/>
                                  </m:mcPr>
                                </m:mc>
                              </m:mcs>
                              <m:ctrlPr>
                                <a:rPr lang="pt-BR" b="0" i="1" smtClean="0">
                                  <a:latin typeface="Cambria Math" panose="02040503050406030204" pitchFamily="18" charset="0"/>
                                </a:rPr>
                              </m:ctrlPr>
                            </m:mPr>
                            <m:mr>
                              <m:e>
                                <m:eqArr>
                                  <m:eqArrPr>
                                    <m:ctrlPr>
                                      <a:rPr lang="pt-BR" b="0" i="1" smtClean="0">
                                        <a:latin typeface="Cambria Math" panose="02040503050406030204" pitchFamily="18" charset="0"/>
                                      </a:rPr>
                                    </m:ctrlPr>
                                  </m:eqArrPr>
                                  <m:e/>
                                  <m:e/>
                                  <m:e/>
                                </m:eqArr>
                              </m:e>
                            </m:mr>
                            <m:mr>
                              <m:e/>
                            </m:mr>
                            <m:mr>
                              <m:e/>
                            </m:mr>
                          </m:m>
                        </m:e>
                      </m:d>
                      <m:r>
                        <a:rPr lang="pt-BR" b="0" i="1" smtClean="0">
                          <a:latin typeface="Cambria Math" panose="02040503050406030204" pitchFamily="18" charset="0"/>
                        </a:rPr>
                        <m:t> </m:t>
                      </m:r>
                    </m:oMath>
                  </m:oMathPara>
                </a14:m>
                <a:endParaRPr lang="en-US"/>
              </a:p>
            </p:txBody>
          </p:sp>
        </mc:Choice>
        <mc:Fallback xmlns="">
          <p:sp>
            <p:nvSpPr>
              <p:cNvPr id="58" name="CaixaDeTexto 57">
                <a:extLst>
                  <a:ext uri="{FF2B5EF4-FFF2-40B4-BE49-F238E27FC236}">
                    <a16:creationId xmlns:a16="http://schemas.microsoft.com/office/drawing/2014/main" id="{79B3FC20-1C02-838D-254C-A885953DF46E}"/>
                  </a:ext>
                </a:extLst>
              </p:cNvPr>
              <p:cNvSpPr txBox="1">
                <a:spLocks noRot="1" noChangeAspect="1" noMove="1" noResize="1" noEditPoints="1" noAdjustHandles="1" noChangeArrowheads="1" noChangeShapeType="1" noTextEdit="1"/>
              </p:cNvSpPr>
              <p:nvPr/>
            </p:nvSpPr>
            <p:spPr>
              <a:xfrm>
                <a:off x="6079268" y="1918146"/>
                <a:ext cx="5201307" cy="1228798"/>
              </a:xfrm>
              <a:prstGeom prst="rect">
                <a:avLst/>
              </a:prstGeom>
              <a:blipFill>
                <a:blip r:embed="rId23"/>
                <a:stretch>
                  <a:fillRect/>
                </a:stretch>
              </a:blipFill>
            </p:spPr>
            <p:txBody>
              <a:bodyPr/>
              <a:lstStyle/>
              <a:p>
                <a:r>
                  <a:rPr lang="pt-BR">
                    <a:noFill/>
                  </a:rPr>
                  <a:t> </a:t>
                </a:r>
              </a:p>
            </p:txBody>
          </p:sp>
        </mc:Fallback>
      </mc:AlternateContent>
      <p:grpSp>
        <p:nvGrpSpPr>
          <p:cNvPr id="69" name="Agrupar 68">
            <a:extLst>
              <a:ext uri="{FF2B5EF4-FFF2-40B4-BE49-F238E27FC236}">
                <a16:creationId xmlns:a16="http://schemas.microsoft.com/office/drawing/2014/main" id="{5B1F544A-29FA-FF03-6A9A-A7DBE9C4F58D}"/>
              </a:ext>
            </a:extLst>
          </p:cNvPr>
          <p:cNvGrpSpPr/>
          <p:nvPr/>
        </p:nvGrpSpPr>
        <p:grpSpPr>
          <a:xfrm>
            <a:off x="7026808" y="1562567"/>
            <a:ext cx="3383253" cy="277000"/>
            <a:chOff x="7026808" y="1562567"/>
            <a:chExt cx="3383253" cy="277000"/>
          </a:xfrm>
        </p:grpSpPr>
        <mc:AlternateContent xmlns:mc="http://schemas.openxmlformats.org/markup-compatibility/2006" xmlns:a14="http://schemas.microsoft.com/office/drawing/2010/main">
          <mc:Choice Requires="a14">
            <p:sp>
              <p:nvSpPr>
                <p:cNvPr id="60" name="CaixaDeTexto 59">
                  <a:extLst>
                    <a:ext uri="{FF2B5EF4-FFF2-40B4-BE49-F238E27FC236}">
                      <a16:creationId xmlns:a16="http://schemas.microsoft.com/office/drawing/2014/main" id="{A2093502-7F00-8DED-2639-186BC8A55F85}"/>
                    </a:ext>
                  </a:extLst>
                </p:cNvPr>
                <p:cNvSpPr txBox="1"/>
                <p:nvPr/>
              </p:nvSpPr>
              <p:spPr>
                <a:xfrm>
                  <a:off x="7026808" y="1562567"/>
                  <a:ext cx="730671"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𝑝</m:t>
                        </m:r>
                        <m:r>
                          <a:rPr lang="pt-BR" sz="1200" b="0" i="1" smtClean="0">
                            <a:solidFill>
                              <a:schemeClr val="tx1"/>
                            </a:solidFill>
                            <a:latin typeface="Cambria Math" panose="02040503050406030204" pitchFamily="18" charset="0"/>
                          </a:rPr>
                          <m:t>)</m:t>
                        </m:r>
                      </m:oMath>
                    </m:oMathPara>
                  </a14:m>
                  <a:endParaRPr lang="pt-BR" sz="1200">
                    <a:solidFill>
                      <a:schemeClr val="tx1"/>
                    </a:solidFill>
                  </a:endParaRPr>
                </a:p>
              </p:txBody>
            </p:sp>
          </mc:Choice>
          <mc:Fallback xmlns="">
            <p:sp>
              <p:nvSpPr>
                <p:cNvPr id="60" name="CaixaDeTexto 59">
                  <a:extLst>
                    <a:ext uri="{FF2B5EF4-FFF2-40B4-BE49-F238E27FC236}">
                      <a16:creationId xmlns:a16="http://schemas.microsoft.com/office/drawing/2014/main" id="{A2093502-7F00-8DED-2639-186BC8A55F85}"/>
                    </a:ext>
                  </a:extLst>
                </p:cNvPr>
                <p:cNvSpPr txBox="1">
                  <a:spLocks noRot="1" noChangeAspect="1" noMove="1" noResize="1" noEditPoints="1" noAdjustHandles="1" noChangeArrowheads="1" noChangeShapeType="1" noTextEdit="1"/>
                </p:cNvSpPr>
                <p:nvPr/>
              </p:nvSpPr>
              <p:spPr>
                <a:xfrm>
                  <a:off x="7026808" y="1562567"/>
                  <a:ext cx="730671" cy="276999"/>
                </a:xfrm>
                <a:prstGeom prst="rect">
                  <a:avLst/>
                </a:prstGeom>
                <a:blipFill>
                  <a:blip r:embed="rId24"/>
                  <a:stretch>
                    <a:fillRect b="-652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1" name="CaixaDeTexto 60">
                  <a:extLst>
                    <a:ext uri="{FF2B5EF4-FFF2-40B4-BE49-F238E27FC236}">
                      <a16:creationId xmlns:a16="http://schemas.microsoft.com/office/drawing/2014/main" id="{06BB7480-E2AE-0390-CEF4-0E032E4A9EDB}"/>
                    </a:ext>
                  </a:extLst>
                </p:cNvPr>
                <p:cNvSpPr txBox="1"/>
                <p:nvPr/>
              </p:nvSpPr>
              <p:spPr>
                <a:xfrm>
                  <a:off x="8330700" y="1562568"/>
                  <a:ext cx="730671"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𝑟</m:t>
                        </m:r>
                        <m:r>
                          <a:rPr lang="pt-BR" sz="1200" b="0" i="1" smtClean="0">
                            <a:solidFill>
                              <a:schemeClr val="tx1"/>
                            </a:solidFill>
                            <a:latin typeface="Cambria Math" panose="02040503050406030204" pitchFamily="18" charset="0"/>
                          </a:rPr>
                          <m:t>)</m:t>
                        </m:r>
                      </m:oMath>
                    </m:oMathPara>
                  </a14:m>
                  <a:endParaRPr lang="pt-BR" sz="1200">
                    <a:solidFill>
                      <a:schemeClr val="tx1"/>
                    </a:solidFill>
                  </a:endParaRPr>
                </a:p>
              </p:txBody>
            </p:sp>
          </mc:Choice>
          <mc:Fallback xmlns="">
            <p:sp>
              <p:nvSpPr>
                <p:cNvPr id="61" name="CaixaDeTexto 60">
                  <a:extLst>
                    <a:ext uri="{FF2B5EF4-FFF2-40B4-BE49-F238E27FC236}">
                      <a16:creationId xmlns:a16="http://schemas.microsoft.com/office/drawing/2014/main" id="{06BB7480-E2AE-0390-CEF4-0E032E4A9EDB}"/>
                    </a:ext>
                  </a:extLst>
                </p:cNvPr>
                <p:cNvSpPr txBox="1">
                  <a:spLocks noRot="1" noChangeAspect="1" noMove="1" noResize="1" noEditPoints="1" noAdjustHandles="1" noChangeArrowheads="1" noChangeShapeType="1" noTextEdit="1"/>
                </p:cNvSpPr>
                <p:nvPr/>
              </p:nvSpPr>
              <p:spPr>
                <a:xfrm>
                  <a:off x="8330700" y="1562568"/>
                  <a:ext cx="730671" cy="276999"/>
                </a:xfrm>
                <a:prstGeom prst="rect">
                  <a:avLst/>
                </a:prstGeom>
                <a:blipFill>
                  <a:blip r:embed="rId25"/>
                  <a:stretch>
                    <a:fillRect b="-652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5" name="CaixaDeTexto 64">
                  <a:extLst>
                    <a:ext uri="{FF2B5EF4-FFF2-40B4-BE49-F238E27FC236}">
                      <a16:creationId xmlns:a16="http://schemas.microsoft.com/office/drawing/2014/main" id="{737EC9D8-9902-F332-9BD6-B7040BAB148D}"/>
                    </a:ext>
                  </a:extLst>
                </p:cNvPr>
                <p:cNvSpPr txBox="1"/>
                <p:nvPr/>
              </p:nvSpPr>
              <p:spPr>
                <a:xfrm>
                  <a:off x="9679390" y="1562568"/>
                  <a:ext cx="730671"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𝑞</m:t>
                        </m:r>
                        <m:r>
                          <a:rPr lang="pt-BR" sz="1200" b="0" i="1" smtClean="0">
                            <a:solidFill>
                              <a:schemeClr val="tx1"/>
                            </a:solidFill>
                            <a:latin typeface="Cambria Math" panose="02040503050406030204" pitchFamily="18" charset="0"/>
                          </a:rPr>
                          <m:t>)</m:t>
                        </m:r>
                      </m:oMath>
                    </m:oMathPara>
                  </a14:m>
                  <a:endParaRPr lang="pt-BR" sz="1200">
                    <a:solidFill>
                      <a:schemeClr val="tx1"/>
                    </a:solidFill>
                  </a:endParaRPr>
                </a:p>
              </p:txBody>
            </p:sp>
          </mc:Choice>
          <mc:Fallback xmlns="">
            <p:sp>
              <p:nvSpPr>
                <p:cNvPr id="65" name="CaixaDeTexto 64">
                  <a:extLst>
                    <a:ext uri="{FF2B5EF4-FFF2-40B4-BE49-F238E27FC236}">
                      <a16:creationId xmlns:a16="http://schemas.microsoft.com/office/drawing/2014/main" id="{737EC9D8-9902-F332-9BD6-B7040BAB148D}"/>
                    </a:ext>
                  </a:extLst>
                </p:cNvPr>
                <p:cNvSpPr txBox="1">
                  <a:spLocks noRot="1" noChangeAspect="1" noMove="1" noResize="1" noEditPoints="1" noAdjustHandles="1" noChangeArrowheads="1" noChangeShapeType="1" noTextEdit="1"/>
                </p:cNvSpPr>
                <p:nvPr/>
              </p:nvSpPr>
              <p:spPr>
                <a:xfrm>
                  <a:off x="9679390" y="1562568"/>
                  <a:ext cx="730671" cy="276999"/>
                </a:xfrm>
                <a:prstGeom prst="rect">
                  <a:avLst/>
                </a:prstGeom>
                <a:blipFill>
                  <a:blip r:embed="rId26"/>
                  <a:stretch>
                    <a:fillRect b="-6522"/>
                  </a:stretch>
                </a:blipFill>
              </p:spPr>
              <p:txBody>
                <a:bodyPr/>
                <a:lstStyle/>
                <a:p>
                  <a:r>
                    <a:rPr lang="pt-BR">
                      <a:noFill/>
                    </a:rPr>
                    <a:t> </a:t>
                  </a:r>
                </a:p>
              </p:txBody>
            </p:sp>
          </mc:Fallback>
        </mc:AlternateContent>
      </p:grpSp>
      <p:grpSp>
        <p:nvGrpSpPr>
          <p:cNvPr id="70" name="Agrupar 69">
            <a:extLst>
              <a:ext uri="{FF2B5EF4-FFF2-40B4-BE49-F238E27FC236}">
                <a16:creationId xmlns:a16="http://schemas.microsoft.com/office/drawing/2014/main" id="{60CB932A-D19B-D8F8-5D56-98A05CF0F52C}"/>
              </a:ext>
            </a:extLst>
          </p:cNvPr>
          <p:cNvGrpSpPr/>
          <p:nvPr/>
        </p:nvGrpSpPr>
        <p:grpSpPr>
          <a:xfrm>
            <a:off x="10876916" y="1925413"/>
            <a:ext cx="462881" cy="1186281"/>
            <a:chOff x="7010034" y="1551834"/>
            <a:chExt cx="462881" cy="1186281"/>
          </a:xfrm>
        </p:grpSpPr>
        <mc:AlternateContent xmlns:mc="http://schemas.openxmlformats.org/markup-compatibility/2006" xmlns:a14="http://schemas.microsoft.com/office/drawing/2010/main">
          <mc:Choice Requires="a14">
            <p:sp>
              <p:nvSpPr>
                <p:cNvPr id="71" name="CaixaDeTexto 70">
                  <a:extLst>
                    <a:ext uri="{FF2B5EF4-FFF2-40B4-BE49-F238E27FC236}">
                      <a16:creationId xmlns:a16="http://schemas.microsoft.com/office/drawing/2014/main" id="{05BFFCF9-2657-AC8E-2D8D-06041638F242}"/>
                    </a:ext>
                  </a:extLst>
                </p:cNvPr>
                <p:cNvSpPr txBox="1"/>
                <p:nvPr/>
              </p:nvSpPr>
              <p:spPr>
                <a:xfrm>
                  <a:off x="7030275" y="1551834"/>
                  <a:ext cx="442640"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𝑝</m:t>
                        </m:r>
                        <m:r>
                          <a:rPr lang="pt-BR" sz="1200" b="0" i="1" smtClean="0">
                            <a:solidFill>
                              <a:schemeClr val="tx1"/>
                            </a:solidFill>
                            <a:latin typeface="Cambria Math" panose="02040503050406030204" pitchFamily="18" charset="0"/>
                          </a:rPr>
                          <m:t>)</m:t>
                        </m:r>
                      </m:oMath>
                    </m:oMathPara>
                  </a14:m>
                  <a:endParaRPr lang="pt-BR" sz="1200">
                    <a:solidFill>
                      <a:schemeClr val="tx1"/>
                    </a:solidFill>
                  </a:endParaRPr>
                </a:p>
              </p:txBody>
            </p:sp>
          </mc:Choice>
          <mc:Fallback xmlns="">
            <p:sp>
              <p:nvSpPr>
                <p:cNvPr id="71" name="CaixaDeTexto 70">
                  <a:extLst>
                    <a:ext uri="{FF2B5EF4-FFF2-40B4-BE49-F238E27FC236}">
                      <a16:creationId xmlns:a16="http://schemas.microsoft.com/office/drawing/2014/main" id="{05BFFCF9-2657-AC8E-2D8D-06041638F242}"/>
                    </a:ext>
                  </a:extLst>
                </p:cNvPr>
                <p:cNvSpPr txBox="1">
                  <a:spLocks noRot="1" noChangeAspect="1" noMove="1" noResize="1" noEditPoints="1" noAdjustHandles="1" noChangeArrowheads="1" noChangeShapeType="1" noTextEdit="1"/>
                </p:cNvSpPr>
                <p:nvPr/>
              </p:nvSpPr>
              <p:spPr>
                <a:xfrm>
                  <a:off x="7030275" y="1551834"/>
                  <a:ext cx="442640" cy="276999"/>
                </a:xfrm>
                <a:prstGeom prst="rect">
                  <a:avLst/>
                </a:prstGeom>
                <a:blipFill>
                  <a:blip r:embed="rId27"/>
                  <a:stretch>
                    <a:fillRect b="-888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6" name="CaixaDeTexto 75">
                  <a:extLst>
                    <a:ext uri="{FF2B5EF4-FFF2-40B4-BE49-F238E27FC236}">
                      <a16:creationId xmlns:a16="http://schemas.microsoft.com/office/drawing/2014/main" id="{0C6137FC-819A-A173-0146-B02859470AE7}"/>
                    </a:ext>
                  </a:extLst>
                </p:cNvPr>
                <p:cNvSpPr txBox="1"/>
                <p:nvPr/>
              </p:nvSpPr>
              <p:spPr>
                <a:xfrm>
                  <a:off x="7046039" y="2025426"/>
                  <a:ext cx="370630"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𝑟</m:t>
                        </m:r>
                        <m:r>
                          <a:rPr lang="pt-BR" sz="1200" b="0" i="1" smtClean="0">
                            <a:solidFill>
                              <a:schemeClr val="tx1"/>
                            </a:solidFill>
                            <a:latin typeface="Cambria Math" panose="02040503050406030204" pitchFamily="18" charset="0"/>
                          </a:rPr>
                          <m:t>)</m:t>
                        </m:r>
                      </m:oMath>
                    </m:oMathPara>
                  </a14:m>
                  <a:endParaRPr lang="pt-BR" sz="1200">
                    <a:solidFill>
                      <a:schemeClr val="tx1"/>
                    </a:solidFill>
                  </a:endParaRPr>
                </a:p>
              </p:txBody>
            </p:sp>
          </mc:Choice>
          <mc:Fallback xmlns="">
            <p:sp>
              <p:nvSpPr>
                <p:cNvPr id="76" name="CaixaDeTexto 75">
                  <a:extLst>
                    <a:ext uri="{FF2B5EF4-FFF2-40B4-BE49-F238E27FC236}">
                      <a16:creationId xmlns:a16="http://schemas.microsoft.com/office/drawing/2014/main" id="{0C6137FC-819A-A173-0146-B02859470AE7}"/>
                    </a:ext>
                  </a:extLst>
                </p:cNvPr>
                <p:cNvSpPr txBox="1">
                  <a:spLocks noRot="1" noChangeAspect="1" noMove="1" noResize="1" noEditPoints="1" noAdjustHandles="1" noChangeArrowheads="1" noChangeShapeType="1" noTextEdit="1"/>
                </p:cNvSpPr>
                <p:nvPr/>
              </p:nvSpPr>
              <p:spPr>
                <a:xfrm>
                  <a:off x="7046039" y="2025426"/>
                  <a:ext cx="370630" cy="276999"/>
                </a:xfrm>
                <a:prstGeom prst="rect">
                  <a:avLst/>
                </a:prstGeom>
                <a:blipFill>
                  <a:blip r:embed="rId28"/>
                  <a:stretch>
                    <a:fillRect b="-888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7" name="CaixaDeTexto 76">
                  <a:extLst>
                    <a:ext uri="{FF2B5EF4-FFF2-40B4-BE49-F238E27FC236}">
                      <a16:creationId xmlns:a16="http://schemas.microsoft.com/office/drawing/2014/main" id="{44842056-E60F-2E21-EECB-3A5557394D85}"/>
                    </a:ext>
                  </a:extLst>
                </p:cNvPr>
                <p:cNvSpPr txBox="1"/>
                <p:nvPr/>
              </p:nvSpPr>
              <p:spPr>
                <a:xfrm>
                  <a:off x="7010034" y="2461116"/>
                  <a:ext cx="442639"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𝑞</m:t>
                        </m:r>
                        <m:r>
                          <a:rPr lang="pt-BR" sz="1200" b="0" i="1" smtClean="0">
                            <a:solidFill>
                              <a:schemeClr val="tx1"/>
                            </a:solidFill>
                            <a:latin typeface="Cambria Math" panose="02040503050406030204" pitchFamily="18" charset="0"/>
                          </a:rPr>
                          <m:t>)</m:t>
                        </m:r>
                      </m:oMath>
                    </m:oMathPara>
                  </a14:m>
                  <a:endParaRPr lang="pt-BR" sz="1200">
                    <a:solidFill>
                      <a:schemeClr val="tx1"/>
                    </a:solidFill>
                  </a:endParaRPr>
                </a:p>
              </p:txBody>
            </p:sp>
          </mc:Choice>
          <mc:Fallback xmlns="">
            <p:sp>
              <p:nvSpPr>
                <p:cNvPr id="77" name="CaixaDeTexto 76">
                  <a:extLst>
                    <a:ext uri="{FF2B5EF4-FFF2-40B4-BE49-F238E27FC236}">
                      <a16:creationId xmlns:a16="http://schemas.microsoft.com/office/drawing/2014/main" id="{44842056-E60F-2E21-EECB-3A5557394D85}"/>
                    </a:ext>
                  </a:extLst>
                </p:cNvPr>
                <p:cNvSpPr txBox="1">
                  <a:spLocks noRot="1" noChangeAspect="1" noMove="1" noResize="1" noEditPoints="1" noAdjustHandles="1" noChangeArrowheads="1" noChangeShapeType="1" noTextEdit="1"/>
                </p:cNvSpPr>
                <p:nvPr/>
              </p:nvSpPr>
              <p:spPr>
                <a:xfrm>
                  <a:off x="7010034" y="2461116"/>
                  <a:ext cx="442639" cy="276999"/>
                </a:xfrm>
                <a:prstGeom prst="rect">
                  <a:avLst/>
                </a:prstGeom>
                <a:blipFill>
                  <a:blip r:embed="rId29"/>
                  <a:stretch>
                    <a:fillRect b="-8889"/>
                  </a:stretch>
                </a:blipFill>
              </p:spPr>
              <p:txBody>
                <a:bodyPr/>
                <a:lstStyle/>
                <a:p>
                  <a:r>
                    <a:rPr lang="pt-BR">
                      <a:noFill/>
                    </a:rPr>
                    <a:t> </a:t>
                  </a:r>
                </a:p>
              </p:txBody>
            </p:sp>
          </mc:Fallback>
        </mc:AlternateContent>
      </p:grpSp>
      <p:grpSp>
        <p:nvGrpSpPr>
          <p:cNvPr id="93" name="Agrupar 92">
            <a:extLst>
              <a:ext uri="{FF2B5EF4-FFF2-40B4-BE49-F238E27FC236}">
                <a16:creationId xmlns:a16="http://schemas.microsoft.com/office/drawing/2014/main" id="{F50EC28C-4E36-C89A-4710-97C30C114F3B}"/>
              </a:ext>
            </a:extLst>
          </p:cNvPr>
          <p:cNvGrpSpPr/>
          <p:nvPr/>
        </p:nvGrpSpPr>
        <p:grpSpPr>
          <a:xfrm>
            <a:off x="7356140" y="5359141"/>
            <a:ext cx="1557138" cy="850586"/>
            <a:chOff x="7356140" y="5359141"/>
            <a:chExt cx="1557138" cy="850586"/>
          </a:xfrm>
        </p:grpSpPr>
        <p:sp>
          <p:nvSpPr>
            <p:cNvPr id="82" name="Retângulo: Cantos Arredondados 81">
              <a:extLst>
                <a:ext uri="{FF2B5EF4-FFF2-40B4-BE49-F238E27FC236}">
                  <a16:creationId xmlns:a16="http://schemas.microsoft.com/office/drawing/2014/main" id="{074DA93E-D2B9-6C44-9D4D-C171F625C2B7}"/>
                </a:ext>
              </a:extLst>
            </p:cNvPr>
            <p:cNvSpPr/>
            <p:nvPr/>
          </p:nvSpPr>
          <p:spPr>
            <a:xfrm>
              <a:off x="8148228" y="5359141"/>
              <a:ext cx="765050" cy="425293"/>
            </a:xfrm>
            <a:prstGeom prst="roundRect">
              <a:avLst>
                <a:gd name="adj" fmla="val 9934"/>
              </a:avLst>
            </a:prstGeom>
            <a:noFill/>
            <a:ln w="12700">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6" name="Retângulo: Cantos Arredondados 85">
              <a:extLst>
                <a:ext uri="{FF2B5EF4-FFF2-40B4-BE49-F238E27FC236}">
                  <a16:creationId xmlns:a16="http://schemas.microsoft.com/office/drawing/2014/main" id="{50BDCC01-326A-C324-703F-A479567262D7}"/>
                </a:ext>
              </a:extLst>
            </p:cNvPr>
            <p:cNvSpPr/>
            <p:nvPr/>
          </p:nvSpPr>
          <p:spPr>
            <a:xfrm>
              <a:off x="7356140" y="5784434"/>
              <a:ext cx="765050" cy="425293"/>
            </a:xfrm>
            <a:prstGeom prst="roundRect">
              <a:avLst>
                <a:gd name="adj" fmla="val 9934"/>
              </a:avLst>
            </a:prstGeom>
            <a:noFill/>
            <a:ln w="12700">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3275812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35</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3420331"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Single core (coaxial) cable</a:t>
            </a:r>
            <a:endParaRPr lang="pt-BR" sz="2000">
              <a:ln w="0"/>
              <a:effectLst>
                <a:outerShdw blurRad="38100" dist="19050" dir="2700000" algn="tl" rotWithShape="0">
                  <a:schemeClr val="dk1">
                    <a:alpha val="40000"/>
                  </a:schemeClr>
                </a:outerShdw>
              </a:effectLst>
            </a:endParaRP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1800152" cy="307777"/>
          </a:xfrm>
          <a:prstGeom prst="rect">
            <a:avLst/>
          </a:prstGeom>
          <a:noFill/>
        </p:spPr>
        <p:txBody>
          <a:bodyPr wrap="square">
            <a:spAutoFit/>
          </a:bodyPr>
          <a:lstStyle/>
          <a:p>
            <a:pPr algn="l" rtl="0" eaLnBrk="1" latinLnBrk="0" hangingPunct="1">
              <a:spcBef>
                <a:spcPts val="0"/>
              </a:spcBef>
              <a:spcAft>
                <a:spcPts val="0"/>
              </a:spcAft>
              <a:buClrTx/>
              <a:buSzPts val="1800"/>
            </a:pPr>
            <a:r>
              <a:rPr lang="pt-BR" sz="1400" kern="1200">
                <a:solidFill>
                  <a:srgbClr val="0070C0"/>
                </a:solidFill>
                <a:effectLst/>
                <a:latin typeface="Arial Black" panose="020B0A04020102020204" pitchFamily="34" charset="0"/>
                <a:ea typeface="+mn-ea"/>
                <a:cs typeface="+mn-cs"/>
              </a:rPr>
              <a:t>Examples</a:t>
            </a:r>
            <a:endParaRPr lang="pt-BR" sz="1400">
              <a:solidFill>
                <a:srgbClr val="0070C0"/>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22" name="CaixaDeTexto 21">
                <a:extLst>
                  <a:ext uri="{FF2B5EF4-FFF2-40B4-BE49-F238E27FC236}">
                    <a16:creationId xmlns:a16="http://schemas.microsoft.com/office/drawing/2014/main" id="{070BB0A3-C258-DF09-73BE-406F1FB62D0B}"/>
                  </a:ext>
                </a:extLst>
              </p:cNvPr>
              <p:cNvSpPr txBox="1"/>
              <p:nvPr/>
            </p:nvSpPr>
            <p:spPr>
              <a:xfrm>
                <a:off x="2166915" y="1400262"/>
                <a:ext cx="1146789"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𝑟</m:t>
                          </m:r>
                        </m:e>
                        <m:sub>
                          <m:r>
                            <a:rPr lang="pt-BR" sz="1400" b="0" i="1" smtClean="0">
                              <a:latin typeface="Cambria Math" panose="02040503050406030204" pitchFamily="18" charset="0"/>
                            </a:rPr>
                            <m:t>𝑎</m:t>
                          </m:r>
                        </m:sub>
                      </m:sSub>
                      <m:r>
                        <a:rPr lang="pt-BR" sz="1400" b="0" i="1" smtClean="0">
                          <a:latin typeface="Cambria Math" panose="02040503050406030204" pitchFamily="18" charset="0"/>
                        </a:rPr>
                        <m:t>=22 </m:t>
                      </m:r>
                      <m:r>
                        <a:rPr lang="pt-BR" sz="1400" b="0" i="1" smtClean="0">
                          <a:latin typeface="Cambria Math" panose="02040503050406030204" pitchFamily="18" charset="0"/>
                        </a:rPr>
                        <m:t>𝑚𝑚</m:t>
                      </m:r>
                    </m:oMath>
                  </m:oMathPara>
                </a14:m>
                <a:endParaRPr lang="pt-BR" sz="1400"/>
              </a:p>
            </p:txBody>
          </p:sp>
        </mc:Choice>
        <mc:Fallback xmlns="">
          <p:sp>
            <p:nvSpPr>
              <p:cNvPr id="22" name="CaixaDeTexto 21">
                <a:extLst>
                  <a:ext uri="{FF2B5EF4-FFF2-40B4-BE49-F238E27FC236}">
                    <a16:creationId xmlns:a16="http://schemas.microsoft.com/office/drawing/2014/main" id="{070BB0A3-C258-DF09-73BE-406F1FB62D0B}"/>
                  </a:ext>
                </a:extLst>
              </p:cNvPr>
              <p:cNvSpPr txBox="1">
                <a:spLocks noRot="1" noChangeAspect="1" noMove="1" noResize="1" noEditPoints="1" noAdjustHandles="1" noChangeArrowheads="1" noChangeShapeType="1" noTextEdit="1"/>
              </p:cNvSpPr>
              <p:nvPr/>
            </p:nvSpPr>
            <p:spPr>
              <a:xfrm>
                <a:off x="2166915" y="1400262"/>
                <a:ext cx="1146789" cy="307777"/>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C84B89A0-FC7F-F8D0-E195-9D3ECA1F1C34}"/>
                  </a:ext>
                </a:extLst>
              </p:cNvPr>
              <p:cNvSpPr txBox="1"/>
              <p:nvPr/>
            </p:nvSpPr>
            <p:spPr>
              <a:xfrm>
                <a:off x="2166915" y="1968698"/>
                <a:ext cx="261058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𝜎</m:t>
                          </m:r>
                        </m:e>
                        <m:sub>
                          <m:r>
                            <a:rPr lang="pt-BR" sz="1400" b="0" i="1" smtClean="0">
                              <a:latin typeface="Cambria Math" panose="02040503050406030204" pitchFamily="18" charset="0"/>
                            </a:rPr>
                            <m:t>𝑐𝑜𝑟𝑒</m:t>
                          </m:r>
                        </m:sub>
                      </m:sSub>
                      <m:r>
                        <a:rPr lang="pt-BR" sz="1400" b="0" i="1" smtClean="0">
                          <a:latin typeface="Cambria Math" panose="02040503050406030204" pitchFamily="18" charset="0"/>
                        </a:rPr>
                        <m:t>=</m:t>
                      </m:r>
                      <m:sSub>
                        <m:sSubPr>
                          <m:ctrlPr>
                            <a:rPr lang="pt-BR" sz="1400" b="0" i="1" smtClean="0">
                              <a:latin typeface="Cambria Math" panose="02040503050406030204" pitchFamily="18" charset="0"/>
                            </a:rPr>
                          </m:ctrlPr>
                        </m:sSubPr>
                        <m:e>
                          <m:r>
                            <a:rPr lang="pt-BR" sz="1400" i="1">
                              <a:latin typeface="Cambria Math" panose="02040503050406030204" pitchFamily="18" charset="0"/>
                            </a:rPr>
                            <m:t>𝜎</m:t>
                          </m:r>
                        </m:e>
                        <m:sub>
                          <m:r>
                            <a:rPr lang="pt-BR" sz="1400" b="0" i="1" smtClean="0">
                              <a:latin typeface="Cambria Math" panose="02040503050406030204" pitchFamily="18" charset="0"/>
                            </a:rPr>
                            <m:t>𝑠h𝑒𝑎𝑡h</m:t>
                          </m:r>
                        </m:sub>
                      </m:sSub>
                      <m:r>
                        <a:rPr lang="pt-BR" sz="1400" b="0" i="1" smtClean="0">
                          <a:latin typeface="Cambria Math" panose="02040503050406030204" pitchFamily="18" charset="0"/>
                        </a:rPr>
                        <m:t>=</m:t>
                      </m:r>
                      <m:sSup>
                        <m:sSupPr>
                          <m:ctrlPr>
                            <a:rPr lang="pt-BR" sz="1400" b="0" i="1" smtClean="0">
                              <a:latin typeface="Cambria Math" panose="02040503050406030204" pitchFamily="18" charset="0"/>
                            </a:rPr>
                          </m:ctrlPr>
                        </m:sSupPr>
                        <m:e>
                          <m:r>
                            <a:rPr lang="pt-BR" sz="1400" b="0" i="0" smtClean="0">
                              <a:latin typeface="Cambria Math" panose="02040503050406030204" pitchFamily="18" charset="0"/>
                            </a:rPr>
                            <m:t>5,8 . 10</m:t>
                          </m:r>
                        </m:e>
                        <m:sup>
                          <m:r>
                            <a:rPr lang="pt-BR" sz="1400" b="0" i="0" smtClean="0">
                              <a:latin typeface="Cambria Math" panose="02040503050406030204" pitchFamily="18" charset="0"/>
                            </a:rPr>
                            <m:t>7</m:t>
                          </m:r>
                        </m:sup>
                      </m:sSup>
                      <m:r>
                        <a:rPr lang="pt-BR" sz="1400" b="0" i="0" smtClean="0">
                          <a:latin typeface="Cambria Math" panose="02040503050406030204" pitchFamily="18" charset="0"/>
                        </a:rPr>
                        <m:t> </m:t>
                      </m:r>
                      <m:r>
                        <m:rPr>
                          <m:sty m:val="p"/>
                        </m:rPr>
                        <a:rPr lang="pt-BR" sz="1400" b="0" i="0" smtClean="0">
                          <a:latin typeface="Cambria Math" panose="02040503050406030204" pitchFamily="18" charset="0"/>
                        </a:rPr>
                        <m:t>S</m:t>
                      </m:r>
                      <m:r>
                        <a:rPr lang="pt-BR" sz="1400" b="0" i="0" smtClean="0">
                          <a:latin typeface="Cambria Math" panose="02040503050406030204" pitchFamily="18" charset="0"/>
                        </a:rPr>
                        <m:t>/</m:t>
                      </m:r>
                      <m:r>
                        <m:rPr>
                          <m:sty m:val="p"/>
                        </m:rPr>
                        <a:rPr lang="pt-BR" sz="1400" b="0" i="0" smtClean="0">
                          <a:latin typeface="Cambria Math" panose="02040503050406030204" pitchFamily="18" charset="0"/>
                        </a:rPr>
                        <m:t>m</m:t>
                      </m:r>
                    </m:oMath>
                  </m:oMathPara>
                </a14:m>
                <a:endParaRPr lang="pt-BR" sz="1400"/>
              </a:p>
            </p:txBody>
          </p:sp>
        </mc:Choice>
        <mc:Fallback xmlns="">
          <p:sp>
            <p:nvSpPr>
              <p:cNvPr id="23" name="CaixaDeTexto 22">
                <a:extLst>
                  <a:ext uri="{FF2B5EF4-FFF2-40B4-BE49-F238E27FC236}">
                    <a16:creationId xmlns:a16="http://schemas.microsoft.com/office/drawing/2014/main" id="{C84B89A0-FC7F-F8D0-E195-9D3ECA1F1C34}"/>
                  </a:ext>
                </a:extLst>
              </p:cNvPr>
              <p:cNvSpPr txBox="1">
                <a:spLocks noRot="1" noChangeAspect="1" noMove="1" noResize="1" noEditPoints="1" noAdjustHandles="1" noChangeArrowheads="1" noChangeShapeType="1" noTextEdit="1"/>
              </p:cNvSpPr>
              <p:nvPr/>
            </p:nvSpPr>
            <p:spPr>
              <a:xfrm>
                <a:off x="2166915" y="1968698"/>
                <a:ext cx="2610586" cy="307777"/>
              </a:xfrm>
              <a:prstGeom prst="rect">
                <a:avLst/>
              </a:prstGeom>
              <a:blipFill>
                <a:blip r:embed="rId5"/>
                <a:stretch>
                  <a:fillRect b="-8000"/>
                </a:stretch>
              </a:blipFill>
            </p:spPr>
            <p:txBody>
              <a:bodyPr/>
              <a:lstStyle/>
              <a:p>
                <a:r>
                  <a:rPr lang="pt-BR">
                    <a:noFill/>
                  </a:rPr>
                  <a:t> </a:t>
                </a:r>
              </a:p>
            </p:txBody>
          </p:sp>
        </mc:Fallback>
      </mc:AlternateContent>
      <p:sp>
        <p:nvSpPr>
          <p:cNvPr id="24" name="Elipse 23">
            <a:extLst>
              <a:ext uri="{FF2B5EF4-FFF2-40B4-BE49-F238E27FC236}">
                <a16:creationId xmlns:a16="http://schemas.microsoft.com/office/drawing/2014/main" id="{AC133182-D2FD-30F7-27FA-C7A4E5CBD57C}"/>
              </a:ext>
            </a:extLst>
          </p:cNvPr>
          <p:cNvSpPr/>
          <p:nvPr/>
        </p:nvSpPr>
        <p:spPr>
          <a:xfrm>
            <a:off x="483112" y="1424064"/>
            <a:ext cx="1466243" cy="1467101"/>
          </a:xfrm>
          <a:prstGeom prst="ellipse">
            <a:avLst/>
          </a:prstGeom>
          <a:solidFill>
            <a:schemeClr val="accent1">
              <a:alpha val="50000"/>
            </a:schemeClr>
          </a:solidFill>
          <a:ln w="952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25" name="Elipse 24">
            <a:extLst>
              <a:ext uri="{FF2B5EF4-FFF2-40B4-BE49-F238E27FC236}">
                <a16:creationId xmlns:a16="http://schemas.microsoft.com/office/drawing/2014/main" id="{788DCDA9-6021-DC2B-3F62-51113B967270}"/>
              </a:ext>
            </a:extLst>
          </p:cNvPr>
          <p:cNvSpPr/>
          <p:nvPr/>
        </p:nvSpPr>
        <p:spPr>
          <a:xfrm>
            <a:off x="623241" y="1571755"/>
            <a:ext cx="1188719" cy="1188719"/>
          </a:xfrm>
          <a:prstGeom prst="ellipse">
            <a:avLst/>
          </a:prstGeom>
          <a:solidFill>
            <a:schemeClr val="bg1"/>
          </a:solidFill>
          <a:ln w="952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26" name="Elipse 25">
            <a:extLst>
              <a:ext uri="{FF2B5EF4-FFF2-40B4-BE49-F238E27FC236}">
                <a16:creationId xmlns:a16="http://schemas.microsoft.com/office/drawing/2014/main" id="{D5B03C33-C44F-4FAE-E5FA-D1A816B6E0E0}"/>
              </a:ext>
            </a:extLst>
          </p:cNvPr>
          <p:cNvSpPr/>
          <p:nvPr/>
        </p:nvSpPr>
        <p:spPr>
          <a:xfrm>
            <a:off x="972010" y="1925413"/>
            <a:ext cx="465529" cy="464405"/>
          </a:xfrm>
          <a:prstGeom prst="ellipse">
            <a:avLst/>
          </a:prstGeom>
          <a:solidFill>
            <a:schemeClr val="accent3">
              <a:lumMod val="20000"/>
              <a:lumOff val="80000"/>
              <a:alpha val="50000"/>
            </a:schemeClr>
          </a:solidFill>
          <a:ln w="952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27" name="CaixaDeTexto 26">
                <a:extLst>
                  <a:ext uri="{FF2B5EF4-FFF2-40B4-BE49-F238E27FC236}">
                    <a16:creationId xmlns:a16="http://schemas.microsoft.com/office/drawing/2014/main" id="{5DFE4017-124A-F0A1-062C-6091E62E6D5A}"/>
                  </a:ext>
                </a:extLst>
              </p:cNvPr>
              <p:cNvSpPr txBox="1"/>
              <p:nvPr/>
            </p:nvSpPr>
            <p:spPr>
              <a:xfrm>
                <a:off x="407368" y="2890627"/>
                <a:ext cx="540214" cy="276999"/>
              </a:xfrm>
              <a:prstGeom prst="rect">
                <a:avLst/>
              </a:prstGeom>
              <a:noFill/>
            </p:spPr>
            <p:txBody>
              <a:bodyPr wrap="square" rtlCol="0">
                <a:spAutoFit/>
              </a:bodyPr>
              <a:lstStyle/>
              <a:p>
                <a14:m>
                  <m:oMath xmlns:m="http://schemas.openxmlformats.org/officeDocument/2006/math">
                    <m:sSub>
                      <m:sSubPr>
                        <m:ctrlPr>
                          <a:rPr lang="pt-BR" sz="1050" b="0" i="1" smtClean="0">
                            <a:latin typeface="Cambria Math" panose="02040503050406030204" pitchFamily="18" charset="0"/>
                          </a:rPr>
                        </m:ctrlPr>
                      </m:sSubPr>
                      <m:e>
                        <m:r>
                          <a:rPr lang="pt-BR" sz="1050" b="0" i="1" smtClean="0">
                            <a:latin typeface="Cambria Math" panose="02040503050406030204" pitchFamily="18" charset="0"/>
                          </a:rPr>
                          <m:t>𝜇</m:t>
                        </m:r>
                      </m:e>
                      <m:sub>
                        <m:r>
                          <a:rPr lang="pt-BR" sz="1050" b="0" i="1" smtClean="0">
                            <a:latin typeface="Cambria Math" panose="02040503050406030204" pitchFamily="18" charset="0"/>
                          </a:rPr>
                          <m:t>0</m:t>
                        </m:r>
                      </m:sub>
                    </m:sSub>
                  </m:oMath>
                </a14:m>
                <a:r>
                  <a:rPr lang="pt-BR" sz="1200"/>
                  <a:t>, </a:t>
                </a:r>
                <a14:m>
                  <m:oMath xmlns:m="http://schemas.openxmlformats.org/officeDocument/2006/math">
                    <m:sSub>
                      <m:sSubPr>
                        <m:ctrlPr>
                          <a:rPr lang="pt-BR" sz="1200" b="0" i="1" smtClean="0">
                            <a:latin typeface="Cambria Math" panose="02040503050406030204" pitchFamily="18" charset="0"/>
                          </a:rPr>
                        </m:ctrlPr>
                      </m:sSubPr>
                      <m:e>
                        <m:r>
                          <a:rPr lang="pt-BR" sz="1200" i="1" smtClean="0">
                            <a:latin typeface="Cambria Math" panose="02040503050406030204" pitchFamily="18" charset="0"/>
                          </a:rPr>
                          <m:t>𝜀</m:t>
                        </m:r>
                      </m:e>
                      <m:sub>
                        <m:r>
                          <a:rPr lang="pt-BR" sz="1200" b="0" i="1" smtClean="0">
                            <a:latin typeface="Cambria Math" panose="02040503050406030204" pitchFamily="18" charset="0"/>
                          </a:rPr>
                          <m:t>0</m:t>
                        </m:r>
                      </m:sub>
                    </m:sSub>
                  </m:oMath>
                </a14:m>
                <a:r>
                  <a:rPr lang="pt-BR" sz="1200"/>
                  <a:t> </a:t>
                </a:r>
              </a:p>
            </p:txBody>
          </p:sp>
        </mc:Choice>
        <mc:Fallback xmlns="">
          <p:sp>
            <p:nvSpPr>
              <p:cNvPr id="27" name="CaixaDeTexto 26">
                <a:extLst>
                  <a:ext uri="{FF2B5EF4-FFF2-40B4-BE49-F238E27FC236}">
                    <a16:creationId xmlns:a16="http://schemas.microsoft.com/office/drawing/2014/main" id="{5DFE4017-124A-F0A1-062C-6091E62E6D5A}"/>
                  </a:ext>
                </a:extLst>
              </p:cNvPr>
              <p:cNvSpPr txBox="1">
                <a:spLocks noRot="1" noChangeAspect="1" noMove="1" noResize="1" noEditPoints="1" noAdjustHandles="1" noChangeArrowheads="1" noChangeShapeType="1" noTextEdit="1"/>
              </p:cNvSpPr>
              <p:nvPr/>
            </p:nvSpPr>
            <p:spPr>
              <a:xfrm>
                <a:off x="407368" y="2890627"/>
                <a:ext cx="540214" cy="276999"/>
              </a:xfrm>
              <a:prstGeom prst="rect">
                <a:avLst/>
              </a:prstGeom>
              <a:blipFill>
                <a:blip r:embed="rId6"/>
                <a:stretch>
                  <a:fillRect b="-1521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0" name="CaixaDeTexto 29">
                <a:extLst>
                  <a:ext uri="{FF2B5EF4-FFF2-40B4-BE49-F238E27FC236}">
                    <a16:creationId xmlns:a16="http://schemas.microsoft.com/office/drawing/2014/main" id="{E1EEF720-5225-BE77-A75B-FCCB599C4AEC}"/>
                  </a:ext>
                </a:extLst>
              </p:cNvPr>
              <p:cNvSpPr txBox="1"/>
              <p:nvPr/>
            </p:nvSpPr>
            <p:spPr>
              <a:xfrm>
                <a:off x="2190356" y="1689137"/>
                <a:ext cx="2389437" cy="307777"/>
              </a:xfrm>
              <a:prstGeom prst="rect">
                <a:avLst/>
              </a:prstGeom>
              <a:noFill/>
            </p:spPr>
            <p:txBody>
              <a:bodyPr wrap="none" rtlCol="0">
                <a:spAutoFit/>
              </a:bodyPr>
              <a:lstStyle/>
              <a:p>
                <a14:m>
                  <m:oMath xmlns:m="http://schemas.openxmlformats.org/officeDocument/2006/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𝑟</m:t>
                        </m:r>
                      </m:e>
                      <m:sub>
                        <m:r>
                          <a:rPr lang="pt-BR" sz="1400" b="0" i="1" smtClean="0">
                            <a:latin typeface="Cambria Math" panose="02040503050406030204" pitchFamily="18" charset="0"/>
                          </a:rPr>
                          <m:t>𝑏</m:t>
                        </m:r>
                      </m:sub>
                    </m:sSub>
                    <m:r>
                      <a:rPr lang="pt-BR" sz="1400" b="0" i="1" smtClean="0">
                        <a:latin typeface="Cambria Math" panose="02040503050406030204" pitchFamily="18" charset="0"/>
                      </a:rPr>
                      <m:t>=44 </m:t>
                    </m:r>
                    <m:r>
                      <a:rPr lang="pt-BR" sz="1400" b="0" i="1" smtClean="0">
                        <a:latin typeface="Cambria Math" panose="02040503050406030204" pitchFamily="18" charset="0"/>
                      </a:rPr>
                      <m:t>𝑚𝑚</m:t>
                    </m:r>
                  </m:oMath>
                </a14:m>
                <a:r>
                  <a:rPr lang="pt-BR" sz="1400"/>
                  <a:t>; </a:t>
                </a:r>
                <a14:m>
                  <m:oMath xmlns:m="http://schemas.openxmlformats.org/officeDocument/2006/math">
                    <m:sSub>
                      <m:sSubPr>
                        <m:ctrlPr>
                          <a:rPr lang="pt-BR" sz="1400" b="0" i="1" smtClean="0">
                            <a:latin typeface="Cambria Math" panose="02040503050406030204" pitchFamily="18" charset="0"/>
                          </a:rPr>
                        </m:ctrlPr>
                      </m:sSubPr>
                      <m:e>
                        <m:r>
                          <m:rPr>
                            <m:sty m:val="p"/>
                          </m:rPr>
                          <a:rPr lang="pt-BR" sz="1400" b="0" i="0" smtClean="0">
                            <a:latin typeface="Cambria Math" panose="02040503050406030204" pitchFamily="18" charset="0"/>
                          </a:rPr>
                          <m:t>r</m:t>
                        </m:r>
                      </m:e>
                      <m:sub>
                        <m:r>
                          <a:rPr lang="pt-BR" sz="1400" i="1" smtClean="0">
                            <a:latin typeface="Cambria Math" panose="02040503050406030204" pitchFamily="18" charset="0"/>
                          </a:rPr>
                          <m:t>𝑐</m:t>
                        </m:r>
                      </m:sub>
                    </m:sSub>
                    <m:r>
                      <a:rPr lang="pt-BR" sz="1400" i="1" smtClean="0">
                        <a:latin typeface="Cambria Math" panose="02040503050406030204" pitchFamily="18" charset="0"/>
                      </a:rPr>
                      <m:t>= 39,5 </m:t>
                    </m:r>
                    <m:r>
                      <a:rPr lang="pt-BR" sz="1400" i="1" smtClean="0">
                        <a:latin typeface="Cambria Math" panose="02040503050406030204" pitchFamily="18" charset="0"/>
                      </a:rPr>
                      <m:t>𝑚𝑚</m:t>
                    </m:r>
                  </m:oMath>
                </a14:m>
                <a:endParaRPr lang="pt-BR" sz="1400"/>
              </a:p>
            </p:txBody>
          </p:sp>
        </mc:Choice>
        <mc:Fallback xmlns="">
          <p:sp>
            <p:nvSpPr>
              <p:cNvPr id="30" name="CaixaDeTexto 29">
                <a:extLst>
                  <a:ext uri="{FF2B5EF4-FFF2-40B4-BE49-F238E27FC236}">
                    <a16:creationId xmlns:a16="http://schemas.microsoft.com/office/drawing/2014/main" id="{E1EEF720-5225-BE77-A75B-FCCB599C4AEC}"/>
                  </a:ext>
                </a:extLst>
              </p:cNvPr>
              <p:cNvSpPr txBox="1">
                <a:spLocks noRot="1" noChangeAspect="1" noMove="1" noResize="1" noEditPoints="1" noAdjustHandles="1" noChangeArrowheads="1" noChangeShapeType="1" noTextEdit="1"/>
              </p:cNvSpPr>
              <p:nvPr/>
            </p:nvSpPr>
            <p:spPr>
              <a:xfrm>
                <a:off x="2190356" y="1689137"/>
                <a:ext cx="2389437" cy="307777"/>
              </a:xfrm>
              <a:prstGeom prst="rect">
                <a:avLst/>
              </a:prstGeom>
              <a:blipFill>
                <a:blip r:embed="rId7"/>
                <a:stretch>
                  <a:fillRect t="-3922" b="-19608"/>
                </a:stretch>
              </a:blipFill>
            </p:spPr>
            <p:txBody>
              <a:bodyPr/>
              <a:lstStyle/>
              <a:p>
                <a:r>
                  <a:rPr lang="pt-BR">
                    <a:noFill/>
                  </a:rPr>
                  <a:t> </a:t>
                </a:r>
              </a:p>
            </p:txBody>
          </p:sp>
        </mc:Fallback>
      </mc:AlternateContent>
      <p:grpSp>
        <p:nvGrpSpPr>
          <p:cNvPr id="32" name="Agrupar 31">
            <a:extLst>
              <a:ext uri="{FF2B5EF4-FFF2-40B4-BE49-F238E27FC236}">
                <a16:creationId xmlns:a16="http://schemas.microsoft.com/office/drawing/2014/main" id="{86558B24-28A4-A097-C69B-B5465FEF610C}"/>
              </a:ext>
            </a:extLst>
          </p:cNvPr>
          <p:cNvGrpSpPr/>
          <p:nvPr/>
        </p:nvGrpSpPr>
        <p:grpSpPr>
          <a:xfrm>
            <a:off x="362093" y="3570310"/>
            <a:ext cx="1737360" cy="2522175"/>
            <a:chOff x="2904276" y="3086287"/>
            <a:chExt cx="1737360" cy="2522175"/>
          </a:xfrm>
        </p:grpSpPr>
        <p:sp>
          <p:nvSpPr>
            <p:cNvPr id="33" name="Elipse 32">
              <a:extLst>
                <a:ext uri="{FF2B5EF4-FFF2-40B4-BE49-F238E27FC236}">
                  <a16:creationId xmlns:a16="http://schemas.microsoft.com/office/drawing/2014/main" id="{40C90E1E-B5AD-419E-9BA8-A75DD9D38B5B}"/>
                </a:ext>
              </a:extLst>
            </p:cNvPr>
            <p:cNvSpPr/>
            <p:nvPr/>
          </p:nvSpPr>
          <p:spPr>
            <a:xfrm>
              <a:off x="2904276" y="3871102"/>
              <a:ext cx="1737360" cy="1737360"/>
            </a:xfrm>
            <a:prstGeom prst="ellipse">
              <a:avLst/>
            </a:prstGeom>
            <a:noFill/>
            <a:ln w="19050">
              <a:solidFill>
                <a:srgbClr val="0070C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38" name="Elipse 37">
              <a:extLst>
                <a:ext uri="{FF2B5EF4-FFF2-40B4-BE49-F238E27FC236}">
                  <a16:creationId xmlns:a16="http://schemas.microsoft.com/office/drawing/2014/main" id="{4F14356D-6814-36BF-37EC-4DDC6160E85E}"/>
                </a:ext>
              </a:extLst>
            </p:cNvPr>
            <p:cNvSpPr/>
            <p:nvPr/>
          </p:nvSpPr>
          <p:spPr>
            <a:xfrm>
              <a:off x="3178596" y="4145422"/>
              <a:ext cx="1188720" cy="1188720"/>
            </a:xfrm>
            <a:prstGeom prst="ellipse">
              <a:avLst/>
            </a:prstGeom>
            <a:solidFill>
              <a:schemeClr val="bg1"/>
            </a:solidFill>
            <a:ln w="19050">
              <a:solidFill>
                <a:srgbClr val="00206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39" name="Elipse 38">
              <a:extLst>
                <a:ext uri="{FF2B5EF4-FFF2-40B4-BE49-F238E27FC236}">
                  <a16:creationId xmlns:a16="http://schemas.microsoft.com/office/drawing/2014/main" id="{0C46CA14-F4E0-5CDB-B1E1-A025D2E19E45}"/>
                </a:ext>
              </a:extLst>
            </p:cNvPr>
            <p:cNvSpPr/>
            <p:nvPr/>
          </p:nvSpPr>
          <p:spPr>
            <a:xfrm>
              <a:off x="3561446" y="4506728"/>
              <a:ext cx="457200" cy="457200"/>
            </a:xfrm>
            <a:prstGeom prst="ellipse">
              <a:avLst/>
            </a:prstGeom>
            <a:noFill/>
            <a:ln w="19050">
              <a:solidFill>
                <a:schemeClr val="accent3">
                  <a:lumMod val="60000"/>
                  <a:lumOff val="4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0" name="CaixaDeTexto 39">
                  <a:extLst>
                    <a:ext uri="{FF2B5EF4-FFF2-40B4-BE49-F238E27FC236}">
                      <a16:creationId xmlns:a16="http://schemas.microsoft.com/office/drawing/2014/main" id="{D427B0C3-9EAA-D702-C501-973BC3C8B01A}"/>
                    </a:ext>
                  </a:extLst>
                </p:cNvPr>
                <p:cNvSpPr txBox="1"/>
                <p:nvPr/>
              </p:nvSpPr>
              <p:spPr>
                <a:xfrm>
                  <a:off x="3609267" y="4200397"/>
                  <a:ext cx="391326"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𝑝</m:t>
                            </m:r>
                          </m:sub>
                        </m:sSub>
                      </m:oMath>
                    </m:oMathPara>
                  </a14:m>
                  <a:endParaRPr lang="pt-BR" sz="1400"/>
                </a:p>
              </p:txBody>
            </p:sp>
          </mc:Choice>
          <mc:Fallback xmlns="">
            <p:sp>
              <p:nvSpPr>
                <p:cNvPr id="40" name="CaixaDeTexto 39">
                  <a:extLst>
                    <a:ext uri="{FF2B5EF4-FFF2-40B4-BE49-F238E27FC236}">
                      <a16:creationId xmlns:a16="http://schemas.microsoft.com/office/drawing/2014/main" id="{D427B0C3-9EAA-D702-C501-973BC3C8B01A}"/>
                    </a:ext>
                  </a:extLst>
                </p:cNvPr>
                <p:cNvSpPr txBox="1">
                  <a:spLocks noRot="1" noChangeAspect="1" noMove="1" noResize="1" noEditPoints="1" noAdjustHandles="1" noChangeArrowheads="1" noChangeShapeType="1" noTextEdit="1"/>
                </p:cNvSpPr>
                <p:nvPr/>
              </p:nvSpPr>
              <p:spPr>
                <a:xfrm>
                  <a:off x="3609267" y="4200397"/>
                  <a:ext cx="391326" cy="324384"/>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1" name="CaixaDeTexto 40">
                  <a:extLst>
                    <a:ext uri="{FF2B5EF4-FFF2-40B4-BE49-F238E27FC236}">
                      <a16:creationId xmlns:a16="http://schemas.microsoft.com/office/drawing/2014/main" id="{23B21975-DF13-2729-6E20-39E60D45AA6F}"/>
                    </a:ext>
                  </a:extLst>
                </p:cNvPr>
                <p:cNvSpPr txBox="1"/>
                <p:nvPr/>
              </p:nvSpPr>
              <p:spPr>
                <a:xfrm>
                  <a:off x="3578448" y="3459676"/>
                  <a:ext cx="39049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oMath>
                    </m:oMathPara>
                  </a14:m>
                  <a:endParaRPr lang="pt-BR" sz="1400"/>
                </a:p>
              </p:txBody>
            </p:sp>
          </mc:Choice>
          <mc:Fallback xmlns="">
            <p:sp>
              <p:nvSpPr>
                <p:cNvPr id="41" name="CaixaDeTexto 40">
                  <a:extLst>
                    <a:ext uri="{FF2B5EF4-FFF2-40B4-BE49-F238E27FC236}">
                      <a16:creationId xmlns:a16="http://schemas.microsoft.com/office/drawing/2014/main" id="{23B21975-DF13-2729-6E20-39E60D45AA6F}"/>
                    </a:ext>
                  </a:extLst>
                </p:cNvPr>
                <p:cNvSpPr txBox="1">
                  <a:spLocks noRot="1" noChangeAspect="1" noMove="1" noResize="1" noEditPoints="1" noAdjustHandles="1" noChangeArrowheads="1" noChangeShapeType="1" noTextEdit="1"/>
                </p:cNvSpPr>
                <p:nvPr/>
              </p:nvSpPr>
              <p:spPr>
                <a:xfrm>
                  <a:off x="3578448" y="3459676"/>
                  <a:ext cx="390492" cy="324384"/>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2" name="CaixaDeTexto 41">
                  <a:extLst>
                    <a:ext uri="{FF2B5EF4-FFF2-40B4-BE49-F238E27FC236}">
                      <a16:creationId xmlns:a16="http://schemas.microsoft.com/office/drawing/2014/main" id="{DDE747F0-CE16-9A7D-CA12-D5797926EE24}"/>
                    </a:ext>
                  </a:extLst>
                </p:cNvPr>
                <p:cNvSpPr txBox="1"/>
                <p:nvPr/>
              </p:nvSpPr>
              <p:spPr>
                <a:xfrm>
                  <a:off x="3599513" y="3833065"/>
                  <a:ext cx="38106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𝑟</m:t>
                            </m:r>
                          </m:sub>
                        </m:sSub>
                      </m:oMath>
                    </m:oMathPara>
                  </a14:m>
                  <a:endParaRPr lang="pt-BR" sz="1400"/>
                </a:p>
              </p:txBody>
            </p:sp>
          </mc:Choice>
          <mc:Fallback xmlns="">
            <p:sp>
              <p:nvSpPr>
                <p:cNvPr id="42" name="CaixaDeTexto 41">
                  <a:extLst>
                    <a:ext uri="{FF2B5EF4-FFF2-40B4-BE49-F238E27FC236}">
                      <a16:creationId xmlns:a16="http://schemas.microsoft.com/office/drawing/2014/main" id="{DDE747F0-CE16-9A7D-CA12-D5797926EE24}"/>
                    </a:ext>
                  </a:extLst>
                </p:cNvPr>
                <p:cNvSpPr txBox="1">
                  <a:spLocks noRot="1" noChangeAspect="1" noMove="1" noResize="1" noEditPoints="1" noAdjustHandles="1" noChangeArrowheads="1" noChangeShapeType="1" noTextEdit="1"/>
                </p:cNvSpPr>
                <p:nvPr/>
              </p:nvSpPr>
              <p:spPr>
                <a:xfrm>
                  <a:off x="3599513" y="3833065"/>
                  <a:ext cx="381066" cy="307777"/>
                </a:xfrm>
                <a:prstGeom prst="rect">
                  <a:avLst/>
                </a:prstGeom>
                <a:blipFill>
                  <a:blip r:embed="rId1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AA927E5D-D5E9-CC7A-7A3F-3DCAE1017C70}"/>
                    </a:ext>
                  </a:extLst>
                </p:cNvPr>
                <p:cNvSpPr txBox="1"/>
                <p:nvPr/>
              </p:nvSpPr>
              <p:spPr>
                <a:xfrm>
                  <a:off x="3194130" y="3086287"/>
                  <a:ext cx="1203663" cy="324384"/>
                </a:xfrm>
                <a:prstGeom prst="rect">
                  <a:avLst/>
                </a:prstGeom>
                <a:noFill/>
                <a:ln>
                  <a:solidFill>
                    <a:schemeClr val="accent1"/>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𝑁</m:t>
                            </m:r>
                          </m:e>
                          <m:sub>
                            <m:r>
                              <a:rPr lang="pt-BR" sz="1400" b="0" i="1" smtClean="0">
                                <a:latin typeface="Cambria Math" panose="02040503050406030204" pitchFamily="18" charset="0"/>
                              </a:rPr>
                              <m:t>𝑝</m:t>
                            </m:r>
                          </m:sub>
                        </m:sSub>
                        <m:r>
                          <a:rPr lang="pt-BR" sz="1400" b="0" i="1" smtClean="0">
                            <a:latin typeface="Cambria Math" panose="02040503050406030204" pitchFamily="18" charset="0"/>
                          </a:rPr>
                          <m:t>=</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𝑁</m:t>
                            </m:r>
                          </m:e>
                          <m:sub>
                            <m:r>
                              <a:rPr lang="pt-BR" sz="1400" b="0" i="1" smtClean="0">
                                <a:latin typeface="Cambria Math" panose="02040503050406030204" pitchFamily="18" charset="0"/>
                              </a:rPr>
                              <m:t>𝑞</m:t>
                            </m:r>
                          </m:sub>
                        </m:sSub>
                        <m:r>
                          <a:rPr lang="pt-BR" sz="1400" b="0" i="1" smtClean="0">
                            <a:latin typeface="Cambria Math" panose="02040503050406030204" pitchFamily="18" charset="0"/>
                          </a:rPr>
                          <m:t>=0</m:t>
                        </m:r>
                      </m:oMath>
                    </m:oMathPara>
                  </a14:m>
                  <a:endParaRPr lang="pt-BR" sz="1400"/>
                </a:p>
              </p:txBody>
            </p:sp>
          </mc:Choice>
          <mc:Fallback xmlns="">
            <p:sp>
              <p:nvSpPr>
                <p:cNvPr id="44" name="CaixaDeTexto 43">
                  <a:extLst>
                    <a:ext uri="{FF2B5EF4-FFF2-40B4-BE49-F238E27FC236}">
                      <a16:creationId xmlns:a16="http://schemas.microsoft.com/office/drawing/2014/main" id="{AA927E5D-D5E9-CC7A-7A3F-3DCAE1017C70}"/>
                    </a:ext>
                  </a:extLst>
                </p:cNvPr>
                <p:cNvSpPr txBox="1">
                  <a:spLocks noRot="1" noChangeAspect="1" noMove="1" noResize="1" noEditPoints="1" noAdjustHandles="1" noChangeArrowheads="1" noChangeShapeType="1" noTextEdit="1"/>
                </p:cNvSpPr>
                <p:nvPr/>
              </p:nvSpPr>
              <p:spPr>
                <a:xfrm>
                  <a:off x="3194130" y="3086287"/>
                  <a:ext cx="1203663" cy="324384"/>
                </a:xfrm>
                <a:prstGeom prst="rect">
                  <a:avLst/>
                </a:prstGeom>
                <a:blipFill>
                  <a:blip r:embed="rId11"/>
                  <a:stretch>
                    <a:fillRect/>
                  </a:stretch>
                </a:blipFill>
                <a:ln>
                  <a:solidFill>
                    <a:schemeClr val="accent1"/>
                  </a:solidFill>
                </a:ln>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46" name="CaixaDeTexto 45">
                <a:extLst>
                  <a:ext uri="{FF2B5EF4-FFF2-40B4-BE49-F238E27FC236}">
                    <a16:creationId xmlns:a16="http://schemas.microsoft.com/office/drawing/2014/main" id="{D42E810C-A8EC-019B-699B-546F998FF2B2}"/>
                  </a:ext>
                </a:extLst>
              </p:cNvPr>
              <p:cNvSpPr txBox="1"/>
              <p:nvPr/>
            </p:nvSpPr>
            <p:spPr>
              <a:xfrm>
                <a:off x="1103091" y="1890330"/>
                <a:ext cx="100086" cy="253916"/>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r>
                        <a:rPr lang="pt-BR" sz="1050" b="0" i="1" smtClean="0">
                          <a:latin typeface="Cambria Math" panose="02040503050406030204" pitchFamily="18" charset="0"/>
                        </a:rPr>
                        <m:t>𝑎</m:t>
                      </m:r>
                    </m:oMath>
                  </m:oMathPara>
                </a14:m>
                <a:endParaRPr lang="pt-BR" sz="1400"/>
              </a:p>
            </p:txBody>
          </p:sp>
        </mc:Choice>
        <mc:Fallback xmlns="">
          <p:sp>
            <p:nvSpPr>
              <p:cNvPr id="46" name="CaixaDeTexto 45">
                <a:extLst>
                  <a:ext uri="{FF2B5EF4-FFF2-40B4-BE49-F238E27FC236}">
                    <a16:creationId xmlns:a16="http://schemas.microsoft.com/office/drawing/2014/main" id="{D42E810C-A8EC-019B-699B-546F998FF2B2}"/>
                  </a:ext>
                </a:extLst>
              </p:cNvPr>
              <p:cNvSpPr txBox="1">
                <a:spLocks noRot="1" noChangeAspect="1" noMove="1" noResize="1" noEditPoints="1" noAdjustHandles="1" noChangeArrowheads="1" noChangeShapeType="1" noTextEdit="1"/>
              </p:cNvSpPr>
              <p:nvPr/>
            </p:nvSpPr>
            <p:spPr>
              <a:xfrm>
                <a:off x="1103091" y="1890330"/>
                <a:ext cx="100086" cy="253916"/>
              </a:xfrm>
              <a:prstGeom prst="rect">
                <a:avLst/>
              </a:prstGeom>
              <a:blipFill>
                <a:blip r:embed="rId12"/>
                <a:stretch>
                  <a:fillRect r="-62500"/>
                </a:stretch>
              </a:blipFill>
            </p:spPr>
            <p:txBody>
              <a:bodyPr/>
              <a:lstStyle/>
              <a:p>
                <a:r>
                  <a:rPr lang="pt-BR">
                    <a:noFill/>
                  </a:rPr>
                  <a:t> </a:t>
                </a:r>
              </a:p>
            </p:txBody>
          </p:sp>
        </mc:Fallback>
      </mc:AlternateContent>
      <p:cxnSp>
        <p:nvCxnSpPr>
          <p:cNvPr id="47" name="Conector de Seta Reta 46">
            <a:extLst>
              <a:ext uri="{FF2B5EF4-FFF2-40B4-BE49-F238E27FC236}">
                <a16:creationId xmlns:a16="http://schemas.microsoft.com/office/drawing/2014/main" id="{57F07546-33D3-4A64-FB87-C603113C0ACF}"/>
              </a:ext>
            </a:extLst>
          </p:cNvPr>
          <p:cNvCxnSpPr>
            <a:cxnSpLocks/>
          </p:cNvCxnSpPr>
          <p:nvPr/>
        </p:nvCxnSpPr>
        <p:spPr>
          <a:xfrm flipV="1">
            <a:off x="1209618" y="1949348"/>
            <a:ext cx="115841" cy="199069"/>
          </a:xfrm>
          <a:prstGeom prst="straightConnector1">
            <a:avLst/>
          </a:prstGeom>
          <a:ln w="635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8" name="CaixaDeTexto 47">
                <a:extLst>
                  <a:ext uri="{FF2B5EF4-FFF2-40B4-BE49-F238E27FC236}">
                    <a16:creationId xmlns:a16="http://schemas.microsoft.com/office/drawing/2014/main" id="{EE9197BF-1016-7D4E-37CE-518EFCD62C5E}"/>
                  </a:ext>
                </a:extLst>
              </p:cNvPr>
              <p:cNvSpPr txBox="1"/>
              <p:nvPr/>
            </p:nvSpPr>
            <p:spPr>
              <a:xfrm>
                <a:off x="1180466" y="1386878"/>
                <a:ext cx="382823" cy="2539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1050" b="0" i="1" smtClean="0">
                          <a:latin typeface="Cambria Math" panose="02040503050406030204" pitchFamily="18" charset="0"/>
                        </a:rPr>
                        <m:t>𝑏</m:t>
                      </m:r>
                    </m:oMath>
                  </m:oMathPara>
                </a14:m>
                <a:endParaRPr lang="pt-BR" sz="1400"/>
              </a:p>
            </p:txBody>
          </p:sp>
        </mc:Choice>
        <mc:Fallback xmlns="">
          <p:sp>
            <p:nvSpPr>
              <p:cNvPr id="48" name="CaixaDeTexto 47">
                <a:extLst>
                  <a:ext uri="{FF2B5EF4-FFF2-40B4-BE49-F238E27FC236}">
                    <a16:creationId xmlns:a16="http://schemas.microsoft.com/office/drawing/2014/main" id="{EE9197BF-1016-7D4E-37CE-518EFCD62C5E}"/>
                  </a:ext>
                </a:extLst>
              </p:cNvPr>
              <p:cNvSpPr txBox="1">
                <a:spLocks noRot="1" noChangeAspect="1" noMove="1" noResize="1" noEditPoints="1" noAdjustHandles="1" noChangeArrowheads="1" noChangeShapeType="1" noTextEdit="1"/>
              </p:cNvSpPr>
              <p:nvPr/>
            </p:nvSpPr>
            <p:spPr>
              <a:xfrm>
                <a:off x="1180466" y="1386878"/>
                <a:ext cx="382823" cy="253916"/>
              </a:xfrm>
              <a:prstGeom prst="rect">
                <a:avLst/>
              </a:prstGeom>
              <a:blipFill>
                <a:blip r:embed="rId13"/>
                <a:stretch>
                  <a:fillRect/>
                </a:stretch>
              </a:blipFill>
            </p:spPr>
            <p:txBody>
              <a:bodyPr/>
              <a:lstStyle/>
              <a:p>
                <a:r>
                  <a:rPr lang="pt-BR">
                    <a:noFill/>
                  </a:rPr>
                  <a:t> </a:t>
                </a:r>
              </a:p>
            </p:txBody>
          </p:sp>
        </mc:Fallback>
      </mc:AlternateContent>
      <p:cxnSp>
        <p:nvCxnSpPr>
          <p:cNvPr id="49" name="Conector de Seta Reta 48">
            <a:extLst>
              <a:ext uri="{FF2B5EF4-FFF2-40B4-BE49-F238E27FC236}">
                <a16:creationId xmlns:a16="http://schemas.microsoft.com/office/drawing/2014/main" id="{16F2F07F-DFC9-0D50-CC10-D7AF5A52030A}"/>
              </a:ext>
            </a:extLst>
          </p:cNvPr>
          <p:cNvCxnSpPr>
            <a:cxnSpLocks/>
          </p:cNvCxnSpPr>
          <p:nvPr/>
        </p:nvCxnSpPr>
        <p:spPr>
          <a:xfrm flipV="1">
            <a:off x="1212157" y="1642548"/>
            <a:ext cx="291835" cy="503450"/>
          </a:xfrm>
          <a:prstGeom prst="straightConnector1">
            <a:avLst/>
          </a:prstGeom>
          <a:ln w="635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0" name="CaixaDeTexto 49">
                <a:extLst>
                  <a:ext uri="{FF2B5EF4-FFF2-40B4-BE49-F238E27FC236}">
                    <a16:creationId xmlns:a16="http://schemas.microsoft.com/office/drawing/2014/main" id="{22EF2D45-C6D0-86EC-F762-2E14E208B59E}"/>
                  </a:ext>
                </a:extLst>
              </p:cNvPr>
              <p:cNvSpPr txBox="1"/>
              <p:nvPr/>
            </p:nvSpPr>
            <p:spPr>
              <a:xfrm>
                <a:off x="1129513" y="1636624"/>
                <a:ext cx="298815" cy="2539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1050" b="0" i="1" smtClean="0">
                          <a:latin typeface="Cambria Math" panose="02040503050406030204" pitchFamily="18" charset="0"/>
                        </a:rPr>
                        <m:t>𝑐</m:t>
                      </m:r>
                    </m:oMath>
                  </m:oMathPara>
                </a14:m>
                <a:endParaRPr lang="pt-BR" sz="1200"/>
              </a:p>
            </p:txBody>
          </p:sp>
        </mc:Choice>
        <mc:Fallback xmlns="">
          <p:sp>
            <p:nvSpPr>
              <p:cNvPr id="50" name="CaixaDeTexto 49">
                <a:extLst>
                  <a:ext uri="{FF2B5EF4-FFF2-40B4-BE49-F238E27FC236}">
                    <a16:creationId xmlns:a16="http://schemas.microsoft.com/office/drawing/2014/main" id="{22EF2D45-C6D0-86EC-F762-2E14E208B59E}"/>
                  </a:ext>
                </a:extLst>
              </p:cNvPr>
              <p:cNvSpPr txBox="1">
                <a:spLocks noRot="1" noChangeAspect="1" noMove="1" noResize="1" noEditPoints="1" noAdjustHandles="1" noChangeArrowheads="1" noChangeShapeType="1" noTextEdit="1"/>
              </p:cNvSpPr>
              <p:nvPr/>
            </p:nvSpPr>
            <p:spPr>
              <a:xfrm>
                <a:off x="1129513" y="1636624"/>
                <a:ext cx="298815" cy="253916"/>
              </a:xfrm>
              <a:prstGeom prst="rect">
                <a:avLst/>
              </a:prstGeom>
              <a:blipFill>
                <a:blip r:embed="rId14"/>
                <a:stretch>
                  <a:fillRect/>
                </a:stretch>
              </a:blipFill>
            </p:spPr>
            <p:txBody>
              <a:bodyPr/>
              <a:lstStyle/>
              <a:p>
                <a:r>
                  <a:rPr lang="pt-BR">
                    <a:noFill/>
                  </a:rPr>
                  <a:t> </a:t>
                </a:r>
              </a:p>
            </p:txBody>
          </p:sp>
        </mc:Fallback>
      </mc:AlternateContent>
      <p:cxnSp>
        <p:nvCxnSpPr>
          <p:cNvPr id="51" name="Conector de Seta Reta 50">
            <a:extLst>
              <a:ext uri="{FF2B5EF4-FFF2-40B4-BE49-F238E27FC236}">
                <a16:creationId xmlns:a16="http://schemas.microsoft.com/office/drawing/2014/main" id="{BED1B153-566E-F9D7-F09D-8D5FFC142EBD}"/>
              </a:ext>
            </a:extLst>
          </p:cNvPr>
          <p:cNvCxnSpPr>
            <a:cxnSpLocks/>
          </p:cNvCxnSpPr>
          <p:nvPr/>
        </p:nvCxnSpPr>
        <p:spPr>
          <a:xfrm flipV="1">
            <a:off x="1204064" y="1517297"/>
            <a:ext cx="373604" cy="628703"/>
          </a:xfrm>
          <a:prstGeom prst="straightConnector1">
            <a:avLst/>
          </a:prstGeom>
          <a:ln w="635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2" name="CaixaDeTexto 51">
                <a:extLst>
                  <a:ext uri="{FF2B5EF4-FFF2-40B4-BE49-F238E27FC236}">
                    <a16:creationId xmlns:a16="http://schemas.microsoft.com/office/drawing/2014/main" id="{479AF1D6-BDD6-882E-C2A7-CC9AA5C3ED32}"/>
                  </a:ext>
                </a:extLst>
              </p:cNvPr>
              <p:cNvSpPr txBox="1"/>
              <p:nvPr/>
            </p:nvSpPr>
            <p:spPr>
              <a:xfrm>
                <a:off x="998823" y="2196172"/>
                <a:ext cx="453407" cy="230832"/>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r>
                        <a:rPr lang="pt-BR" sz="900" b="0" i="1" smtClean="0">
                          <a:latin typeface="Cambria Math" panose="02040503050406030204" pitchFamily="18" charset="0"/>
                        </a:rPr>
                        <m:t>𝑐𝑜𝑟𝑒</m:t>
                      </m:r>
                    </m:oMath>
                  </m:oMathPara>
                </a14:m>
                <a:endParaRPr lang="pt-BR" sz="1400"/>
              </a:p>
            </p:txBody>
          </p:sp>
        </mc:Choice>
        <mc:Fallback xmlns="">
          <p:sp>
            <p:nvSpPr>
              <p:cNvPr id="52" name="CaixaDeTexto 51">
                <a:extLst>
                  <a:ext uri="{FF2B5EF4-FFF2-40B4-BE49-F238E27FC236}">
                    <a16:creationId xmlns:a16="http://schemas.microsoft.com/office/drawing/2014/main" id="{479AF1D6-BDD6-882E-C2A7-CC9AA5C3ED32}"/>
                  </a:ext>
                </a:extLst>
              </p:cNvPr>
              <p:cNvSpPr txBox="1">
                <a:spLocks noRot="1" noChangeAspect="1" noMove="1" noResize="1" noEditPoints="1" noAdjustHandles="1" noChangeArrowheads="1" noChangeShapeType="1" noTextEdit="1"/>
              </p:cNvSpPr>
              <p:nvPr/>
            </p:nvSpPr>
            <p:spPr>
              <a:xfrm>
                <a:off x="998823" y="2196172"/>
                <a:ext cx="453407" cy="230832"/>
              </a:xfrm>
              <a:prstGeom prst="rect">
                <a:avLst/>
              </a:prstGeom>
              <a:blipFill>
                <a:blip r:embed="rId1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3" name="CaixaDeTexto 52">
                <a:extLst>
                  <a:ext uri="{FF2B5EF4-FFF2-40B4-BE49-F238E27FC236}">
                    <a16:creationId xmlns:a16="http://schemas.microsoft.com/office/drawing/2014/main" id="{0CDA2268-204C-889B-FBA9-F7859D00597D}"/>
                  </a:ext>
                </a:extLst>
              </p:cNvPr>
              <p:cNvSpPr txBox="1"/>
              <p:nvPr/>
            </p:nvSpPr>
            <p:spPr>
              <a:xfrm>
                <a:off x="947582" y="2703726"/>
                <a:ext cx="453407" cy="230832"/>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r>
                        <a:rPr lang="pt-BR" sz="900" b="0" i="1" smtClean="0">
                          <a:latin typeface="Cambria Math" panose="02040503050406030204" pitchFamily="18" charset="0"/>
                        </a:rPr>
                        <m:t>𝑠h𝑒𝑎𝑡h</m:t>
                      </m:r>
                    </m:oMath>
                  </m:oMathPara>
                </a14:m>
                <a:endParaRPr lang="pt-BR" sz="1400"/>
              </a:p>
            </p:txBody>
          </p:sp>
        </mc:Choice>
        <mc:Fallback xmlns="">
          <p:sp>
            <p:nvSpPr>
              <p:cNvPr id="53" name="CaixaDeTexto 52">
                <a:extLst>
                  <a:ext uri="{FF2B5EF4-FFF2-40B4-BE49-F238E27FC236}">
                    <a16:creationId xmlns:a16="http://schemas.microsoft.com/office/drawing/2014/main" id="{0CDA2268-204C-889B-FBA9-F7859D00597D}"/>
                  </a:ext>
                </a:extLst>
              </p:cNvPr>
              <p:cNvSpPr txBox="1">
                <a:spLocks noRot="1" noChangeAspect="1" noMove="1" noResize="1" noEditPoints="1" noAdjustHandles="1" noChangeArrowheads="1" noChangeShapeType="1" noTextEdit="1"/>
              </p:cNvSpPr>
              <p:nvPr/>
            </p:nvSpPr>
            <p:spPr>
              <a:xfrm>
                <a:off x="947582" y="2703726"/>
                <a:ext cx="453407" cy="230832"/>
              </a:xfrm>
              <a:prstGeom prst="rect">
                <a:avLst/>
              </a:prstGeom>
              <a:blipFill>
                <a:blip r:embed="rId16"/>
                <a:stretch>
                  <a:fillRect r="-6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4" name="CaixaDeTexto 53">
                <a:extLst>
                  <a:ext uri="{FF2B5EF4-FFF2-40B4-BE49-F238E27FC236}">
                    <a16:creationId xmlns:a16="http://schemas.microsoft.com/office/drawing/2014/main" id="{AE686639-DC89-CE6D-A816-4CE2C36BD0EE}"/>
                  </a:ext>
                </a:extLst>
              </p:cNvPr>
              <p:cNvSpPr txBox="1"/>
              <p:nvPr/>
            </p:nvSpPr>
            <p:spPr>
              <a:xfrm>
                <a:off x="2422973" y="4965564"/>
                <a:ext cx="116820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r>
                        <a:rPr lang="pt-BR" sz="1400" b="0" i="1" smtClean="0">
                          <a:latin typeface="Cambria Math" panose="02040503050406030204" pitchFamily="18" charset="0"/>
                        </a:rPr>
                        <m:t>=44 </m:t>
                      </m:r>
                      <m:r>
                        <a:rPr lang="pt-BR" sz="1400" b="0" i="1" smtClean="0">
                          <a:latin typeface="Cambria Math" panose="02040503050406030204" pitchFamily="18" charset="0"/>
                        </a:rPr>
                        <m:t>𝑚𝑚</m:t>
                      </m:r>
                    </m:oMath>
                  </m:oMathPara>
                </a14:m>
                <a:endParaRPr lang="pt-BR" sz="1400"/>
              </a:p>
            </p:txBody>
          </p:sp>
        </mc:Choice>
        <mc:Fallback xmlns="">
          <p:sp>
            <p:nvSpPr>
              <p:cNvPr id="54" name="CaixaDeTexto 53">
                <a:extLst>
                  <a:ext uri="{FF2B5EF4-FFF2-40B4-BE49-F238E27FC236}">
                    <a16:creationId xmlns:a16="http://schemas.microsoft.com/office/drawing/2014/main" id="{AE686639-DC89-CE6D-A816-4CE2C36BD0EE}"/>
                  </a:ext>
                </a:extLst>
              </p:cNvPr>
              <p:cNvSpPr txBox="1">
                <a:spLocks noRot="1" noChangeAspect="1" noMove="1" noResize="1" noEditPoints="1" noAdjustHandles="1" noChangeArrowheads="1" noChangeShapeType="1" noTextEdit="1"/>
              </p:cNvSpPr>
              <p:nvPr/>
            </p:nvSpPr>
            <p:spPr>
              <a:xfrm>
                <a:off x="2422973" y="4965564"/>
                <a:ext cx="1168205" cy="324384"/>
              </a:xfrm>
              <a:prstGeom prst="rect">
                <a:avLst/>
              </a:prstGeom>
              <a:blipFill>
                <a:blip r:embed="rId1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5" name="CaixaDeTexto 54">
                <a:extLst>
                  <a:ext uri="{FF2B5EF4-FFF2-40B4-BE49-F238E27FC236}">
                    <a16:creationId xmlns:a16="http://schemas.microsoft.com/office/drawing/2014/main" id="{8D69EB1F-EB3A-2547-47F0-2AA54DE36DF1}"/>
                  </a:ext>
                </a:extLst>
              </p:cNvPr>
              <p:cNvSpPr txBox="1"/>
              <p:nvPr/>
            </p:nvSpPr>
            <p:spPr>
              <a:xfrm>
                <a:off x="2406682" y="4590154"/>
                <a:ext cx="1169038"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𝑝</m:t>
                          </m:r>
                        </m:sub>
                      </m:sSub>
                      <m:r>
                        <a:rPr lang="pt-BR" sz="1400" b="0" i="1" smtClean="0">
                          <a:latin typeface="Cambria Math" panose="02040503050406030204" pitchFamily="18" charset="0"/>
                        </a:rPr>
                        <m:t>=22 </m:t>
                      </m:r>
                      <m:r>
                        <a:rPr lang="pt-BR" sz="1400" b="0" i="1" smtClean="0">
                          <a:latin typeface="Cambria Math" panose="02040503050406030204" pitchFamily="18" charset="0"/>
                        </a:rPr>
                        <m:t>𝑚𝑚</m:t>
                      </m:r>
                    </m:oMath>
                  </m:oMathPara>
                </a14:m>
                <a:endParaRPr lang="pt-BR" sz="1400"/>
              </a:p>
            </p:txBody>
          </p:sp>
        </mc:Choice>
        <mc:Fallback xmlns="">
          <p:sp>
            <p:nvSpPr>
              <p:cNvPr id="55" name="CaixaDeTexto 54">
                <a:extLst>
                  <a:ext uri="{FF2B5EF4-FFF2-40B4-BE49-F238E27FC236}">
                    <a16:creationId xmlns:a16="http://schemas.microsoft.com/office/drawing/2014/main" id="{8D69EB1F-EB3A-2547-47F0-2AA54DE36DF1}"/>
                  </a:ext>
                </a:extLst>
              </p:cNvPr>
              <p:cNvSpPr txBox="1">
                <a:spLocks noRot="1" noChangeAspect="1" noMove="1" noResize="1" noEditPoints="1" noAdjustHandles="1" noChangeArrowheads="1" noChangeShapeType="1" noTextEdit="1"/>
              </p:cNvSpPr>
              <p:nvPr/>
            </p:nvSpPr>
            <p:spPr>
              <a:xfrm>
                <a:off x="2406682" y="4590154"/>
                <a:ext cx="1169038" cy="324384"/>
              </a:xfrm>
              <a:prstGeom prst="rect">
                <a:avLst/>
              </a:prstGeom>
              <a:blipFill>
                <a:blip r:embed="rId1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6" name="CaixaDeTexto 55">
                <a:extLst>
                  <a:ext uri="{FF2B5EF4-FFF2-40B4-BE49-F238E27FC236}">
                    <a16:creationId xmlns:a16="http://schemas.microsoft.com/office/drawing/2014/main" id="{43DDC3C0-8B67-3651-236B-55C14DBCF08A}"/>
                  </a:ext>
                </a:extLst>
              </p:cNvPr>
              <p:cNvSpPr txBox="1"/>
              <p:nvPr/>
            </p:nvSpPr>
            <p:spPr>
              <a:xfrm>
                <a:off x="2443562" y="5372868"/>
                <a:ext cx="1335109"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latin typeface="Cambria Math" panose="02040503050406030204" pitchFamily="18" charset="0"/>
                            </a:rPr>
                          </m:ctrlPr>
                        </m:sSubPr>
                        <m:e>
                          <m:r>
                            <a:rPr lang="pt-BR" sz="1400" i="1" smtClean="0">
                              <a:latin typeface="Cambria Math" panose="02040503050406030204" pitchFamily="18" charset="0"/>
                            </a:rPr>
                            <m:t>𝑐</m:t>
                          </m:r>
                        </m:e>
                        <m:sub>
                          <m:r>
                            <a:rPr lang="pt-BR" sz="1400" b="0" i="1" smtClean="0">
                              <a:latin typeface="Cambria Math" panose="02040503050406030204" pitchFamily="18" charset="0"/>
                            </a:rPr>
                            <m:t>𝑟</m:t>
                          </m:r>
                        </m:sub>
                      </m:sSub>
                      <m:r>
                        <a:rPr lang="pt-BR" sz="1400" i="1" smtClean="0">
                          <a:latin typeface="Cambria Math" panose="02040503050406030204" pitchFamily="18" charset="0"/>
                        </a:rPr>
                        <m:t>= 39,5 </m:t>
                      </m:r>
                      <m:r>
                        <a:rPr lang="pt-BR" sz="1400" i="1" smtClean="0">
                          <a:latin typeface="Cambria Math" panose="02040503050406030204" pitchFamily="18" charset="0"/>
                        </a:rPr>
                        <m:t>𝑚𝑚</m:t>
                      </m:r>
                    </m:oMath>
                  </m:oMathPara>
                </a14:m>
                <a:endParaRPr lang="pt-BR" sz="1400"/>
              </a:p>
            </p:txBody>
          </p:sp>
        </mc:Choice>
        <mc:Fallback xmlns="">
          <p:sp>
            <p:nvSpPr>
              <p:cNvPr id="56" name="CaixaDeTexto 55">
                <a:extLst>
                  <a:ext uri="{FF2B5EF4-FFF2-40B4-BE49-F238E27FC236}">
                    <a16:creationId xmlns:a16="http://schemas.microsoft.com/office/drawing/2014/main" id="{43DDC3C0-8B67-3651-236B-55C14DBCF08A}"/>
                  </a:ext>
                </a:extLst>
              </p:cNvPr>
              <p:cNvSpPr txBox="1">
                <a:spLocks noRot="1" noChangeAspect="1" noMove="1" noResize="1" noEditPoints="1" noAdjustHandles="1" noChangeArrowheads="1" noChangeShapeType="1" noTextEdit="1"/>
              </p:cNvSpPr>
              <p:nvPr/>
            </p:nvSpPr>
            <p:spPr>
              <a:xfrm>
                <a:off x="2443562" y="5372868"/>
                <a:ext cx="1335109" cy="307777"/>
              </a:xfrm>
              <a:prstGeom prst="rect">
                <a:avLst/>
              </a:prstGeom>
              <a:blipFill>
                <a:blip r:embed="rId19"/>
                <a:stretch>
                  <a:fillRect/>
                </a:stretch>
              </a:blipFill>
            </p:spPr>
            <p:txBody>
              <a:bodyPr/>
              <a:lstStyle/>
              <a:p>
                <a:r>
                  <a:rPr lang="pt-BR">
                    <a:noFill/>
                  </a:rPr>
                  <a:t> </a:t>
                </a:r>
              </a:p>
            </p:txBody>
          </p:sp>
        </mc:Fallback>
      </mc:AlternateContent>
      <p:sp>
        <p:nvSpPr>
          <p:cNvPr id="57" name="Chave Esquerda 56">
            <a:extLst>
              <a:ext uri="{FF2B5EF4-FFF2-40B4-BE49-F238E27FC236}">
                <a16:creationId xmlns:a16="http://schemas.microsoft.com/office/drawing/2014/main" id="{27161F76-D9DA-ED16-56FF-CA1BE42286D1}"/>
              </a:ext>
            </a:extLst>
          </p:cNvPr>
          <p:cNvSpPr/>
          <p:nvPr/>
        </p:nvSpPr>
        <p:spPr>
          <a:xfrm>
            <a:off x="2326855" y="4711663"/>
            <a:ext cx="155448" cy="91440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grpSp>
        <p:nvGrpSpPr>
          <p:cNvPr id="3" name="Agrupar 2">
            <a:extLst>
              <a:ext uri="{FF2B5EF4-FFF2-40B4-BE49-F238E27FC236}">
                <a16:creationId xmlns:a16="http://schemas.microsoft.com/office/drawing/2014/main" id="{790FC1DD-682E-9ED4-3244-A74A13B24312}"/>
              </a:ext>
            </a:extLst>
          </p:cNvPr>
          <p:cNvGrpSpPr/>
          <p:nvPr/>
        </p:nvGrpSpPr>
        <p:grpSpPr>
          <a:xfrm>
            <a:off x="6023992" y="1552845"/>
            <a:ext cx="5150102" cy="3183950"/>
            <a:chOff x="286979" y="3717032"/>
            <a:chExt cx="5150102" cy="3183950"/>
          </a:xfrm>
        </p:grpSpPr>
        <p:sp>
          <p:nvSpPr>
            <p:cNvPr id="7" name="CaixaDeTexto 6">
              <a:extLst>
                <a:ext uri="{FF2B5EF4-FFF2-40B4-BE49-F238E27FC236}">
                  <a16:creationId xmlns:a16="http://schemas.microsoft.com/office/drawing/2014/main" id="{F4BA9C5B-26BB-EB98-5945-77462811179E}"/>
                </a:ext>
              </a:extLst>
            </p:cNvPr>
            <p:cNvSpPr txBox="1"/>
            <p:nvPr/>
          </p:nvSpPr>
          <p:spPr>
            <a:xfrm>
              <a:off x="286979" y="3717032"/>
              <a:ext cx="5150102" cy="338554"/>
            </a:xfrm>
            <a:prstGeom prst="rect">
              <a:avLst/>
            </a:prstGeom>
            <a:noFill/>
          </p:spPr>
          <p:txBody>
            <a:bodyPr wrap="square">
              <a:spAutoFit/>
            </a:bodyPr>
            <a:lstStyle>
              <a:defPPr>
                <a:defRPr lang="pt-BR"/>
              </a:defPPr>
              <a:lvl1pPr>
                <a:defRPr sz="1600"/>
              </a:lvl1pPr>
            </a:lstStyle>
            <a:p>
              <a:r>
                <a:rPr lang="en-US"/>
                <a:t>5</a:t>
              </a:r>
              <a:r>
                <a:rPr lang="en-US" sz="1600"/>
                <a:t>. Incident Matrices:</a:t>
              </a:r>
              <a:endParaRPr lang="pt-BR"/>
            </a:p>
          </p:txBody>
        </p:sp>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id="{01B0D6D6-5A44-CA37-FA6B-E1960B60EBFA}"/>
                    </a:ext>
                  </a:extLst>
                </p:cNvPr>
                <p:cNvSpPr txBox="1"/>
                <p:nvPr/>
              </p:nvSpPr>
              <p:spPr>
                <a:xfrm>
                  <a:off x="466999" y="4135977"/>
                  <a:ext cx="1857214" cy="502958"/>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left"/>
                      </m:oMathParaPr>
                      <m:oMath xmlns:m="http://schemas.openxmlformats.org/officeDocument/2006/math">
                        <m:r>
                          <a:rPr lang="pt-BR" b="0" i="1" smtClean="0">
                            <a:latin typeface="Cambria Math" panose="02040503050406030204" pitchFamily="18" charset="0"/>
                            <a:ea typeface="Cambria Math" panose="02040503050406030204" pitchFamily="18" charset="0"/>
                          </a:rPr>
                          <m:t>ℚ</m:t>
                        </m:r>
                        <m:r>
                          <a:rPr lang="pt-BR">
                            <a:latin typeface="Cambria Math" panose="02040503050406030204" pitchFamily="18" charset="0"/>
                          </a:rPr>
                          <m:t>=</m:t>
                        </m:r>
                        <m:d>
                          <m:dPr>
                            <m:begChr m:val="["/>
                            <m:endChr m:val="]"/>
                            <m:ctrlPr>
                              <a:rPr lang="pt-BR" b="0" i="1" smtClean="0">
                                <a:latin typeface="Cambria Math" panose="02040503050406030204" pitchFamily="18" charset="0"/>
                              </a:rPr>
                            </m:ctrlPr>
                          </m:dPr>
                          <m:e>
                            <m:m>
                              <m:mPr>
                                <m:mcs>
                                  <m:mc>
                                    <m:mcPr>
                                      <m:count m:val="2"/>
                                      <m:mcJc m:val="center"/>
                                    </m:mcPr>
                                  </m:mc>
                                </m:mcs>
                                <m:ctrlPr>
                                  <a:rPr lang="pt-BR" i="1">
                                    <a:latin typeface="Cambria Math" panose="02040503050406030204" pitchFamily="18" charset="0"/>
                                  </a:rPr>
                                </m:ctrlPr>
                              </m:mPr>
                              <m:mr>
                                <m:e>
                                  <m:r>
                                    <m:rPr>
                                      <m:brk m:alnAt="7"/>
                                    </m:rPr>
                                    <a:rPr lang="pt-BR" b="0" i="1" smtClean="0">
                                      <a:latin typeface="Cambria Math" panose="02040503050406030204" pitchFamily="18" charset="0"/>
                                    </a:rPr>
                                    <m:t>1</m:t>
                                  </m:r>
                                </m:e>
                                <m:e>
                                  <m:r>
                                    <a:rPr lang="pt-BR" b="0" i="1" smtClean="0">
                                      <a:latin typeface="Cambria Math" panose="02040503050406030204" pitchFamily="18" charset="0"/>
                                    </a:rPr>
                                    <m:t>0</m:t>
                                  </m:r>
                                </m:e>
                              </m:mr>
                              <m:mr>
                                <m:e>
                                  <m:r>
                                    <a:rPr lang="pt-BR" i="1" smtClean="0">
                                      <a:latin typeface="Cambria Math" panose="02040503050406030204" pitchFamily="18" charset="0"/>
                                    </a:rPr>
                                    <m:t>0</m:t>
                                  </m:r>
                                </m:e>
                                <m:e>
                                  <m:r>
                                    <a:rPr lang="pt-BR" b="0" i="1" smtClean="0">
                                      <a:latin typeface="Cambria Math" panose="02040503050406030204" pitchFamily="18" charset="0"/>
                                    </a:rPr>
                                    <m:t>1</m:t>
                                  </m:r>
                                </m:e>
                              </m:mr>
                            </m:m>
                          </m:e>
                        </m:d>
                      </m:oMath>
                    </m:oMathPara>
                  </a14:m>
                  <a:endParaRPr lang="en-US" b="1" i="1"/>
                </a:p>
              </p:txBody>
            </p:sp>
          </mc:Choice>
          <mc:Fallback xmlns="">
            <p:sp>
              <p:nvSpPr>
                <p:cNvPr id="14" name="CaixaDeTexto 13">
                  <a:extLst>
                    <a:ext uri="{FF2B5EF4-FFF2-40B4-BE49-F238E27FC236}">
                      <a16:creationId xmlns:a16="http://schemas.microsoft.com/office/drawing/2014/main" id="{01B0D6D6-5A44-CA37-FA6B-E1960B60EBFA}"/>
                    </a:ext>
                  </a:extLst>
                </p:cNvPr>
                <p:cNvSpPr txBox="1">
                  <a:spLocks noRot="1" noChangeAspect="1" noMove="1" noResize="1" noEditPoints="1" noAdjustHandles="1" noChangeArrowheads="1" noChangeShapeType="1" noTextEdit="1"/>
                </p:cNvSpPr>
                <p:nvPr/>
              </p:nvSpPr>
              <p:spPr>
                <a:xfrm>
                  <a:off x="466999" y="4135977"/>
                  <a:ext cx="1857214" cy="502958"/>
                </a:xfrm>
                <a:prstGeom prst="rect">
                  <a:avLst/>
                </a:prstGeom>
                <a:blipFill>
                  <a:blip r:embed="rId20"/>
                  <a:stretch>
                    <a:fillRect b="-241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id="{5721C439-9E5A-D3AA-C9B8-21CF6C61C318}"/>
                    </a:ext>
                  </a:extLst>
                </p:cNvPr>
                <p:cNvSpPr txBox="1"/>
                <p:nvPr/>
              </p:nvSpPr>
              <p:spPr>
                <a:xfrm>
                  <a:off x="394991" y="5277045"/>
                  <a:ext cx="1857214" cy="338554"/>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left"/>
                      </m:oMathParaPr>
                      <m:oMath xmlns:m="http://schemas.openxmlformats.org/officeDocument/2006/math">
                        <m:sSup>
                          <m:sSupPr>
                            <m:ctrlPr>
                              <a:rPr lang="pt-BR" b="0" i="1" smtClean="0">
                                <a:latin typeface="Cambria Math" panose="02040503050406030204" pitchFamily="18" charset="0"/>
                                <a:ea typeface="Cambria Math" panose="02040503050406030204" pitchFamily="18" charset="0"/>
                              </a:rPr>
                            </m:ctrlPr>
                          </m:sSupPr>
                          <m:e>
                            <m:r>
                              <a:rPr lang="pt-BR" b="0" i="1" smtClean="0">
                                <a:latin typeface="Cambria Math" panose="02040503050406030204" pitchFamily="18" charset="0"/>
                                <a:ea typeface="Cambria Math" panose="02040503050406030204" pitchFamily="18" charset="0"/>
                              </a:rPr>
                              <m:t>𝕊</m:t>
                            </m:r>
                          </m:e>
                          <m:sup>
                            <m:r>
                              <a:rPr lang="pt-BR" b="0" i="1" smtClean="0">
                                <a:latin typeface="Cambria Math" panose="02040503050406030204" pitchFamily="18" charset="0"/>
                                <a:ea typeface="Cambria Math" panose="02040503050406030204" pitchFamily="18" charset="0"/>
                              </a:rPr>
                              <m:t>𝑇</m:t>
                            </m:r>
                          </m:sup>
                        </m:sSup>
                        <m:r>
                          <a:rPr lang="pt-BR">
                            <a:latin typeface="Cambria Math" panose="02040503050406030204" pitchFamily="18" charset="0"/>
                          </a:rPr>
                          <m:t>=</m:t>
                        </m:r>
                        <m:d>
                          <m:dPr>
                            <m:begChr m:val="["/>
                            <m:endChr m:val="]"/>
                            <m:ctrlPr>
                              <a:rPr lang="pt-BR" b="0" i="1" smtClean="0">
                                <a:latin typeface="Cambria Math" panose="02040503050406030204" pitchFamily="18" charset="0"/>
                              </a:rPr>
                            </m:ctrlPr>
                          </m:dPr>
                          <m:e>
                            <m:m>
                              <m:mPr>
                                <m:mcs>
                                  <m:mc>
                                    <m:mcPr>
                                      <m:count m:val="2"/>
                                      <m:mcJc m:val="center"/>
                                    </m:mcPr>
                                  </m:mc>
                                </m:mcs>
                                <m:ctrlPr>
                                  <a:rPr lang="pt-BR" b="0" i="1" smtClean="0">
                                    <a:latin typeface="Cambria Math" panose="02040503050406030204" pitchFamily="18" charset="0"/>
                                  </a:rPr>
                                </m:ctrlPr>
                              </m:mPr>
                              <m:mr>
                                <m:e>
                                  <m:r>
                                    <m:rPr>
                                      <m:brk m:alnAt="7"/>
                                    </m:rPr>
                                    <a:rPr lang="pt-BR" b="0" i="1" smtClean="0">
                                      <a:latin typeface="Cambria Math" panose="02040503050406030204" pitchFamily="18" charset="0"/>
                                    </a:rPr>
                                    <m:t>1</m:t>
                                  </m:r>
                                </m:e>
                                <m:e>
                                  <m:r>
                                    <a:rPr lang="pt-BR" b="0" i="1" smtClean="0">
                                      <a:latin typeface="Cambria Math" panose="02040503050406030204" pitchFamily="18" charset="0"/>
                                    </a:rPr>
                                    <m:t>−1</m:t>
                                  </m:r>
                                </m:e>
                              </m:mr>
                            </m:m>
                          </m:e>
                        </m:d>
                      </m:oMath>
                    </m:oMathPara>
                  </a14:m>
                  <a:endParaRPr lang="en-US" b="1" i="1"/>
                </a:p>
              </p:txBody>
            </p:sp>
          </mc:Choice>
          <mc:Fallback xmlns="">
            <p:sp>
              <p:nvSpPr>
                <p:cNvPr id="15" name="CaixaDeTexto 14">
                  <a:extLst>
                    <a:ext uri="{FF2B5EF4-FFF2-40B4-BE49-F238E27FC236}">
                      <a16:creationId xmlns:a16="http://schemas.microsoft.com/office/drawing/2014/main" id="{5721C439-9E5A-D3AA-C9B8-21CF6C61C318}"/>
                    </a:ext>
                  </a:extLst>
                </p:cNvPr>
                <p:cNvSpPr txBox="1">
                  <a:spLocks noRot="1" noChangeAspect="1" noMove="1" noResize="1" noEditPoints="1" noAdjustHandles="1" noChangeArrowheads="1" noChangeShapeType="1" noTextEdit="1"/>
                </p:cNvSpPr>
                <p:nvPr/>
              </p:nvSpPr>
              <p:spPr>
                <a:xfrm>
                  <a:off x="394991" y="5277045"/>
                  <a:ext cx="1857214" cy="338554"/>
                </a:xfrm>
                <a:prstGeom prst="rect">
                  <a:avLst/>
                </a:prstGeom>
                <a:blipFill>
                  <a:blip r:embed="rId21"/>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E69D3EC1-3F6E-F814-13EB-84AAD295B20D}"/>
                    </a:ext>
                  </a:extLst>
                </p:cNvPr>
                <p:cNvSpPr txBox="1"/>
                <p:nvPr/>
              </p:nvSpPr>
              <p:spPr>
                <a:xfrm>
                  <a:off x="469075" y="6146865"/>
                  <a:ext cx="1857214" cy="754117"/>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left"/>
                      </m:oMathParaPr>
                      <m:oMath xmlns:m="http://schemas.openxmlformats.org/officeDocument/2006/math">
                        <m:sSup>
                          <m:sSupPr>
                            <m:ctrlPr>
                              <a:rPr lang="pt-BR" b="0" i="1" smtClean="0">
                                <a:latin typeface="Cambria Math" panose="02040503050406030204" pitchFamily="18" charset="0"/>
                                <a:ea typeface="Cambria Math" panose="02040503050406030204" pitchFamily="18" charset="0"/>
                              </a:rPr>
                            </m:ctrlPr>
                          </m:sSupPr>
                          <m:e>
                            <m:r>
                              <a:rPr lang="pt-BR" b="0" i="1" smtClean="0">
                                <a:latin typeface="Cambria Math" panose="02040503050406030204" pitchFamily="18" charset="0"/>
                                <a:ea typeface="Cambria Math" panose="02040503050406030204" pitchFamily="18" charset="0"/>
                              </a:rPr>
                              <m:t>𝕌</m:t>
                            </m:r>
                          </m:e>
                          <m:sup>
                            <m:r>
                              <a:rPr lang="pt-BR" b="0" i="1" smtClean="0">
                                <a:latin typeface="Cambria Math" panose="02040503050406030204" pitchFamily="18" charset="0"/>
                                <a:ea typeface="Cambria Math" panose="02040503050406030204" pitchFamily="18" charset="0"/>
                              </a:rPr>
                              <m:t> </m:t>
                            </m:r>
                          </m:sup>
                        </m:sSup>
                        <m:r>
                          <a:rPr lang="pt-BR">
                            <a:latin typeface="Cambria Math" panose="02040503050406030204" pitchFamily="18" charset="0"/>
                          </a:rPr>
                          <m:t>=</m:t>
                        </m:r>
                        <m:d>
                          <m:dPr>
                            <m:begChr m:val="["/>
                            <m:endChr m:val="]"/>
                            <m:ctrlPr>
                              <a:rPr lang="pt-BR" b="0" i="1" smtClean="0">
                                <a:latin typeface="Cambria Math" panose="02040503050406030204" pitchFamily="18" charset="0"/>
                              </a:rPr>
                            </m:ctrlPr>
                          </m:dPr>
                          <m:e>
                            <m:eqArr>
                              <m:eqArrPr>
                                <m:ctrlPr>
                                  <a:rPr lang="pt-BR" i="1">
                                    <a:latin typeface="Cambria Math" panose="02040503050406030204" pitchFamily="18" charset="0"/>
                                  </a:rPr>
                                </m:ctrlPr>
                              </m:eqArrPr>
                              <m:e>
                                <m:m>
                                  <m:mPr>
                                    <m:mcs>
                                      <m:mc>
                                        <m:mcPr>
                                          <m:count m:val="2"/>
                                          <m:mcJc m:val="center"/>
                                        </m:mcPr>
                                      </m:mc>
                                    </m:mcs>
                                    <m:ctrlPr>
                                      <a:rPr lang="pt-BR" i="1" smtClean="0">
                                        <a:latin typeface="Cambria Math" panose="02040503050406030204" pitchFamily="18" charset="0"/>
                                      </a:rPr>
                                    </m:ctrlPr>
                                  </m:mPr>
                                  <m:mr>
                                    <m:e>
                                      <m:r>
                                        <m:rPr>
                                          <m:brk m:alnAt="7"/>
                                        </m:rPr>
                                        <a:rPr lang="pt-BR" b="0" i="1" smtClean="0">
                                          <a:latin typeface="Cambria Math" panose="02040503050406030204" pitchFamily="18" charset="0"/>
                                        </a:rPr>
                                        <m:t>1</m:t>
                                      </m:r>
                                    </m:e>
                                    <m:e>
                                      <m:r>
                                        <a:rPr lang="pt-BR" b="0" i="1" smtClean="0">
                                          <a:latin typeface="Cambria Math" panose="02040503050406030204" pitchFamily="18" charset="0"/>
                                        </a:rPr>
                                        <m:t>0</m:t>
                                      </m:r>
                                    </m:e>
                                  </m:mr>
                                </m:m>
                              </m:e>
                              <m:e>
                                <m:m>
                                  <m:mPr>
                                    <m:mcs>
                                      <m:mc>
                                        <m:mcPr>
                                          <m:count m:val="2"/>
                                          <m:mcJc m:val="center"/>
                                        </m:mcPr>
                                      </m:mc>
                                    </m:mcs>
                                    <m:ctrlPr>
                                      <a:rPr lang="pt-BR" i="1" smtClean="0">
                                        <a:latin typeface="Cambria Math" panose="02040503050406030204" pitchFamily="18" charset="0"/>
                                      </a:rPr>
                                    </m:ctrlPr>
                                  </m:mPr>
                                  <m:mr>
                                    <m:e>
                                      <m:r>
                                        <m:rPr>
                                          <m:brk m:alnAt="7"/>
                                        </m:rPr>
                                        <a:rPr lang="pt-BR" b="0" i="1" smtClean="0">
                                          <a:latin typeface="Cambria Math" panose="02040503050406030204" pitchFamily="18" charset="0"/>
                                        </a:rPr>
                                        <m:t>0</m:t>
                                      </m:r>
                                    </m:e>
                                    <m:e>
                                      <m:r>
                                        <a:rPr lang="pt-BR" b="0" i="1" smtClean="0">
                                          <a:latin typeface="Cambria Math" panose="02040503050406030204" pitchFamily="18" charset="0"/>
                                        </a:rPr>
                                        <m:t>1</m:t>
                                      </m:r>
                                    </m:e>
                                  </m:mr>
                                </m:m>
                              </m:e>
                              <m:e>
                                <m:m>
                                  <m:mPr>
                                    <m:mcs>
                                      <m:mc>
                                        <m:mcPr>
                                          <m:count m:val="2"/>
                                          <m:mcJc m:val="center"/>
                                        </m:mcPr>
                                      </m:mc>
                                    </m:mcs>
                                    <m:ctrlPr>
                                      <a:rPr lang="pt-BR" i="1" smtClean="0">
                                        <a:latin typeface="Cambria Math" panose="02040503050406030204" pitchFamily="18" charset="0"/>
                                      </a:rPr>
                                    </m:ctrlPr>
                                  </m:mPr>
                                  <m:mr>
                                    <m:e>
                                      <m:r>
                                        <m:rPr>
                                          <m:brk m:alnAt="7"/>
                                        </m:rPr>
                                        <a:rPr lang="pt-BR" b="0" i="1" smtClean="0">
                                          <a:latin typeface="Cambria Math" panose="02040503050406030204" pitchFamily="18" charset="0"/>
                                        </a:rPr>
                                        <m:t>0</m:t>
                                      </m:r>
                                    </m:e>
                                    <m:e>
                                      <m:r>
                                        <a:rPr lang="pt-BR" b="0" i="1" smtClean="0">
                                          <a:latin typeface="Cambria Math" panose="02040503050406030204" pitchFamily="18" charset="0"/>
                                        </a:rPr>
                                        <m:t>1</m:t>
                                      </m:r>
                                    </m:e>
                                  </m:mr>
                                </m:m>
                              </m:e>
                            </m:eqArr>
                          </m:e>
                        </m:d>
                      </m:oMath>
                    </m:oMathPara>
                  </a14:m>
                  <a:endParaRPr lang="en-US" b="1" i="1"/>
                </a:p>
              </p:txBody>
            </p:sp>
          </mc:Choice>
          <mc:Fallback xmlns="">
            <p:sp>
              <p:nvSpPr>
                <p:cNvPr id="18" name="CaixaDeTexto 17">
                  <a:extLst>
                    <a:ext uri="{FF2B5EF4-FFF2-40B4-BE49-F238E27FC236}">
                      <a16:creationId xmlns:a16="http://schemas.microsoft.com/office/drawing/2014/main" id="{E69D3EC1-3F6E-F814-13EB-84AAD295B20D}"/>
                    </a:ext>
                  </a:extLst>
                </p:cNvPr>
                <p:cNvSpPr txBox="1">
                  <a:spLocks noRot="1" noChangeAspect="1" noMove="1" noResize="1" noEditPoints="1" noAdjustHandles="1" noChangeArrowheads="1" noChangeShapeType="1" noTextEdit="1"/>
                </p:cNvSpPr>
                <p:nvPr/>
              </p:nvSpPr>
              <p:spPr>
                <a:xfrm>
                  <a:off x="469075" y="6146865"/>
                  <a:ext cx="1857214" cy="754117"/>
                </a:xfrm>
                <a:prstGeom prst="rect">
                  <a:avLst/>
                </a:prstGeom>
                <a:blipFill>
                  <a:blip r:embed="rId22"/>
                  <a:stretch>
                    <a:fillRect/>
                  </a:stretch>
                </a:blipFill>
              </p:spPr>
              <p:txBody>
                <a:bodyPr/>
                <a:lstStyle/>
                <a:p>
                  <a:r>
                    <a:rPr lang="pt-BR">
                      <a:noFill/>
                    </a:rPr>
                    <a:t> </a:t>
                  </a:r>
                </a:p>
              </p:txBody>
            </p:sp>
          </mc:Fallback>
        </mc:AlternateContent>
      </p:grpSp>
    </p:spTree>
    <p:extLst>
      <p:ext uri="{BB962C8B-B14F-4D97-AF65-F5344CB8AC3E}">
        <p14:creationId xmlns:p14="http://schemas.microsoft.com/office/powerpoint/2010/main" val="1861547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36</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3420331"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Single core (coaxial) cable</a:t>
            </a:r>
            <a:endParaRPr lang="pt-BR" sz="2000">
              <a:ln w="0"/>
              <a:effectLst>
                <a:outerShdw blurRad="38100" dist="19050" dir="2700000" algn="tl" rotWithShape="0">
                  <a:schemeClr val="dk1">
                    <a:alpha val="40000"/>
                  </a:schemeClr>
                </a:outerShdw>
              </a:effectLst>
            </a:endParaRP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1800152" cy="307777"/>
          </a:xfrm>
          <a:prstGeom prst="rect">
            <a:avLst/>
          </a:prstGeom>
          <a:noFill/>
        </p:spPr>
        <p:txBody>
          <a:bodyPr wrap="square">
            <a:spAutoFit/>
          </a:bodyPr>
          <a:lstStyle/>
          <a:p>
            <a:pPr algn="l" rtl="0" eaLnBrk="1" latinLnBrk="0" hangingPunct="1">
              <a:spcBef>
                <a:spcPts val="0"/>
              </a:spcBef>
              <a:spcAft>
                <a:spcPts val="0"/>
              </a:spcAft>
              <a:buClrTx/>
              <a:buSzPts val="1800"/>
            </a:pPr>
            <a:r>
              <a:rPr lang="pt-BR" sz="1400" kern="1200">
                <a:solidFill>
                  <a:srgbClr val="0070C0"/>
                </a:solidFill>
                <a:effectLst/>
                <a:latin typeface="Arial Black" panose="020B0A04020102020204" pitchFamily="34" charset="0"/>
                <a:ea typeface="+mn-ea"/>
                <a:cs typeface="+mn-cs"/>
              </a:rPr>
              <a:t>Examples</a:t>
            </a:r>
            <a:endParaRPr lang="pt-BR" sz="1400">
              <a:solidFill>
                <a:srgbClr val="0070C0"/>
              </a:solidFill>
              <a:latin typeface="Arial Black" panose="020B0A04020102020204" pitchFamily="34" charset="0"/>
            </a:endParaRPr>
          </a:p>
        </p:txBody>
      </p:sp>
      <p:grpSp>
        <p:nvGrpSpPr>
          <p:cNvPr id="24" name="Agrupar 23">
            <a:extLst>
              <a:ext uri="{FF2B5EF4-FFF2-40B4-BE49-F238E27FC236}">
                <a16:creationId xmlns:a16="http://schemas.microsoft.com/office/drawing/2014/main" id="{C8733F8E-2254-0B1E-06B3-30BA0275D89A}"/>
              </a:ext>
            </a:extLst>
          </p:cNvPr>
          <p:cNvGrpSpPr/>
          <p:nvPr/>
        </p:nvGrpSpPr>
        <p:grpSpPr>
          <a:xfrm>
            <a:off x="5667895" y="862718"/>
            <a:ext cx="3556732" cy="941484"/>
            <a:chOff x="5667895" y="862718"/>
            <a:chExt cx="3556732" cy="941484"/>
          </a:xfrm>
        </p:grpSpPr>
        <mc:AlternateContent xmlns:mc="http://schemas.openxmlformats.org/markup-compatibility/2006" xmlns:a14="http://schemas.microsoft.com/office/drawing/2010/main">
          <mc:Choice Requires="a14">
            <p:sp>
              <p:nvSpPr>
                <p:cNvPr id="63" name="CaixaDeTexto 62">
                  <a:extLst>
                    <a:ext uri="{FF2B5EF4-FFF2-40B4-BE49-F238E27FC236}">
                      <a16:creationId xmlns:a16="http://schemas.microsoft.com/office/drawing/2014/main" id="{0D3FA61D-BBAE-66C8-03C9-673E425B53E2}"/>
                    </a:ext>
                  </a:extLst>
                </p:cNvPr>
                <p:cNvSpPr txBox="1"/>
                <p:nvPr/>
              </p:nvSpPr>
              <p:spPr>
                <a:xfrm>
                  <a:off x="6960096" y="944724"/>
                  <a:ext cx="100828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𝑟</m:t>
                            </m:r>
                          </m:e>
                          <m:sub>
                            <m:r>
                              <a:rPr lang="pt-BR" sz="1200" b="0" i="1" smtClean="0">
                                <a:latin typeface="Cambria Math" panose="02040503050406030204" pitchFamily="18" charset="0"/>
                              </a:rPr>
                              <m:t>𝑎</m:t>
                            </m:r>
                          </m:sub>
                        </m:sSub>
                        <m:r>
                          <a:rPr lang="pt-BR" sz="1200" b="0" i="1" smtClean="0">
                            <a:latin typeface="Cambria Math" panose="02040503050406030204" pitchFamily="18" charset="0"/>
                          </a:rPr>
                          <m:t>=22 </m:t>
                        </m:r>
                        <m:r>
                          <a:rPr lang="pt-BR" sz="1200" b="0" i="1" smtClean="0">
                            <a:latin typeface="Cambria Math" panose="02040503050406030204" pitchFamily="18" charset="0"/>
                          </a:rPr>
                          <m:t>𝑚𝑚</m:t>
                        </m:r>
                      </m:oMath>
                    </m:oMathPara>
                  </a14:m>
                  <a:endParaRPr lang="pt-BR" sz="1200"/>
                </a:p>
              </p:txBody>
            </p:sp>
          </mc:Choice>
          <mc:Fallback xmlns="">
            <p:sp>
              <p:nvSpPr>
                <p:cNvPr id="63" name="CaixaDeTexto 62">
                  <a:extLst>
                    <a:ext uri="{FF2B5EF4-FFF2-40B4-BE49-F238E27FC236}">
                      <a16:creationId xmlns:a16="http://schemas.microsoft.com/office/drawing/2014/main" id="{0D3FA61D-BBAE-66C8-03C9-673E425B53E2}"/>
                    </a:ext>
                  </a:extLst>
                </p:cNvPr>
                <p:cNvSpPr txBox="1">
                  <a:spLocks noRot="1" noChangeAspect="1" noMove="1" noResize="1" noEditPoints="1" noAdjustHandles="1" noChangeArrowheads="1" noChangeShapeType="1" noTextEdit="1"/>
                </p:cNvSpPr>
                <p:nvPr/>
              </p:nvSpPr>
              <p:spPr>
                <a:xfrm>
                  <a:off x="6960096" y="944724"/>
                  <a:ext cx="1008288" cy="276999"/>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4" name="CaixaDeTexto 63">
                  <a:extLst>
                    <a:ext uri="{FF2B5EF4-FFF2-40B4-BE49-F238E27FC236}">
                      <a16:creationId xmlns:a16="http://schemas.microsoft.com/office/drawing/2014/main" id="{76363AD0-F7A9-36D6-CA69-29C1DE4253C0}"/>
                    </a:ext>
                  </a:extLst>
                </p:cNvPr>
                <p:cNvSpPr txBox="1"/>
                <p:nvPr/>
              </p:nvSpPr>
              <p:spPr>
                <a:xfrm>
                  <a:off x="6960096" y="1513160"/>
                  <a:ext cx="2264531"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𝜎</m:t>
                            </m:r>
                          </m:e>
                          <m:sub>
                            <m:r>
                              <a:rPr lang="pt-BR" sz="1200" b="0" i="1" smtClean="0">
                                <a:latin typeface="Cambria Math" panose="02040503050406030204" pitchFamily="18" charset="0"/>
                              </a:rPr>
                              <m:t>𝑐𝑜𝑟𝑒</m:t>
                            </m:r>
                          </m:sub>
                        </m:sSub>
                        <m:r>
                          <a:rPr lang="pt-BR" sz="1200" b="0" i="1" smtClean="0">
                            <a:latin typeface="Cambria Math" panose="02040503050406030204" pitchFamily="18" charset="0"/>
                          </a:rPr>
                          <m:t>=</m:t>
                        </m:r>
                        <m:sSub>
                          <m:sSubPr>
                            <m:ctrlPr>
                              <a:rPr lang="pt-BR" sz="1200" b="0" i="1" smtClean="0">
                                <a:latin typeface="Cambria Math" panose="02040503050406030204" pitchFamily="18" charset="0"/>
                              </a:rPr>
                            </m:ctrlPr>
                          </m:sSubPr>
                          <m:e>
                            <m:r>
                              <a:rPr lang="pt-BR" sz="1200" i="1">
                                <a:latin typeface="Cambria Math" panose="02040503050406030204" pitchFamily="18" charset="0"/>
                              </a:rPr>
                              <m:t>𝜎</m:t>
                            </m:r>
                          </m:e>
                          <m:sub>
                            <m:r>
                              <a:rPr lang="pt-BR" sz="1200" b="0" i="1" smtClean="0">
                                <a:latin typeface="Cambria Math" panose="02040503050406030204" pitchFamily="18" charset="0"/>
                              </a:rPr>
                              <m:t>𝑠h𝑒𝑎𝑡h</m:t>
                            </m:r>
                          </m:sub>
                        </m:sSub>
                        <m:r>
                          <a:rPr lang="pt-BR" sz="1200" b="0" i="1" smtClean="0">
                            <a:latin typeface="Cambria Math" panose="02040503050406030204" pitchFamily="18" charset="0"/>
                          </a:rPr>
                          <m:t>=</m:t>
                        </m:r>
                        <m:sSup>
                          <m:sSupPr>
                            <m:ctrlPr>
                              <a:rPr lang="pt-BR" sz="1200" b="0" i="1" smtClean="0">
                                <a:latin typeface="Cambria Math" panose="02040503050406030204" pitchFamily="18" charset="0"/>
                              </a:rPr>
                            </m:ctrlPr>
                          </m:sSupPr>
                          <m:e>
                            <m:r>
                              <a:rPr lang="pt-BR" sz="1200" b="0" i="0" smtClean="0">
                                <a:latin typeface="Cambria Math" panose="02040503050406030204" pitchFamily="18" charset="0"/>
                              </a:rPr>
                              <m:t>5,8 . 10</m:t>
                            </m:r>
                          </m:e>
                          <m:sup>
                            <m:r>
                              <a:rPr lang="pt-BR" sz="1200" b="0" i="0" smtClean="0">
                                <a:latin typeface="Cambria Math" panose="02040503050406030204" pitchFamily="18" charset="0"/>
                              </a:rPr>
                              <m:t>7</m:t>
                            </m:r>
                          </m:sup>
                        </m:sSup>
                        <m:r>
                          <a:rPr lang="pt-BR" sz="1200" b="0" i="0" smtClean="0">
                            <a:latin typeface="Cambria Math" panose="02040503050406030204" pitchFamily="18" charset="0"/>
                          </a:rPr>
                          <m:t> </m:t>
                        </m:r>
                        <m:r>
                          <m:rPr>
                            <m:sty m:val="p"/>
                          </m:rPr>
                          <a:rPr lang="pt-BR" sz="1200" b="0" i="0" smtClean="0">
                            <a:latin typeface="Cambria Math" panose="02040503050406030204" pitchFamily="18" charset="0"/>
                          </a:rPr>
                          <m:t>S</m:t>
                        </m:r>
                        <m:r>
                          <a:rPr lang="pt-BR" sz="1200" b="0" i="0" smtClean="0">
                            <a:latin typeface="Cambria Math" panose="02040503050406030204" pitchFamily="18" charset="0"/>
                          </a:rPr>
                          <m:t>/</m:t>
                        </m:r>
                        <m:r>
                          <m:rPr>
                            <m:sty m:val="p"/>
                          </m:rPr>
                          <a:rPr lang="pt-BR" sz="1200" b="0" i="0" smtClean="0">
                            <a:latin typeface="Cambria Math" panose="02040503050406030204" pitchFamily="18" charset="0"/>
                          </a:rPr>
                          <m:t>m</m:t>
                        </m:r>
                      </m:oMath>
                    </m:oMathPara>
                  </a14:m>
                  <a:endParaRPr lang="pt-BR" sz="1200"/>
                </a:p>
              </p:txBody>
            </p:sp>
          </mc:Choice>
          <mc:Fallback xmlns="">
            <p:sp>
              <p:nvSpPr>
                <p:cNvPr id="64" name="CaixaDeTexto 63">
                  <a:extLst>
                    <a:ext uri="{FF2B5EF4-FFF2-40B4-BE49-F238E27FC236}">
                      <a16:creationId xmlns:a16="http://schemas.microsoft.com/office/drawing/2014/main" id="{76363AD0-F7A9-36D6-CA69-29C1DE4253C0}"/>
                    </a:ext>
                  </a:extLst>
                </p:cNvPr>
                <p:cNvSpPr txBox="1">
                  <a:spLocks noRot="1" noChangeAspect="1" noMove="1" noResize="1" noEditPoints="1" noAdjustHandles="1" noChangeArrowheads="1" noChangeShapeType="1" noTextEdit="1"/>
                </p:cNvSpPr>
                <p:nvPr/>
              </p:nvSpPr>
              <p:spPr>
                <a:xfrm>
                  <a:off x="6960096" y="1513160"/>
                  <a:ext cx="2264531" cy="276999"/>
                </a:xfrm>
                <a:prstGeom prst="rect">
                  <a:avLst/>
                </a:prstGeom>
                <a:blipFill>
                  <a:blip r:embed="rId5"/>
                  <a:stretch>
                    <a:fillRect b="-4348"/>
                  </a:stretch>
                </a:blipFill>
              </p:spPr>
              <p:txBody>
                <a:bodyPr/>
                <a:lstStyle/>
                <a:p>
                  <a:r>
                    <a:rPr lang="pt-BR">
                      <a:noFill/>
                    </a:rPr>
                    <a:t> </a:t>
                  </a:r>
                </a:p>
              </p:txBody>
            </p:sp>
          </mc:Fallback>
        </mc:AlternateContent>
        <p:sp>
          <p:nvSpPr>
            <p:cNvPr id="34" name="Elipse 33">
              <a:extLst>
                <a:ext uri="{FF2B5EF4-FFF2-40B4-BE49-F238E27FC236}">
                  <a16:creationId xmlns:a16="http://schemas.microsoft.com/office/drawing/2014/main" id="{BAFA6D09-E08D-17B4-751C-E3F915D21DC7}"/>
                </a:ext>
              </a:extLst>
            </p:cNvPr>
            <p:cNvSpPr/>
            <p:nvPr/>
          </p:nvSpPr>
          <p:spPr>
            <a:xfrm>
              <a:off x="5667895" y="935522"/>
              <a:ext cx="864006" cy="868680"/>
            </a:xfrm>
            <a:prstGeom prst="ellipse">
              <a:avLst/>
            </a:prstGeom>
            <a:solidFill>
              <a:schemeClr val="accent1">
                <a:alpha val="50000"/>
              </a:schemeClr>
            </a:solidFill>
            <a:ln w="952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35" name="Elipse 34">
              <a:extLst>
                <a:ext uri="{FF2B5EF4-FFF2-40B4-BE49-F238E27FC236}">
                  <a16:creationId xmlns:a16="http://schemas.microsoft.com/office/drawing/2014/main" id="{E5061862-454A-4477-FD50-99DF5D4F5B64}"/>
                </a:ext>
              </a:extLst>
            </p:cNvPr>
            <p:cNvSpPr/>
            <p:nvPr/>
          </p:nvSpPr>
          <p:spPr>
            <a:xfrm>
              <a:off x="5750468" y="1022971"/>
              <a:ext cx="704088" cy="699941"/>
            </a:xfrm>
            <a:prstGeom prst="ellipse">
              <a:avLst/>
            </a:prstGeom>
            <a:solidFill>
              <a:schemeClr val="bg1"/>
            </a:solidFill>
            <a:ln w="952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18" name="Elipse 17">
              <a:extLst>
                <a:ext uri="{FF2B5EF4-FFF2-40B4-BE49-F238E27FC236}">
                  <a16:creationId xmlns:a16="http://schemas.microsoft.com/office/drawing/2014/main" id="{C13F6F8D-4732-6D80-7B49-D18C67208F3A}"/>
                </a:ext>
              </a:extLst>
            </p:cNvPr>
            <p:cNvSpPr/>
            <p:nvPr/>
          </p:nvSpPr>
          <p:spPr>
            <a:xfrm>
              <a:off x="5955986" y="1232374"/>
              <a:ext cx="274320" cy="274977"/>
            </a:xfrm>
            <a:prstGeom prst="ellipse">
              <a:avLst/>
            </a:prstGeom>
            <a:solidFill>
              <a:schemeClr val="accent3">
                <a:lumMod val="20000"/>
                <a:lumOff val="80000"/>
                <a:alpha val="50000"/>
              </a:schemeClr>
            </a:solidFill>
            <a:ln w="952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29" name="CaixaDeTexto 28">
                  <a:extLst>
                    <a:ext uri="{FF2B5EF4-FFF2-40B4-BE49-F238E27FC236}">
                      <a16:creationId xmlns:a16="http://schemas.microsoft.com/office/drawing/2014/main" id="{DF81BCFE-8F8F-2FB0-53A9-0B17667DEA43}"/>
                    </a:ext>
                  </a:extLst>
                </p:cNvPr>
                <p:cNvSpPr txBox="1"/>
                <p:nvPr/>
              </p:nvSpPr>
              <p:spPr>
                <a:xfrm>
                  <a:off x="6018135" y="1196752"/>
                  <a:ext cx="212171"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1050" b="0" i="1" smtClean="0">
                            <a:latin typeface="Cambria Math" panose="02040503050406030204" pitchFamily="18" charset="0"/>
                          </a:rPr>
                          <m:t>𝑎</m:t>
                        </m:r>
                      </m:oMath>
                    </m:oMathPara>
                  </a14:m>
                  <a:endParaRPr lang="pt-BR" sz="1400"/>
                </a:p>
              </p:txBody>
            </p:sp>
          </mc:Choice>
          <mc:Fallback xmlns="">
            <p:sp>
              <p:nvSpPr>
                <p:cNvPr id="29" name="CaixaDeTexto 28">
                  <a:extLst>
                    <a:ext uri="{FF2B5EF4-FFF2-40B4-BE49-F238E27FC236}">
                      <a16:creationId xmlns:a16="http://schemas.microsoft.com/office/drawing/2014/main" id="{DF81BCFE-8F8F-2FB0-53A9-0B17667DEA43}"/>
                    </a:ext>
                  </a:extLst>
                </p:cNvPr>
                <p:cNvSpPr txBox="1">
                  <a:spLocks noRot="1" noChangeAspect="1" noMove="1" noResize="1" noEditPoints="1" noAdjustHandles="1" noChangeArrowheads="1" noChangeShapeType="1" noTextEdit="1"/>
                </p:cNvSpPr>
                <p:nvPr/>
              </p:nvSpPr>
              <p:spPr>
                <a:xfrm>
                  <a:off x="6018135" y="1196752"/>
                  <a:ext cx="212171" cy="261610"/>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6" name="CaixaDeTexto 35">
                  <a:extLst>
                    <a:ext uri="{FF2B5EF4-FFF2-40B4-BE49-F238E27FC236}">
                      <a16:creationId xmlns:a16="http://schemas.microsoft.com/office/drawing/2014/main" id="{70CB4C46-1593-AEEC-5513-7023DE6F7777}"/>
                    </a:ext>
                  </a:extLst>
                </p:cNvPr>
                <p:cNvSpPr txBox="1"/>
                <p:nvPr/>
              </p:nvSpPr>
              <p:spPr>
                <a:xfrm>
                  <a:off x="6301844" y="862718"/>
                  <a:ext cx="295529"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050" b="0" i="1" smtClean="0">
                            <a:latin typeface="Cambria Math" panose="02040503050406030204" pitchFamily="18" charset="0"/>
                          </a:rPr>
                          <m:t>𝑏</m:t>
                        </m:r>
                      </m:oMath>
                    </m:oMathPara>
                  </a14:m>
                  <a:endParaRPr lang="pt-BR" sz="1400"/>
                </a:p>
              </p:txBody>
            </p:sp>
          </mc:Choice>
          <mc:Fallback xmlns="">
            <p:sp>
              <p:nvSpPr>
                <p:cNvPr id="36" name="CaixaDeTexto 35">
                  <a:extLst>
                    <a:ext uri="{FF2B5EF4-FFF2-40B4-BE49-F238E27FC236}">
                      <a16:creationId xmlns:a16="http://schemas.microsoft.com/office/drawing/2014/main" id="{70CB4C46-1593-AEEC-5513-7023DE6F7777}"/>
                    </a:ext>
                  </a:extLst>
                </p:cNvPr>
                <p:cNvSpPr txBox="1">
                  <a:spLocks noRot="1" noChangeAspect="1" noMove="1" noResize="1" noEditPoints="1" noAdjustHandles="1" noChangeArrowheads="1" noChangeShapeType="1" noTextEdit="1"/>
                </p:cNvSpPr>
                <p:nvPr/>
              </p:nvSpPr>
              <p:spPr>
                <a:xfrm>
                  <a:off x="6301844" y="862718"/>
                  <a:ext cx="295529" cy="261610"/>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3" name="CaixaDeTexto 42">
                  <a:extLst>
                    <a:ext uri="{FF2B5EF4-FFF2-40B4-BE49-F238E27FC236}">
                      <a16:creationId xmlns:a16="http://schemas.microsoft.com/office/drawing/2014/main" id="{B8132112-7B8D-8055-D5E6-8D63CA226AD3}"/>
                    </a:ext>
                  </a:extLst>
                </p:cNvPr>
                <p:cNvSpPr txBox="1"/>
                <p:nvPr/>
              </p:nvSpPr>
              <p:spPr>
                <a:xfrm>
                  <a:off x="6139035" y="1035735"/>
                  <a:ext cx="282129"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050" b="0" i="1" smtClean="0">
                            <a:latin typeface="Cambria Math" panose="02040503050406030204" pitchFamily="18" charset="0"/>
                          </a:rPr>
                          <m:t>𝑐</m:t>
                        </m:r>
                      </m:oMath>
                    </m:oMathPara>
                  </a14:m>
                  <a:endParaRPr lang="pt-BR" sz="1200"/>
                </a:p>
              </p:txBody>
            </p:sp>
          </mc:Choice>
          <mc:Fallback xmlns="">
            <p:sp>
              <p:nvSpPr>
                <p:cNvPr id="43" name="CaixaDeTexto 42">
                  <a:extLst>
                    <a:ext uri="{FF2B5EF4-FFF2-40B4-BE49-F238E27FC236}">
                      <a16:creationId xmlns:a16="http://schemas.microsoft.com/office/drawing/2014/main" id="{B8132112-7B8D-8055-D5E6-8D63CA226AD3}"/>
                    </a:ext>
                  </a:extLst>
                </p:cNvPr>
                <p:cNvSpPr txBox="1">
                  <a:spLocks noRot="1" noChangeAspect="1" noMove="1" noResize="1" noEditPoints="1" noAdjustHandles="1" noChangeArrowheads="1" noChangeShapeType="1" noTextEdit="1"/>
                </p:cNvSpPr>
                <p:nvPr/>
              </p:nvSpPr>
              <p:spPr>
                <a:xfrm>
                  <a:off x="6139035" y="1035735"/>
                  <a:ext cx="282129" cy="261610"/>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5" name="CaixaDeTexto 44">
                  <a:extLst>
                    <a:ext uri="{FF2B5EF4-FFF2-40B4-BE49-F238E27FC236}">
                      <a16:creationId xmlns:a16="http://schemas.microsoft.com/office/drawing/2014/main" id="{F0AF4F56-E22C-A6A0-666F-527D78EB8C70}"/>
                    </a:ext>
                  </a:extLst>
                </p:cNvPr>
                <p:cNvSpPr txBox="1"/>
                <p:nvPr/>
              </p:nvSpPr>
              <p:spPr>
                <a:xfrm>
                  <a:off x="6983537" y="1233599"/>
                  <a:ext cx="2068771" cy="276999"/>
                </a:xfrm>
                <a:prstGeom prst="rect">
                  <a:avLst/>
                </a:prstGeom>
                <a:noFill/>
              </p:spPr>
              <p:txBody>
                <a:bodyPr wrap="none" rtlCol="0">
                  <a:spAutoFit/>
                </a:bodyPr>
                <a:lstStyle/>
                <a:p>
                  <a14:m>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𝑟</m:t>
                          </m:r>
                        </m:e>
                        <m:sub>
                          <m:r>
                            <a:rPr lang="pt-BR" sz="1200" b="0" i="1" smtClean="0">
                              <a:latin typeface="Cambria Math" panose="02040503050406030204" pitchFamily="18" charset="0"/>
                            </a:rPr>
                            <m:t>𝑏</m:t>
                          </m:r>
                        </m:sub>
                      </m:sSub>
                      <m:r>
                        <a:rPr lang="pt-BR" sz="1200" b="0" i="1" smtClean="0">
                          <a:latin typeface="Cambria Math" panose="02040503050406030204" pitchFamily="18" charset="0"/>
                        </a:rPr>
                        <m:t>=44 </m:t>
                      </m:r>
                      <m:r>
                        <a:rPr lang="pt-BR" sz="1200" b="0" i="1" smtClean="0">
                          <a:latin typeface="Cambria Math" panose="02040503050406030204" pitchFamily="18" charset="0"/>
                        </a:rPr>
                        <m:t>𝑚𝑚</m:t>
                      </m:r>
                    </m:oMath>
                  </a14:m>
                  <a:r>
                    <a:rPr lang="pt-BR" sz="1200"/>
                    <a:t>; </a:t>
                  </a:r>
                  <a14:m>
                    <m:oMath xmlns:m="http://schemas.openxmlformats.org/officeDocument/2006/math">
                      <m:sSub>
                        <m:sSubPr>
                          <m:ctrlPr>
                            <a:rPr lang="pt-BR" sz="1200" b="0" i="1" smtClean="0">
                              <a:latin typeface="Cambria Math" panose="02040503050406030204" pitchFamily="18" charset="0"/>
                            </a:rPr>
                          </m:ctrlPr>
                        </m:sSubPr>
                        <m:e>
                          <m:r>
                            <m:rPr>
                              <m:sty m:val="p"/>
                            </m:rPr>
                            <a:rPr lang="pt-BR" sz="1200" b="0" i="0" smtClean="0">
                              <a:latin typeface="Cambria Math" panose="02040503050406030204" pitchFamily="18" charset="0"/>
                            </a:rPr>
                            <m:t>r</m:t>
                          </m:r>
                        </m:e>
                        <m:sub>
                          <m:r>
                            <a:rPr lang="pt-BR" sz="1200" i="1" smtClean="0">
                              <a:latin typeface="Cambria Math" panose="02040503050406030204" pitchFamily="18" charset="0"/>
                            </a:rPr>
                            <m:t>𝑐</m:t>
                          </m:r>
                        </m:sub>
                      </m:sSub>
                      <m:r>
                        <a:rPr lang="pt-BR" sz="1200" i="1" smtClean="0">
                          <a:latin typeface="Cambria Math" panose="02040503050406030204" pitchFamily="18" charset="0"/>
                        </a:rPr>
                        <m:t>= 39,5 </m:t>
                      </m:r>
                      <m:r>
                        <a:rPr lang="pt-BR" sz="1200" i="1" smtClean="0">
                          <a:latin typeface="Cambria Math" panose="02040503050406030204" pitchFamily="18" charset="0"/>
                        </a:rPr>
                        <m:t>𝑚𝑚</m:t>
                      </m:r>
                    </m:oMath>
                  </a14:m>
                  <a:endParaRPr lang="pt-BR" sz="1200"/>
                </a:p>
              </p:txBody>
            </p:sp>
          </mc:Choice>
          <mc:Fallback xmlns="">
            <p:sp>
              <p:nvSpPr>
                <p:cNvPr id="45" name="CaixaDeTexto 44">
                  <a:extLst>
                    <a:ext uri="{FF2B5EF4-FFF2-40B4-BE49-F238E27FC236}">
                      <a16:creationId xmlns:a16="http://schemas.microsoft.com/office/drawing/2014/main" id="{F0AF4F56-E22C-A6A0-666F-527D78EB8C70}"/>
                    </a:ext>
                  </a:extLst>
                </p:cNvPr>
                <p:cNvSpPr txBox="1">
                  <a:spLocks noRot="1" noChangeAspect="1" noMove="1" noResize="1" noEditPoints="1" noAdjustHandles="1" noChangeArrowheads="1" noChangeShapeType="1" noTextEdit="1"/>
                </p:cNvSpPr>
                <p:nvPr/>
              </p:nvSpPr>
              <p:spPr>
                <a:xfrm>
                  <a:off x="6983537" y="1233599"/>
                  <a:ext cx="2068771" cy="276999"/>
                </a:xfrm>
                <a:prstGeom prst="rect">
                  <a:avLst/>
                </a:prstGeom>
                <a:blipFill>
                  <a:blip r:embed="rId9"/>
                  <a:stretch>
                    <a:fillRect b="-15217"/>
                  </a:stretch>
                </a:blipFill>
              </p:spPr>
              <p:txBody>
                <a:bodyPr/>
                <a:lstStyle/>
                <a:p>
                  <a:r>
                    <a:rPr lang="pt-BR">
                      <a:noFill/>
                    </a:rPr>
                    <a:t> </a:t>
                  </a:r>
                </a:p>
              </p:txBody>
            </p:sp>
          </mc:Fallback>
        </mc:AlternateContent>
      </p:grpSp>
      <p:grpSp>
        <p:nvGrpSpPr>
          <p:cNvPr id="20" name="Agrupar 19">
            <a:extLst>
              <a:ext uri="{FF2B5EF4-FFF2-40B4-BE49-F238E27FC236}">
                <a16:creationId xmlns:a16="http://schemas.microsoft.com/office/drawing/2014/main" id="{F4DBCE44-B638-7A50-884C-64214FB07DD1}"/>
              </a:ext>
            </a:extLst>
          </p:cNvPr>
          <p:cNvGrpSpPr/>
          <p:nvPr/>
        </p:nvGrpSpPr>
        <p:grpSpPr>
          <a:xfrm>
            <a:off x="656103" y="2117963"/>
            <a:ext cx="5331885" cy="3976933"/>
            <a:chOff x="336010" y="2629985"/>
            <a:chExt cx="5331885" cy="3976933"/>
          </a:xfrm>
        </p:grpSpPr>
        <p:pic>
          <p:nvPicPr>
            <p:cNvPr id="5" name="Gráfico 4">
              <a:extLst>
                <a:ext uri="{FF2B5EF4-FFF2-40B4-BE49-F238E27FC236}">
                  <a16:creationId xmlns:a16="http://schemas.microsoft.com/office/drawing/2014/main" id="{66D0A45A-2DC4-7785-FB88-9836E6006683}"/>
                </a:ext>
              </a:extLst>
            </p:cNvPr>
            <p:cNvPicPr>
              <a:picLocks noChangeAspect="1"/>
            </p:cNvPicPr>
            <p:nvPr/>
          </p:nvPicPr>
          <p:blipFill rotWithShape="1">
            <a:blip r:embed="rId10">
              <a:extLst>
                <a:ext uri="{96DAC541-7B7A-43D3-8B79-37D633B846F1}">
                  <asvg:svgBlip xmlns:asvg="http://schemas.microsoft.com/office/drawing/2016/SVG/main" r:embed="rId11"/>
                </a:ext>
              </a:extLst>
            </a:blip>
            <a:srcRect l="1959" t="9962" r="6871" b="1366"/>
            <a:stretch/>
          </p:blipFill>
          <p:spPr>
            <a:xfrm>
              <a:off x="336010" y="2713322"/>
              <a:ext cx="5331885" cy="3893596"/>
            </a:xfrm>
            <a:prstGeom prst="rect">
              <a:avLst/>
            </a:prstGeom>
          </p:spPr>
        </p:pic>
        <p:grpSp>
          <p:nvGrpSpPr>
            <p:cNvPr id="11" name="Agrupar 10">
              <a:extLst>
                <a:ext uri="{FF2B5EF4-FFF2-40B4-BE49-F238E27FC236}">
                  <a16:creationId xmlns:a16="http://schemas.microsoft.com/office/drawing/2014/main" id="{0B515AC4-EFEE-D7FD-B417-46DEDBE04D97}"/>
                </a:ext>
              </a:extLst>
            </p:cNvPr>
            <p:cNvGrpSpPr/>
            <p:nvPr/>
          </p:nvGrpSpPr>
          <p:grpSpPr>
            <a:xfrm>
              <a:off x="983456" y="2629985"/>
              <a:ext cx="3888408" cy="1090313"/>
              <a:chOff x="1604192" y="1908826"/>
              <a:chExt cx="3888408" cy="1090313"/>
            </a:xfrm>
          </p:grpSpPr>
          <p:sp>
            <p:nvSpPr>
              <p:cNvPr id="12" name="Retângulo 11">
                <a:extLst>
                  <a:ext uri="{FF2B5EF4-FFF2-40B4-BE49-F238E27FC236}">
                    <a16:creationId xmlns:a16="http://schemas.microsoft.com/office/drawing/2014/main" id="{287D84C5-5879-069D-57FC-520832C9CCAA}"/>
                  </a:ext>
                </a:extLst>
              </p:cNvPr>
              <p:cNvSpPr/>
              <p:nvPr/>
            </p:nvSpPr>
            <p:spPr>
              <a:xfrm>
                <a:off x="2252240" y="1908826"/>
                <a:ext cx="3240360" cy="1440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78731000-D5CB-97D7-7E26-11F1BDCC9E21}"/>
                      </a:ext>
                    </a:extLst>
                  </p:cNvPr>
                  <p:cNvSpPr txBox="1"/>
                  <p:nvPr/>
                </p:nvSpPr>
                <p:spPr>
                  <a:xfrm>
                    <a:off x="1604192" y="2707841"/>
                    <a:ext cx="792088" cy="291298"/>
                  </a:xfrm>
                  <a:prstGeom prst="rect">
                    <a:avLst/>
                  </a:prstGeom>
                  <a:noFill/>
                </p:spPr>
                <p:txBody>
                  <a:bodyPr wrap="square" rtlCol="0">
                    <a:spAutoFit/>
                  </a:bodyPr>
                  <a:lstStyle/>
                  <a:p>
                    <a:r>
                      <a:rPr lang="pt-BR" sz="1200"/>
                      <a:t>(</a:t>
                    </a:r>
                    <a14:m>
                      <m:oMath xmlns:m="http://schemas.openxmlformats.org/officeDocument/2006/math">
                        <m:sSub>
                          <m:sSubPr>
                            <m:ctrlPr>
                              <a:rPr lang="pt-BR" sz="1200" i="1" smtClean="0">
                                <a:latin typeface="Cambria Math" panose="02040503050406030204" pitchFamily="18" charset="0"/>
                              </a:rPr>
                            </m:ctrlPr>
                          </m:sSubPr>
                          <m:e>
                            <m:r>
                              <a:rPr lang="pt-BR" sz="1200" i="1" smtClean="0">
                                <a:latin typeface="Cambria Math" panose="02040503050406030204" pitchFamily="18" charset="0"/>
                              </a:rPr>
                              <m:t>𝑁</m:t>
                            </m:r>
                          </m:e>
                          <m:sub>
                            <m:r>
                              <a:rPr lang="pt-BR" sz="1200" i="1" smtClean="0">
                                <a:latin typeface="Cambria Math" panose="02040503050406030204" pitchFamily="18" charset="0"/>
                              </a:rPr>
                              <m:t>𝑝</m:t>
                            </m:r>
                          </m:sub>
                        </m:sSub>
                        <m:r>
                          <a:rPr lang="pt-BR" sz="1200" b="0" i="1" smtClean="0">
                            <a:latin typeface="Cambria Math" panose="02040503050406030204" pitchFamily="18" charset="0"/>
                          </a:rPr>
                          <m:t>=0 </m:t>
                        </m:r>
                      </m:oMath>
                    </a14:m>
                    <a:r>
                      <a:rPr lang="pt-BR" sz="1200"/>
                      <a:t>)</a:t>
                    </a:r>
                  </a:p>
                </p:txBody>
              </p:sp>
            </mc:Choice>
            <mc:Fallback xmlns="">
              <p:sp>
                <p:nvSpPr>
                  <p:cNvPr id="13" name="CaixaDeTexto 12">
                    <a:extLst>
                      <a:ext uri="{FF2B5EF4-FFF2-40B4-BE49-F238E27FC236}">
                        <a16:creationId xmlns:a16="http://schemas.microsoft.com/office/drawing/2014/main" id="{78731000-D5CB-97D7-7E26-11F1BDCC9E21}"/>
                      </a:ext>
                    </a:extLst>
                  </p:cNvPr>
                  <p:cNvSpPr txBox="1">
                    <a:spLocks noRot="1" noChangeAspect="1" noMove="1" noResize="1" noEditPoints="1" noAdjustHandles="1" noChangeArrowheads="1" noChangeShapeType="1" noTextEdit="1"/>
                  </p:cNvSpPr>
                  <p:nvPr/>
                </p:nvSpPr>
                <p:spPr>
                  <a:xfrm>
                    <a:off x="1604192" y="2707841"/>
                    <a:ext cx="792088" cy="291298"/>
                  </a:xfrm>
                  <a:prstGeom prst="rect">
                    <a:avLst/>
                  </a:prstGeom>
                  <a:blipFill>
                    <a:blip r:embed="rId12"/>
                    <a:stretch>
                      <a:fillRect l="-769" b="-14894"/>
                    </a:stretch>
                  </a:blipFill>
                </p:spPr>
                <p:txBody>
                  <a:bodyPr/>
                  <a:lstStyle/>
                  <a:p>
                    <a:r>
                      <a:rPr lang="pt-BR">
                        <a:noFill/>
                      </a:rPr>
                      <a:t> </a:t>
                    </a:r>
                  </a:p>
                </p:txBody>
              </p:sp>
            </mc:Fallback>
          </mc:AlternateContent>
        </p:grpSp>
      </p:grpSp>
      <p:grpSp>
        <p:nvGrpSpPr>
          <p:cNvPr id="19" name="Agrupar 18">
            <a:extLst>
              <a:ext uri="{FF2B5EF4-FFF2-40B4-BE49-F238E27FC236}">
                <a16:creationId xmlns:a16="http://schemas.microsoft.com/office/drawing/2014/main" id="{7DD4F8AD-585A-ED2A-7ECD-BB7039ED8DDB}"/>
              </a:ext>
            </a:extLst>
          </p:cNvPr>
          <p:cNvGrpSpPr/>
          <p:nvPr/>
        </p:nvGrpSpPr>
        <p:grpSpPr>
          <a:xfrm>
            <a:off x="6240016" y="2117355"/>
            <a:ext cx="5328592" cy="4025948"/>
            <a:chOff x="6096000" y="2446673"/>
            <a:chExt cx="5328592" cy="4025948"/>
          </a:xfrm>
        </p:grpSpPr>
        <p:pic>
          <p:nvPicPr>
            <p:cNvPr id="10" name="Gráfico 9">
              <a:extLst>
                <a:ext uri="{FF2B5EF4-FFF2-40B4-BE49-F238E27FC236}">
                  <a16:creationId xmlns:a16="http://schemas.microsoft.com/office/drawing/2014/main" id="{C3E0CC7F-28BD-5EDF-0553-C35B79D74B8B}"/>
                </a:ext>
              </a:extLst>
            </p:cNvPr>
            <p:cNvPicPr>
              <a:picLocks noChangeAspect="1"/>
            </p:cNvPicPr>
            <p:nvPr/>
          </p:nvPicPr>
          <p:blipFill rotWithShape="1">
            <a:blip r:embed="rId13">
              <a:extLst>
                <a:ext uri="{96DAC541-7B7A-43D3-8B79-37D633B846F1}">
                  <asvg:svgBlip xmlns:asvg="http://schemas.microsoft.com/office/drawing/2016/SVG/main" r:embed="rId14"/>
                </a:ext>
              </a:extLst>
            </a:blip>
            <a:srcRect l="1511" t="10335" r="7377"/>
            <a:stretch/>
          </p:blipFill>
          <p:spPr>
            <a:xfrm>
              <a:off x="6096000" y="2535399"/>
              <a:ext cx="5328592" cy="3937222"/>
            </a:xfrm>
            <a:prstGeom prst="rect">
              <a:avLst/>
            </a:prstGeom>
          </p:spPr>
        </p:pic>
        <p:grpSp>
          <p:nvGrpSpPr>
            <p:cNvPr id="14" name="Agrupar 13">
              <a:extLst>
                <a:ext uri="{FF2B5EF4-FFF2-40B4-BE49-F238E27FC236}">
                  <a16:creationId xmlns:a16="http://schemas.microsoft.com/office/drawing/2014/main" id="{314F1706-418C-E68F-0711-3528257EB36E}"/>
                </a:ext>
              </a:extLst>
            </p:cNvPr>
            <p:cNvGrpSpPr/>
            <p:nvPr/>
          </p:nvGrpSpPr>
          <p:grpSpPr>
            <a:xfrm>
              <a:off x="7824192" y="2446673"/>
              <a:ext cx="3493234" cy="1110800"/>
              <a:chOff x="1887336" y="2402579"/>
              <a:chExt cx="3493234" cy="1110800"/>
            </a:xfrm>
          </p:grpSpPr>
          <p:sp>
            <p:nvSpPr>
              <p:cNvPr id="15" name="Retângulo 14">
                <a:extLst>
                  <a:ext uri="{FF2B5EF4-FFF2-40B4-BE49-F238E27FC236}">
                    <a16:creationId xmlns:a16="http://schemas.microsoft.com/office/drawing/2014/main" id="{8BE3BE45-59DB-A66A-3C3F-ADB5EA637F12}"/>
                  </a:ext>
                </a:extLst>
              </p:cNvPr>
              <p:cNvSpPr/>
              <p:nvPr/>
            </p:nvSpPr>
            <p:spPr>
              <a:xfrm>
                <a:off x="1887336" y="2402579"/>
                <a:ext cx="3240360" cy="1440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7" name="CaixaDeTexto 16">
                    <a:extLst>
                      <a:ext uri="{FF2B5EF4-FFF2-40B4-BE49-F238E27FC236}">
                        <a16:creationId xmlns:a16="http://schemas.microsoft.com/office/drawing/2014/main" id="{615EA317-4332-0BA6-4BDF-491340EB3596}"/>
                      </a:ext>
                    </a:extLst>
                  </p:cNvPr>
                  <p:cNvSpPr txBox="1"/>
                  <p:nvPr/>
                </p:nvSpPr>
                <p:spPr>
                  <a:xfrm>
                    <a:off x="4588482" y="3222081"/>
                    <a:ext cx="792088" cy="291298"/>
                  </a:xfrm>
                  <a:prstGeom prst="rect">
                    <a:avLst/>
                  </a:prstGeom>
                  <a:noFill/>
                </p:spPr>
                <p:txBody>
                  <a:bodyPr wrap="square" rtlCol="0">
                    <a:spAutoFit/>
                  </a:bodyPr>
                  <a:lstStyle/>
                  <a:p>
                    <a:r>
                      <a:rPr lang="pt-BR" sz="1200"/>
                      <a:t>(</a:t>
                    </a:r>
                    <a14:m>
                      <m:oMath xmlns:m="http://schemas.openxmlformats.org/officeDocument/2006/math">
                        <m:sSub>
                          <m:sSubPr>
                            <m:ctrlPr>
                              <a:rPr lang="pt-BR" sz="1200" i="1" smtClean="0">
                                <a:latin typeface="Cambria Math" panose="02040503050406030204" pitchFamily="18" charset="0"/>
                              </a:rPr>
                            </m:ctrlPr>
                          </m:sSubPr>
                          <m:e>
                            <m:r>
                              <a:rPr lang="pt-BR" sz="1200" i="1" smtClean="0">
                                <a:latin typeface="Cambria Math" panose="02040503050406030204" pitchFamily="18" charset="0"/>
                              </a:rPr>
                              <m:t>𝑁</m:t>
                            </m:r>
                          </m:e>
                          <m:sub>
                            <m:r>
                              <a:rPr lang="pt-BR" sz="1200" i="1" smtClean="0">
                                <a:latin typeface="Cambria Math" panose="02040503050406030204" pitchFamily="18" charset="0"/>
                              </a:rPr>
                              <m:t>𝑝</m:t>
                            </m:r>
                          </m:sub>
                        </m:sSub>
                        <m:r>
                          <a:rPr lang="pt-BR" sz="1200" b="0" i="1" smtClean="0">
                            <a:latin typeface="Cambria Math" panose="02040503050406030204" pitchFamily="18" charset="0"/>
                          </a:rPr>
                          <m:t>=0 </m:t>
                        </m:r>
                      </m:oMath>
                    </a14:m>
                    <a:r>
                      <a:rPr lang="pt-BR" sz="1200"/>
                      <a:t>)</a:t>
                    </a:r>
                  </a:p>
                </p:txBody>
              </p:sp>
            </mc:Choice>
            <mc:Fallback xmlns="">
              <p:sp>
                <p:nvSpPr>
                  <p:cNvPr id="17" name="CaixaDeTexto 16">
                    <a:extLst>
                      <a:ext uri="{FF2B5EF4-FFF2-40B4-BE49-F238E27FC236}">
                        <a16:creationId xmlns:a16="http://schemas.microsoft.com/office/drawing/2014/main" id="{615EA317-4332-0BA6-4BDF-491340EB3596}"/>
                      </a:ext>
                    </a:extLst>
                  </p:cNvPr>
                  <p:cNvSpPr txBox="1">
                    <a:spLocks noRot="1" noChangeAspect="1" noMove="1" noResize="1" noEditPoints="1" noAdjustHandles="1" noChangeArrowheads="1" noChangeShapeType="1" noTextEdit="1"/>
                  </p:cNvSpPr>
                  <p:nvPr/>
                </p:nvSpPr>
                <p:spPr>
                  <a:xfrm>
                    <a:off x="4588482" y="3222081"/>
                    <a:ext cx="792088" cy="291298"/>
                  </a:xfrm>
                  <a:prstGeom prst="rect">
                    <a:avLst/>
                  </a:prstGeom>
                  <a:blipFill>
                    <a:blip r:embed="rId15"/>
                    <a:stretch>
                      <a:fillRect b="-12500"/>
                    </a:stretch>
                  </a:blipFill>
                </p:spPr>
                <p:txBody>
                  <a:bodyPr/>
                  <a:lstStyle/>
                  <a:p>
                    <a:r>
                      <a:rPr lang="pt-BR">
                        <a:noFill/>
                      </a:rPr>
                      <a:t> </a:t>
                    </a:r>
                  </a:p>
                </p:txBody>
              </p:sp>
            </mc:Fallback>
          </mc:AlternateContent>
        </p:grpSp>
      </p:grpSp>
    </p:spTree>
    <p:extLst>
      <p:ext uri="{BB962C8B-B14F-4D97-AF65-F5344CB8AC3E}">
        <p14:creationId xmlns:p14="http://schemas.microsoft.com/office/powerpoint/2010/main" val="31578817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37</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3420331"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Single core (coaxial) cable</a:t>
            </a:r>
            <a:endParaRPr lang="pt-BR" sz="2000">
              <a:ln w="0"/>
              <a:effectLst>
                <a:outerShdw blurRad="38100" dist="19050" dir="2700000" algn="tl" rotWithShape="0">
                  <a:schemeClr val="dk1">
                    <a:alpha val="40000"/>
                  </a:schemeClr>
                </a:outerShdw>
              </a:effectLst>
            </a:endParaRP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1800152" cy="307777"/>
          </a:xfrm>
          <a:prstGeom prst="rect">
            <a:avLst/>
          </a:prstGeom>
          <a:noFill/>
        </p:spPr>
        <p:txBody>
          <a:bodyPr wrap="square">
            <a:spAutoFit/>
          </a:bodyPr>
          <a:lstStyle/>
          <a:p>
            <a:pPr algn="l" rtl="0" eaLnBrk="1" latinLnBrk="0" hangingPunct="1">
              <a:spcBef>
                <a:spcPts val="0"/>
              </a:spcBef>
              <a:spcAft>
                <a:spcPts val="0"/>
              </a:spcAft>
              <a:buClrTx/>
              <a:buSzPts val="1800"/>
            </a:pPr>
            <a:r>
              <a:rPr lang="pt-BR" sz="1400" kern="1200">
                <a:solidFill>
                  <a:srgbClr val="0070C0"/>
                </a:solidFill>
                <a:effectLst/>
                <a:latin typeface="Arial Black" panose="020B0A04020102020204" pitchFamily="34" charset="0"/>
                <a:ea typeface="+mn-ea"/>
                <a:cs typeface="+mn-cs"/>
              </a:rPr>
              <a:t>Examples</a:t>
            </a:r>
            <a:endParaRPr lang="pt-BR" sz="1400">
              <a:solidFill>
                <a:srgbClr val="0070C0"/>
              </a:solidFill>
              <a:latin typeface="Arial Black" panose="020B0A04020102020204" pitchFamily="34" charset="0"/>
            </a:endParaRPr>
          </a:p>
        </p:txBody>
      </p:sp>
      <p:pic>
        <p:nvPicPr>
          <p:cNvPr id="10" name="Gráfico 9">
            <a:extLst>
              <a:ext uri="{FF2B5EF4-FFF2-40B4-BE49-F238E27FC236}">
                <a16:creationId xmlns:a16="http://schemas.microsoft.com/office/drawing/2014/main" id="{C3E0CC7F-28BD-5EDF-0553-C35B79D74B8B}"/>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t="11118" r="7143" b="794"/>
          <a:stretch/>
        </p:blipFill>
        <p:spPr>
          <a:xfrm>
            <a:off x="6161103" y="2242524"/>
            <a:ext cx="5469085" cy="3895344"/>
          </a:xfrm>
          <a:prstGeom prst="rect">
            <a:avLst/>
          </a:prstGeom>
        </p:spPr>
      </p:pic>
      <p:grpSp>
        <p:nvGrpSpPr>
          <p:cNvPr id="22" name="Agrupar 21">
            <a:extLst>
              <a:ext uri="{FF2B5EF4-FFF2-40B4-BE49-F238E27FC236}">
                <a16:creationId xmlns:a16="http://schemas.microsoft.com/office/drawing/2014/main" id="{897C7B08-F291-EF75-032C-1034C6C5928B}"/>
              </a:ext>
            </a:extLst>
          </p:cNvPr>
          <p:cNvGrpSpPr/>
          <p:nvPr/>
        </p:nvGrpSpPr>
        <p:grpSpPr>
          <a:xfrm>
            <a:off x="667950" y="2106583"/>
            <a:ext cx="5320038" cy="3974835"/>
            <a:chOff x="731403" y="2456892"/>
            <a:chExt cx="5320038" cy="3974835"/>
          </a:xfrm>
        </p:grpSpPr>
        <p:pic>
          <p:nvPicPr>
            <p:cNvPr id="5" name="Gráfico 4">
              <a:extLst>
                <a:ext uri="{FF2B5EF4-FFF2-40B4-BE49-F238E27FC236}">
                  <a16:creationId xmlns:a16="http://schemas.microsoft.com/office/drawing/2014/main" id="{66D0A45A-2DC4-7785-FB88-9836E6006683}"/>
                </a:ext>
              </a:extLst>
            </p:cNvPr>
            <p:cNvPicPr>
              <a:picLocks noChangeAspect="1"/>
            </p:cNvPicPr>
            <p:nvPr/>
          </p:nvPicPr>
          <p:blipFill rotWithShape="1">
            <a:blip r:embed="rId6">
              <a:extLst>
                <a:ext uri="{96DAC541-7B7A-43D3-8B79-37D633B846F1}">
                  <asvg:svgBlip xmlns:asvg="http://schemas.microsoft.com/office/drawing/2016/SVG/main" r:embed="rId7"/>
                </a:ext>
              </a:extLst>
            </a:blip>
            <a:srcRect l="1650" t="9740" r="7199" b="1370"/>
            <a:stretch/>
          </p:blipFill>
          <p:spPr>
            <a:xfrm>
              <a:off x="731403" y="2536383"/>
              <a:ext cx="5320038" cy="3895344"/>
            </a:xfrm>
            <a:prstGeom prst="rect">
              <a:avLst/>
            </a:prstGeom>
          </p:spPr>
        </p:pic>
        <p:sp>
          <p:nvSpPr>
            <p:cNvPr id="21" name="Retângulo 20">
              <a:extLst>
                <a:ext uri="{FF2B5EF4-FFF2-40B4-BE49-F238E27FC236}">
                  <a16:creationId xmlns:a16="http://schemas.microsoft.com/office/drawing/2014/main" id="{7C14DDAD-ED0D-D604-4F18-7770604737ED}"/>
                </a:ext>
              </a:extLst>
            </p:cNvPr>
            <p:cNvSpPr/>
            <p:nvPr/>
          </p:nvSpPr>
          <p:spPr>
            <a:xfrm>
              <a:off x="1775520" y="2456892"/>
              <a:ext cx="3492388" cy="14401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3" name="Agrupar 2">
            <a:extLst>
              <a:ext uri="{FF2B5EF4-FFF2-40B4-BE49-F238E27FC236}">
                <a16:creationId xmlns:a16="http://schemas.microsoft.com/office/drawing/2014/main" id="{3CAB834E-81F6-3EE7-46C9-07E608289523}"/>
              </a:ext>
            </a:extLst>
          </p:cNvPr>
          <p:cNvGrpSpPr/>
          <p:nvPr/>
        </p:nvGrpSpPr>
        <p:grpSpPr>
          <a:xfrm>
            <a:off x="5667895" y="862718"/>
            <a:ext cx="3556732" cy="941484"/>
            <a:chOff x="5667895" y="862718"/>
            <a:chExt cx="3556732" cy="941484"/>
          </a:xfrm>
        </p:grpSpPr>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D6129482-E781-4C22-3E41-42E63ADE78CA}"/>
                    </a:ext>
                  </a:extLst>
                </p:cNvPr>
                <p:cNvSpPr txBox="1"/>
                <p:nvPr/>
              </p:nvSpPr>
              <p:spPr>
                <a:xfrm>
                  <a:off x="6960096" y="944724"/>
                  <a:ext cx="100828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𝑟</m:t>
                            </m:r>
                          </m:e>
                          <m:sub>
                            <m:r>
                              <a:rPr lang="pt-BR" sz="1200" b="0" i="1" smtClean="0">
                                <a:latin typeface="Cambria Math" panose="02040503050406030204" pitchFamily="18" charset="0"/>
                              </a:rPr>
                              <m:t>𝑎</m:t>
                            </m:r>
                          </m:sub>
                        </m:sSub>
                        <m:r>
                          <a:rPr lang="pt-BR" sz="1200" b="0" i="1" smtClean="0">
                            <a:latin typeface="Cambria Math" panose="02040503050406030204" pitchFamily="18" charset="0"/>
                          </a:rPr>
                          <m:t>=22 </m:t>
                        </m:r>
                        <m:r>
                          <a:rPr lang="pt-BR" sz="1200" b="0" i="1" smtClean="0">
                            <a:latin typeface="Cambria Math" panose="02040503050406030204" pitchFamily="18" charset="0"/>
                          </a:rPr>
                          <m:t>𝑚𝑚</m:t>
                        </m:r>
                      </m:oMath>
                    </m:oMathPara>
                  </a14:m>
                  <a:endParaRPr lang="pt-BR" sz="1200"/>
                </a:p>
              </p:txBody>
            </p:sp>
          </mc:Choice>
          <mc:Fallback xmlns="">
            <p:sp>
              <p:nvSpPr>
                <p:cNvPr id="7" name="CaixaDeTexto 6">
                  <a:extLst>
                    <a:ext uri="{FF2B5EF4-FFF2-40B4-BE49-F238E27FC236}">
                      <a16:creationId xmlns:a16="http://schemas.microsoft.com/office/drawing/2014/main" id="{D6129482-E781-4C22-3E41-42E63ADE78CA}"/>
                    </a:ext>
                  </a:extLst>
                </p:cNvPr>
                <p:cNvSpPr txBox="1">
                  <a:spLocks noRot="1" noChangeAspect="1" noMove="1" noResize="1" noEditPoints="1" noAdjustHandles="1" noChangeArrowheads="1" noChangeShapeType="1" noTextEdit="1"/>
                </p:cNvSpPr>
                <p:nvPr/>
              </p:nvSpPr>
              <p:spPr>
                <a:xfrm>
                  <a:off x="6960096" y="944724"/>
                  <a:ext cx="1008288" cy="276999"/>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C97CE1B2-9A85-EA3B-1335-8A79C8509949}"/>
                    </a:ext>
                  </a:extLst>
                </p:cNvPr>
                <p:cNvSpPr txBox="1"/>
                <p:nvPr/>
              </p:nvSpPr>
              <p:spPr>
                <a:xfrm>
                  <a:off x="6960096" y="1513160"/>
                  <a:ext cx="2264531"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𝜎</m:t>
                            </m:r>
                          </m:e>
                          <m:sub>
                            <m:r>
                              <a:rPr lang="pt-BR" sz="1200" b="0" i="1" smtClean="0">
                                <a:latin typeface="Cambria Math" panose="02040503050406030204" pitchFamily="18" charset="0"/>
                              </a:rPr>
                              <m:t>𝑐𝑜𝑟𝑒</m:t>
                            </m:r>
                          </m:sub>
                        </m:sSub>
                        <m:r>
                          <a:rPr lang="pt-BR" sz="1200" b="0" i="1" smtClean="0">
                            <a:latin typeface="Cambria Math" panose="02040503050406030204" pitchFamily="18" charset="0"/>
                          </a:rPr>
                          <m:t>=</m:t>
                        </m:r>
                        <m:sSub>
                          <m:sSubPr>
                            <m:ctrlPr>
                              <a:rPr lang="pt-BR" sz="1200" b="0" i="1" smtClean="0">
                                <a:latin typeface="Cambria Math" panose="02040503050406030204" pitchFamily="18" charset="0"/>
                              </a:rPr>
                            </m:ctrlPr>
                          </m:sSubPr>
                          <m:e>
                            <m:r>
                              <a:rPr lang="pt-BR" sz="1200" i="1">
                                <a:latin typeface="Cambria Math" panose="02040503050406030204" pitchFamily="18" charset="0"/>
                              </a:rPr>
                              <m:t>𝜎</m:t>
                            </m:r>
                          </m:e>
                          <m:sub>
                            <m:r>
                              <a:rPr lang="pt-BR" sz="1200" b="0" i="1" smtClean="0">
                                <a:latin typeface="Cambria Math" panose="02040503050406030204" pitchFamily="18" charset="0"/>
                              </a:rPr>
                              <m:t>𝑠h𝑒𝑎𝑡h</m:t>
                            </m:r>
                          </m:sub>
                        </m:sSub>
                        <m:r>
                          <a:rPr lang="pt-BR" sz="1200" b="0" i="1" smtClean="0">
                            <a:latin typeface="Cambria Math" panose="02040503050406030204" pitchFamily="18" charset="0"/>
                          </a:rPr>
                          <m:t>=</m:t>
                        </m:r>
                        <m:sSup>
                          <m:sSupPr>
                            <m:ctrlPr>
                              <a:rPr lang="pt-BR" sz="1200" b="0" i="1" smtClean="0">
                                <a:latin typeface="Cambria Math" panose="02040503050406030204" pitchFamily="18" charset="0"/>
                              </a:rPr>
                            </m:ctrlPr>
                          </m:sSupPr>
                          <m:e>
                            <m:r>
                              <a:rPr lang="pt-BR" sz="1200" b="0" i="0" smtClean="0">
                                <a:latin typeface="Cambria Math" panose="02040503050406030204" pitchFamily="18" charset="0"/>
                              </a:rPr>
                              <m:t>5,8 . 10</m:t>
                            </m:r>
                          </m:e>
                          <m:sup>
                            <m:r>
                              <a:rPr lang="pt-BR" sz="1200" b="0" i="0" smtClean="0">
                                <a:latin typeface="Cambria Math" panose="02040503050406030204" pitchFamily="18" charset="0"/>
                              </a:rPr>
                              <m:t>7</m:t>
                            </m:r>
                          </m:sup>
                        </m:sSup>
                        <m:r>
                          <a:rPr lang="pt-BR" sz="1200" b="0" i="0" smtClean="0">
                            <a:latin typeface="Cambria Math" panose="02040503050406030204" pitchFamily="18" charset="0"/>
                          </a:rPr>
                          <m:t> </m:t>
                        </m:r>
                        <m:r>
                          <m:rPr>
                            <m:sty m:val="p"/>
                          </m:rPr>
                          <a:rPr lang="pt-BR" sz="1200" b="0" i="0" smtClean="0">
                            <a:latin typeface="Cambria Math" panose="02040503050406030204" pitchFamily="18" charset="0"/>
                          </a:rPr>
                          <m:t>S</m:t>
                        </m:r>
                        <m:r>
                          <a:rPr lang="pt-BR" sz="1200" b="0" i="0" smtClean="0">
                            <a:latin typeface="Cambria Math" panose="02040503050406030204" pitchFamily="18" charset="0"/>
                          </a:rPr>
                          <m:t>/</m:t>
                        </m:r>
                        <m:r>
                          <m:rPr>
                            <m:sty m:val="p"/>
                          </m:rPr>
                          <a:rPr lang="pt-BR" sz="1200" b="0" i="0" smtClean="0">
                            <a:latin typeface="Cambria Math" panose="02040503050406030204" pitchFamily="18" charset="0"/>
                          </a:rPr>
                          <m:t>m</m:t>
                        </m:r>
                      </m:oMath>
                    </m:oMathPara>
                  </a14:m>
                  <a:endParaRPr lang="pt-BR" sz="1200"/>
                </a:p>
              </p:txBody>
            </p:sp>
          </mc:Choice>
          <mc:Fallback xmlns="">
            <p:sp>
              <p:nvSpPr>
                <p:cNvPr id="11" name="CaixaDeTexto 10">
                  <a:extLst>
                    <a:ext uri="{FF2B5EF4-FFF2-40B4-BE49-F238E27FC236}">
                      <a16:creationId xmlns:a16="http://schemas.microsoft.com/office/drawing/2014/main" id="{C97CE1B2-9A85-EA3B-1335-8A79C8509949}"/>
                    </a:ext>
                  </a:extLst>
                </p:cNvPr>
                <p:cNvSpPr txBox="1">
                  <a:spLocks noRot="1" noChangeAspect="1" noMove="1" noResize="1" noEditPoints="1" noAdjustHandles="1" noChangeArrowheads="1" noChangeShapeType="1" noTextEdit="1"/>
                </p:cNvSpPr>
                <p:nvPr/>
              </p:nvSpPr>
              <p:spPr>
                <a:xfrm>
                  <a:off x="6960096" y="1513160"/>
                  <a:ext cx="2264531" cy="276999"/>
                </a:xfrm>
                <a:prstGeom prst="rect">
                  <a:avLst/>
                </a:prstGeom>
                <a:blipFill>
                  <a:blip r:embed="rId9"/>
                  <a:stretch>
                    <a:fillRect b="-4348"/>
                  </a:stretch>
                </a:blipFill>
              </p:spPr>
              <p:txBody>
                <a:bodyPr/>
                <a:lstStyle/>
                <a:p>
                  <a:r>
                    <a:rPr lang="pt-BR">
                      <a:noFill/>
                    </a:rPr>
                    <a:t> </a:t>
                  </a:r>
                </a:p>
              </p:txBody>
            </p:sp>
          </mc:Fallback>
        </mc:AlternateContent>
        <p:sp>
          <p:nvSpPr>
            <p:cNvPr id="12" name="Elipse 11">
              <a:extLst>
                <a:ext uri="{FF2B5EF4-FFF2-40B4-BE49-F238E27FC236}">
                  <a16:creationId xmlns:a16="http://schemas.microsoft.com/office/drawing/2014/main" id="{01B3D41F-1DD7-0D34-7F64-1F9049FFD5BF}"/>
                </a:ext>
              </a:extLst>
            </p:cNvPr>
            <p:cNvSpPr/>
            <p:nvPr/>
          </p:nvSpPr>
          <p:spPr>
            <a:xfrm>
              <a:off x="5667895" y="935522"/>
              <a:ext cx="864006" cy="868680"/>
            </a:xfrm>
            <a:prstGeom prst="ellipse">
              <a:avLst/>
            </a:prstGeom>
            <a:solidFill>
              <a:schemeClr val="accent1">
                <a:alpha val="50000"/>
              </a:schemeClr>
            </a:solidFill>
            <a:ln w="952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13" name="Elipse 12">
              <a:extLst>
                <a:ext uri="{FF2B5EF4-FFF2-40B4-BE49-F238E27FC236}">
                  <a16:creationId xmlns:a16="http://schemas.microsoft.com/office/drawing/2014/main" id="{44BF31FB-E897-26A3-1E41-8AEBEE603ED6}"/>
                </a:ext>
              </a:extLst>
            </p:cNvPr>
            <p:cNvSpPr/>
            <p:nvPr/>
          </p:nvSpPr>
          <p:spPr>
            <a:xfrm>
              <a:off x="5750468" y="1022971"/>
              <a:ext cx="704088" cy="699941"/>
            </a:xfrm>
            <a:prstGeom prst="ellipse">
              <a:avLst/>
            </a:prstGeom>
            <a:solidFill>
              <a:schemeClr val="bg1"/>
            </a:solidFill>
            <a:ln w="952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14" name="Elipse 13">
              <a:extLst>
                <a:ext uri="{FF2B5EF4-FFF2-40B4-BE49-F238E27FC236}">
                  <a16:creationId xmlns:a16="http://schemas.microsoft.com/office/drawing/2014/main" id="{B29755B8-4C58-E4E8-7215-00DA64563A50}"/>
                </a:ext>
              </a:extLst>
            </p:cNvPr>
            <p:cNvSpPr/>
            <p:nvPr/>
          </p:nvSpPr>
          <p:spPr>
            <a:xfrm>
              <a:off x="5955986" y="1232374"/>
              <a:ext cx="274320" cy="274977"/>
            </a:xfrm>
            <a:prstGeom prst="ellipse">
              <a:avLst/>
            </a:prstGeom>
            <a:solidFill>
              <a:schemeClr val="accent3">
                <a:lumMod val="20000"/>
                <a:lumOff val="80000"/>
                <a:alpha val="50000"/>
              </a:schemeClr>
            </a:solidFill>
            <a:ln w="952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id="{C444ECF3-7A9B-68D3-F9D0-6109BBC1513C}"/>
                    </a:ext>
                  </a:extLst>
                </p:cNvPr>
                <p:cNvSpPr txBox="1"/>
                <p:nvPr/>
              </p:nvSpPr>
              <p:spPr>
                <a:xfrm>
                  <a:off x="6018135" y="1196752"/>
                  <a:ext cx="212171"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1050" b="0" i="1" smtClean="0">
                            <a:latin typeface="Cambria Math" panose="02040503050406030204" pitchFamily="18" charset="0"/>
                          </a:rPr>
                          <m:t>𝑎</m:t>
                        </m:r>
                      </m:oMath>
                    </m:oMathPara>
                  </a14:m>
                  <a:endParaRPr lang="pt-BR" sz="1400"/>
                </a:p>
              </p:txBody>
            </p:sp>
          </mc:Choice>
          <mc:Fallback xmlns="">
            <p:sp>
              <p:nvSpPr>
                <p:cNvPr id="15" name="CaixaDeTexto 14">
                  <a:extLst>
                    <a:ext uri="{FF2B5EF4-FFF2-40B4-BE49-F238E27FC236}">
                      <a16:creationId xmlns:a16="http://schemas.microsoft.com/office/drawing/2014/main" id="{C444ECF3-7A9B-68D3-F9D0-6109BBC1513C}"/>
                    </a:ext>
                  </a:extLst>
                </p:cNvPr>
                <p:cNvSpPr txBox="1">
                  <a:spLocks noRot="1" noChangeAspect="1" noMove="1" noResize="1" noEditPoints="1" noAdjustHandles="1" noChangeArrowheads="1" noChangeShapeType="1" noTextEdit="1"/>
                </p:cNvSpPr>
                <p:nvPr/>
              </p:nvSpPr>
              <p:spPr>
                <a:xfrm>
                  <a:off x="6018135" y="1196752"/>
                  <a:ext cx="212171" cy="261610"/>
                </a:xfrm>
                <a:prstGeom prst="rect">
                  <a:avLst/>
                </a:prstGeom>
                <a:blipFill>
                  <a:blip r:embed="rId1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 name="CaixaDeTexto 16">
                  <a:extLst>
                    <a:ext uri="{FF2B5EF4-FFF2-40B4-BE49-F238E27FC236}">
                      <a16:creationId xmlns:a16="http://schemas.microsoft.com/office/drawing/2014/main" id="{DBE9CFA7-2FFC-B681-3301-09A7FE412887}"/>
                    </a:ext>
                  </a:extLst>
                </p:cNvPr>
                <p:cNvSpPr txBox="1"/>
                <p:nvPr/>
              </p:nvSpPr>
              <p:spPr>
                <a:xfrm>
                  <a:off x="6301844" y="862718"/>
                  <a:ext cx="295529"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050" b="0" i="1" smtClean="0">
                            <a:latin typeface="Cambria Math" panose="02040503050406030204" pitchFamily="18" charset="0"/>
                          </a:rPr>
                          <m:t>𝑏</m:t>
                        </m:r>
                      </m:oMath>
                    </m:oMathPara>
                  </a14:m>
                  <a:endParaRPr lang="pt-BR" sz="1400"/>
                </a:p>
              </p:txBody>
            </p:sp>
          </mc:Choice>
          <mc:Fallback xmlns="">
            <p:sp>
              <p:nvSpPr>
                <p:cNvPr id="17" name="CaixaDeTexto 16">
                  <a:extLst>
                    <a:ext uri="{FF2B5EF4-FFF2-40B4-BE49-F238E27FC236}">
                      <a16:creationId xmlns:a16="http://schemas.microsoft.com/office/drawing/2014/main" id="{DBE9CFA7-2FFC-B681-3301-09A7FE412887}"/>
                    </a:ext>
                  </a:extLst>
                </p:cNvPr>
                <p:cNvSpPr txBox="1">
                  <a:spLocks noRot="1" noChangeAspect="1" noMove="1" noResize="1" noEditPoints="1" noAdjustHandles="1" noChangeArrowheads="1" noChangeShapeType="1" noTextEdit="1"/>
                </p:cNvSpPr>
                <p:nvPr/>
              </p:nvSpPr>
              <p:spPr>
                <a:xfrm>
                  <a:off x="6301844" y="862718"/>
                  <a:ext cx="295529" cy="261610"/>
                </a:xfrm>
                <a:prstGeom prst="rect">
                  <a:avLst/>
                </a:prstGeom>
                <a:blipFill>
                  <a:blip r:embed="rId11"/>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3EADE988-51E2-162A-0A79-AB10BF98E8AE}"/>
                    </a:ext>
                  </a:extLst>
                </p:cNvPr>
                <p:cNvSpPr txBox="1"/>
                <p:nvPr/>
              </p:nvSpPr>
              <p:spPr>
                <a:xfrm>
                  <a:off x="6139035" y="1035735"/>
                  <a:ext cx="282129"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050" b="0" i="1" smtClean="0">
                            <a:latin typeface="Cambria Math" panose="02040503050406030204" pitchFamily="18" charset="0"/>
                          </a:rPr>
                          <m:t>𝑐</m:t>
                        </m:r>
                      </m:oMath>
                    </m:oMathPara>
                  </a14:m>
                  <a:endParaRPr lang="pt-BR" sz="1200"/>
                </a:p>
              </p:txBody>
            </p:sp>
          </mc:Choice>
          <mc:Fallback xmlns="">
            <p:sp>
              <p:nvSpPr>
                <p:cNvPr id="19" name="CaixaDeTexto 18">
                  <a:extLst>
                    <a:ext uri="{FF2B5EF4-FFF2-40B4-BE49-F238E27FC236}">
                      <a16:creationId xmlns:a16="http://schemas.microsoft.com/office/drawing/2014/main" id="{3EADE988-51E2-162A-0A79-AB10BF98E8AE}"/>
                    </a:ext>
                  </a:extLst>
                </p:cNvPr>
                <p:cNvSpPr txBox="1">
                  <a:spLocks noRot="1" noChangeAspect="1" noMove="1" noResize="1" noEditPoints="1" noAdjustHandles="1" noChangeArrowheads="1" noChangeShapeType="1" noTextEdit="1"/>
                </p:cNvSpPr>
                <p:nvPr/>
              </p:nvSpPr>
              <p:spPr>
                <a:xfrm>
                  <a:off x="6139035" y="1035735"/>
                  <a:ext cx="282129" cy="261610"/>
                </a:xfrm>
                <a:prstGeom prst="rect">
                  <a:avLst/>
                </a:prstGeom>
                <a:blipFill>
                  <a:blip r:embed="rId1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0" name="CaixaDeTexto 19">
                  <a:extLst>
                    <a:ext uri="{FF2B5EF4-FFF2-40B4-BE49-F238E27FC236}">
                      <a16:creationId xmlns:a16="http://schemas.microsoft.com/office/drawing/2014/main" id="{661CADBC-0E4A-6C98-033D-89776E530FB1}"/>
                    </a:ext>
                  </a:extLst>
                </p:cNvPr>
                <p:cNvSpPr txBox="1"/>
                <p:nvPr/>
              </p:nvSpPr>
              <p:spPr>
                <a:xfrm>
                  <a:off x="6983537" y="1233599"/>
                  <a:ext cx="2068771" cy="276999"/>
                </a:xfrm>
                <a:prstGeom prst="rect">
                  <a:avLst/>
                </a:prstGeom>
                <a:noFill/>
              </p:spPr>
              <p:txBody>
                <a:bodyPr wrap="none" rtlCol="0">
                  <a:spAutoFit/>
                </a:bodyPr>
                <a:lstStyle/>
                <a:p>
                  <a14:m>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𝑟</m:t>
                          </m:r>
                        </m:e>
                        <m:sub>
                          <m:r>
                            <a:rPr lang="pt-BR" sz="1200" b="0" i="1" smtClean="0">
                              <a:latin typeface="Cambria Math" panose="02040503050406030204" pitchFamily="18" charset="0"/>
                            </a:rPr>
                            <m:t>𝑏</m:t>
                          </m:r>
                        </m:sub>
                      </m:sSub>
                      <m:r>
                        <a:rPr lang="pt-BR" sz="1200" b="0" i="1" smtClean="0">
                          <a:latin typeface="Cambria Math" panose="02040503050406030204" pitchFamily="18" charset="0"/>
                        </a:rPr>
                        <m:t>=44 </m:t>
                      </m:r>
                      <m:r>
                        <a:rPr lang="pt-BR" sz="1200" b="0" i="1" smtClean="0">
                          <a:latin typeface="Cambria Math" panose="02040503050406030204" pitchFamily="18" charset="0"/>
                        </a:rPr>
                        <m:t>𝑚𝑚</m:t>
                      </m:r>
                    </m:oMath>
                  </a14:m>
                  <a:r>
                    <a:rPr lang="pt-BR" sz="1200"/>
                    <a:t>; </a:t>
                  </a:r>
                  <a14:m>
                    <m:oMath xmlns:m="http://schemas.openxmlformats.org/officeDocument/2006/math">
                      <m:sSub>
                        <m:sSubPr>
                          <m:ctrlPr>
                            <a:rPr lang="pt-BR" sz="1200" b="0" i="1" smtClean="0">
                              <a:latin typeface="Cambria Math" panose="02040503050406030204" pitchFamily="18" charset="0"/>
                            </a:rPr>
                          </m:ctrlPr>
                        </m:sSubPr>
                        <m:e>
                          <m:r>
                            <m:rPr>
                              <m:sty m:val="p"/>
                            </m:rPr>
                            <a:rPr lang="pt-BR" sz="1200" b="0" i="0" smtClean="0">
                              <a:latin typeface="Cambria Math" panose="02040503050406030204" pitchFamily="18" charset="0"/>
                            </a:rPr>
                            <m:t>r</m:t>
                          </m:r>
                        </m:e>
                        <m:sub>
                          <m:r>
                            <a:rPr lang="pt-BR" sz="1200" i="1" smtClean="0">
                              <a:latin typeface="Cambria Math" panose="02040503050406030204" pitchFamily="18" charset="0"/>
                            </a:rPr>
                            <m:t>𝑐</m:t>
                          </m:r>
                        </m:sub>
                      </m:sSub>
                      <m:r>
                        <a:rPr lang="pt-BR" sz="1200" i="1" smtClean="0">
                          <a:latin typeface="Cambria Math" panose="02040503050406030204" pitchFamily="18" charset="0"/>
                        </a:rPr>
                        <m:t>= 39,5 </m:t>
                      </m:r>
                      <m:r>
                        <a:rPr lang="pt-BR" sz="1200" i="1" smtClean="0">
                          <a:latin typeface="Cambria Math" panose="02040503050406030204" pitchFamily="18" charset="0"/>
                        </a:rPr>
                        <m:t>𝑚𝑚</m:t>
                      </m:r>
                    </m:oMath>
                  </a14:m>
                  <a:endParaRPr lang="pt-BR" sz="1200"/>
                </a:p>
              </p:txBody>
            </p:sp>
          </mc:Choice>
          <mc:Fallback xmlns="">
            <p:sp>
              <p:nvSpPr>
                <p:cNvPr id="20" name="CaixaDeTexto 19">
                  <a:extLst>
                    <a:ext uri="{FF2B5EF4-FFF2-40B4-BE49-F238E27FC236}">
                      <a16:creationId xmlns:a16="http://schemas.microsoft.com/office/drawing/2014/main" id="{661CADBC-0E4A-6C98-033D-89776E530FB1}"/>
                    </a:ext>
                  </a:extLst>
                </p:cNvPr>
                <p:cNvSpPr txBox="1">
                  <a:spLocks noRot="1" noChangeAspect="1" noMove="1" noResize="1" noEditPoints="1" noAdjustHandles="1" noChangeArrowheads="1" noChangeShapeType="1" noTextEdit="1"/>
                </p:cNvSpPr>
                <p:nvPr/>
              </p:nvSpPr>
              <p:spPr>
                <a:xfrm>
                  <a:off x="6983537" y="1233599"/>
                  <a:ext cx="2068771" cy="276999"/>
                </a:xfrm>
                <a:prstGeom prst="rect">
                  <a:avLst/>
                </a:prstGeom>
                <a:blipFill>
                  <a:blip r:embed="rId13"/>
                  <a:stretch>
                    <a:fillRect b="-15217"/>
                  </a:stretch>
                </a:blipFill>
              </p:spPr>
              <p:txBody>
                <a:bodyPr/>
                <a:lstStyle/>
                <a:p>
                  <a:r>
                    <a:rPr lang="pt-BR">
                      <a:noFill/>
                    </a:rPr>
                    <a:t> </a:t>
                  </a:r>
                </a:p>
              </p:txBody>
            </p:sp>
          </mc:Fallback>
        </mc:AlternateContent>
      </p:grpSp>
    </p:spTree>
    <p:extLst>
      <p:ext uri="{BB962C8B-B14F-4D97-AF65-F5344CB8AC3E}">
        <p14:creationId xmlns:p14="http://schemas.microsoft.com/office/powerpoint/2010/main" val="35069659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38</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3420331"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Single core (coaxial) cable</a:t>
            </a:r>
            <a:endParaRPr lang="pt-BR" sz="2000">
              <a:ln w="0"/>
              <a:effectLst>
                <a:outerShdw blurRad="38100" dist="19050" dir="2700000" algn="tl" rotWithShape="0">
                  <a:schemeClr val="dk1">
                    <a:alpha val="40000"/>
                  </a:schemeClr>
                </a:outerShdw>
              </a:effectLst>
            </a:endParaRP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1800152" cy="307777"/>
          </a:xfrm>
          <a:prstGeom prst="rect">
            <a:avLst/>
          </a:prstGeom>
          <a:noFill/>
        </p:spPr>
        <p:txBody>
          <a:bodyPr wrap="square">
            <a:spAutoFit/>
          </a:bodyPr>
          <a:lstStyle/>
          <a:p>
            <a:pPr algn="l" rtl="0" eaLnBrk="1" latinLnBrk="0" hangingPunct="1">
              <a:spcBef>
                <a:spcPts val="0"/>
              </a:spcBef>
              <a:spcAft>
                <a:spcPts val="0"/>
              </a:spcAft>
              <a:buClrTx/>
              <a:buSzPts val="1800"/>
            </a:pPr>
            <a:r>
              <a:rPr lang="pt-BR" sz="1400" kern="1200">
                <a:solidFill>
                  <a:srgbClr val="0070C0"/>
                </a:solidFill>
                <a:effectLst/>
                <a:latin typeface="Arial Black" panose="020B0A04020102020204" pitchFamily="34" charset="0"/>
                <a:ea typeface="+mn-ea"/>
                <a:cs typeface="+mn-cs"/>
              </a:rPr>
              <a:t>Examples</a:t>
            </a:r>
            <a:endParaRPr lang="pt-BR" sz="1400">
              <a:solidFill>
                <a:srgbClr val="0070C0"/>
              </a:solidFill>
              <a:latin typeface="Arial Black" panose="020B0A04020102020204" pitchFamily="34" charset="0"/>
            </a:endParaRPr>
          </a:p>
        </p:txBody>
      </p:sp>
      <p:grpSp>
        <p:nvGrpSpPr>
          <p:cNvPr id="7" name="Agrupar 6">
            <a:extLst>
              <a:ext uri="{FF2B5EF4-FFF2-40B4-BE49-F238E27FC236}">
                <a16:creationId xmlns:a16="http://schemas.microsoft.com/office/drawing/2014/main" id="{0980A9C5-C5B9-6AC1-1CCB-556C7397A48B}"/>
              </a:ext>
            </a:extLst>
          </p:cNvPr>
          <p:cNvGrpSpPr/>
          <p:nvPr/>
        </p:nvGrpSpPr>
        <p:grpSpPr>
          <a:xfrm>
            <a:off x="695400" y="2096852"/>
            <a:ext cx="5260586" cy="3996444"/>
            <a:chOff x="695400" y="2096852"/>
            <a:chExt cx="5260586" cy="3996444"/>
          </a:xfrm>
        </p:grpSpPr>
        <p:grpSp>
          <p:nvGrpSpPr>
            <p:cNvPr id="20" name="Agrupar 19">
              <a:extLst>
                <a:ext uri="{FF2B5EF4-FFF2-40B4-BE49-F238E27FC236}">
                  <a16:creationId xmlns:a16="http://schemas.microsoft.com/office/drawing/2014/main" id="{F4DBCE44-B638-7A50-884C-64214FB07DD1}"/>
                </a:ext>
              </a:extLst>
            </p:cNvPr>
            <p:cNvGrpSpPr/>
            <p:nvPr/>
          </p:nvGrpSpPr>
          <p:grpSpPr>
            <a:xfrm>
              <a:off x="695400" y="2197952"/>
              <a:ext cx="5260586" cy="3895344"/>
              <a:chOff x="483955" y="3048405"/>
              <a:chExt cx="5260586" cy="3895344"/>
            </a:xfrm>
          </p:grpSpPr>
          <p:pic>
            <p:nvPicPr>
              <p:cNvPr id="5" name="Gráfico 4">
                <a:extLst>
                  <a:ext uri="{FF2B5EF4-FFF2-40B4-BE49-F238E27FC236}">
                    <a16:creationId xmlns:a16="http://schemas.microsoft.com/office/drawing/2014/main" id="{66D0A45A-2DC4-7785-FB88-9836E6006683}"/>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2535" t="9740" r="7334" b="1370"/>
              <a:stretch/>
            </p:blipFill>
            <p:spPr>
              <a:xfrm>
                <a:off x="483955" y="3048405"/>
                <a:ext cx="5260586" cy="3895344"/>
              </a:xfrm>
              <a:prstGeom prst="rect">
                <a:avLst/>
              </a:prstGeom>
            </p:spPr>
          </p:pic>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78731000-D5CB-97D7-7E26-11F1BDCC9E21}"/>
                      </a:ext>
                    </a:extLst>
                  </p:cNvPr>
                  <p:cNvSpPr txBox="1"/>
                  <p:nvPr/>
                </p:nvSpPr>
                <p:spPr>
                  <a:xfrm>
                    <a:off x="1072015" y="3800321"/>
                    <a:ext cx="792088" cy="291298"/>
                  </a:xfrm>
                  <a:prstGeom prst="rect">
                    <a:avLst/>
                  </a:prstGeom>
                  <a:noFill/>
                </p:spPr>
                <p:txBody>
                  <a:bodyPr wrap="square" rtlCol="0">
                    <a:spAutoFit/>
                  </a:bodyPr>
                  <a:lstStyle/>
                  <a:p>
                    <a:r>
                      <a:rPr lang="pt-BR" sz="1200"/>
                      <a:t>(</a:t>
                    </a:r>
                    <a14:m>
                      <m:oMath xmlns:m="http://schemas.openxmlformats.org/officeDocument/2006/math">
                        <m:sSub>
                          <m:sSubPr>
                            <m:ctrlPr>
                              <a:rPr lang="pt-BR" sz="1200" i="1" smtClean="0">
                                <a:latin typeface="Cambria Math" panose="02040503050406030204" pitchFamily="18" charset="0"/>
                              </a:rPr>
                            </m:ctrlPr>
                          </m:sSubPr>
                          <m:e>
                            <m:r>
                              <a:rPr lang="pt-BR" sz="1200" i="1" smtClean="0">
                                <a:latin typeface="Cambria Math" panose="02040503050406030204" pitchFamily="18" charset="0"/>
                              </a:rPr>
                              <m:t>𝑁</m:t>
                            </m:r>
                          </m:e>
                          <m:sub>
                            <m:r>
                              <a:rPr lang="pt-BR" sz="1200" i="1" smtClean="0">
                                <a:latin typeface="Cambria Math" panose="02040503050406030204" pitchFamily="18" charset="0"/>
                              </a:rPr>
                              <m:t>𝑝</m:t>
                            </m:r>
                          </m:sub>
                        </m:sSub>
                        <m:r>
                          <a:rPr lang="pt-BR" sz="1200" b="0" i="1" smtClean="0">
                            <a:latin typeface="Cambria Math" panose="02040503050406030204" pitchFamily="18" charset="0"/>
                          </a:rPr>
                          <m:t>=1</m:t>
                        </m:r>
                      </m:oMath>
                    </a14:m>
                    <a:r>
                      <a:rPr lang="pt-BR" sz="1200"/>
                      <a:t>)</a:t>
                    </a:r>
                  </a:p>
                </p:txBody>
              </p:sp>
            </mc:Choice>
            <mc:Fallback xmlns="">
              <p:sp>
                <p:nvSpPr>
                  <p:cNvPr id="13" name="CaixaDeTexto 12">
                    <a:extLst>
                      <a:ext uri="{FF2B5EF4-FFF2-40B4-BE49-F238E27FC236}">
                        <a16:creationId xmlns:a16="http://schemas.microsoft.com/office/drawing/2014/main" id="{78731000-D5CB-97D7-7E26-11F1BDCC9E21}"/>
                      </a:ext>
                    </a:extLst>
                  </p:cNvPr>
                  <p:cNvSpPr txBox="1">
                    <a:spLocks noRot="1" noChangeAspect="1" noMove="1" noResize="1" noEditPoints="1" noAdjustHandles="1" noChangeArrowheads="1" noChangeShapeType="1" noTextEdit="1"/>
                  </p:cNvSpPr>
                  <p:nvPr/>
                </p:nvSpPr>
                <p:spPr>
                  <a:xfrm>
                    <a:off x="1072015" y="3800321"/>
                    <a:ext cx="792088" cy="291298"/>
                  </a:xfrm>
                  <a:prstGeom prst="rect">
                    <a:avLst/>
                  </a:prstGeom>
                  <a:blipFill>
                    <a:blip r:embed="rId12"/>
                    <a:stretch>
                      <a:fillRect l="-775" b="-12500"/>
                    </a:stretch>
                  </a:blipFill>
                </p:spPr>
                <p:txBody>
                  <a:bodyPr/>
                  <a:lstStyle/>
                  <a:p>
                    <a:r>
                      <a:rPr lang="pt-BR">
                        <a:noFill/>
                      </a:rPr>
                      <a:t> </a:t>
                    </a:r>
                  </a:p>
                </p:txBody>
              </p:sp>
            </mc:Fallback>
          </mc:AlternateContent>
        </p:grpSp>
        <p:sp>
          <p:nvSpPr>
            <p:cNvPr id="3" name="Retângulo 2">
              <a:extLst>
                <a:ext uri="{FF2B5EF4-FFF2-40B4-BE49-F238E27FC236}">
                  <a16:creationId xmlns:a16="http://schemas.microsoft.com/office/drawing/2014/main" id="{818FC1DD-C764-8B75-81FD-CA88E5C7BF65}"/>
                </a:ext>
              </a:extLst>
            </p:cNvPr>
            <p:cNvSpPr/>
            <p:nvPr/>
          </p:nvSpPr>
          <p:spPr>
            <a:xfrm>
              <a:off x="1811524" y="2096852"/>
              <a:ext cx="3492388" cy="14401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22" name="Agrupar 21">
            <a:extLst>
              <a:ext uri="{FF2B5EF4-FFF2-40B4-BE49-F238E27FC236}">
                <a16:creationId xmlns:a16="http://schemas.microsoft.com/office/drawing/2014/main" id="{4B29814F-37B9-BCEE-3EDF-0CF8D339DD7B}"/>
              </a:ext>
            </a:extLst>
          </p:cNvPr>
          <p:cNvGrpSpPr/>
          <p:nvPr/>
        </p:nvGrpSpPr>
        <p:grpSpPr>
          <a:xfrm>
            <a:off x="6276020" y="2096853"/>
            <a:ext cx="5220580" cy="3967351"/>
            <a:chOff x="6276020" y="2096853"/>
            <a:chExt cx="5220580" cy="3967351"/>
          </a:xfrm>
        </p:grpSpPr>
        <p:grpSp>
          <p:nvGrpSpPr>
            <p:cNvPr id="19" name="Agrupar 18">
              <a:extLst>
                <a:ext uri="{FF2B5EF4-FFF2-40B4-BE49-F238E27FC236}">
                  <a16:creationId xmlns:a16="http://schemas.microsoft.com/office/drawing/2014/main" id="{7DD4F8AD-585A-ED2A-7ECD-BB7039ED8DDB}"/>
                </a:ext>
              </a:extLst>
            </p:cNvPr>
            <p:cNvGrpSpPr/>
            <p:nvPr/>
          </p:nvGrpSpPr>
          <p:grpSpPr>
            <a:xfrm>
              <a:off x="6276020" y="2168860"/>
              <a:ext cx="5220580" cy="3895344"/>
              <a:chOff x="6207760" y="2893847"/>
              <a:chExt cx="5220580" cy="3895344"/>
            </a:xfrm>
          </p:grpSpPr>
          <p:pic>
            <p:nvPicPr>
              <p:cNvPr id="10" name="Gráfico 9">
                <a:extLst>
                  <a:ext uri="{FF2B5EF4-FFF2-40B4-BE49-F238E27FC236}">
                    <a16:creationId xmlns:a16="http://schemas.microsoft.com/office/drawing/2014/main" id="{C3E0CC7F-28BD-5EDF-0553-C35B79D74B8B}"/>
                  </a:ext>
                </a:extLst>
              </p:cNvPr>
              <p:cNvPicPr>
                <a:picLocks noChangeAspect="1"/>
              </p:cNvPicPr>
              <p:nvPr/>
            </p:nvPicPr>
            <p:blipFill rotWithShape="1">
              <a:blip r:embed="rId13">
                <a:extLst>
                  <a:ext uri="{96DAC541-7B7A-43D3-8B79-37D633B846F1}">
                    <asvg:svgBlip xmlns:asvg="http://schemas.microsoft.com/office/drawing/2016/SVG/main" r:embed="rId14"/>
                  </a:ext>
                </a:extLst>
              </a:blip>
              <a:srcRect l="1935" t="9411" r="7710" b="794"/>
              <a:stretch/>
            </p:blipFill>
            <p:spPr>
              <a:xfrm>
                <a:off x="6207760" y="2893847"/>
                <a:ext cx="5220580" cy="3895344"/>
              </a:xfrm>
              <a:prstGeom prst="rect">
                <a:avLst/>
              </a:prstGeom>
            </p:spPr>
          </p:pic>
          <mc:AlternateContent xmlns:mc="http://schemas.openxmlformats.org/markup-compatibility/2006" xmlns:a14="http://schemas.microsoft.com/office/drawing/2010/main">
            <mc:Choice Requires="a14">
              <p:sp>
                <p:nvSpPr>
                  <p:cNvPr id="17" name="CaixaDeTexto 16">
                    <a:extLst>
                      <a:ext uri="{FF2B5EF4-FFF2-40B4-BE49-F238E27FC236}">
                        <a16:creationId xmlns:a16="http://schemas.microsoft.com/office/drawing/2014/main" id="{615EA317-4332-0BA6-4BDF-491340EB3596}"/>
                      </a:ext>
                    </a:extLst>
                  </p:cNvPr>
                  <p:cNvSpPr txBox="1"/>
                  <p:nvPr/>
                </p:nvSpPr>
                <p:spPr>
                  <a:xfrm>
                    <a:off x="10528240" y="3674855"/>
                    <a:ext cx="792088" cy="291298"/>
                  </a:xfrm>
                  <a:prstGeom prst="rect">
                    <a:avLst/>
                  </a:prstGeom>
                  <a:noFill/>
                </p:spPr>
                <p:txBody>
                  <a:bodyPr wrap="square" rtlCol="0">
                    <a:spAutoFit/>
                  </a:bodyPr>
                  <a:lstStyle/>
                  <a:p>
                    <a:r>
                      <a:rPr lang="pt-BR" sz="1200"/>
                      <a:t>(</a:t>
                    </a:r>
                    <a14:m>
                      <m:oMath xmlns:m="http://schemas.openxmlformats.org/officeDocument/2006/math">
                        <m:sSub>
                          <m:sSubPr>
                            <m:ctrlPr>
                              <a:rPr lang="pt-BR" sz="1200" i="1" smtClean="0">
                                <a:latin typeface="Cambria Math" panose="02040503050406030204" pitchFamily="18" charset="0"/>
                              </a:rPr>
                            </m:ctrlPr>
                          </m:sSubPr>
                          <m:e>
                            <m:r>
                              <a:rPr lang="pt-BR" sz="1200" i="1" smtClean="0">
                                <a:latin typeface="Cambria Math" panose="02040503050406030204" pitchFamily="18" charset="0"/>
                              </a:rPr>
                              <m:t>𝑁</m:t>
                            </m:r>
                          </m:e>
                          <m:sub>
                            <m:r>
                              <a:rPr lang="pt-BR" sz="1200" i="1" smtClean="0">
                                <a:latin typeface="Cambria Math" panose="02040503050406030204" pitchFamily="18" charset="0"/>
                              </a:rPr>
                              <m:t>𝑝</m:t>
                            </m:r>
                          </m:sub>
                        </m:sSub>
                        <m:r>
                          <a:rPr lang="pt-BR" sz="1200" b="0" i="1" smtClean="0">
                            <a:latin typeface="Cambria Math" panose="02040503050406030204" pitchFamily="18" charset="0"/>
                          </a:rPr>
                          <m:t>=1</m:t>
                        </m:r>
                      </m:oMath>
                    </a14:m>
                    <a:r>
                      <a:rPr lang="pt-BR" sz="1200"/>
                      <a:t>)</a:t>
                    </a:r>
                  </a:p>
                </p:txBody>
              </p:sp>
            </mc:Choice>
            <mc:Fallback xmlns="">
              <p:sp>
                <p:nvSpPr>
                  <p:cNvPr id="17" name="CaixaDeTexto 16">
                    <a:extLst>
                      <a:ext uri="{FF2B5EF4-FFF2-40B4-BE49-F238E27FC236}">
                        <a16:creationId xmlns:a16="http://schemas.microsoft.com/office/drawing/2014/main" id="{615EA317-4332-0BA6-4BDF-491340EB3596}"/>
                      </a:ext>
                    </a:extLst>
                  </p:cNvPr>
                  <p:cNvSpPr txBox="1">
                    <a:spLocks noRot="1" noChangeAspect="1" noMove="1" noResize="1" noEditPoints="1" noAdjustHandles="1" noChangeArrowheads="1" noChangeShapeType="1" noTextEdit="1"/>
                  </p:cNvSpPr>
                  <p:nvPr/>
                </p:nvSpPr>
                <p:spPr>
                  <a:xfrm>
                    <a:off x="10528240" y="3674855"/>
                    <a:ext cx="792088" cy="291298"/>
                  </a:xfrm>
                  <a:prstGeom prst="rect">
                    <a:avLst/>
                  </a:prstGeom>
                  <a:blipFill>
                    <a:blip r:embed="rId15"/>
                    <a:stretch>
                      <a:fillRect b="-12500"/>
                    </a:stretch>
                  </a:blipFill>
                </p:spPr>
                <p:txBody>
                  <a:bodyPr/>
                  <a:lstStyle/>
                  <a:p>
                    <a:r>
                      <a:rPr lang="pt-BR">
                        <a:noFill/>
                      </a:rPr>
                      <a:t> </a:t>
                    </a:r>
                  </a:p>
                </p:txBody>
              </p:sp>
            </mc:Fallback>
          </mc:AlternateContent>
        </p:grpSp>
        <p:sp>
          <p:nvSpPr>
            <p:cNvPr id="21" name="Retângulo 20">
              <a:extLst>
                <a:ext uri="{FF2B5EF4-FFF2-40B4-BE49-F238E27FC236}">
                  <a16:creationId xmlns:a16="http://schemas.microsoft.com/office/drawing/2014/main" id="{AC2DE33A-7AE7-2305-F66E-A40CAA056467}"/>
                </a:ext>
              </a:extLst>
            </p:cNvPr>
            <p:cNvSpPr/>
            <p:nvPr/>
          </p:nvSpPr>
          <p:spPr>
            <a:xfrm>
              <a:off x="7444651" y="2096853"/>
              <a:ext cx="3492388" cy="14401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11" name="Agrupar 10">
            <a:extLst>
              <a:ext uri="{FF2B5EF4-FFF2-40B4-BE49-F238E27FC236}">
                <a16:creationId xmlns:a16="http://schemas.microsoft.com/office/drawing/2014/main" id="{01E8D11F-30D9-AA69-49D2-AD29C7A8EF4F}"/>
              </a:ext>
            </a:extLst>
          </p:cNvPr>
          <p:cNvGrpSpPr/>
          <p:nvPr/>
        </p:nvGrpSpPr>
        <p:grpSpPr>
          <a:xfrm>
            <a:off x="5667895" y="862718"/>
            <a:ext cx="3556732" cy="941484"/>
            <a:chOff x="5667895" y="862718"/>
            <a:chExt cx="3556732" cy="941484"/>
          </a:xfrm>
        </p:grpSpPr>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073709EA-379C-C6C6-6E54-EE2C8EC08F44}"/>
                    </a:ext>
                  </a:extLst>
                </p:cNvPr>
                <p:cNvSpPr txBox="1"/>
                <p:nvPr/>
              </p:nvSpPr>
              <p:spPr>
                <a:xfrm>
                  <a:off x="6960096" y="944724"/>
                  <a:ext cx="100828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𝑟</m:t>
                            </m:r>
                          </m:e>
                          <m:sub>
                            <m:r>
                              <a:rPr lang="pt-BR" sz="1200" b="0" i="1" smtClean="0">
                                <a:latin typeface="Cambria Math" panose="02040503050406030204" pitchFamily="18" charset="0"/>
                              </a:rPr>
                              <m:t>𝑎</m:t>
                            </m:r>
                          </m:sub>
                        </m:sSub>
                        <m:r>
                          <a:rPr lang="pt-BR" sz="1200" b="0" i="1" smtClean="0">
                            <a:latin typeface="Cambria Math" panose="02040503050406030204" pitchFamily="18" charset="0"/>
                          </a:rPr>
                          <m:t>=22 </m:t>
                        </m:r>
                        <m:r>
                          <a:rPr lang="pt-BR" sz="1200" b="0" i="1" smtClean="0">
                            <a:latin typeface="Cambria Math" panose="02040503050406030204" pitchFamily="18" charset="0"/>
                          </a:rPr>
                          <m:t>𝑚𝑚</m:t>
                        </m:r>
                      </m:oMath>
                    </m:oMathPara>
                  </a14:m>
                  <a:endParaRPr lang="pt-BR" sz="1200"/>
                </a:p>
              </p:txBody>
            </p:sp>
          </mc:Choice>
          <mc:Fallback xmlns="">
            <p:sp>
              <p:nvSpPr>
                <p:cNvPr id="12" name="CaixaDeTexto 11">
                  <a:extLst>
                    <a:ext uri="{FF2B5EF4-FFF2-40B4-BE49-F238E27FC236}">
                      <a16:creationId xmlns:a16="http://schemas.microsoft.com/office/drawing/2014/main" id="{073709EA-379C-C6C6-6E54-EE2C8EC08F44}"/>
                    </a:ext>
                  </a:extLst>
                </p:cNvPr>
                <p:cNvSpPr txBox="1">
                  <a:spLocks noRot="1" noChangeAspect="1" noMove="1" noResize="1" noEditPoints="1" noAdjustHandles="1" noChangeArrowheads="1" noChangeShapeType="1" noTextEdit="1"/>
                </p:cNvSpPr>
                <p:nvPr/>
              </p:nvSpPr>
              <p:spPr>
                <a:xfrm>
                  <a:off x="6960096" y="944724"/>
                  <a:ext cx="1008288" cy="276999"/>
                </a:xfrm>
                <a:prstGeom prst="rect">
                  <a:avLst/>
                </a:prstGeom>
                <a:blipFill>
                  <a:blip r:embed="rId1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id="{58327AD5-E9E1-D733-3BBD-D5640F1DF982}"/>
                    </a:ext>
                  </a:extLst>
                </p:cNvPr>
                <p:cNvSpPr txBox="1"/>
                <p:nvPr/>
              </p:nvSpPr>
              <p:spPr>
                <a:xfrm>
                  <a:off x="6960096" y="1513160"/>
                  <a:ext cx="2264531"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𝜎</m:t>
                            </m:r>
                          </m:e>
                          <m:sub>
                            <m:r>
                              <a:rPr lang="pt-BR" sz="1200" b="0" i="1" smtClean="0">
                                <a:latin typeface="Cambria Math" panose="02040503050406030204" pitchFamily="18" charset="0"/>
                              </a:rPr>
                              <m:t>𝑐𝑜𝑟𝑒</m:t>
                            </m:r>
                          </m:sub>
                        </m:sSub>
                        <m:r>
                          <a:rPr lang="pt-BR" sz="1200" b="0" i="1" smtClean="0">
                            <a:latin typeface="Cambria Math" panose="02040503050406030204" pitchFamily="18" charset="0"/>
                          </a:rPr>
                          <m:t>=</m:t>
                        </m:r>
                        <m:sSub>
                          <m:sSubPr>
                            <m:ctrlPr>
                              <a:rPr lang="pt-BR" sz="1200" b="0" i="1" smtClean="0">
                                <a:latin typeface="Cambria Math" panose="02040503050406030204" pitchFamily="18" charset="0"/>
                              </a:rPr>
                            </m:ctrlPr>
                          </m:sSubPr>
                          <m:e>
                            <m:r>
                              <a:rPr lang="pt-BR" sz="1200" i="1">
                                <a:latin typeface="Cambria Math" panose="02040503050406030204" pitchFamily="18" charset="0"/>
                              </a:rPr>
                              <m:t>𝜎</m:t>
                            </m:r>
                          </m:e>
                          <m:sub>
                            <m:r>
                              <a:rPr lang="pt-BR" sz="1200" b="0" i="1" smtClean="0">
                                <a:latin typeface="Cambria Math" panose="02040503050406030204" pitchFamily="18" charset="0"/>
                              </a:rPr>
                              <m:t>𝑠h𝑒𝑎𝑡h</m:t>
                            </m:r>
                          </m:sub>
                        </m:sSub>
                        <m:r>
                          <a:rPr lang="pt-BR" sz="1200" b="0" i="1" smtClean="0">
                            <a:latin typeface="Cambria Math" panose="02040503050406030204" pitchFamily="18" charset="0"/>
                          </a:rPr>
                          <m:t>=</m:t>
                        </m:r>
                        <m:sSup>
                          <m:sSupPr>
                            <m:ctrlPr>
                              <a:rPr lang="pt-BR" sz="1200" b="0" i="1" smtClean="0">
                                <a:latin typeface="Cambria Math" panose="02040503050406030204" pitchFamily="18" charset="0"/>
                              </a:rPr>
                            </m:ctrlPr>
                          </m:sSupPr>
                          <m:e>
                            <m:r>
                              <a:rPr lang="pt-BR" sz="1200" b="0" i="0" smtClean="0">
                                <a:latin typeface="Cambria Math" panose="02040503050406030204" pitchFamily="18" charset="0"/>
                              </a:rPr>
                              <m:t>5,8 . 10</m:t>
                            </m:r>
                          </m:e>
                          <m:sup>
                            <m:r>
                              <a:rPr lang="pt-BR" sz="1200" b="0" i="0" smtClean="0">
                                <a:latin typeface="Cambria Math" panose="02040503050406030204" pitchFamily="18" charset="0"/>
                              </a:rPr>
                              <m:t>7</m:t>
                            </m:r>
                          </m:sup>
                        </m:sSup>
                        <m:r>
                          <a:rPr lang="pt-BR" sz="1200" b="0" i="0" smtClean="0">
                            <a:latin typeface="Cambria Math" panose="02040503050406030204" pitchFamily="18" charset="0"/>
                          </a:rPr>
                          <m:t> </m:t>
                        </m:r>
                        <m:r>
                          <m:rPr>
                            <m:sty m:val="p"/>
                          </m:rPr>
                          <a:rPr lang="pt-BR" sz="1200" b="0" i="0" smtClean="0">
                            <a:latin typeface="Cambria Math" panose="02040503050406030204" pitchFamily="18" charset="0"/>
                          </a:rPr>
                          <m:t>S</m:t>
                        </m:r>
                        <m:r>
                          <a:rPr lang="pt-BR" sz="1200" b="0" i="0" smtClean="0">
                            <a:latin typeface="Cambria Math" panose="02040503050406030204" pitchFamily="18" charset="0"/>
                          </a:rPr>
                          <m:t>/</m:t>
                        </m:r>
                        <m:r>
                          <m:rPr>
                            <m:sty m:val="p"/>
                          </m:rPr>
                          <a:rPr lang="pt-BR" sz="1200" b="0" i="0" smtClean="0">
                            <a:latin typeface="Cambria Math" panose="02040503050406030204" pitchFamily="18" charset="0"/>
                          </a:rPr>
                          <m:t>m</m:t>
                        </m:r>
                      </m:oMath>
                    </m:oMathPara>
                  </a14:m>
                  <a:endParaRPr lang="pt-BR" sz="1200"/>
                </a:p>
              </p:txBody>
            </p:sp>
          </mc:Choice>
          <mc:Fallback xmlns="">
            <p:sp>
              <p:nvSpPr>
                <p:cNvPr id="14" name="CaixaDeTexto 13">
                  <a:extLst>
                    <a:ext uri="{FF2B5EF4-FFF2-40B4-BE49-F238E27FC236}">
                      <a16:creationId xmlns:a16="http://schemas.microsoft.com/office/drawing/2014/main" id="{58327AD5-E9E1-D733-3BBD-D5640F1DF982}"/>
                    </a:ext>
                  </a:extLst>
                </p:cNvPr>
                <p:cNvSpPr txBox="1">
                  <a:spLocks noRot="1" noChangeAspect="1" noMove="1" noResize="1" noEditPoints="1" noAdjustHandles="1" noChangeArrowheads="1" noChangeShapeType="1" noTextEdit="1"/>
                </p:cNvSpPr>
                <p:nvPr/>
              </p:nvSpPr>
              <p:spPr>
                <a:xfrm>
                  <a:off x="6960096" y="1513160"/>
                  <a:ext cx="2264531" cy="276999"/>
                </a:xfrm>
                <a:prstGeom prst="rect">
                  <a:avLst/>
                </a:prstGeom>
                <a:blipFill>
                  <a:blip r:embed="rId17"/>
                  <a:stretch>
                    <a:fillRect b="-4348"/>
                  </a:stretch>
                </a:blipFill>
              </p:spPr>
              <p:txBody>
                <a:bodyPr/>
                <a:lstStyle/>
                <a:p>
                  <a:r>
                    <a:rPr lang="pt-BR">
                      <a:noFill/>
                    </a:rPr>
                    <a:t> </a:t>
                  </a:r>
                </a:p>
              </p:txBody>
            </p:sp>
          </mc:Fallback>
        </mc:AlternateContent>
        <p:sp>
          <p:nvSpPr>
            <p:cNvPr id="15" name="Elipse 14">
              <a:extLst>
                <a:ext uri="{FF2B5EF4-FFF2-40B4-BE49-F238E27FC236}">
                  <a16:creationId xmlns:a16="http://schemas.microsoft.com/office/drawing/2014/main" id="{26121BBD-D818-FF94-6035-B171FF0051B3}"/>
                </a:ext>
              </a:extLst>
            </p:cNvPr>
            <p:cNvSpPr/>
            <p:nvPr/>
          </p:nvSpPr>
          <p:spPr>
            <a:xfrm>
              <a:off x="5667895" y="935522"/>
              <a:ext cx="864006" cy="868680"/>
            </a:xfrm>
            <a:prstGeom prst="ellipse">
              <a:avLst/>
            </a:prstGeom>
            <a:solidFill>
              <a:schemeClr val="accent1">
                <a:alpha val="50000"/>
              </a:schemeClr>
            </a:solidFill>
            <a:ln w="952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23" name="Elipse 22">
              <a:extLst>
                <a:ext uri="{FF2B5EF4-FFF2-40B4-BE49-F238E27FC236}">
                  <a16:creationId xmlns:a16="http://schemas.microsoft.com/office/drawing/2014/main" id="{68976DF3-A4AE-F46F-F5FA-62C41604B0D9}"/>
                </a:ext>
              </a:extLst>
            </p:cNvPr>
            <p:cNvSpPr/>
            <p:nvPr/>
          </p:nvSpPr>
          <p:spPr>
            <a:xfrm>
              <a:off x="5750468" y="1022971"/>
              <a:ext cx="704088" cy="699941"/>
            </a:xfrm>
            <a:prstGeom prst="ellipse">
              <a:avLst/>
            </a:prstGeom>
            <a:solidFill>
              <a:schemeClr val="bg1"/>
            </a:solidFill>
            <a:ln w="952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24" name="Elipse 23">
              <a:extLst>
                <a:ext uri="{FF2B5EF4-FFF2-40B4-BE49-F238E27FC236}">
                  <a16:creationId xmlns:a16="http://schemas.microsoft.com/office/drawing/2014/main" id="{E208D9F0-58B8-A37E-4DC2-53BFC805DCE1}"/>
                </a:ext>
              </a:extLst>
            </p:cNvPr>
            <p:cNvSpPr/>
            <p:nvPr/>
          </p:nvSpPr>
          <p:spPr>
            <a:xfrm>
              <a:off x="5955986" y="1232374"/>
              <a:ext cx="274320" cy="274977"/>
            </a:xfrm>
            <a:prstGeom prst="ellipse">
              <a:avLst/>
            </a:prstGeom>
            <a:solidFill>
              <a:schemeClr val="accent3">
                <a:lumMod val="20000"/>
                <a:lumOff val="80000"/>
                <a:alpha val="50000"/>
              </a:schemeClr>
            </a:solidFill>
            <a:ln w="952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25" name="CaixaDeTexto 24">
                  <a:extLst>
                    <a:ext uri="{FF2B5EF4-FFF2-40B4-BE49-F238E27FC236}">
                      <a16:creationId xmlns:a16="http://schemas.microsoft.com/office/drawing/2014/main" id="{2D161C52-1B93-CD1E-1119-7858FEC1BC9D}"/>
                    </a:ext>
                  </a:extLst>
                </p:cNvPr>
                <p:cNvSpPr txBox="1"/>
                <p:nvPr/>
              </p:nvSpPr>
              <p:spPr>
                <a:xfrm>
                  <a:off x="6018135" y="1196752"/>
                  <a:ext cx="212171"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1050" b="0" i="1" smtClean="0">
                            <a:latin typeface="Cambria Math" panose="02040503050406030204" pitchFamily="18" charset="0"/>
                          </a:rPr>
                          <m:t>𝑎</m:t>
                        </m:r>
                      </m:oMath>
                    </m:oMathPara>
                  </a14:m>
                  <a:endParaRPr lang="pt-BR" sz="1400"/>
                </a:p>
              </p:txBody>
            </p:sp>
          </mc:Choice>
          <mc:Fallback xmlns="">
            <p:sp>
              <p:nvSpPr>
                <p:cNvPr id="25" name="CaixaDeTexto 24">
                  <a:extLst>
                    <a:ext uri="{FF2B5EF4-FFF2-40B4-BE49-F238E27FC236}">
                      <a16:creationId xmlns:a16="http://schemas.microsoft.com/office/drawing/2014/main" id="{2D161C52-1B93-CD1E-1119-7858FEC1BC9D}"/>
                    </a:ext>
                  </a:extLst>
                </p:cNvPr>
                <p:cNvSpPr txBox="1">
                  <a:spLocks noRot="1" noChangeAspect="1" noMove="1" noResize="1" noEditPoints="1" noAdjustHandles="1" noChangeArrowheads="1" noChangeShapeType="1" noTextEdit="1"/>
                </p:cNvSpPr>
                <p:nvPr/>
              </p:nvSpPr>
              <p:spPr>
                <a:xfrm>
                  <a:off x="6018135" y="1196752"/>
                  <a:ext cx="212171" cy="261610"/>
                </a:xfrm>
                <a:prstGeom prst="rect">
                  <a:avLst/>
                </a:prstGeom>
                <a:blipFill>
                  <a:blip r:embed="rId1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7A118EE0-2F40-2068-6069-6BAB7E28293A}"/>
                    </a:ext>
                  </a:extLst>
                </p:cNvPr>
                <p:cNvSpPr txBox="1"/>
                <p:nvPr/>
              </p:nvSpPr>
              <p:spPr>
                <a:xfrm>
                  <a:off x="6301844" y="862718"/>
                  <a:ext cx="295529"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050" b="0" i="1" smtClean="0">
                            <a:latin typeface="Cambria Math" panose="02040503050406030204" pitchFamily="18" charset="0"/>
                          </a:rPr>
                          <m:t>𝑏</m:t>
                        </m:r>
                      </m:oMath>
                    </m:oMathPara>
                  </a14:m>
                  <a:endParaRPr lang="pt-BR" sz="1400"/>
                </a:p>
              </p:txBody>
            </p:sp>
          </mc:Choice>
          <mc:Fallback xmlns="">
            <p:sp>
              <p:nvSpPr>
                <p:cNvPr id="26" name="CaixaDeTexto 25">
                  <a:extLst>
                    <a:ext uri="{FF2B5EF4-FFF2-40B4-BE49-F238E27FC236}">
                      <a16:creationId xmlns:a16="http://schemas.microsoft.com/office/drawing/2014/main" id="{7A118EE0-2F40-2068-6069-6BAB7E28293A}"/>
                    </a:ext>
                  </a:extLst>
                </p:cNvPr>
                <p:cNvSpPr txBox="1">
                  <a:spLocks noRot="1" noChangeAspect="1" noMove="1" noResize="1" noEditPoints="1" noAdjustHandles="1" noChangeArrowheads="1" noChangeShapeType="1" noTextEdit="1"/>
                </p:cNvSpPr>
                <p:nvPr/>
              </p:nvSpPr>
              <p:spPr>
                <a:xfrm>
                  <a:off x="6301844" y="862718"/>
                  <a:ext cx="295529" cy="261610"/>
                </a:xfrm>
                <a:prstGeom prst="rect">
                  <a:avLst/>
                </a:prstGeom>
                <a:blipFill>
                  <a:blip r:embed="rId1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7" name="CaixaDeTexto 26">
                  <a:extLst>
                    <a:ext uri="{FF2B5EF4-FFF2-40B4-BE49-F238E27FC236}">
                      <a16:creationId xmlns:a16="http://schemas.microsoft.com/office/drawing/2014/main" id="{5EE92163-17BE-1A07-CE2F-DE9B63A79C2E}"/>
                    </a:ext>
                  </a:extLst>
                </p:cNvPr>
                <p:cNvSpPr txBox="1"/>
                <p:nvPr/>
              </p:nvSpPr>
              <p:spPr>
                <a:xfrm>
                  <a:off x="6139035" y="1035735"/>
                  <a:ext cx="282129"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050" b="0" i="1" smtClean="0">
                            <a:latin typeface="Cambria Math" panose="02040503050406030204" pitchFamily="18" charset="0"/>
                          </a:rPr>
                          <m:t>𝑐</m:t>
                        </m:r>
                      </m:oMath>
                    </m:oMathPara>
                  </a14:m>
                  <a:endParaRPr lang="pt-BR" sz="1200"/>
                </a:p>
              </p:txBody>
            </p:sp>
          </mc:Choice>
          <mc:Fallback xmlns="">
            <p:sp>
              <p:nvSpPr>
                <p:cNvPr id="27" name="CaixaDeTexto 26">
                  <a:extLst>
                    <a:ext uri="{FF2B5EF4-FFF2-40B4-BE49-F238E27FC236}">
                      <a16:creationId xmlns:a16="http://schemas.microsoft.com/office/drawing/2014/main" id="{5EE92163-17BE-1A07-CE2F-DE9B63A79C2E}"/>
                    </a:ext>
                  </a:extLst>
                </p:cNvPr>
                <p:cNvSpPr txBox="1">
                  <a:spLocks noRot="1" noChangeAspect="1" noMove="1" noResize="1" noEditPoints="1" noAdjustHandles="1" noChangeArrowheads="1" noChangeShapeType="1" noTextEdit="1"/>
                </p:cNvSpPr>
                <p:nvPr/>
              </p:nvSpPr>
              <p:spPr>
                <a:xfrm>
                  <a:off x="6139035" y="1035735"/>
                  <a:ext cx="282129" cy="261610"/>
                </a:xfrm>
                <a:prstGeom prst="rect">
                  <a:avLst/>
                </a:prstGeom>
                <a:blipFill>
                  <a:blip r:embed="rId2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0" name="CaixaDeTexto 29">
                  <a:extLst>
                    <a:ext uri="{FF2B5EF4-FFF2-40B4-BE49-F238E27FC236}">
                      <a16:creationId xmlns:a16="http://schemas.microsoft.com/office/drawing/2014/main" id="{A362F5B7-BC6B-33D5-9A15-7E661F80CCF4}"/>
                    </a:ext>
                  </a:extLst>
                </p:cNvPr>
                <p:cNvSpPr txBox="1"/>
                <p:nvPr/>
              </p:nvSpPr>
              <p:spPr>
                <a:xfrm>
                  <a:off x="6983537" y="1233599"/>
                  <a:ext cx="2068771" cy="276999"/>
                </a:xfrm>
                <a:prstGeom prst="rect">
                  <a:avLst/>
                </a:prstGeom>
                <a:noFill/>
              </p:spPr>
              <p:txBody>
                <a:bodyPr wrap="none" rtlCol="0">
                  <a:spAutoFit/>
                </a:bodyPr>
                <a:lstStyle/>
                <a:p>
                  <a14:m>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𝑟</m:t>
                          </m:r>
                        </m:e>
                        <m:sub>
                          <m:r>
                            <a:rPr lang="pt-BR" sz="1200" b="0" i="1" smtClean="0">
                              <a:latin typeface="Cambria Math" panose="02040503050406030204" pitchFamily="18" charset="0"/>
                            </a:rPr>
                            <m:t>𝑏</m:t>
                          </m:r>
                        </m:sub>
                      </m:sSub>
                      <m:r>
                        <a:rPr lang="pt-BR" sz="1200" b="0" i="1" smtClean="0">
                          <a:latin typeface="Cambria Math" panose="02040503050406030204" pitchFamily="18" charset="0"/>
                        </a:rPr>
                        <m:t>=44 </m:t>
                      </m:r>
                      <m:r>
                        <a:rPr lang="pt-BR" sz="1200" b="0" i="1" smtClean="0">
                          <a:latin typeface="Cambria Math" panose="02040503050406030204" pitchFamily="18" charset="0"/>
                        </a:rPr>
                        <m:t>𝑚𝑚</m:t>
                      </m:r>
                    </m:oMath>
                  </a14:m>
                  <a:r>
                    <a:rPr lang="pt-BR" sz="1200"/>
                    <a:t>; </a:t>
                  </a:r>
                  <a14:m>
                    <m:oMath xmlns:m="http://schemas.openxmlformats.org/officeDocument/2006/math">
                      <m:sSub>
                        <m:sSubPr>
                          <m:ctrlPr>
                            <a:rPr lang="pt-BR" sz="1200" b="0" i="1" smtClean="0">
                              <a:latin typeface="Cambria Math" panose="02040503050406030204" pitchFamily="18" charset="0"/>
                            </a:rPr>
                          </m:ctrlPr>
                        </m:sSubPr>
                        <m:e>
                          <m:r>
                            <m:rPr>
                              <m:sty m:val="p"/>
                            </m:rPr>
                            <a:rPr lang="pt-BR" sz="1200" b="0" i="0" smtClean="0">
                              <a:latin typeface="Cambria Math" panose="02040503050406030204" pitchFamily="18" charset="0"/>
                            </a:rPr>
                            <m:t>r</m:t>
                          </m:r>
                        </m:e>
                        <m:sub>
                          <m:r>
                            <a:rPr lang="pt-BR" sz="1200" i="1" smtClean="0">
                              <a:latin typeface="Cambria Math" panose="02040503050406030204" pitchFamily="18" charset="0"/>
                            </a:rPr>
                            <m:t>𝑐</m:t>
                          </m:r>
                        </m:sub>
                      </m:sSub>
                      <m:r>
                        <a:rPr lang="pt-BR" sz="1200" i="1" smtClean="0">
                          <a:latin typeface="Cambria Math" panose="02040503050406030204" pitchFamily="18" charset="0"/>
                        </a:rPr>
                        <m:t>= 39,5 </m:t>
                      </m:r>
                      <m:r>
                        <a:rPr lang="pt-BR" sz="1200" i="1" smtClean="0">
                          <a:latin typeface="Cambria Math" panose="02040503050406030204" pitchFamily="18" charset="0"/>
                        </a:rPr>
                        <m:t>𝑚𝑚</m:t>
                      </m:r>
                    </m:oMath>
                  </a14:m>
                  <a:endParaRPr lang="pt-BR" sz="1200"/>
                </a:p>
              </p:txBody>
            </p:sp>
          </mc:Choice>
          <mc:Fallback xmlns="">
            <p:sp>
              <p:nvSpPr>
                <p:cNvPr id="30" name="CaixaDeTexto 29">
                  <a:extLst>
                    <a:ext uri="{FF2B5EF4-FFF2-40B4-BE49-F238E27FC236}">
                      <a16:creationId xmlns:a16="http://schemas.microsoft.com/office/drawing/2014/main" id="{A362F5B7-BC6B-33D5-9A15-7E661F80CCF4}"/>
                    </a:ext>
                  </a:extLst>
                </p:cNvPr>
                <p:cNvSpPr txBox="1">
                  <a:spLocks noRot="1" noChangeAspect="1" noMove="1" noResize="1" noEditPoints="1" noAdjustHandles="1" noChangeArrowheads="1" noChangeShapeType="1" noTextEdit="1"/>
                </p:cNvSpPr>
                <p:nvPr/>
              </p:nvSpPr>
              <p:spPr>
                <a:xfrm>
                  <a:off x="6983537" y="1233599"/>
                  <a:ext cx="2068771" cy="276999"/>
                </a:xfrm>
                <a:prstGeom prst="rect">
                  <a:avLst/>
                </a:prstGeom>
                <a:blipFill>
                  <a:blip r:embed="rId21"/>
                  <a:stretch>
                    <a:fillRect b="-15217"/>
                  </a:stretch>
                </a:blipFill>
              </p:spPr>
              <p:txBody>
                <a:bodyPr/>
                <a:lstStyle/>
                <a:p>
                  <a:r>
                    <a:rPr lang="pt-BR">
                      <a:noFill/>
                    </a:rPr>
                    <a:t> </a:t>
                  </a:r>
                </a:p>
              </p:txBody>
            </p:sp>
          </mc:Fallback>
        </mc:AlternateContent>
      </p:grpSp>
    </p:spTree>
    <p:extLst>
      <p:ext uri="{BB962C8B-B14F-4D97-AF65-F5344CB8AC3E}">
        <p14:creationId xmlns:p14="http://schemas.microsoft.com/office/powerpoint/2010/main" val="40397542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39</a:t>
            </a:fld>
            <a:endParaRPr lang="pt-BR"/>
          </a:p>
        </p:txBody>
      </p:sp>
      <p:sp>
        <p:nvSpPr>
          <p:cNvPr id="94" name="CaixaDeTexto 93">
            <a:extLst>
              <a:ext uri="{FF2B5EF4-FFF2-40B4-BE49-F238E27FC236}">
                <a16:creationId xmlns:a16="http://schemas.microsoft.com/office/drawing/2014/main" id="{D1D8FCDA-4632-6080-1621-67CDF796C564}"/>
              </a:ext>
            </a:extLst>
          </p:cNvPr>
          <p:cNvSpPr txBox="1"/>
          <p:nvPr/>
        </p:nvSpPr>
        <p:spPr>
          <a:xfrm>
            <a:off x="474344" y="512676"/>
            <a:ext cx="10764838" cy="4739759"/>
          </a:xfrm>
          <a:prstGeom prst="rect">
            <a:avLst/>
          </a:prstGeom>
          <a:noFill/>
        </p:spPr>
        <p:txBody>
          <a:bodyPr wrap="square">
            <a:spAutoFit/>
          </a:bodyPr>
          <a:lstStyle/>
          <a:p>
            <a:pPr marL="285750" indent="-285750" algn="just">
              <a:spcAft>
                <a:spcPts val="600"/>
              </a:spcAft>
            </a:pPr>
            <a:r>
              <a:rPr lang="pt-BR" sz="1600">
                <a:latin typeface="Arial" panose="020B0604020202020204" pitchFamily="34" charset="0"/>
                <a:cs typeface="Arial" panose="020B0604020202020204" pitchFamily="34" charset="0"/>
              </a:rPr>
              <a:t>[1] U. R. Patel, B. Gustavsen and P. Triverio, "An Equivalent Surface Current Approach for the Computation of the Series Impedance of Power Cables with Inclusion of Skin and Proximity Effects," in IEEE Transactions on Power Delivery, vol. 28, no. 4, pp. 2474-2482, Oct. 2013, doi: 10.1109/TPWRD.2013.2267098.</a:t>
            </a:r>
          </a:p>
          <a:p>
            <a:pPr marL="285750" indent="-285750" algn="just">
              <a:spcAft>
                <a:spcPts val="600"/>
              </a:spcAft>
            </a:pPr>
            <a:r>
              <a:rPr lang="pt-BR" sz="1600">
                <a:latin typeface="Arial" panose="020B0604020202020204" pitchFamily="34" charset="0"/>
                <a:cs typeface="Arial" panose="020B0604020202020204" pitchFamily="34" charset="0"/>
              </a:rPr>
              <a:t>[2] U. R. Patel, B. Gustavsen and P. Triverio, "Proximity-Aware Calculation of Cable Series Impedance for Systems of Solid and Hollow Conductors," in IEEE Transactions on Power Delivery, vol. 29, no. 5, pp. 2101-2109, Oct. 2014, doi: 10.1109/TPWRD.2014.2330994.</a:t>
            </a:r>
          </a:p>
          <a:p>
            <a:pPr marL="285750" indent="-285750" algn="just">
              <a:spcAft>
                <a:spcPts val="600"/>
              </a:spcAft>
            </a:pPr>
            <a:r>
              <a:rPr lang="pt-BR" sz="1600">
                <a:latin typeface="Arial" panose="020B0604020202020204" pitchFamily="34" charset="0"/>
                <a:cs typeface="Arial" panose="020B0604020202020204" pitchFamily="34" charset="0"/>
              </a:rPr>
              <a:t>[3] D. De Zutter and L. Knockaert, "Skin effect modeling based on a differential surface admittance operator," in IEEE Transactions on Microwave Theory and Techniques, vol. 53, no. 8, pp. 2526-2538, Aug. 2005, doi: 10.1109/TMTT.2005.852766.</a:t>
            </a:r>
          </a:p>
          <a:p>
            <a:pPr marL="285750" indent="-285750" algn="just">
              <a:spcAft>
                <a:spcPts val="600"/>
              </a:spcAft>
            </a:pPr>
            <a:r>
              <a:rPr lang="pt-BR" sz="1600">
                <a:latin typeface="Arial" panose="020B0604020202020204" pitchFamily="34" charset="0"/>
                <a:cs typeface="Arial" panose="020B0604020202020204" pitchFamily="34" charset="0"/>
              </a:rPr>
              <a:t>[4] R. F. Harrington, Time-harmonic electromagnetic fields. New York, NY: McGraw-Hill, c2001. xiii, 480 p. </a:t>
            </a:r>
          </a:p>
          <a:p>
            <a:pPr marL="285750" indent="-285750" algn="just">
              <a:spcAft>
                <a:spcPts val="600"/>
              </a:spcAft>
            </a:pPr>
            <a:r>
              <a:rPr lang="en-US" sz="1600">
                <a:latin typeface="Arial" panose="020B0604020202020204" pitchFamily="34" charset="0"/>
                <a:cs typeface="Arial" panose="020B0604020202020204" pitchFamily="34" charset="0"/>
              </a:rPr>
              <a:t>[5] C. R. Paul, Analysis of Multiconductor Transmission Lines, 2</a:t>
            </a:r>
            <a:r>
              <a:rPr lang="en-US" sz="1600" baseline="30000">
                <a:latin typeface="Arial" panose="020B0604020202020204" pitchFamily="34" charset="0"/>
                <a:cs typeface="Arial" panose="020B0604020202020204" pitchFamily="34" charset="0"/>
              </a:rPr>
              <a:t>nd</a:t>
            </a:r>
            <a:r>
              <a:rPr lang="en-US" sz="1600">
                <a:latin typeface="Arial" panose="020B0604020202020204" pitchFamily="34" charset="0"/>
                <a:cs typeface="Arial" panose="020B0604020202020204" pitchFamily="34" charset="0"/>
              </a:rPr>
              <a:t> ed. Hoboken, NJ, USA: Wiley, 2007.</a:t>
            </a:r>
          </a:p>
          <a:p>
            <a:pPr marL="285750" indent="-285750" algn="just">
              <a:spcAft>
                <a:spcPts val="600"/>
              </a:spcAft>
            </a:pPr>
            <a:r>
              <a:rPr lang="en-US" sz="1600">
                <a:latin typeface="Arial" panose="020B0604020202020204" pitchFamily="34" charset="0"/>
                <a:cs typeface="Arial" panose="020B0604020202020204" pitchFamily="34" charset="0"/>
              </a:rPr>
              <a:t>[6] Tanaka, Y. </a:t>
            </a:r>
            <a:r>
              <a:rPr lang="en-US" sz="1600" i="1">
                <a:latin typeface="Arial" panose="020B0604020202020204" pitchFamily="34" charset="0"/>
                <a:cs typeface="Arial" panose="020B0604020202020204" pitchFamily="34" charset="0"/>
              </a:rPr>
              <a:t>et al</a:t>
            </a:r>
            <a:r>
              <a:rPr lang="en-US" sz="1600">
                <a:latin typeface="Arial" panose="020B0604020202020204" pitchFamily="34" charset="0"/>
                <a:cs typeface="Arial" panose="020B0604020202020204" pitchFamily="34" charset="0"/>
              </a:rPr>
              <a:t>. Development of a Computer Program for Calculating the Transmission-Line Constants of Cables Installed in a Tunnel Taking the Skin and Proximity Effects into Account. </a:t>
            </a:r>
            <a:r>
              <a:rPr lang="en-US" sz="1600" i="1">
                <a:latin typeface="Arial" panose="020B0604020202020204" pitchFamily="34" charset="0"/>
                <a:cs typeface="Arial" panose="020B0604020202020204" pitchFamily="34" charset="0"/>
              </a:rPr>
              <a:t>Proc</a:t>
            </a:r>
            <a:r>
              <a:rPr lang="en-US" sz="1600">
                <a:latin typeface="Arial" panose="020B0604020202020204" pitchFamily="34" charset="0"/>
                <a:cs typeface="Arial" panose="020B0604020202020204" pitchFamily="34" charset="0"/>
              </a:rPr>
              <a:t>. of International Conference on Power Systems Transients (IPST), Seoul, Republic of Korea. June 26-29, 2017</a:t>
            </a:r>
          </a:p>
          <a:p>
            <a:pPr marL="285750" indent="-285750" algn="just">
              <a:spcAft>
                <a:spcPts val="600"/>
              </a:spcAft>
            </a:pPr>
            <a:r>
              <a:rPr lang="en-US" sz="1600">
                <a:latin typeface="Arial" panose="020B0604020202020204" pitchFamily="34" charset="0"/>
                <a:cs typeface="Arial" panose="020B0604020202020204" pitchFamily="34" charset="0"/>
              </a:rPr>
              <a:t>[7] U. R. Patel, A Surface Admittance Approach For Fast Calculation of the Series Impedance of Cables Including Skin, Proximity, and Ground Return Effects. 2014. University of Toronto, Graduate Department of The Edward S. Rogers Sr. Department of Electrical &amp; Computer Engineering. </a:t>
            </a:r>
            <a:endParaRPr lang="pt-BR" sz="1600">
              <a:latin typeface="Arial" panose="020B0604020202020204" pitchFamily="34" charset="0"/>
              <a:cs typeface="Arial" panose="020B0604020202020204" pitchFamily="34" charset="0"/>
            </a:endParaRPr>
          </a:p>
        </p:txBody>
      </p:sp>
      <p:sp>
        <p:nvSpPr>
          <p:cNvPr id="2" name="CaixaDeTexto 1">
            <a:extLst>
              <a:ext uri="{FF2B5EF4-FFF2-40B4-BE49-F238E27FC236}">
                <a16:creationId xmlns:a16="http://schemas.microsoft.com/office/drawing/2014/main" id="{00BE8D45-DCEE-3F50-4767-410F8466BB6B}"/>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Reference</a:t>
            </a:r>
            <a:endParaRPr lang="pt-BR" sz="1400">
              <a:solidFill>
                <a:srgbClr val="0070C0"/>
              </a:solidFill>
              <a:latin typeface="Arial Black" panose="020B0A04020102020204" pitchFamily="34" charset="0"/>
            </a:endParaRPr>
          </a:p>
        </p:txBody>
      </p:sp>
    </p:spTree>
    <p:extLst>
      <p:ext uri="{BB962C8B-B14F-4D97-AF65-F5344CB8AC3E}">
        <p14:creationId xmlns:p14="http://schemas.microsoft.com/office/powerpoint/2010/main" val="929919720"/>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4399</TotalTime>
  <Words>4921</Words>
  <Application>Microsoft Office PowerPoint</Application>
  <PresentationFormat>Widescreen</PresentationFormat>
  <Paragraphs>742</Paragraphs>
  <Slides>39</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39</vt:i4>
      </vt:variant>
    </vt:vector>
  </HeadingPairs>
  <TitlesOfParts>
    <vt:vector size="45" baseType="lpstr">
      <vt:lpstr>Aptos</vt:lpstr>
      <vt:lpstr>Aptos Display</vt:lpstr>
      <vt:lpstr>Arial</vt:lpstr>
      <vt:lpstr>Arial Black</vt:lpstr>
      <vt:lpstr>Cambria Math</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adilton junio</dc:creator>
  <cp:lastModifiedBy>adilton junio</cp:lastModifiedBy>
  <cp:revision>3</cp:revision>
  <dcterms:created xsi:type="dcterms:W3CDTF">2024-06-06T17:48:00Z</dcterms:created>
  <dcterms:modified xsi:type="dcterms:W3CDTF">2024-07-30T12:26:04Z</dcterms:modified>
</cp:coreProperties>
</file>